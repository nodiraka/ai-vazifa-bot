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embeddedFontLst>
    <p:embeddedFont>
      <p:font typeface="Lato Black" panose="020B0604020202020204" charset="0"/>
      <p:bold r:id="rId39"/>
      <p:boldItalic r:id="rId40"/>
    </p:embeddedFont>
    <p:embeddedFont>
      <p:font typeface="Lato" panose="020B0604020202020204" charset="0"/>
      <p:regular r:id="rId41"/>
      <p:bold r:id="rId42"/>
      <p:italic r:id="rId43"/>
      <p:boldItalic r:id="rId44"/>
    </p:embeddedFont>
    <p:embeddedFont>
      <p:font typeface="Anaheim" panose="020B0604020202020204" charset="0"/>
      <p:regular r:id="rId45"/>
      <p:bold r:id="rId46"/>
    </p:embeddedFont>
    <p:embeddedFont>
      <p:font typeface="Bebas Neue" panose="020B0604020202020204" charset="0"/>
      <p:regular r:id="rId47"/>
    </p:embeddedFont>
    <p:embeddedFont>
      <p:font typeface="PT Sans" panose="020B0604020202020204" charset="-52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C95817-A2BF-44A8-B01B-C69E9FA19D1A}">
  <a:tblStyle styleId="{3FC95817-A2BF-44A8-B01B-C69E9FA19D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CCB118E-79F6-4BCE-8F8A-301867203AA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1b63eee6d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1b63eee6d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20e7f96e26d_2_20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20e7f96e26d_2_20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8" name="Google Shape;224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7" name="Google Shape;229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9" name="Google Shape;241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1" name="Google Shape;246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5" name="Google Shape;2505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5" name="Google Shape;2535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Google Shape;2563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4" name="Google Shape;2564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8" name="Google Shape;2728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g54dda1946d_6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8" name="Google Shape;2858;g54dda1946d_6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Google Shape;2881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2" name="Google Shape;2882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7" name="Google Shape;292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Google Shape;3133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4" name="Google Shape;3134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8" name="Google Shape;3308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2" name="Google Shape;3342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3" name="Google Shape;3343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1" name="Google Shape;3391;g54dda1946d_4_2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2" name="Google Shape;3392;g54dda1946d_4_2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" name="Google Shape;3435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6" name="Google Shape;3436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6" name="Google Shape;3496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2" name="Google Shape;3592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3" name="Google Shape;3593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0" name="Google Shape;3630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1" name="Google Shape;3631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3" name="Google Shape;3743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4" name="Google Shape;3744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2" name="Google Shape;3762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3" name="Google Shape;3763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3" name="Google Shape;3803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4" name="Google Shape;3804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3" name="Google Shape;3873;gd5260bdd8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4" name="Google Shape;3874;gd5260bdd8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" name="Google Shape;4003;g20f574f893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4" name="Google Shape;4004;g20f574f893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3" name="Google Shape;4033;g20f574f893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4" name="Google Shape;4034;g20f574f893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1" name="Google Shape;4051;g20f574f893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2" name="Google Shape;4052;g20f574f893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1" name="Google Shape;4091;g20f574f893f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2" name="Google Shape;4092;g20f574f893f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Google Shape;4126;g20f574f893f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7" name="Google Shape;4127;g20f574f893f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4" name="Google Shape;4144;g20f574f893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5" name="Google Shape;4145;g20f574f893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8" name="Google Shape;4168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9" name="Google Shape;4169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12" name="Google Shape;12;p2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15;p2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" name="Google Shape;21;p2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22" name="Google Shape;22;p2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0" name="Google Shape;30;p2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" name="Google Shape;32;p2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33" name="Google Shape;33;p2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0" name="Google Shape;40;p2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" name="Google Shape;45;p2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46" name="Google Shape;46;p2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" name="Google Shape;53;p2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54" name="Google Shape;54;p2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60;p2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61;p2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2" name="Google Shape;62;p2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4" name="Google Shape;64;p2"/>
          <p:cNvSpPr txBox="1">
            <a:spLocks noGrp="1"/>
          </p:cNvSpPr>
          <p:nvPr>
            <p:ph type="ctrTitle"/>
          </p:nvPr>
        </p:nvSpPr>
        <p:spPr>
          <a:xfrm>
            <a:off x="2103150" y="606981"/>
            <a:ext cx="4937700" cy="320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2"/>
          <p:cNvSpPr txBox="1">
            <a:spLocks noGrp="1"/>
          </p:cNvSpPr>
          <p:nvPr>
            <p:ph type="subTitle" idx="1"/>
          </p:nvPr>
        </p:nvSpPr>
        <p:spPr>
          <a:xfrm>
            <a:off x="2103150" y="4170820"/>
            <a:ext cx="49377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" name="Google Shape;68;p3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69" name="Google Shape;69;p3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70" name="Google Shape;70;p3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71" name="Google Shape;71;p3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3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3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3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3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3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3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78;p3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9" name="Google Shape;79;p3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80" name="Google Shape;80;p3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;p3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;p3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83;p3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84;p3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85;p3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6;p3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3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8" name="Google Shape;88;p3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0" name="Google Shape;90;p3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91" name="Google Shape;91;p3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3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3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3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3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3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3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8" name="Google Shape;98;p3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104" name="Google Shape;104;p3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3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" name="Google Shape;111;p3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112" name="Google Shape;112;p3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113;p3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14;p3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115;p3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116;p3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3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118;p3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119;p3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0" name="Google Shape;120;p3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3407700" y="2252103"/>
            <a:ext cx="5023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title" idx="2" hasCustomPrompt="1"/>
          </p:nvPr>
        </p:nvSpPr>
        <p:spPr>
          <a:xfrm>
            <a:off x="4822050" y="784609"/>
            <a:ext cx="2194500" cy="137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10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subTitle" idx="1"/>
          </p:nvPr>
        </p:nvSpPr>
        <p:spPr>
          <a:xfrm>
            <a:off x="4755000" y="3718691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" name="Google Shape;127;p4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128" name="Google Shape;128;p4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129" name="Google Shape;129;p4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30" name="Google Shape;130;p4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" name="Google Shape;131;p4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" name="Google Shape;132;p4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" name="Google Shape;133;p4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34;p4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35;p4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136;p4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4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8" name="Google Shape;138;p4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39" name="Google Shape;139;p4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4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4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4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4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144;p4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" name="Google Shape;145;p4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146;p4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7" name="Google Shape;147;p4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9" name="Google Shape;149;p4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150" name="Google Shape;150;p4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" name="Google Shape;151;p4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" name="Google Shape;152;p4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154;p4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155;p4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7" name="Google Shape;157;p4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" name="Google Shape;162;p4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163" name="Google Shape;163;p4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0" name="Google Shape;170;p4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171" name="Google Shape;171;p4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4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4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4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4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4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4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4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9" name="Google Shape;179;p4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1" name="Google Shape;181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"/>
          <p:cNvSpPr txBox="1">
            <a:spLocks noGrp="1"/>
          </p:cNvSpPr>
          <p:nvPr>
            <p:ph type="body" idx="1"/>
          </p:nvPr>
        </p:nvSpPr>
        <p:spPr>
          <a:xfrm>
            <a:off x="713225" y="1286256"/>
            <a:ext cx="7717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5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186" name="Google Shape;186;p5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187" name="Google Shape;187;p5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88" name="Google Shape;188;p5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5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192;p5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193;p5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5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5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" name="Google Shape;196;p5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97" name="Google Shape;197;p5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5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5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200;p5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201;p5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5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203;p5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204;p5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05" name="Google Shape;205;p5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7" name="Google Shape;207;p5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208" name="Google Shape;208;p5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5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5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5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5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5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5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5" name="Google Shape;215;p5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5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221" name="Google Shape;221;p5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5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5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8" name="Google Shape;228;p5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229" name="Google Shape;229;p5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5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5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5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33;p5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5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5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236;p5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7" name="Google Shape;237;p5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5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9" name="Google Shape;239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5"/>
          <p:cNvSpPr txBox="1">
            <a:spLocks noGrp="1"/>
          </p:cNvSpPr>
          <p:nvPr>
            <p:ph type="subTitle" idx="1"/>
          </p:nvPr>
        </p:nvSpPr>
        <p:spPr>
          <a:xfrm>
            <a:off x="4755930" y="3755528"/>
            <a:ext cx="27432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41" name="Google Shape;241;p5"/>
          <p:cNvSpPr txBox="1">
            <a:spLocks noGrp="1"/>
          </p:cNvSpPr>
          <p:nvPr>
            <p:ph type="subTitle" idx="2"/>
          </p:nvPr>
        </p:nvSpPr>
        <p:spPr>
          <a:xfrm>
            <a:off x="1645173" y="3755528"/>
            <a:ext cx="2742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42" name="Google Shape;242;p5"/>
          <p:cNvSpPr txBox="1">
            <a:spLocks noGrp="1"/>
          </p:cNvSpPr>
          <p:nvPr>
            <p:ph type="subTitle" idx="3"/>
          </p:nvPr>
        </p:nvSpPr>
        <p:spPr>
          <a:xfrm>
            <a:off x="4755930" y="3163824"/>
            <a:ext cx="27432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3" name="Google Shape;243;p5"/>
          <p:cNvSpPr txBox="1">
            <a:spLocks noGrp="1"/>
          </p:cNvSpPr>
          <p:nvPr>
            <p:ph type="subTitle" idx="4"/>
          </p:nvPr>
        </p:nvSpPr>
        <p:spPr>
          <a:xfrm>
            <a:off x="1645173" y="3163824"/>
            <a:ext cx="27429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6" name="Google Shape;246;p6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247" name="Google Shape;247;p6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248" name="Google Shape;248;p6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249" name="Google Shape;249;p6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6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51;p6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52;p6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53;p6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54;p6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6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6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7" name="Google Shape;257;p6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258" name="Google Shape;258;p6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6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6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6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6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6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64;p6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65;p6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66" name="Google Shape;266;p6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8" name="Google Shape;268;p6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269" name="Google Shape;269;p6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70;p6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71;p6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6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73;p6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74;p6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275;p6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6" name="Google Shape;276;p6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6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282" name="Google Shape;282;p6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6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6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9" name="Google Shape;289;p6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290" name="Google Shape;290;p6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" name="Google Shape;291;p6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" name="Google Shape;292;p6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" name="Google Shape;293;p6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" name="Google Shape;294;p6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" name="Google Shape;295;p6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" name="Google Shape;296;p6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6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98" name="Google Shape;298;p6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6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0" name="Google Shape;300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3" name="Google Shape;303;p7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304" name="Google Shape;304;p7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305" name="Google Shape;305;p7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306" name="Google Shape;306;p7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307;p7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7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309;p7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" name="Google Shape;310;p7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" name="Google Shape;311;p7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" name="Google Shape;312;p7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7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4" name="Google Shape;314;p7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315" name="Google Shape;315;p7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" name="Google Shape;316;p7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7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" name="Google Shape;318;p7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" name="Google Shape;319;p7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" name="Google Shape;320;p7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" name="Google Shape;321;p7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" name="Google Shape;322;p7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23" name="Google Shape;323;p7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7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5" name="Google Shape;325;p7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326" name="Google Shape;326;p7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" name="Google Shape;331;p7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" name="Google Shape;332;p7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33" name="Google Shape;333;p7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8" name="Google Shape;338;p7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339" name="Google Shape;339;p7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6" name="Google Shape;346;p7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347" name="Google Shape;347;p7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" name="Google Shape;348;p7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" name="Google Shape;349;p7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" name="Google Shape;350;p7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51;p7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" name="Google Shape;352;p7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53;p7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7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55" name="Google Shape;355;p7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7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7" name="Google Shape;357;p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6750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7"/>
          <p:cNvSpPr txBox="1">
            <a:spLocks noGrp="1"/>
          </p:cNvSpPr>
          <p:nvPr>
            <p:ph type="subTitle" idx="1"/>
          </p:nvPr>
        </p:nvSpPr>
        <p:spPr>
          <a:xfrm>
            <a:off x="713225" y="2002525"/>
            <a:ext cx="3675000" cy="26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3183C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1" name="Google Shape;361;p8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362" name="Google Shape;362;p8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363" name="Google Shape;363;p8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364" name="Google Shape;364;p8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" name="Google Shape;365;p8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6" name="Google Shape;366;p8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" name="Google Shape;367;p8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" name="Google Shape;368;p8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" name="Google Shape;369;p8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2" name="Google Shape;372;p8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373" name="Google Shape;373;p8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" name="Google Shape;377;p8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" name="Google Shape;378;p8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" name="Google Shape;379;p8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" name="Google Shape;380;p8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81" name="Google Shape;381;p8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384" name="Google Shape;384;p8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8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386;p8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" name="Google Shape;387;p8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8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" name="Google Shape;389;p8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" name="Google Shape;390;p8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91" name="Google Shape;391;p8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8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8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6" name="Google Shape;396;p8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397" name="Google Shape;397;p8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8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8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4" name="Google Shape;404;p8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405" name="Google Shape;405;p8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" name="Google Shape;406;p8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" name="Google Shape;407;p8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" name="Google Shape;408;p8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8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8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411;p8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" name="Google Shape;412;p8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3" name="Google Shape;413;p8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8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5" name="Google Shape;415;p8"/>
          <p:cNvSpPr txBox="1">
            <a:spLocks noGrp="1"/>
          </p:cNvSpPr>
          <p:nvPr>
            <p:ph type="title"/>
          </p:nvPr>
        </p:nvSpPr>
        <p:spPr>
          <a:xfrm>
            <a:off x="1828800" y="1428750"/>
            <a:ext cx="5486400" cy="22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9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8" name="Google Shape;418;p9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419" name="Google Shape;419;p9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420" name="Google Shape;420;p9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421" name="Google Shape;421;p9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" name="Google Shape;422;p9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" name="Google Shape;423;p9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" name="Google Shape;424;p9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" name="Google Shape;425;p9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" name="Google Shape;426;p9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9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9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9" name="Google Shape;429;p9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430" name="Google Shape;430;p9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9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9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9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" name="Google Shape;434;p9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435;p9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9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9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38" name="Google Shape;438;p9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9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0" name="Google Shape;440;p9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441" name="Google Shape;441;p9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" name="Google Shape;442;p9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" name="Google Shape;443;p9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9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9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9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9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48" name="Google Shape;448;p9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9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9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9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9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9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454" name="Google Shape;454;p9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9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9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9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9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9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9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61" name="Google Shape;461;p9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462" name="Google Shape;462;p9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" name="Google Shape;463;p9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9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9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" name="Google Shape;466;p9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" name="Google Shape;467;p9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" name="Google Shape;468;p9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" name="Google Shape;469;p9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70" name="Google Shape;470;p9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2" name="Google Shape;472;p9"/>
          <p:cNvSpPr txBox="1">
            <a:spLocks noGrp="1"/>
          </p:cNvSpPr>
          <p:nvPr>
            <p:ph type="title"/>
          </p:nvPr>
        </p:nvSpPr>
        <p:spPr>
          <a:xfrm>
            <a:off x="713225" y="1384125"/>
            <a:ext cx="50232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10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9"/>
          <p:cNvSpPr txBox="1">
            <a:spLocks noGrp="1"/>
          </p:cNvSpPr>
          <p:nvPr>
            <p:ph type="subTitle" idx="1"/>
          </p:nvPr>
        </p:nvSpPr>
        <p:spPr>
          <a:xfrm>
            <a:off x="713225" y="3119181"/>
            <a:ext cx="50232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0"/>
          <p:cNvSpPr txBox="1">
            <a:spLocks noGrp="1"/>
          </p:cNvSpPr>
          <p:nvPr>
            <p:ph type="title"/>
          </p:nvPr>
        </p:nvSpPr>
        <p:spPr>
          <a:xfrm>
            <a:off x="713225" y="4009700"/>
            <a:ext cx="7717500" cy="594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1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8" name="Google Shape;478;p11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479" name="Google Shape;479;p11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480" name="Google Shape;480;p11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481" name="Google Shape;481;p11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" name="Google Shape;488;p11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9" name="Google Shape;489;p11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490" name="Google Shape;490;p11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491;p11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11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493;p11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11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11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6" name="Google Shape;496;p11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7" name="Google Shape;497;p11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98" name="Google Shape;498;p11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1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00" name="Google Shape;500;p11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501" name="Google Shape;501;p11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2" name="Google Shape;502;p11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3" name="Google Shape;503;p11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11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11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506;p11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507;p11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08" name="Google Shape;508;p11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1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1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1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1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3" name="Google Shape;513;p11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514" name="Google Shape;514;p11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1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1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1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11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11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1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1" name="Google Shape;521;p11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522" name="Google Shape;522;p11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" name="Google Shape;523;p11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524;p11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30" name="Google Shape;530;p11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1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2" name="Google Shape;532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474472"/>
            <a:ext cx="64008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8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33" name="Google Shape;533;p11"/>
          <p:cNvSpPr txBox="1">
            <a:spLocks noGrp="1"/>
          </p:cNvSpPr>
          <p:nvPr>
            <p:ph type="subTitle" idx="1"/>
          </p:nvPr>
        </p:nvSpPr>
        <p:spPr>
          <a:xfrm>
            <a:off x="1371600" y="3211828"/>
            <a:ext cx="6400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3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7" name="Google Shape;537;p13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538" name="Google Shape;538;p13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539" name="Google Shape;539;p13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540" name="Google Shape;540;p13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" name="Google Shape;541;p13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" name="Google Shape;542;p13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" name="Google Shape;543;p13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" name="Google Shape;544;p13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" name="Google Shape;545;p13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" name="Google Shape;546;p13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" name="Google Shape;547;p13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8" name="Google Shape;548;p13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549" name="Google Shape;549;p13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0" name="Google Shape;550;p13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1" name="Google Shape;551;p13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" name="Google Shape;552;p13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3" name="Google Shape;553;p13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4" name="Google Shape;554;p13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5" name="Google Shape;555;p13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" name="Google Shape;556;p13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57" name="Google Shape;557;p13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3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9" name="Google Shape;559;p13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560" name="Google Shape;560;p13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" name="Google Shape;561;p13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2" name="Google Shape;562;p13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3" name="Google Shape;563;p13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564;p13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" name="Google Shape;565;p13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6" name="Google Shape;566;p13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67" name="Google Shape;567;p13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3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3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13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13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2" name="Google Shape;572;p13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573" name="Google Shape;573;p13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3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13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13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13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0" name="Google Shape;580;p13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581" name="Google Shape;581;p13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582;p13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13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13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13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13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89" name="Google Shape;589;p13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1" name="Google Shape;591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13"/>
          <p:cNvSpPr txBox="1">
            <a:spLocks noGrp="1"/>
          </p:cNvSpPr>
          <p:nvPr>
            <p:ph type="subTitle" idx="1"/>
          </p:nvPr>
        </p:nvSpPr>
        <p:spPr>
          <a:xfrm>
            <a:off x="6102175" y="2160157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13"/>
          <p:cNvSpPr txBox="1">
            <a:spLocks noGrp="1"/>
          </p:cNvSpPr>
          <p:nvPr>
            <p:ph type="title" idx="2" hasCustomPrompt="1"/>
          </p:nvPr>
        </p:nvSpPr>
        <p:spPr>
          <a:xfrm>
            <a:off x="4755925" y="1567988"/>
            <a:ext cx="1163400" cy="12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4" name="Google Shape;594;p13"/>
          <p:cNvSpPr txBox="1">
            <a:spLocks noGrp="1"/>
          </p:cNvSpPr>
          <p:nvPr>
            <p:ph type="subTitle" idx="3"/>
          </p:nvPr>
        </p:nvSpPr>
        <p:spPr>
          <a:xfrm>
            <a:off x="6102175" y="1567988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5" name="Google Shape;595;p13"/>
          <p:cNvSpPr txBox="1">
            <a:spLocks noGrp="1"/>
          </p:cNvSpPr>
          <p:nvPr>
            <p:ph type="subTitle" idx="4"/>
          </p:nvPr>
        </p:nvSpPr>
        <p:spPr>
          <a:xfrm>
            <a:off x="2060364" y="2160157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6" name="Google Shape;596;p13"/>
          <p:cNvSpPr txBox="1">
            <a:spLocks noGrp="1"/>
          </p:cNvSpPr>
          <p:nvPr>
            <p:ph type="title" idx="5" hasCustomPrompt="1"/>
          </p:nvPr>
        </p:nvSpPr>
        <p:spPr>
          <a:xfrm>
            <a:off x="714125" y="1567988"/>
            <a:ext cx="1163400" cy="12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7" name="Google Shape;597;p13"/>
          <p:cNvSpPr txBox="1">
            <a:spLocks noGrp="1"/>
          </p:cNvSpPr>
          <p:nvPr>
            <p:ph type="subTitle" idx="6"/>
          </p:nvPr>
        </p:nvSpPr>
        <p:spPr>
          <a:xfrm>
            <a:off x="2060364" y="1567988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8" name="Google Shape;598;p13"/>
          <p:cNvSpPr txBox="1">
            <a:spLocks noGrp="1"/>
          </p:cNvSpPr>
          <p:nvPr>
            <p:ph type="subTitle" idx="7"/>
          </p:nvPr>
        </p:nvSpPr>
        <p:spPr>
          <a:xfrm>
            <a:off x="6102175" y="3758166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13"/>
          <p:cNvSpPr txBox="1">
            <a:spLocks noGrp="1"/>
          </p:cNvSpPr>
          <p:nvPr>
            <p:ph type="title" idx="8" hasCustomPrompt="1"/>
          </p:nvPr>
        </p:nvSpPr>
        <p:spPr>
          <a:xfrm>
            <a:off x="4755927" y="3166001"/>
            <a:ext cx="1163400" cy="12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0" name="Google Shape;600;p13"/>
          <p:cNvSpPr txBox="1">
            <a:spLocks noGrp="1"/>
          </p:cNvSpPr>
          <p:nvPr>
            <p:ph type="subTitle" idx="9"/>
          </p:nvPr>
        </p:nvSpPr>
        <p:spPr>
          <a:xfrm>
            <a:off x="6102175" y="3165996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01" name="Google Shape;601;p13"/>
          <p:cNvSpPr txBox="1">
            <a:spLocks noGrp="1"/>
          </p:cNvSpPr>
          <p:nvPr>
            <p:ph type="subTitle" idx="13"/>
          </p:nvPr>
        </p:nvSpPr>
        <p:spPr>
          <a:xfrm>
            <a:off x="2060364" y="3758166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13"/>
          <p:cNvSpPr txBox="1">
            <a:spLocks noGrp="1"/>
          </p:cNvSpPr>
          <p:nvPr>
            <p:ph type="title" idx="14" hasCustomPrompt="1"/>
          </p:nvPr>
        </p:nvSpPr>
        <p:spPr>
          <a:xfrm>
            <a:off x="714125" y="3166001"/>
            <a:ext cx="1163400" cy="12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3" name="Google Shape;603;p13"/>
          <p:cNvSpPr txBox="1">
            <a:spLocks noGrp="1"/>
          </p:cNvSpPr>
          <p:nvPr>
            <p:ph type="subTitle" idx="15"/>
          </p:nvPr>
        </p:nvSpPr>
        <p:spPr>
          <a:xfrm>
            <a:off x="2060364" y="3165996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6" name="Google Shape;606;p14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607" name="Google Shape;607;p14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608" name="Google Shape;608;p14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609" name="Google Shape;609;p14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610;p14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" name="Google Shape;611;p14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14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14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14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14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14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7" name="Google Shape;617;p14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618" name="Google Shape;618;p14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14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14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14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14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14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14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14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26" name="Google Shape;626;p14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14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8" name="Google Shape;628;p14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629" name="Google Shape;629;p14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14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14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14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14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14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4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36" name="Google Shape;636;p14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4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4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4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14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1" name="Google Shape;641;p14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642" name="Google Shape;642;p14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14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14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14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14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14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14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49" name="Google Shape;649;p14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650" name="Google Shape;650;p14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14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14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4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4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4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4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4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58" name="Google Shape;658;p14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4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60" name="Google Shape;660;p14"/>
          <p:cNvSpPr txBox="1">
            <a:spLocks noGrp="1"/>
          </p:cNvSpPr>
          <p:nvPr>
            <p:ph type="title"/>
          </p:nvPr>
        </p:nvSpPr>
        <p:spPr>
          <a:xfrm>
            <a:off x="3407700" y="3302097"/>
            <a:ext cx="50232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61" name="Google Shape;661;p14"/>
          <p:cNvSpPr txBox="1">
            <a:spLocks noGrp="1"/>
          </p:cNvSpPr>
          <p:nvPr>
            <p:ph type="subTitle" idx="1"/>
          </p:nvPr>
        </p:nvSpPr>
        <p:spPr>
          <a:xfrm>
            <a:off x="3407700" y="1292703"/>
            <a:ext cx="50232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5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4" name="Google Shape;664;p15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665" name="Google Shape;665;p15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666" name="Google Shape;666;p15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667" name="Google Shape;667;p15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15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15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670;p15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1" name="Google Shape;671;p15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2" name="Google Shape;672;p15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673;p15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4" name="Google Shape;674;p15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75" name="Google Shape;675;p15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676" name="Google Shape;676;p15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15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15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15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15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15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15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15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84" name="Google Shape;684;p15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5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86" name="Google Shape;686;p15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687" name="Google Shape;687;p15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15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15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15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15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15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15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94" name="Google Shape;694;p15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15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15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15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15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9" name="Google Shape;699;p15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700" name="Google Shape;700;p15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15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15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15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15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15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5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7" name="Google Shape;707;p15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708" name="Google Shape;708;p15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15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0" name="Google Shape;710;p15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15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15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15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4" name="Google Shape;714;p15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5" name="Google Shape;715;p15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16" name="Google Shape;716;p15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18" name="Google Shape;718;p15"/>
          <p:cNvSpPr txBox="1">
            <a:spLocks noGrp="1"/>
          </p:cNvSpPr>
          <p:nvPr>
            <p:ph type="title"/>
          </p:nvPr>
        </p:nvSpPr>
        <p:spPr>
          <a:xfrm>
            <a:off x="713200" y="2252103"/>
            <a:ext cx="5023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19" name="Google Shape;719;p15"/>
          <p:cNvSpPr txBox="1">
            <a:spLocks noGrp="1"/>
          </p:cNvSpPr>
          <p:nvPr>
            <p:ph type="title" idx="2" hasCustomPrompt="1"/>
          </p:nvPr>
        </p:nvSpPr>
        <p:spPr>
          <a:xfrm>
            <a:off x="2127550" y="784609"/>
            <a:ext cx="2194500" cy="137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10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0" name="Google Shape;720;p15"/>
          <p:cNvSpPr txBox="1">
            <a:spLocks noGrp="1"/>
          </p:cNvSpPr>
          <p:nvPr>
            <p:ph type="subTitle" idx="1"/>
          </p:nvPr>
        </p:nvSpPr>
        <p:spPr>
          <a:xfrm>
            <a:off x="2060500" y="3718691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AND_BODY_1"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6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3" name="Google Shape;723;p16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724" name="Google Shape;724;p16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725" name="Google Shape;725;p16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726" name="Google Shape;726;p16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7" name="Google Shape;727;p16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" name="Google Shape;728;p16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" name="Google Shape;729;p16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" name="Google Shape;730;p16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" name="Google Shape;731;p16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" name="Google Shape;732;p16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" name="Google Shape;733;p16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4" name="Google Shape;734;p16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735" name="Google Shape;735;p16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" name="Google Shape;736;p16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" name="Google Shape;737;p16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" name="Google Shape;738;p16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" name="Google Shape;739;p16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" name="Google Shape;740;p16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741;p16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" name="Google Shape;742;p16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43" name="Google Shape;743;p16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16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45" name="Google Shape;745;p16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746" name="Google Shape;746;p16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" name="Google Shape;747;p16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" name="Google Shape;748;p16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" name="Google Shape;749;p16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" name="Google Shape;750;p16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" name="Google Shape;751;p16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" name="Google Shape;752;p16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53" name="Google Shape;753;p16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16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16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16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16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8" name="Google Shape;758;p16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759" name="Google Shape;759;p16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16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16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6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16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16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6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66" name="Google Shape;766;p16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767" name="Google Shape;767;p16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8" name="Google Shape;768;p16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9" name="Google Shape;769;p16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0" name="Google Shape;770;p16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1" name="Google Shape;771;p16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2" name="Google Shape;772;p16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3" name="Google Shape;773;p16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4" name="Google Shape;774;p16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75" name="Google Shape;775;p16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6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77" name="Google Shape;777;p1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7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0" name="Google Shape;780;p17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781" name="Google Shape;781;p17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782" name="Google Shape;782;p17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783" name="Google Shape;783;p17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4" name="Google Shape;784;p17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5" name="Google Shape;785;p17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6" name="Google Shape;786;p17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7" name="Google Shape;787;p17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8" name="Google Shape;788;p17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9" name="Google Shape;789;p17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0" name="Google Shape;790;p17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91" name="Google Shape;791;p17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792" name="Google Shape;792;p17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3" name="Google Shape;793;p17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4" name="Google Shape;794;p17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5" name="Google Shape;795;p17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6" name="Google Shape;796;p17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7" name="Google Shape;797;p17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8" name="Google Shape;798;p17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9" name="Google Shape;799;p17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00" name="Google Shape;800;p17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7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02" name="Google Shape;802;p17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803" name="Google Shape;803;p17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4" name="Google Shape;804;p17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5" name="Google Shape;805;p17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6" name="Google Shape;806;p17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7" name="Google Shape;807;p17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8" name="Google Shape;808;p17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9" name="Google Shape;809;p17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10" name="Google Shape;810;p17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7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7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7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17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5" name="Google Shape;815;p17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816" name="Google Shape;816;p17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17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17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7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7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7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7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23" name="Google Shape;823;p17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824" name="Google Shape;824;p17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5" name="Google Shape;825;p17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6" name="Google Shape;826;p17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7" name="Google Shape;827;p17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8" name="Google Shape;828;p17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9" name="Google Shape;829;p17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0" name="Google Shape;830;p17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1" name="Google Shape;831;p17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32" name="Google Shape;832;p17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17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34" name="Google Shape;834;p17"/>
          <p:cNvSpPr txBox="1">
            <a:spLocks noGrp="1"/>
          </p:cNvSpPr>
          <p:nvPr>
            <p:ph type="title"/>
          </p:nvPr>
        </p:nvSpPr>
        <p:spPr>
          <a:xfrm>
            <a:off x="713225" y="1154525"/>
            <a:ext cx="3675000" cy="17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17"/>
          <p:cNvSpPr txBox="1">
            <a:spLocks noGrp="1"/>
          </p:cNvSpPr>
          <p:nvPr>
            <p:ph type="subTitle" idx="1"/>
          </p:nvPr>
        </p:nvSpPr>
        <p:spPr>
          <a:xfrm>
            <a:off x="713225" y="3074575"/>
            <a:ext cx="3675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6" name="Google Shape;836;p17"/>
          <p:cNvSpPr>
            <a:spLocks noGrp="1"/>
          </p:cNvSpPr>
          <p:nvPr>
            <p:ph type="pic" idx="2"/>
          </p:nvPr>
        </p:nvSpPr>
        <p:spPr>
          <a:xfrm>
            <a:off x="4755925" y="539500"/>
            <a:ext cx="36750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8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8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840" name="Google Shape;840;p18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841" name="Google Shape;841;p18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842" name="Google Shape;842;p18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3" name="Google Shape;843;p18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4" name="Google Shape;844;p18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5" name="Google Shape;845;p18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6" name="Google Shape;846;p18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7" name="Google Shape;847;p18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8" name="Google Shape;848;p18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9" name="Google Shape;849;p18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50" name="Google Shape;850;p18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851" name="Google Shape;851;p18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2" name="Google Shape;852;p18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3" name="Google Shape;853;p18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4" name="Google Shape;854;p18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5" name="Google Shape;855;p18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6" name="Google Shape;856;p18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7" name="Google Shape;857;p18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" name="Google Shape;858;p18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59" name="Google Shape;859;p18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18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61" name="Google Shape;861;p18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862" name="Google Shape;862;p18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3" name="Google Shape;863;p18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4" name="Google Shape;864;p18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5" name="Google Shape;865;p18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6" name="Google Shape;866;p18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7" name="Google Shape;867;p18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8" name="Google Shape;868;p18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69" name="Google Shape;869;p18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18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8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8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8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4" name="Google Shape;874;p18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875" name="Google Shape;875;p18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8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8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8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8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18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18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82" name="Google Shape;882;p18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883" name="Google Shape;883;p18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4" name="Google Shape;884;p18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18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6" name="Google Shape;886;p18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7" name="Google Shape;887;p18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8" name="Google Shape;888;p18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9" name="Google Shape;889;p18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0" name="Google Shape;890;p18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91" name="Google Shape;891;p18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18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93" name="Google Shape;893;p18"/>
          <p:cNvSpPr txBox="1">
            <a:spLocks noGrp="1"/>
          </p:cNvSpPr>
          <p:nvPr>
            <p:ph type="title"/>
          </p:nvPr>
        </p:nvSpPr>
        <p:spPr>
          <a:xfrm>
            <a:off x="713225" y="1383050"/>
            <a:ext cx="36750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894" name="Google Shape;894;p18"/>
          <p:cNvSpPr txBox="1">
            <a:spLocks noGrp="1"/>
          </p:cNvSpPr>
          <p:nvPr>
            <p:ph type="subTitle" idx="1"/>
          </p:nvPr>
        </p:nvSpPr>
        <p:spPr>
          <a:xfrm>
            <a:off x="713225" y="2846050"/>
            <a:ext cx="3675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9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7" name="Google Shape;897;p19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898" name="Google Shape;898;p19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899" name="Google Shape;899;p19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900" name="Google Shape;900;p19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1" name="Google Shape;901;p19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2" name="Google Shape;902;p19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3" name="Google Shape;903;p19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4" name="Google Shape;904;p19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5" name="Google Shape;905;p19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6" name="Google Shape;906;p19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7" name="Google Shape;907;p19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08" name="Google Shape;908;p19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909" name="Google Shape;909;p19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0" name="Google Shape;910;p19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1" name="Google Shape;911;p19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2" name="Google Shape;912;p19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3" name="Google Shape;913;p19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4" name="Google Shape;914;p19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5" name="Google Shape;915;p19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6" name="Google Shape;916;p19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17" name="Google Shape;917;p19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19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19" name="Google Shape;919;p19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920" name="Google Shape;920;p19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1" name="Google Shape;921;p19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2" name="Google Shape;922;p19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3" name="Google Shape;923;p19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4" name="Google Shape;924;p19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5" name="Google Shape;925;p19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6" name="Google Shape;926;p19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27" name="Google Shape;927;p19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19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933" name="Google Shape;933;p19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19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19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19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19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40" name="Google Shape;940;p19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941" name="Google Shape;941;p19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2" name="Google Shape;942;p19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3" name="Google Shape;943;p19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4" name="Google Shape;944;p19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5" name="Google Shape;945;p19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6" name="Google Shape;946;p19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7" name="Google Shape;947;p19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8" name="Google Shape;948;p19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49" name="Google Shape;949;p19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19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51" name="Google Shape;951;p19"/>
          <p:cNvSpPr txBox="1">
            <a:spLocks noGrp="1"/>
          </p:cNvSpPr>
          <p:nvPr>
            <p:ph type="title"/>
          </p:nvPr>
        </p:nvSpPr>
        <p:spPr>
          <a:xfrm>
            <a:off x="4755925" y="1703075"/>
            <a:ext cx="3675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52" name="Google Shape;952;p19"/>
          <p:cNvSpPr txBox="1">
            <a:spLocks noGrp="1"/>
          </p:cNvSpPr>
          <p:nvPr>
            <p:ph type="subTitle" idx="1"/>
          </p:nvPr>
        </p:nvSpPr>
        <p:spPr>
          <a:xfrm>
            <a:off x="4755925" y="2526025"/>
            <a:ext cx="3675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20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955" name="Google Shape;955;p20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956" name="Google Shape;956;p20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957" name="Google Shape;957;p20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8" name="Google Shape;958;p20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9" name="Google Shape;959;p20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0" name="Google Shape;960;p20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1" name="Google Shape;961;p20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2" name="Google Shape;962;p20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3" name="Google Shape;963;p20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4" name="Google Shape;964;p20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65" name="Google Shape;965;p20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966" name="Google Shape;966;p20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967;p20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968;p20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9" name="Google Shape;969;p20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0" name="Google Shape;970;p20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1" name="Google Shape;971;p20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2" name="Google Shape;972;p20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3" name="Google Shape;973;p20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74" name="Google Shape;974;p20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20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76" name="Google Shape;976;p20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977" name="Google Shape;977;p20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8" name="Google Shape;978;p20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9" name="Google Shape;979;p20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0" name="Google Shape;980;p20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1" name="Google Shape;981;p20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2" name="Google Shape;982;p20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3" name="Google Shape;983;p20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84" name="Google Shape;984;p20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20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20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20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20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9" name="Google Shape;989;p20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990" name="Google Shape;990;p20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0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0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0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0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0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0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97" name="Google Shape;997;p20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998" name="Google Shape;998;p20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9" name="Google Shape;999;p20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0" name="Google Shape;1000;p20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1" name="Google Shape;1001;p20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2" name="Google Shape;1002;p20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3" name="Google Shape;1003;p20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4" name="Google Shape;1004;p20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5" name="Google Shape;1005;p20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06" name="Google Shape;1006;p20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20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08" name="Google Shape;1008;p2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009" name="Google Shape;1009;p20"/>
          <p:cNvSpPr txBox="1">
            <a:spLocks noGrp="1"/>
          </p:cNvSpPr>
          <p:nvPr>
            <p:ph type="subTitle" idx="1"/>
          </p:nvPr>
        </p:nvSpPr>
        <p:spPr>
          <a:xfrm>
            <a:off x="4755925" y="3415401"/>
            <a:ext cx="2743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0" name="Google Shape;1010;p20"/>
          <p:cNvSpPr txBox="1">
            <a:spLocks noGrp="1"/>
          </p:cNvSpPr>
          <p:nvPr>
            <p:ph type="subTitle" idx="2"/>
          </p:nvPr>
        </p:nvSpPr>
        <p:spPr>
          <a:xfrm>
            <a:off x="1644886" y="3415401"/>
            <a:ext cx="2743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20"/>
          <p:cNvSpPr txBox="1">
            <a:spLocks noGrp="1"/>
          </p:cNvSpPr>
          <p:nvPr>
            <p:ph type="subTitle" idx="3"/>
          </p:nvPr>
        </p:nvSpPr>
        <p:spPr>
          <a:xfrm>
            <a:off x="1644886" y="2409561"/>
            <a:ext cx="27432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12" name="Google Shape;1012;p20"/>
          <p:cNvSpPr txBox="1">
            <a:spLocks noGrp="1"/>
          </p:cNvSpPr>
          <p:nvPr>
            <p:ph type="subTitle" idx="4"/>
          </p:nvPr>
        </p:nvSpPr>
        <p:spPr>
          <a:xfrm>
            <a:off x="4755925" y="2409561"/>
            <a:ext cx="27432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1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5" name="Google Shape;1015;p21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1016" name="Google Shape;1016;p21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1017" name="Google Shape;1017;p21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018" name="Google Shape;1018;p21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9" name="Google Shape;1019;p21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0" name="Google Shape;1020;p21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21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2" name="Google Shape;1022;p21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3" name="Google Shape;1023;p21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4" name="Google Shape;1024;p21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5" name="Google Shape;1025;p21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26" name="Google Shape;1026;p21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027" name="Google Shape;1027;p21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8" name="Google Shape;1028;p21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9" name="Google Shape;1029;p21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0" name="Google Shape;1030;p21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1" name="Google Shape;1031;p21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2" name="Google Shape;1032;p21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3" name="Google Shape;1033;p21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4" name="Google Shape;1034;p21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35" name="Google Shape;1035;p21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1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7" name="Google Shape;1037;p21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1038" name="Google Shape;1038;p21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21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1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1" name="Google Shape;1041;p21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21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1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4" name="Google Shape;1044;p21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45" name="Google Shape;1045;p21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1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21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21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1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0" name="Google Shape;1050;p21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1051" name="Google Shape;1051;p21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1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1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1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1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1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1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58" name="Google Shape;1058;p21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1059" name="Google Shape;1059;p21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0" name="Google Shape;1060;p21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1" name="Google Shape;1061;p21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2" name="Google Shape;1062;p21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3" name="Google Shape;1063;p21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4" name="Google Shape;1064;p21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5" name="Google Shape;1065;p21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6" name="Google Shape;1066;p21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67" name="Google Shape;1067;p21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1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69" name="Google Shape;1069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070" name="Google Shape;1070;p21"/>
          <p:cNvSpPr txBox="1">
            <a:spLocks noGrp="1"/>
          </p:cNvSpPr>
          <p:nvPr>
            <p:ph type="subTitle" idx="1"/>
          </p:nvPr>
        </p:nvSpPr>
        <p:spPr>
          <a:xfrm>
            <a:off x="4755903" y="2023050"/>
            <a:ext cx="3017400" cy="19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1" name="Google Shape;1071;p21"/>
          <p:cNvSpPr txBox="1">
            <a:spLocks noGrp="1"/>
          </p:cNvSpPr>
          <p:nvPr>
            <p:ph type="subTitle" idx="2"/>
          </p:nvPr>
        </p:nvSpPr>
        <p:spPr>
          <a:xfrm>
            <a:off x="1370647" y="2023050"/>
            <a:ext cx="3017400" cy="19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22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4" name="Google Shape;1074;p22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1075" name="Google Shape;1075;p22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1076" name="Google Shape;1076;p22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077" name="Google Shape;1077;p22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8" name="Google Shape;1078;p22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9" name="Google Shape;1079;p22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0" name="Google Shape;1080;p22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22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2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22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4" name="Google Shape;1084;p22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85" name="Google Shape;1085;p22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086" name="Google Shape;1086;p22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7" name="Google Shape;1087;p22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22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9" name="Google Shape;1089;p22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0" name="Google Shape;1090;p22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1" name="Google Shape;1091;p22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2" name="Google Shape;1092;p22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3" name="Google Shape;1093;p22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94" name="Google Shape;1094;p22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2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96" name="Google Shape;1096;p22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1097" name="Google Shape;1097;p22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8" name="Google Shape;1098;p22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9" name="Google Shape;1099;p22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0" name="Google Shape;1100;p22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1" name="Google Shape;1101;p22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2" name="Google Shape;1102;p22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3" name="Google Shape;1103;p22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04" name="Google Shape;1104;p22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2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2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2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2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9" name="Google Shape;1109;p22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1110" name="Google Shape;1110;p22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2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2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2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2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2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2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7" name="Google Shape;1117;p22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1118" name="Google Shape;1118;p22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9" name="Google Shape;1119;p22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0" name="Google Shape;1120;p22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1" name="Google Shape;1121;p22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2" name="Google Shape;1122;p22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3" name="Google Shape;1123;p22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4" name="Google Shape;1124;p22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5" name="Google Shape;1125;p22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26" name="Google Shape;1126;p22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2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28" name="Google Shape;1128;p2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129" name="Google Shape;1129;p22"/>
          <p:cNvSpPr txBox="1">
            <a:spLocks noGrp="1"/>
          </p:cNvSpPr>
          <p:nvPr>
            <p:ph type="subTitle" idx="1"/>
          </p:nvPr>
        </p:nvSpPr>
        <p:spPr>
          <a:xfrm>
            <a:off x="780275" y="3415406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0" name="Google Shape;1130;p22"/>
          <p:cNvSpPr txBox="1">
            <a:spLocks noGrp="1"/>
          </p:cNvSpPr>
          <p:nvPr>
            <p:ph type="subTitle" idx="2"/>
          </p:nvPr>
        </p:nvSpPr>
        <p:spPr>
          <a:xfrm>
            <a:off x="3474750" y="3415406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1" name="Google Shape;1131;p22"/>
          <p:cNvSpPr txBox="1">
            <a:spLocks noGrp="1"/>
          </p:cNvSpPr>
          <p:nvPr>
            <p:ph type="subTitle" idx="3"/>
          </p:nvPr>
        </p:nvSpPr>
        <p:spPr>
          <a:xfrm>
            <a:off x="6169213" y="3415406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2" name="Google Shape;1132;p22"/>
          <p:cNvSpPr txBox="1">
            <a:spLocks noGrp="1"/>
          </p:cNvSpPr>
          <p:nvPr>
            <p:ph type="subTitle" idx="4"/>
          </p:nvPr>
        </p:nvSpPr>
        <p:spPr>
          <a:xfrm>
            <a:off x="780275" y="2409542"/>
            <a:ext cx="21945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3" name="Google Shape;1133;p22"/>
          <p:cNvSpPr txBox="1">
            <a:spLocks noGrp="1"/>
          </p:cNvSpPr>
          <p:nvPr>
            <p:ph type="subTitle" idx="5"/>
          </p:nvPr>
        </p:nvSpPr>
        <p:spPr>
          <a:xfrm>
            <a:off x="3474750" y="2409542"/>
            <a:ext cx="21945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4" name="Google Shape;1134;p22"/>
          <p:cNvSpPr txBox="1">
            <a:spLocks noGrp="1"/>
          </p:cNvSpPr>
          <p:nvPr>
            <p:ph type="subTitle" idx="6"/>
          </p:nvPr>
        </p:nvSpPr>
        <p:spPr>
          <a:xfrm>
            <a:off x="6169213" y="2409542"/>
            <a:ext cx="21945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23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7" name="Google Shape;1137;p23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1138" name="Google Shape;1138;p23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1139" name="Google Shape;1139;p23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140" name="Google Shape;1140;p23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1" name="Google Shape;1141;p23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2" name="Google Shape;1142;p23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3" name="Google Shape;1143;p23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4" name="Google Shape;1144;p23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5" name="Google Shape;1145;p23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6" name="Google Shape;1146;p23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7" name="Google Shape;1147;p23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48" name="Google Shape;1148;p23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149" name="Google Shape;1149;p23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0" name="Google Shape;1150;p23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1" name="Google Shape;1151;p23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2" name="Google Shape;1152;p23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3" name="Google Shape;1153;p23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4" name="Google Shape;1154;p23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5" name="Google Shape;1155;p23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6" name="Google Shape;1156;p23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57" name="Google Shape;1157;p23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3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59" name="Google Shape;1159;p23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1160" name="Google Shape;1160;p23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23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23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23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23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23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23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67" name="Google Shape;1167;p23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3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3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3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3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2" name="Google Shape;1172;p23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1173" name="Google Shape;1173;p23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3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3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3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3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3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3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80" name="Google Shape;1180;p23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1181" name="Google Shape;1181;p23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2" name="Google Shape;1182;p23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3" name="Google Shape;1183;p23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3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5" name="Google Shape;1185;p23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6" name="Google Shape;1186;p23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3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8" name="Google Shape;1188;p23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9" name="Google Shape;1189;p23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3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91" name="Google Shape;1191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192" name="Google Shape;1192;p23"/>
          <p:cNvSpPr txBox="1">
            <a:spLocks noGrp="1"/>
          </p:cNvSpPr>
          <p:nvPr>
            <p:ph type="subTitle" idx="1"/>
          </p:nvPr>
        </p:nvSpPr>
        <p:spPr>
          <a:xfrm>
            <a:off x="713279" y="2160179"/>
            <a:ext cx="36747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3" name="Google Shape;1193;p23"/>
          <p:cNvSpPr txBox="1">
            <a:spLocks noGrp="1"/>
          </p:cNvSpPr>
          <p:nvPr>
            <p:ph type="subTitle" idx="2"/>
          </p:nvPr>
        </p:nvSpPr>
        <p:spPr>
          <a:xfrm>
            <a:off x="4755929" y="2160179"/>
            <a:ext cx="36747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4" name="Google Shape;1194;p23"/>
          <p:cNvSpPr txBox="1">
            <a:spLocks noGrp="1"/>
          </p:cNvSpPr>
          <p:nvPr>
            <p:ph type="subTitle" idx="3"/>
          </p:nvPr>
        </p:nvSpPr>
        <p:spPr>
          <a:xfrm>
            <a:off x="713279" y="3760385"/>
            <a:ext cx="36747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5" name="Google Shape;1195;p23"/>
          <p:cNvSpPr txBox="1">
            <a:spLocks noGrp="1"/>
          </p:cNvSpPr>
          <p:nvPr>
            <p:ph type="subTitle" idx="4"/>
          </p:nvPr>
        </p:nvSpPr>
        <p:spPr>
          <a:xfrm>
            <a:off x="4755929" y="3760385"/>
            <a:ext cx="36747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6" name="Google Shape;1196;p23"/>
          <p:cNvSpPr txBox="1">
            <a:spLocks noGrp="1"/>
          </p:cNvSpPr>
          <p:nvPr>
            <p:ph type="subTitle" idx="5"/>
          </p:nvPr>
        </p:nvSpPr>
        <p:spPr>
          <a:xfrm>
            <a:off x="713279" y="1565813"/>
            <a:ext cx="3674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7" name="Google Shape;1197;p23"/>
          <p:cNvSpPr txBox="1">
            <a:spLocks noGrp="1"/>
          </p:cNvSpPr>
          <p:nvPr>
            <p:ph type="subTitle" idx="6"/>
          </p:nvPr>
        </p:nvSpPr>
        <p:spPr>
          <a:xfrm>
            <a:off x="713279" y="3166018"/>
            <a:ext cx="3674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8" name="Google Shape;1198;p23"/>
          <p:cNvSpPr txBox="1">
            <a:spLocks noGrp="1"/>
          </p:cNvSpPr>
          <p:nvPr>
            <p:ph type="subTitle" idx="7"/>
          </p:nvPr>
        </p:nvSpPr>
        <p:spPr>
          <a:xfrm>
            <a:off x="4755929" y="1565813"/>
            <a:ext cx="3674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9" name="Google Shape;1199;p23"/>
          <p:cNvSpPr txBox="1">
            <a:spLocks noGrp="1"/>
          </p:cNvSpPr>
          <p:nvPr>
            <p:ph type="subTitle" idx="8"/>
          </p:nvPr>
        </p:nvSpPr>
        <p:spPr>
          <a:xfrm>
            <a:off x="4755929" y="3166018"/>
            <a:ext cx="3674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2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24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1203" name="Google Shape;1203;p24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1204" name="Google Shape;1204;p24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205" name="Google Shape;1205;p24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24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24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24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24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24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24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2" name="Google Shape;1212;p24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13" name="Google Shape;1213;p24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214" name="Google Shape;1214;p24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5" name="Google Shape;1215;p24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6" name="Google Shape;1216;p24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7" name="Google Shape;1217;p24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8" name="Google Shape;1218;p24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9" name="Google Shape;1219;p24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0" name="Google Shape;1220;p24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1" name="Google Shape;1221;p24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22" name="Google Shape;1222;p24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24" name="Google Shape;1224;p24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1225" name="Google Shape;1225;p24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6" name="Google Shape;1226;p24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7" name="Google Shape;1227;p24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8" name="Google Shape;1228;p24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9" name="Google Shape;1229;p24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0" name="Google Shape;1230;p24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1" name="Google Shape;1231;p24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32" name="Google Shape;1232;p24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7" name="Google Shape;1237;p24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1238" name="Google Shape;1238;p24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4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4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4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45" name="Google Shape;1245;p24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1246" name="Google Shape;1246;p24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24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24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24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0" name="Google Shape;1250;p24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1" name="Google Shape;1251;p24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2" name="Google Shape;1252;p24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3" name="Google Shape;1253;p24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54" name="Google Shape;1254;p24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4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6" name="Google Shape;1256;p2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57" name="Google Shape;1257;p24"/>
          <p:cNvSpPr txBox="1">
            <a:spLocks noGrp="1"/>
          </p:cNvSpPr>
          <p:nvPr>
            <p:ph type="subTitle" idx="1"/>
          </p:nvPr>
        </p:nvSpPr>
        <p:spPr>
          <a:xfrm>
            <a:off x="713225" y="2160179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24"/>
          <p:cNvSpPr txBox="1">
            <a:spLocks noGrp="1"/>
          </p:cNvSpPr>
          <p:nvPr>
            <p:ph type="subTitle" idx="2"/>
          </p:nvPr>
        </p:nvSpPr>
        <p:spPr>
          <a:xfrm>
            <a:off x="3407700" y="2160179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9" name="Google Shape;1259;p24"/>
          <p:cNvSpPr txBox="1">
            <a:spLocks noGrp="1"/>
          </p:cNvSpPr>
          <p:nvPr>
            <p:ph type="subTitle" idx="3"/>
          </p:nvPr>
        </p:nvSpPr>
        <p:spPr>
          <a:xfrm>
            <a:off x="6102175" y="2160179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0" name="Google Shape;1260;p24"/>
          <p:cNvSpPr txBox="1">
            <a:spLocks noGrp="1"/>
          </p:cNvSpPr>
          <p:nvPr>
            <p:ph type="subTitle" idx="4"/>
          </p:nvPr>
        </p:nvSpPr>
        <p:spPr>
          <a:xfrm>
            <a:off x="713225" y="1565813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1" name="Google Shape;1261;p24"/>
          <p:cNvSpPr txBox="1">
            <a:spLocks noGrp="1"/>
          </p:cNvSpPr>
          <p:nvPr>
            <p:ph type="subTitle" idx="5"/>
          </p:nvPr>
        </p:nvSpPr>
        <p:spPr>
          <a:xfrm>
            <a:off x="3407700" y="1565813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2" name="Google Shape;1262;p24"/>
          <p:cNvSpPr txBox="1">
            <a:spLocks noGrp="1"/>
          </p:cNvSpPr>
          <p:nvPr>
            <p:ph type="subTitle" idx="6"/>
          </p:nvPr>
        </p:nvSpPr>
        <p:spPr>
          <a:xfrm>
            <a:off x="6102175" y="1565813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3" name="Google Shape;1263;p24"/>
          <p:cNvSpPr txBox="1">
            <a:spLocks noGrp="1"/>
          </p:cNvSpPr>
          <p:nvPr>
            <p:ph type="subTitle" idx="7"/>
          </p:nvPr>
        </p:nvSpPr>
        <p:spPr>
          <a:xfrm>
            <a:off x="713225" y="3760385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4" name="Google Shape;1264;p24"/>
          <p:cNvSpPr txBox="1">
            <a:spLocks noGrp="1"/>
          </p:cNvSpPr>
          <p:nvPr>
            <p:ph type="subTitle" idx="8"/>
          </p:nvPr>
        </p:nvSpPr>
        <p:spPr>
          <a:xfrm>
            <a:off x="3407700" y="3760385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5" name="Google Shape;1265;p24"/>
          <p:cNvSpPr txBox="1">
            <a:spLocks noGrp="1"/>
          </p:cNvSpPr>
          <p:nvPr>
            <p:ph type="subTitle" idx="9"/>
          </p:nvPr>
        </p:nvSpPr>
        <p:spPr>
          <a:xfrm>
            <a:off x="6102175" y="3760385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6" name="Google Shape;1266;p24"/>
          <p:cNvSpPr txBox="1">
            <a:spLocks noGrp="1"/>
          </p:cNvSpPr>
          <p:nvPr>
            <p:ph type="subTitle" idx="13"/>
          </p:nvPr>
        </p:nvSpPr>
        <p:spPr>
          <a:xfrm>
            <a:off x="713225" y="3166018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7" name="Google Shape;1267;p24"/>
          <p:cNvSpPr txBox="1">
            <a:spLocks noGrp="1"/>
          </p:cNvSpPr>
          <p:nvPr>
            <p:ph type="subTitle" idx="14"/>
          </p:nvPr>
        </p:nvSpPr>
        <p:spPr>
          <a:xfrm>
            <a:off x="3407700" y="3166018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8" name="Google Shape;1268;p24"/>
          <p:cNvSpPr txBox="1">
            <a:spLocks noGrp="1"/>
          </p:cNvSpPr>
          <p:nvPr>
            <p:ph type="subTitle" idx="15"/>
          </p:nvPr>
        </p:nvSpPr>
        <p:spPr>
          <a:xfrm>
            <a:off x="6102175" y="3166018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25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1" name="Google Shape;1271;p25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1272" name="Google Shape;1272;p25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1273" name="Google Shape;1273;p25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274" name="Google Shape;1274;p25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5" name="Google Shape;1275;p25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6" name="Google Shape;1276;p25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7" name="Google Shape;1277;p25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8" name="Google Shape;1278;p25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9" name="Google Shape;1279;p25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0" name="Google Shape;1280;p25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1" name="Google Shape;1281;p25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82" name="Google Shape;1282;p25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283" name="Google Shape;1283;p25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4" name="Google Shape;1284;p25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25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6" name="Google Shape;1286;p25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7" name="Google Shape;1287;p25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8" name="Google Shape;1288;p25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9" name="Google Shape;1289;p25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0" name="Google Shape;1290;p25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91" name="Google Shape;1291;p25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5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93" name="Google Shape;1293;p25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1294" name="Google Shape;1294;p25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5" name="Google Shape;1295;p25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6" name="Google Shape;1296;p25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7" name="Google Shape;1297;p25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8" name="Google Shape;1298;p25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9" name="Google Shape;1299;p25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0" name="Google Shape;1300;p25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01" name="Google Shape;1301;p25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5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5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5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5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6" name="Google Shape;1306;p25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1307" name="Google Shape;1307;p25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25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25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5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5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5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5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14" name="Google Shape;1314;p25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1315" name="Google Shape;1315;p25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6" name="Google Shape;1316;p25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7" name="Google Shape;1317;p25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8" name="Google Shape;1318;p25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9" name="Google Shape;1319;p25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0" name="Google Shape;1320;p25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1" name="Google Shape;1321;p25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2" name="Google Shape;1322;p25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23" name="Google Shape;1323;p25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25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5" name="Google Shape;1325;p25"/>
          <p:cNvSpPr txBox="1">
            <a:spLocks noGrp="1"/>
          </p:cNvSpPr>
          <p:nvPr>
            <p:ph type="title" hasCustomPrompt="1"/>
          </p:nvPr>
        </p:nvSpPr>
        <p:spPr>
          <a:xfrm>
            <a:off x="713225" y="539500"/>
            <a:ext cx="50232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6" name="Google Shape;1326;p25"/>
          <p:cNvSpPr txBox="1">
            <a:spLocks noGrp="1"/>
          </p:cNvSpPr>
          <p:nvPr>
            <p:ph type="subTitle" idx="1"/>
          </p:nvPr>
        </p:nvSpPr>
        <p:spPr>
          <a:xfrm>
            <a:off x="713225" y="1362456"/>
            <a:ext cx="5023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327" name="Google Shape;1327;p25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977425"/>
            <a:ext cx="50232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8" name="Google Shape;1328;p25"/>
          <p:cNvSpPr txBox="1">
            <a:spLocks noGrp="1"/>
          </p:cNvSpPr>
          <p:nvPr>
            <p:ph type="subTitle" idx="3"/>
          </p:nvPr>
        </p:nvSpPr>
        <p:spPr>
          <a:xfrm>
            <a:off x="713225" y="2800381"/>
            <a:ext cx="5023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329" name="Google Shape;1329;p25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3415350"/>
            <a:ext cx="50232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30" name="Google Shape;1330;p25"/>
          <p:cNvSpPr txBox="1">
            <a:spLocks noGrp="1"/>
          </p:cNvSpPr>
          <p:nvPr>
            <p:ph type="subTitle" idx="5"/>
          </p:nvPr>
        </p:nvSpPr>
        <p:spPr>
          <a:xfrm>
            <a:off x="713225" y="4238306"/>
            <a:ext cx="5023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26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3" name="Google Shape;1333;p26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1334" name="Google Shape;1334;p26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1335" name="Google Shape;1335;p26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336" name="Google Shape;1336;p26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7" name="Google Shape;1337;p26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8" name="Google Shape;1338;p26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9" name="Google Shape;1339;p26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0" name="Google Shape;1340;p26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1" name="Google Shape;1341;p26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2" name="Google Shape;1342;p26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3" name="Google Shape;1343;p26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44" name="Google Shape;1344;p26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345" name="Google Shape;1345;p26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6" name="Google Shape;1346;p26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7" name="Google Shape;1347;p26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8" name="Google Shape;1348;p26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26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26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1" name="Google Shape;1351;p26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26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53" name="Google Shape;1353;p26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6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55" name="Google Shape;1355;p26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1356" name="Google Shape;1356;p26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7" name="Google Shape;1357;p26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8" name="Google Shape;1358;p26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9" name="Google Shape;1359;p26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0" name="Google Shape;1360;p26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1" name="Google Shape;1361;p26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2" name="Google Shape;1362;p26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63" name="Google Shape;1363;p26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6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26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26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26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8" name="Google Shape;1368;p26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1369" name="Google Shape;1369;p26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26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26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6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6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26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26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76" name="Google Shape;1376;p26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1377" name="Google Shape;1377;p26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8" name="Google Shape;1378;p26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9" name="Google Shape;1379;p26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0" name="Google Shape;1380;p26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1" name="Google Shape;1381;p26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2" name="Google Shape;1382;p26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3" name="Google Shape;1383;p26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26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85" name="Google Shape;1385;p26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6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87" name="Google Shape;1387;p26"/>
          <p:cNvSpPr txBox="1">
            <a:spLocks noGrp="1"/>
          </p:cNvSpPr>
          <p:nvPr>
            <p:ph type="title" hasCustomPrompt="1"/>
          </p:nvPr>
        </p:nvSpPr>
        <p:spPr>
          <a:xfrm>
            <a:off x="1191725" y="1700849"/>
            <a:ext cx="13716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88" name="Google Shape;1388;p26"/>
          <p:cNvSpPr txBox="1">
            <a:spLocks noGrp="1"/>
          </p:cNvSpPr>
          <p:nvPr>
            <p:ph type="subTitle" idx="1"/>
          </p:nvPr>
        </p:nvSpPr>
        <p:spPr>
          <a:xfrm>
            <a:off x="713225" y="368960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389" name="Google Shape;1389;p26"/>
          <p:cNvSpPr txBox="1">
            <a:spLocks noGrp="1"/>
          </p:cNvSpPr>
          <p:nvPr>
            <p:ph type="subTitle" idx="2"/>
          </p:nvPr>
        </p:nvSpPr>
        <p:spPr>
          <a:xfrm>
            <a:off x="713225" y="2679192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90" name="Google Shape;1390;p26"/>
          <p:cNvSpPr txBox="1">
            <a:spLocks noGrp="1"/>
          </p:cNvSpPr>
          <p:nvPr>
            <p:ph type="title" idx="3" hasCustomPrompt="1"/>
          </p:nvPr>
        </p:nvSpPr>
        <p:spPr>
          <a:xfrm>
            <a:off x="3886200" y="1700849"/>
            <a:ext cx="13716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91" name="Google Shape;1391;p26"/>
          <p:cNvSpPr txBox="1">
            <a:spLocks noGrp="1"/>
          </p:cNvSpPr>
          <p:nvPr>
            <p:ph type="subTitle" idx="4"/>
          </p:nvPr>
        </p:nvSpPr>
        <p:spPr>
          <a:xfrm>
            <a:off x="3407700" y="368960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392" name="Google Shape;1392;p26"/>
          <p:cNvSpPr txBox="1">
            <a:spLocks noGrp="1"/>
          </p:cNvSpPr>
          <p:nvPr>
            <p:ph type="subTitle" idx="5"/>
          </p:nvPr>
        </p:nvSpPr>
        <p:spPr>
          <a:xfrm>
            <a:off x="3407700" y="2679192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93" name="Google Shape;1393;p26"/>
          <p:cNvSpPr txBox="1">
            <a:spLocks noGrp="1"/>
          </p:cNvSpPr>
          <p:nvPr>
            <p:ph type="title" idx="6" hasCustomPrompt="1"/>
          </p:nvPr>
        </p:nvSpPr>
        <p:spPr>
          <a:xfrm>
            <a:off x="6580675" y="1700849"/>
            <a:ext cx="13716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94" name="Google Shape;1394;p26"/>
          <p:cNvSpPr txBox="1">
            <a:spLocks noGrp="1"/>
          </p:cNvSpPr>
          <p:nvPr>
            <p:ph type="subTitle" idx="7"/>
          </p:nvPr>
        </p:nvSpPr>
        <p:spPr>
          <a:xfrm>
            <a:off x="6102175" y="368960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395" name="Google Shape;1395;p26"/>
          <p:cNvSpPr txBox="1">
            <a:spLocks noGrp="1"/>
          </p:cNvSpPr>
          <p:nvPr>
            <p:ph type="subTitle" idx="8"/>
          </p:nvPr>
        </p:nvSpPr>
        <p:spPr>
          <a:xfrm>
            <a:off x="6102175" y="2679192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96" name="Google Shape;1396;p26"/>
          <p:cNvSpPr txBox="1">
            <a:spLocks noGrp="1"/>
          </p:cNvSpPr>
          <p:nvPr>
            <p:ph type="title" idx="9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27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9" name="Google Shape;1399;p27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1400" name="Google Shape;1400;p27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1401" name="Google Shape;1401;p27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402" name="Google Shape;1402;p27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27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27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27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27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27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27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9" name="Google Shape;1409;p27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10" name="Google Shape;1410;p27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411" name="Google Shape;1411;p27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27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27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27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27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27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7" name="Google Shape;1417;p27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8" name="Google Shape;1418;p27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19" name="Google Shape;1419;p27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7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21" name="Google Shape;1421;p27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1422" name="Google Shape;1422;p27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3" name="Google Shape;1423;p27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4" name="Google Shape;1424;p27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5" name="Google Shape;1425;p27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6" name="Google Shape;1426;p27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7" name="Google Shape;1427;p27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8" name="Google Shape;1428;p27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29" name="Google Shape;1429;p27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7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7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7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7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4" name="Google Shape;1434;p27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1435" name="Google Shape;1435;p27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7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7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27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7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7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7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42" name="Google Shape;1442;p27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1443" name="Google Shape;1443;p27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4" name="Google Shape;1444;p27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5" name="Google Shape;1445;p27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6" name="Google Shape;1446;p27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7" name="Google Shape;1447;p27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8" name="Google Shape;1448;p27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9" name="Google Shape;1449;p27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0" name="Google Shape;1450;p27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51" name="Google Shape;1451;p27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7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53" name="Google Shape;1453;p27"/>
          <p:cNvSpPr txBox="1">
            <a:spLocks noGrp="1"/>
          </p:cNvSpPr>
          <p:nvPr>
            <p:ph type="title"/>
          </p:nvPr>
        </p:nvSpPr>
        <p:spPr>
          <a:xfrm>
            <a:off x="713227" y="539500"/>
            <a:ext cx="5023200" cy="10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454" name="Google Shape;1454;p27"/>
          <p:cNvSpPr txBox="1">
            <a:spLocks noGrp="1"/>
          </p:cNvSpPr>
          <p:nvPr>
            <p:ph type="subTitle" idx="1"/>
          </p:nvPr>
        </p:nvSpPr>
        <p:spPr>
          <a:xfrm>
            <a:off x="713225" y="1728216"/>
            <a:ext cx="50232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5" name="Google Shape;1455;p27"/>
          <p:cNvSpPr txBox="1"/>
          <p:nvPr/>
        </p:nvSpPr>
        <p:spPr>
          <a:xfrm>
            <a:off x="713225" y="3502152"/>
            <a:ext cx="5023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endParaRPr sz="12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28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8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8" name="Google Shape;1458;p28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1459" name="Google Shape;1459;p28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1460" name="Google Shape;1460;p28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461" name="Google Shape;1461;p28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2" name="Google Shape;1462;p28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3" name="Google Shape;1463;p28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4" name="Google Shape;1464;p28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28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28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28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28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69" name="Google Shape;1469;p28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470" name="Google Shape;1470;p28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28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28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28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4" name="Google Shape;1474;p28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5" name="Google Shape;1475;p28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28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28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78" name="Google Shape;1478;p28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8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80" name="Google Shape;1480;p28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1481" name="Google Shape;1481;p28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28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28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28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5" name="Google Shape;1485;p28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6" name="Google Shape;1486;p28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7" name="Google Shape;1487;p28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88" name="Google Shape;1488;p28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8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8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8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8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3" name="Google Shape;1493;p28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1494" name="Google Shape;1494;p28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28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28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28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28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28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28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01" name="Google Shape;1501;p28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1502" name="Google Shape;1502;p28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3" name="Google Shape;1503;p28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4" name="Google Shape;1504;p28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5" name="Google Shape;1505;p28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6" name="Google Shape;1506;p28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7" name="Google Shape;1507;p28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8" name="Google Shape;1508;p28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9" name="Google Shape;1509;p28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5C05A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10" name="Google Shape;1510;p28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8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5C05A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accent4"/>
        </a:solidFill>
        <a:effectLst/>
      </p:bgPr>
    </p:bg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29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367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4" name="Google Shape;1514;p29"/>
          <p:cNvGrpSpPr/>
          <p:nvPr/>
        </p:nvGrpSpPr>
        <p:grpSpPr>
          <a:xfrm>
            <a:off x="182630" y="182951"/>
            <a:ext cx="8778740" cy="4777598"/>
            <a:chOff x="182925" y="182925"/>
            <a:chExt cx="8778740" cy="4777598"/>
          </a:xfrm>
        </p:grpSpPr>
        <p:grpSp>
          <p:nvGrpSpPr>
            <p:cNvPr id="1515" name="Google Shape;1515;p29"/>
            <p:cNvGrpSpPr/>
            <p:nvPr/>
          </p:nvGrpSpPr>
          <p:grpSpPr>
            <a:xfrm>
              <a:off x="182925" y="182926"/>
              <a:ext cx="8778208" cy="4777597"/>
              <a:chOff x="182925" y="182925"/>
              <a:chExt cx="8778208" cy="6250945"/>
            </a:xfrm>
          </p:grpSpPr>
          <p:grpSp>
            <p:nvGrpSpPr>
              <p:cNvPr id="1516" name="Google Shape;1516;p29"/>
              <p:cNvGrpSpPr/>
              <p:nvPr/>
            </p:nvGrpSpPr>
            <p:grpSpPr>
              <a:xfrm rot="10800000">
                <a:off x="320392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517" name="Google Shape;1517;p29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8" name="Google Shape;1518;p29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9" name="Google Shape;1519;p29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0" name="Google Shape;1520;p29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1" name="Google Shape;1521;p29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2" name="Google Shape;1522;p29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3" name="Google Shape;1523;p29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4" name="Google Shape;1524;p29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25" name="Google Shape;1525;p29"/>
              <p:cNvGrpSpPr/>
              <p:nvPr/>
            </p:nvGrpSpPr>
            <p:grpSpPr>
              <a:xfrm rot="10800000">
                <a:off x="796538" y="182925"/>
                <a:ext cx="2115883" cy="6250940"/>
                <a:chOff x="5579100" y="213900"/>
                <a:chExt cx="750713" cy="3420300"/>
              </a:xfrm>
            </p:grpSpPr>
            <p:sp>
              <p:nvSpPr>
                <p:cNvPr id="1526" name="Google Shape;1526;p29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7" name="Google Shape;1527;p29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8" name="Google Shape;1528;p29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9" name="Google Shape;1529;p29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0" name="Google Shape;1530;p29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1" name="Google Shape;1531;p29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2" name="Google Shape;1532;p29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3" name="Google Shape;1533;p29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34" name="Google Shape;1534;p29"/>
              <p:cNvSpPr/>
              <p:nvPr/>
            </p:nvSpPr>
            <p:spPr>
              <a:xfrm rot="10800000">
                <a:off x="489732" y="183071"/>
                <a:ext cx="15300" cy="62508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29"/>
              <p:cNvSpPr/>
              <p:nvPr/>
            </p:nvSpPr>
            <p:spPr>
              <a:xfrm rot="10800000">
                <a:off x="182925" y="183071"/>
                <a:ext cx="15300" cy="62508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36" name="Google Shape;1536;p29"/>
              <p:cNvGrpSpPr/>
              <p:nvPr/>
            </p:nvGrpSpPr>
            <p:grpSpPr>
              <a:xfrm rot="10800000">
                <a:off x="6838544" y="182925"/>
                <a:ext cx="1815783" cy="6250940"/>
                <a:chOff x="5685575" y="213900"/>
                <a:chExt cx="644238" cy="3420300"/>
              </a:xfrm>
            </p:grpSpPr>
            <p:sp>
              <p:nvSpPr>
                <p:cNvPr id="1537" name="Google Shape;1537;p29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8" name="Google Shape;1538;p29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9" name="Google Shape;1539;p29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0" name="Google Shape;1540;p29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1" name="Google Shape;1541;p29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2" name="Google Shape;1542;p29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3" name="Google Shape;1543;p29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44" name="Google Shape;1544;p29"/>
              <p:cNvSpPr/>
              <p:nvPr/>
            </p:nvSpPr>
            <p:spPr>
              <a:xfrm rot="10800000">
                <a:off x="6531737" y="183071"/>
                <a:ext cx="15300" cy="62508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9"/>
              <p:cNvSpPr/>
              <p:nvPr/>
            </p:nvSpPr>
            <p:spPr>
              <a:xfrm rot="10800000">
                <a:off x="6224931" y="183071"/>
                <a:ext cx="15300" cy="62508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9"/>
              <p:cNvSpPr/>
              <p:nvPr/>
            </p:nvSpPr>
            <p:spPr>
              <a:xfrm rot="10800000">
                <a:off x="5918124" y="183071"/>
                <a:ext cx="15300" cy="62508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9"/>
              <p:cNvSpPr/>
              <p:nvPr/>
            </p:nvSpPr>
            <p:spPr>
              <a:xfrm rot="10800000">
                <a:off x="5611318" y="183071"/>
                <a:ext cx="15300" cy="62508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9"/>
              <p:cNvSpPr/>
              <p:nvPr/>
            </p:nvSpPr>
            <p:spPr>
              <a:xfrm rot="10800000">
                <a:off x="8945834" y="183066"/>
                <a:ext cx="15300" cy="62508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9" name="Google Shape;1549;p29"/>
            <p:cNvGrpSpPr/>
            <p:nvPr/>
          </p:nvGrpSpPr>
          <p:grpSpPr>
            <a:xfrm>
              <a:off x="183958" y="182925"/>
              <a:ext cx="8777707" cy="4777586"/>
              <a:chOff x="183958" y="182925"/>
              <a:chExt cx="8777707" cy="4777586"/>
            </a:xfrm>
          </p:grpSpPr>
          <p:sp>
            <p:nvSpPr>
              <p:cNvPr id="1550" name="Google Shape;1550;p29"/>
              <p:cNvSpPr/>
              <p:nvPr/>
            </p:nvSpPr>
            <p:spPr>
              <a:xfrm rot="-5400000">
                <a:off x="4565165" y="564011"/>
                <a:ext cx="15300" cy="87777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9"/>
              <p:cNvSpPr/>
              <p:nvPr/>
            </p:nvSpPr>
            <p:spPr>
              <a:xfrm rot="-5400000">
                <a:off x="4565165" y="268213"/>
                <a:ext cx="15300" cy="87777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9"/>
              <p:cNvSpPr/>
              <p:nvPr/>
            </p:nvSpPr>
            <p:spPr>
              <a:xfrm rot="-5400000">
                <a:off x="4565165" y="-27505"/>
                <a:ext cx="15300" cy="87777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9"/>
              <p:cNvSpPr/>
              <p:nvPr/>
            </p:nvSpPr>
            <p:spPr>
              <a:xfrm rot="-5400000">
                <a:off x="4565165" y="-323223"/>
                <a:ext cx="15300" cy="87777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9"/>
              <p:cNvSpPr/>
              <p:nvPr/>
            </p:nvSpPr>
            <p:spPr>
              <a:xfrm rot="-5400000">
                <a:off x="4565165" y="-618941"/>
                <a:ext cx="15300" cy="87777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9"/>
              <p:cNvSpPr/>
              <p:nvPr/>
            </p:nvSpPr>
            <p:spPr>
              <a:xfrm rot="-5400000">
                <a:off x="4565165" y="-914659"/>
                <a:ext cx="15300" cy="87777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9"/>
              <p:cNvSpPr/>
              <p:nvPr/>
            </p:nvSpPr>
            <p:spPr>
              <a:xfrm rot="-5400000">
                <a:off x="4565165" y="-1210377"/>
                <a:ext cx="15300" cy="87777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57" name="Google Shape;1557;p29"/>
              <p:cNvGrpSpPr/>
              <p:nvPr/>
            </p:nvGrpSpPr>
            <p:grpSpPr>
              <a:xfrm rot="-5400000">
                <a:off x="3514778" y="-2556295"/>
                <a:ext cx="2115883" cy="8777516"/>
                <a:chOff x="5579100" y="213900"/>
                <a:chExt cx="750713" cy="3420300"/>
              </a:xfrm>
            </p:grpSpPr>
            <p:sp>
              <p:nvSpPr>
                <p:cNvPr id="1558" name="Google Shape;1558;p29"/>
                <p:cNvSpPr/>
                <p:nvPr/>
              </p:nvSpPr>
              <p:spPr>
                <a:xfrm>
                  <a:off x="5579100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9" name="Google Shape;1559;p29"/>
                <p:cNvSpPr/>
                <p:nvPr/>
              </p:nvSpPr>
              <p:spPr>
                <a:xfrm>
                  <a:off x="5685575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0" name="Google Shape;1560;p29"/>
                <p:cNvSpPr/>
                <p:nvPr/>
              </p:nvSpPr>
              <p:spPr>
                <a:xfrm>
                  <a:off x="5792050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1" name="Google Shape;1561;p29"/>
                <p:cNvSpPr/>
                <p:nvPr/>
              </p:nvSpPr>
              <p:spPr>
                <a:xfrm>
                  <a:off x="5898525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2" name="Google Shape;1562;p29"/>
                <p:cNvSpPr/>
                <p:nvPr/>
              </p:nvSpPr>
              <p:spPr>
                <a:xfrm>
                  <a:off x="6004988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3" name="Google Shape;1563;p29"/>
                <p:cNvSpPr/>
                <p:nvPr/>
              </p:nvSpPr>
              <p:spPr>
                <a:xfrm>
                  <a:off x="6111463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4" name="Google Shape;1564;p29"/>
                <p:cNvSpPr/>
                <p:nvPr/>
              </p:nvSpPr>
              <p:spPr>
                <a:xfrm>
                  <a:off x="6217938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5" name="Google Shape;1565;p29"/>
                <p:cNvSpPr/>
                <p:nvPr/>
              </p:nvSpPr>
              <p:spPr>
                <a:xfrm>
                  <a:off x="6324413" y="213900"/>
                  <a:ext cx="5400" cy="3420300"/>
                </a:xfrm>
                <a:prstGeom prst="rect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66" name="Google Shape;1566;p29"/>
              <p:cNvSpPr/>
              <p:nvPr/>
            </p:nvSpPr>
            <p:spPr>
              <a:xfrm rot="-5400000">
                <a:off x="4565008" y="-3902327"/>
                <a:ext cx="15300" cy="87774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29"/>
              <p:cNvSpPr/>
              <p:nvPr/>
            </p:nvSpPr>
            <p:spPr>
              <a:xfrm rot="-5400000">
                <a:off x="4565008" y="-4198125"/>
                <a:ext cx="15300" cy="8777400"/>
              </a:xfrm>
              <a:prstGeom prst="rect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 One"/>
              <a:buNone/>
              <a:defRPr sz="3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 One"/>
              <a:buNone/>
              <a:defRPr sz="3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 One"/>
              <a:buNone/>
              <a:defRPr sz="3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 One"/>
              <a:buNone/>
              <a:defRPr sz="3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 One"/>
              <a:buNone/>
              <a:defRPr sz="3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 One"/>
              <a:buNone/>
              <a:defRPr sz="3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 One"/>
              <a:buNone/>
              <a:defRPr sz="3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 One"/>
              <a:buNone/>
              <a:defRPr sz="3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redoka One"/>
              <a:buNone/>
              <a:defRPr sz="3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3" Type="http://schemas.openxmlformats.org/officeDocument/2006/relationships/slide" Target="slide36.xml"/><Relationship Id="rId7" Type="http://schemas.openxmlformats.org/officeDocument/2006/relationships/hyperlink" Target="http://bit.ly/33VAFh3" TargetMode="External"/><Relationship Id="rId12" Type="http://schemas.openxmlformats.org/officeDocument/2006/relationships/hyperlink" Target="https://www.videvo.net/?utm_source=slidesgo_template&amp;utm_medium=referral-link&amp;utm_campaign=sg_resources&amp;utm_content=videv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bit.ly/30B07Gq" TargetMode="External"/><Relationship Id="rId11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5" Type="http://schemas.openxmlformats.org/officeDocument/2006/relationships/hyperlink" Target="https://bit.ly/3A1uf1Q" TargetMode="External"/><Relationship Id="rId10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4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9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hyperlink" Target="https://docs.google.com/spreadsheets/d/1o-36JxBr-Lr40_Wllz1WkaBZd6e-hAvD9zzBIXFZrDc/copy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33"/>
          <p:cNvSpPr txBox="1">
            <a:spLocks noGrp="1"/>
          </p:cNvSpPr>
          <p:nvPr>
            <p:ph type="ctrTitle"/>
          </p:nvPr>
        </p:nvSpPr>
        <p:spPr>
          <a:xfrm>
            <a:off x="2103150" y="606981"/>
            <a:ext cx="4937700" cy="32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accent3"/>
                </a:solidFill>
              </a:rPr>
              <a:t>Financial Education</a:t>
            </a:r>
            <a:r>
              <a:rPr lang="en" sz="7000"/>
              <a:t> </a:t>
            </a:r>
            <a:r>
              <a:rPr lang="en" sz="6000"/>
              <a:t>in Schools</a:t>
            </a:r>
            <a:endParaRPr sz="6000"/>
          </a:p>
        </p:txBody>
      </p:sp>
      <p:sp>
        <p:nvSpPr>
          <p:cNvPr id="1579" name="Google Shape;1579;p33"/>
          <p:cNvSpPr txBox="1">
            <a:spLocks noGrp="1"/>
          </p:cNvSpPr>
          <p:nvPr>
            <p:ph type="subTitle" idx="1"/>
          </p:nvPr>
        </p:nvSpPr>
        <p:spPr>
          <a:xfrm>
            <a:off x="2103150" y="4170820"/>
            <a:ext cx="49377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 your presentation</a:t>
            </a:r>
            <a:r>
              <a:rPr lang="en"/>
              <a:t> begins</a:t>
            </a:r>
            <a:endParaRPr/>
          </a:p>
        </p:txBody>
      </p:sp>
      <p:cxnSp>
        <p:nvCxnSpPr>
          <p:cNvPr id="1580" name="Google Shape;1580;p33"/>
          <p:cNvCxnSpPr/>
          <p:nvPr/>
        </p:nvCxnSpPr>
        <p:spPr>
          <a:xfrm>
            <a:off x="3657600" y="3989100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1581" name="Google Shape;1581;p33"/>
          <p:cNvGrpSpPr/>
          <p:nvPr/>
        </p:nvGrpSpPr>
        <p:grpSpPr>
          <a:xfrm>
            <a:off x="7018117" y="3232379"/>
            <a:ext cx="1412660" cy="1371617"/>
            <a:chOff x="4725500" y="1167041"/>
            <a:chExt cx="1878287" cy="1828823"/>
          </a:xfrm>
        </p:grpSpPr>
        <p:sp>
          <p:nvSpPr>
            <p:cNvPr id="1582" name="Google Shape;1582;p33"/>
            <p:cNvSpPr/>
            <p:nvPr/>
          </p:nvSpPr>
          <p:spPr>
            <a:xfrm>
              <a:off x="4725500" y="1167041"/>
              <a:ext cx="1878287" cy="1828823"/>
            </a:xfrm>
            <a:custGeom>
              <a:avLst/>
              <a:gdLst/>
              <a:ahLst/>
              <a:cxnLst/>
              <a:rect l="l" t="t" r="r" b="b"/>
              <a:pathLst>
                <a:path w="23996" h="23232" extrusionOk="0">
                  <a:moveTo>
                    <a:pt x="23639" y="2975"/>
                  </a:moveTo>
                  <a:cubicBezTo>
                    <a:pt x="23580" y="2211"/>
                    <a:pt x="22925" y="1547"/>
                    <a:pt x="22211" y="1497"/>
                  </a:cubicBezTo>
                  <a:cubicBezTo>
                    <a:pt x="19643" y="1349"/>
                    <a:pt x="17075" y="1269"/>
                    <a:pt x="14517" y="1249"/>
                  </a:cubicBezTo>
                  <a:lnTo>
                    <a:pt x="14517" y="436"/>
                  </a:lnTo>
                  <a:cubicBezTo>
                    <a:pt x="14517" y="208"/>
                    <a:pt x="14338" y="10"/>
                    <a:pt x="14101" y="0"/>
                  </a:cubicBezTo>
                  <a:lnTo>
                    <a:pt x="13982" y="0"/>
                  </a:lnTo>
                  <a:cubicBezTo>
                    <a:pt x="13753" y="10"/>
                    <a:pt x="13565" y="208"/>
                    <a:pt x="13565" y="436"/>
                  </a:cubicBezTo>
                  <a:lnTo>
                    <a:pt x="13565" y="1249"/>
                  </a:lnTo>
                  <a:cubicBezTo>
                    <a:pt x="10878" y="1259"/>
                    <a:pt x="8191" y="1339"/>
                    <a:pt x="5494" y="1497"/>
                  </a:cubicBezTo>
                  <a:cubicBezTo>
                    <a:pt x="4780" y="1547"/>
                    <a:pt x="4136" y="2211"/>
                    <a:pt x="4076" y="2975"/>
                  </a:cubicBezTo>
                  <a:cubicBezTo>
                    <a:pt x="3898" y="5225"/>
                    <a:pt x="3808" y="7476"/>
                    <a:pt x="3808" y="9727"/>
                  </a:cubicBezTo>
                  <a:cubicBezTo>
                    <a:pt x="2728" y="10153"/>
                    <a:pt x="1825" y="9400"/>
                    <a:pt x="1577" y="9152"/>
                  </a:cubicBezTo>
                  <a:cubicBezTo>
                    <a:pt x="1558" y="9112"/>
                    <a:pt x="1528" y="9083"/>
                    <a:pt x="1508" y="9083"/>
                  </a:cubicBezTo>
                  <a:cubicBezTo>
                    <a:pt x="1359" y="9092"/>
                    <a:pt x="1230" y="10183"/>
                    <a:pt x="1161" y="10253"/>
                  </a:cubicBezTo>
                  <a:cubicBezTo>
                    <a:pt x="1022" y="10401"/>
                    <a:pt x="1" y="10500"/>
                    <a:pt x="11" y="10649"/>
                  </a:cubicBezTo>
                  <a:cubicBezTo>
                    <a:pt x="21" y="10788"/>
                    <a:pt x="1022" y="10847"/>
                    <a:pt x="1161" y="10986"/>
                  </a:cubicBezTo>
                  <a:cubicBezTo>
                    <a:pt x="1240" y="11066"/>
                    <a:pt x="1409" y="12166"/>
                    <a:pt x="1558" y="12166"/>
                  </a:cubicBezTo>
                  <a:cubicBezTo>
                    <a:pt x="1607" y="12166"/>
                    <a:pt x="1647" y="12037"/>
                    <a:pt x="1687" y="11879"/>
                  </a:cubicBezTo>
                  <a:cubicBezTo>
                    <a:pt x="2093" y="11472"/>
                    <a:pt x="3213" y="11829"/>
                    <a:pt x="3838" y="12077"/>
                  </a:cubicBezTo>
                  <a:cubicBezTo>
                    <a:pt x="3878" y="13574"/>
                    <a:pt x="3957" y="15071"/>
                    <a:pt x="4076" y="16569"/>
                  </a:cubicBezTo>
                  <a:cubicBezTo>
                    <a:pt x="4136" y="17342"/>
                    <a:pt x="4780" y="18006"/>
                    <a:pt x="5494" y="18056"/>
                  </a:cubicBezTo>
                  <a:cubicBezTo>
                    <a:pt x="8092" y="18205"/>
                    <a:pt x="10700" y="18284"/>
                    <a:pt x="13287" y="18304"/>
                  </a:cubicBezTo>
                  <a:lnTo>
                    <a:pt x="13287" y="20059"/>
                  </a:lnTo>
                  <a:cubicBezTo>
                    <a:pt x="13248" y="20079"/>
                    <a:pt x="13208" y="20108"/>
                    <a:pt x="13178" y="20138"/>
                  </a:cubicBezTo>
                  <a:lnTo>
                    <a:pt x="10739" y="22191"/>
                  </a:lnTo>
                  <a:cubicBezTo>
                    <a:pt x="10521" y="22379"/>
                    <a:pt x="10471" y="22667"/>
                    <a:pt x="10620" y="22845"/>
                  </a:cubicBezTo>
                  <a:cubicBezTo>
                    <a:pt x="10769" y="23023"/>
                    <a:pt x="11056" y="23014"/>
                    <a:pt x="11275" y="22825"/>
                  </a:cubicBezTo>
                  <a:lnTo>
                    <a:pt x="13297" y="21130"/>
                  </a:lnTo>
                  <a:lnTo>
                    <a:pt x="13297" y="22786"/>
                  </a:lnTo>
                  <a:cubicBezTo>
                    <a:pt x="13287" y="23023"/>
                    <a:pt x="13476" y="23232"/>
                    <a:pt x="13714" y="23232"/>
                  </a:cubicBezTo>
                  <a:lnTo>
                    <a:pt x="13833" y="23232"/>
                  </a:lnTo>
                  <a:cubicBezTo>
                    <a:pt x="14061" y="23222"/>
                    <a:pt x="14249" y="23023"/>
                    <a:pt x="14239" y="22786"/>
                  </a:cubicBezTo>
                  <a:lnTo>
                    <a:pt x="14239" y="21199"/>
                  </a:lnTo>
                  <a:lnTo>
                    <a:pt x="16143" y="22934"/>
                  </a:lnTo>
                  <a:cubicBezTo>
                    <a:pt x="16361" y="23133"/>
                    <a:pt x="16649" y="23152"/>
                    <a:pt x="16797" y="22964"/>
                  </a:cubicBezTo>
                  <a:cubicBezTo>
                    <a:pt x="16936" y="22776"/>
                    <a:pt x="16867" y="22468"/>
                    <a:pt x="16649" y="22270"/>
                  </a:cubicBezTo>
                  <a:lnTo>
                    <a:pt x="14239" y="20069"/>
                  </a:lnTo>
                  <a:lnTo>
                    <a:pt x="14239" y="18294"/>
                  </a:lnTo>
                  <a:cubicBezTo>
                    <a:pt x="15856" y="18294"/>
                    <a:pt x="17472" y="18264"/>
                    <a:pt x="19078" y="18205"/>
                  </a:cubicBezTo>
                  <a:cubicBezTo>
                    <a:pt x="19306" y="18700"/>
                    <a:pt x="19475" y="19474"/>
                    <a:pt x="19395" y="20644"/>
                  </a:cubicBezTo>
                  <a:cubicBezTo>
                    <a:pt x="19405" y="20793"/>
                    <a:pt x="20407" y="20852"/>
                    <a:pt x="20545" y="20991"/>
                  </a:cubicBezTo>
                  <a:cubicBezTo>
                    <a:pt x="20625" y="21070"/>
                    <a:pt x="20793" y="22171"/>
                    <a:pt x="20932" y="22171"/>
                  </a:cubicBezTo>
                  <a:cubicBezTo>
                    <a:pt x="21081" y="22161"/>
                    <a:pt x="21210" y="21070"/>
                    <a:pt x="21279" y="20991"/>
                  </a:cubicBezTo>
                  <a:cubicBezTo>
                    <a:pt x="21418" y="20852"/>
                    <a:pt x="22439" y="20743"/>
                    <a:pt x="22439" y="20604"/>
                  </a:cubicBezTo>
                  <a:cubicBezTo>
                    <a:pt x="22429" y="20465"/>
                    <a:pt x="21418" y="20396"/>
                    <a:pt x="21279" y="20257"/>
                  </a:cubicBezTo>
                  <a:cubicBezTo>
                    <a:pt x="21200" y="20178"/>
                    <a:pt x="21031" y="19077"/>
                    <a:pt x="20893" y="19087"/>
                  </a:cubicBezTo>
                  <a:cubicBezTo>
                    <a:pt x="20893" y="19087"/>
                    <a:pt x="22975" y="17907"/>
                    <a:pt x="23104" y="17649"/>
                  </a:cubicBezTo>
                  <a:cubicBezTo>
                    <a:pt x="23411" y="17362"/>
                    <a:pt x="23599" y="16985"/>
                    <a:pt x="23639" y="16579"/>
                  </a:cubicBezTo>
                  <a:cubicBezTo>
                    <a:pt x="23996" y="12047"/>
                    <a:pt x="23996" y="7506"/>
                    <a:pt x="23639" y="2975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3" name="Google Shape;1583;p33"/>
            <p:cNvGrpSpPr/>
            <p:nvPr/>
          </p:nvGrpSpPr>
          <p:grpSpPr>
            <a:xfrm>
              <a:off x="4725852" y="1167041"/>
              <a:ext cx="1877582" cy="1828823"/>
              <a:chOff x="2202079" y="1179807"/>
              <a:chExt cx="1877582" cy="1828823"/>
            </a:xfrm>
          </p:grpSpPr>
          <p:sp>
            <p:nvSpPr>
              <p:cNvPr id="1584" name="Google Shape;1584;p33"/>
              <p:cNvSpPr/>
              <p:nvPr/>
            </p:nvSpPr>
            <p:spPr>
              <a:xfrm>
                <a:off x="3020132" y="2370053"/>
                <a:ext cx="506126" cy="638577"/>
              </a:xfrm>
              <a:custGeom>
                <a:avLst/>
                <a:gdLst/>
                <a:ahLst/>
                <a:cxnLst/>
                <a:rect l="l" t="t" r="r" b="b"/>
                <a:pathLst>
                  <a:path w="6466" h="8112" extrusionOk="0">
                    <a:moveTo>
                      <a:pt x="3253" y="1"/>
                    </a:moveTo>
                    <a:cubicBezTo>
                      <a:pt x="3015" y="1"/>
                      <a:pt x="2827" y="199"/>
                      <a:pt x="2836" y="437"/>
                    </a:cubicBezTo>
                    <a:lnTo>
                      <a:pt x="2836" y="4939"/>
                    </a:lnTo>
                    <a:cubicBezTo>
                      <a:pt x="2797" y="4959"/>
                      <a:pt x="2747" y="4988"/>
                      <a:pt x="2717" y="5018"/>
                    </a:cubicBezTo>
                    <a:lnTo>
                      <a:pt x="278" y="7071"/>
                    </a:lnTo>
                    <a:cubicBezTo>
                      <a:pt x="60" y="7259"/>
                      <a:pt x="1" y="7547"/>
                      <a:pt x="159" y="7725"/>
                    </a:cubicBezTo>
                    <a:cubicBezTo>
                      <a:pt x="231" y="7811"/>
                      <a:pt x="336" y="7853"/>
                      <a:pt x="450" y="7853"/>
                    </a:cubicBezTo>
                    <a:cubicBezTo>
                      <a:pt x="573" y="7853"/>
                      <a:pt x="705" y="7803"/>
                      <a:pt x="814" y="7705"/>
                    </a:cubicBezTo>
                    <a:lnTo>
                      <a:pt x="2836" y="6010"/>
                    </a:lnTo>
                    <a:lnTo>
                      <a:pt x="2836" y="7666"/>
                    </a:lnTo>
                    <a:cubicBezTo>
                      <a:pt x="2827" y="7903"/>
                      <a:pt x="3015" y="8102"/>
                      <a:pt x="3253" y="8112"/>
                    </a:cubicBezTo>
                    <a:lnTo>
                      <a:pt x="3362" y="8112"/>
                    </a:lnTo>
                    <a:cubicBezTo>
                      <a:pt x="3600" y="8102"/>
                      <a:pt x="3778" y="7903"/>
                      <a:pt x="3778" y="7666"/>
                    </a:cubicBezTo>
                    <a:lnTo>
                      <a:pt x="3778" y="6079"/>
                    </a:lnTo>
                    <a:lnTo>
                      <a:pt x="5672" y="7814"/>
                    </a:lnTo>
                    <a:cubicBezTo>
                      <a:pt x="5788" y="7920"/>
                      <a:pt x="5927" y="7975"/>
                      <a:pt x="6052" y="7975"/>
                    </a:cubicBezTo>
                    <a:cubicBezTo>
                      <a:pt x="6162" y="7975"/>
                      <a:pt x="6262" y="7932"/>
                      <a:pt x="6327" y="7844"/>
                    </a:cubicBezTo>
                    <a:cubicBezTo>
                      <a:pt x="6465" y="7656"/>
                      <a:pt x="6406" y="7348"/>
                      <a:pt x="6188" y="7150"/>
                    </a:cubicBezTo>
                    <a:lnTo>
                      <a:pt x="3778" y="4949"/>
                    </a:lnTo>
                    <a:lnTo>
                      <a:pt x="3778" y="437"/>
                    </a:lnTo>
                    <a:cubicBezTo>
                      <a:pt x="3788" y="199"/>
                      <a:pt x="3600" y="1"/>
                      <a:pt x="33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3"/>
              <p:cNvSpPr/>
              <p:nvPr/>
            </p:nvSpPr>
            <p:spPr>
              <a:xfrm>
                <a:off x="3042675" y="1179807"/>
                <a:ext cx="506126" cy="639285"/>
              </a:xfrm>
              <a:custGeom>
                <a:avLst/>
                <a:gdLst/>
                <a:ahLst/>
                <a:cxnLst/>
                <a:rect l="l" t="t" r="r" b="b"/>
                <a:pathLst>
                  <a:path w="6466" h="8121" extrusionOk="0">
                    <a:moveTo>
                      <a:pt x="3243" y="0"/>
                    </a:moveTo>
                    <a:cubicBezTo>
                      <a:pt x="3005" y="10"/>
                      <a:pt x="2816" y="208"/>
                      <a:pt x="2826" y="446"/>
                    </a:cubicBezTo>
                    <a:lnTo>
                      <a:pt x="2826" y="4948"/>
                    </a:lnTo>
                    <a:cubicBezTo>
                      <a:pt x="2786" y="4968"/>
                      <a:pt x="2747" y="4988"/>
                      <a:pt x="2707" y="5017"/>
                    </a:cubicBezTo>
                    <a:lnTo>
                      <a:pt x="278" y="7080"/>
                    </a:lnTo>
                    <a:cubicBezTo>
                      <a:pt x="60" y="7268"/>
                      <a:pt x="0" y="7556"/>
                      <a:pt x="149" y="7734"/>
                    </a:cubicBezTo>
                    <a:cubicBezTo>
                      <a:pt x="221" y="7816"/>
                      <a:pt x="329" y="7858"/>
                      <a:pt x="445" y="7858"/>
                    </a:cubicBezTo>
                    <a:cubicBezTo>
                      <a:pt x="568" y="7858"/>
                      <a:pt x="701" y="7811"/>
                      <a:pt x="813" y="7714"/>
                    </a:cubicBezTo>
                    <a:lnTo>
                      <a:pt x="2826" y="6009"/>
                    </a:lnTo>
                    <a:lnTo>
                      <a:pt x="2826" y="7675"/>
                    </a:lnTo>
                    <a:cubicBezTo>
                      <a:pt x="2816" y="7913"/>
                      <a:pt x="3005" y="8111"/>
                      <a:pt x="3243" y="8121"/>
                    </a:cubicBezTo>
                    <a:lnTo>
                      <a:pt x="3352" y="8121"/>
                    </a:lnTo>
                    <a:cubicBezTo>
                      <a:pt x="3590" y="8111"/>
                      <a:pt x="3778" y="7913"/>
                      <a:pt x="3768" y="7675"/>
                    </a:cubicBezTo>
                    <a:lnTo>
                      <a:pt x="3768" y="6088"/>
                    </a:lnTo>
                    <a:lnTo>
                      <a:pt x="5672" y="7823"/>
                    </a:lnTo>
                    <a:cubicBezTo>
                      <a:pt x="5787" y="7928"/>
                      <a:pt x="5921" y="7980"/>
                      <a:pt x="6042" y="7980"/>
                    </a:cubicBezTo>
                    <a:cubicBezTo>
                      <a:pt x="6151" y="7980"/>
                      <a:pt x="6251" y="7938"/>
                      <a:pt x="6316" y="7853"/>
                    </a:cubicBezTo>
                    <a:cubicBezTo>
                      <a:pt x="6465" y="7665"/>
                      <a:pt x="6396" y="7357"/>
                      <a:pt x="6177" y="7149"/>
                    </a:cubicBezTo>
                    <a:lnTo>
                      <a:pt x="3768" y="4958"/>
                    </a:lnTo>
                    <a:lnTo>
                      <a:pt x="3768" y="446"/>
                    </a:lnTo>
                    <a:cubicBezTo>
                      <a:pt x="3778" y="208"/>
                      <a:pt x="3590" y="10"/>
                      <a:pt x="3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3"/>
              <p:cNvSpPr/>
              <p:nvPr/>
            </p:nvSpPr>
            <p:spPr>
              <a:xfrm>
                <a:off x="3719440" y="2682336"/>
                <a:ext cx="239130" cy="241985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74" extrusionOk="0">
                    <a:moveTo>
                      <a:pt x="1500" y="0"/>
                    </a:moveTo>
                    <a:cubicBezTo>
                      <a:pt x="1499" y="0"/>
                      <a:pt x="1498" y="0"/>
                      <a:pt x="1498" y="0"/>
                    </a:cubicBezTo>
                    <a:cubicBezTo>
                      <a:pt x="1359" y="10"/>
                      <a:pt x="1220" y="1101"/>
                      <a:pt x="1151" y="1170"/>
                    </a:cubicBezTo>
                    <a:cubicBezTo>
                      <a:pt x="1022" y="1319"/>
                      <a:pt x="0" y="1418"/>
                      <a:pt x="10" y="1557"/>
                    </a:cubicBezTo>
                    <a:cubicBezTo>
                      <a:pt x="10" y="1696"/>
                      <a:pt x="1012" y="1765"/>
                      <a:pt x="1161" y="1904"/>
                    </a:cubicBezTo>
                    <a:cubicBezTo>
                      <a:pt x="1239" y="1983"/>
                      <a:pt x="1407" y="3074"/>
                      <a:pt x="1545" y="3074"/>
                    </a:cubicBezTo>
                    <a:cubicBezTo>
                      <a:pt x="1546" y="3074"/>
                      <a:pt x="1547" y="3074"/>
                      <a:pt x="1547" y="3074"/>
                    </a:cubicBezTo>
                    <a:cubicBezTo>
                      <a:pt x="1696" y="3074"/>
                      <a:pt x="1825" y="1973"/>
                      <a:pt x="1894" y="1904"/>
                    </a:cubicBezTo>
                    <a:cubicBezTo>
                      <a:pt x="2033" y="1765"/>
                      <a:pt x="3054" y="1656"/>
                      <a:pt x="3044" y="1517"/>
                    </a:cubicBezTo>
                    <a:cubicBezTo>
                      <a:pt x="3035" y="1378"/>
                      <a:pt x="2033" y="1309"/>
                      <a:pt x="1894" y="1170"/>
                    </a:cubicBezTo>
                    <a:cubicBezTo>
                      <a:pt x="1815" y="1091"/>
                      <a:pt x="1648" y="0"/>
                      <a:pt x="15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3"/>
              <p:cNvSpPr/>
              <p:nvPr/>
            </p:nvSpPr>
            <p:spPr>
              <a:xfrm>
                <a:off x="2202079" y="1894742"/>
                <a:ext cx="239130" cy="242851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5" extrusionOk="0">
                    <a:moveTo>
                      <a:pt x="1500" y="0"/>
                    </a:moveTo>
                    <a:cubicBezTo>
                      <a:pt x="1499" y="0"/>
                      <a:pt x="1499" y="1"/>
                      <a:pt x="1498" y="1"/>
                    </a:cubicBezTo>
                    <a:cubicBezTo>
                      <a:pt x="1359" y="10"/>
                      <a:pt x="1221" y="1101"/>
                      <a:pt x="1151" y="1180"/>
                    </a:cubicBezTo>
                    <a:cubicBezTo>
                      <a:pt x="1012" y="1319"/>
                      <a:pt x="1" y="1428"/>
                      <a:pt x="11" y="1567"/>
                    </a:cubicBezTo>
                    <a:cubicBezTo>
                      <a:pt x="11" y="1706"/>
                      <a:pt x="1012" y="1765"/>
                      <a:pt x="1151" y="1904"/>
                    </a:cubicBezTo>
                    <a:cubicBezTo>
                      <a:pt x="1230" y="1984"/>
                      <a:pt x="1399" y="3084"/>
                      <a:pt x="1548" y="3084"/>
                    </a:cubicBezTo>
                    <a:cubicBezTo>
                      <a:pt x="1696" y="3074"/>
                      <a:pt x="1825" y="1984"/>
                      <a:pt x="1895" y="1904"/>
                    </a:cubicBezTo>
                    <a:cubicBezTo>
                      <a:pt x="2034" y="1765"/>
                      <a:pt x="3055" y="1656"/>
                      <a:pt x="3045" y="1518"/>
                    </a:cubicBezTo>
                    <a:cubicBezTo>
                      <a:pt x="3035" y="1379"/>
                      <a:pt x="2034" y="1309"/>
                      <a:pt x="1895" y="1171"/>
                    </a:cubicBezTo>
                    <a:cubicBezTo>
                      <a:pt x="1816" y="1092"/>
                      <a:pt x="1648" y="0"/>
                      <a:pt x="15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3"/>
              <p:cNvSpPr/>
              <p:nvPr/>
            </p:nvSpPr>
            <p:spPr>
              <a:xfrm>
                <a:off x="2493184" y="1278286"/>
                <a:ext cx="1586478" cy="1342255"/>
              </a:xfrm>
              <a:custGeom>
                <a:avLst/>
                <a:gdLst/>
                <a:ahLst/>
                <a:cxnLst/>
                <a:rect l="l" t="t" r="r" b="b"/>
                <a:pathLst>
                  <a:path w="20268" h="17051" extrusionOk="0">
                    <a:moveTo>
                      <a:pt x="10137" y="1"/>
                    </a:moveTo>
                    <a:cubicBezTo>
                      <a:pt x="7350" y="1"/>
                      <a:pt x="4561" y="83"/>
                      <a:pt x="1775" y="246"/>
                    </a:cubicBezTo>
                    <a:cubicBezTo>
                      <a:pt x="1061" y="296"/>
                      <a:pt x="417" y="960"/>
                      <a:pt x="357" y="1724"/>
                    </a:cubicBezTo>
                    <a:cubicBezTo>
                      <a:pt x="0" y="6255"/>
                      <a:pt x="0" y="10796"/>
                      <a:pt x="357" y="15328"/>
                    </a:cubicBezTo>
                    <a:cubicBezTo>
                      <a:pt x="417" y="16091"/>
                      <a:pt x="1061" y="16755"/>
                      <a:pt x="1775" y="16805"/>
                    </a:cubicBezTo>
                    <a:cubicBezTo>
                      <a:pt x="4561" y="16969"/>
                      <a:pt x="7350" y="17050"/>
                      <a:pt x="10137" y="17050"/>
                    </a:cubicBezTo>
                    <a:cubicBezTo>
                      <a:pt x="12925" y="17050"/>
                      <a:pt x="15711" y="16969"/>
                      <a:pt x="18492" y="16805"/>
                    </a:cubicBezTo>
                    <a:cubicBezTo>
                      <a:pt x="19206" y="16755"/>
                      <a:pt x="19851" y="16091"/>
                      <a:pt x="19920" y="15328"/>
                    </a:cubicBezTo>
                    <a:cubicBezTo>
                      <a:pt x="20267" y="10796"/>
                      <a:pt x="20267" y="6255"/>
                      <a:pt x="19920" y="1724"/>
                    </a:cubicBezTo>
                    <a:cubicBezTo>
                      <a:pt x="19861" y="960"/>
                      <a:pt x="19206" y="286"/>
                      <a:pt x="18492" y="246"/>
                    </a:cubicBezTo>
                    <a:cubicBezTo>
                      <a:pt x="15711" y="83"/>
                      <a:pt x="12925" y="1"/>
                      <a:pt x="101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3"/>
              <p:cNvSpPr/>
              <p:nvPr/>
            </p:nvSpPr>
            <p:spPr>
              <a:xfrm>
                <a:off x="2930272" y="1362988"/>
                <a:ext cx="347619" cy="297168"/>
              </a:xfrm>
              <a:custGeom>
                <a:avLst/>
                <a:gdLst/>
                <a:ahLst/>
                <a:cxnLst/>
                <a:rect l="l" t="t" r="r" b="b"/>
                <a:pathLst>
                  <a:path w="4441" h="3775" extrusionOk="0">
                    <a:moveTo>
                      <a:pt x="2500" y="1"/>
                    </a:moveTo>
                    <a:cubicBezTo>
                      <a:pt x="885" y="1"/>
                      <a:pt x="1" y="1941"/>
                      <a:pt x="1109" y="3156"/>
                    </a:cubicBezTo>
                    <a:cubicBezTo>
                      <a:pt x="1498" y="3582"/>
                      <a:pt x="1998" y="3774"/>
                      <a:pt x="2490" y="3774"/>
                    </a:cubicBezTo>
                    <a:cubicBezTo>
                      <a:pt x="3429" y="3774"/>
                      <a:pt x="4339" y="3076"/>
                      <a:pt x="4391" y="1976"/>
                    </a:cubicBezTo>
                    <a:cubicBezTo>
                      <a:pt x="4441" y="935"/>
                      <a:pt x="3637" y="53"/>
                      <a:pt x="2596" y="3"/>
                    </a:cubicBezTo>
                    <a:cubicBezTo>
                      <a:pt x="2564" y="2"/>
                      <a:pt x="2532" y="1"/>
                      <a:pt x="25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3"/>
              <p:cNvSpPr/>
              <p:nvPr/>
            </p:nvSpPr>
            <p:spPr>
              <a:xfrm>
                <a:off x="2993518" y="1402899"/>
                <a:ext cx="256429" cy="219235"/>
              </a:xfrm>
              <a:custGeom>
                <a:avLst/>
                <a:gdLst/>
                <a:ahLst/>
                <a:cxnLst/>
                <a:rect l="l" t="t" r="r" b="b"/>
                <a:pathLst>
                  <a:path w="3276" h="2785" extrusionOk="0">
                    <a:moveTo>
                      <a:pt x="1835" y="0"/>
                    </a:moveTo>
                    <a:cubicBezTo>
                      <a:pt x="641" y="0"/>
                      <a:pt x="0" y="1428"/>
                      <a:pt x="817" y="2322"/>
                    </a:cubicBezTo>
                    <a:cubicBezTo>
                      <a:pt x="1105" y="2641"/>
                      <a:pt x="1475" y="2784"/>
                      <a:pt x="1840" y="2784"/>
                    </a:cubicBezTo>
                    <a:cubicBezTo>
                      <a:pt x="2530" y="2784"/>
                      <a:pt x="3197" y="2270"/>
                      <a:pt x="3236" y="1459"/>
                    </a:cubicBezTo>
                    <a:cubicBezTo>
                      <a:pt x="3276" y="686"/>
                      <a:pt x="2681" y="32"/>
                      <a:pt x="1907" y="2"/>
                    </a:cubicBezTo>
                    <a:cubicBezTo>
                      <a:pt x="1883" y="1"/>
                      <a:pt x="1859" y="0"/>
                      <a:pt x="18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3"/>
              <p:cNvSpPr/>
              <p:nvPr/>
            </p:nvSpPr>
            <p:spPr>
              <a:xfrm>
                <a:off x="3001502" y="1660550"/>
                <a:ext cx="96357" cy="66518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845" extrusionOk="0">
                    <a:moveTo>
                      <a:pt x="609" y="1"/>
                    </a:moveTo>
                    <a:cubicBezTo>
                      <a:pt x="284" y="1"/>
                      <a:pt x="20" y="176"/>
                      <a:pt x="11" y="407"/>
                    </a:cubicBezTo>
                    <a:cubicBezTo>
                      <a:pt x="1" y="636"/>
                      <a:pt x="268" y="834"/>
                      <a:pt x="606" y="844"/>
                    </a:cubicBezTo>
                    <a:cubicBezTo>
                      <a:pt x="615" y="844"/>
                      <a:pt x="623" y="844"/>
                      <a:pt x="632" y="844"/>
                    </a:cubicBezTo>
                    <a:cubicBezTo>
                      <a:pt x="957" y="844"/>
                      <a:pt x="1211" y="669"/>
                      <a:pt x="1220" y="447"/>
                    </a:cubicBezTo>
                    <a:cubicBezTo>
                      <a:pt x="1230" y="209"/>
                      <a:pt x="972" y="11"/>
                      <a:pt x="635" y="1"/>
                    </a:cubicBezTo>
                    <a:cubicBezTo>
                      <a:pt x="626" y="1"/>
                      <a:pt x="617" y="1"/>
                      <a:pt x="6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3"/>
              <p:cNvSpPr/>
              <p:nvPr/>
            </p:nvSpPr>
            <p:spPr>
              <a:xfrm>
                <a:off x="3485789" y="1651182"/>
                <a:ext cx="93226" cy="64157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815" extrusionOk="0">
                    <a:moveTo>
                      <a:pt x="579" y="1"/>
                    </a:moveTo>
                    <a:cubicBezTo>
                      <a:pt x="273" y="1"/>
                      <a:pt x="11" y="166"/>
                      <a:pt x="11" y="388"/>
                    </a:cubicBezTo>
                    <a:cubicBezTo>
                      <a:pt x="1" y="616"/>
                      <a:pt x="259" y="804"/>
                      <a:pt x="586" y="814"/>
                    </a:cubicBezTo>
                    <a:cubicBezTo>
                      <a:pt x="595" y="814"/>
                      <a:pt x="604" y="814"/>
                      <a:pt x="612" y="814"/>
                    </a:cubicBezTo>
                    <a:cubicBezTo>
                      <a:pt x="918" y="814"/>
                      <a:pt x="1171" y="649"/>
                      <a:pt x="1181" y="427"/>
                    </a:cubicBezTo>
                    <a:cubicBezTo>
                      <a:pt x="1191" y="199"/>
                      <a:pt x="933" y="11"/>
                      <a:pt x="606" y="1"/>
                    </a:cubicBezTo>
                    <a:cubicBezTo>
                      <a:pt x="597" y="1"/>
                      <a:pt x="588" y="1"/>
                      <a:pt x="5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3"/>
              <p:cNvSpPr/>
              <p:nvPr/>
            </p:nvSpPr>
            <p:spPr>
              <a:xfrm>
                <a:off x="3168619" y="1428877"/>
                <a:ext cx="62463" cy="5148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654" extrusionOk="0">
                    <a:moveTo>
                      <a:pt x="121" y="1"/>
                    </a:moveTo>
                    <a:cubicBezTo>
                      <a:pt x="36" y="1"/>
                      <a:pt x="0" y="152"/>
                      <a:pt x="97" y="187"/>
                    </a:cubicBezTo>
                    <a:cubicBezTo>
                      <a:pt x="295" y="277"/>
                      <a:pt x="464" y="425"/>
                      <a:pt x="583" y="604"/>
                    </a:cubicBezTo>
                    <a:cubicBezTo>
                      <a:pt x="605" y="639"/>
                      <a:pt x="638" y="654"/>
                      <a:pt x="670" y="654"/>
                    </a:cubicBezTo>
                    <a:cubicBezTo>
                      <a:pt x="736" y="654"/>
                      <a:pt x="798" y="592"/>
                      <a:pt x="751" y="525"/>
                    </a:cubicBezTo>
                    <a:cubicBezTo>
                      <a:pt x="612" y="297"/>
                      <a:pt x="404" y="108"/>
                      <a:pt x="156" y="9"/>
                    </a:cubicBezTo>
                    <a:cubicBezTo>
                      <a:pt x="144" y="3"/>
                      <a:pt x="132" y="1"/>
                      <a:pt x="12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3"/>
              <p:cNvSpPr/>
              <p:nvPr/>
            </p:nvSpPr>
            <p:spPr>
              <a:xfrm>
                <a:off x="3139657" y="1416597"/>
                <a:ext cx="26300" cy="17397"/>
              </a:xfrm>
              <a:custGeom>
                <a:avLst/>
                <a:gdLst/>
                <a:ahLst/>
                <a:cxnLst/>
                <a:rect l="l" t="t" r="r" b="b"/>
                <a:pathLst>
                  <a:path w="336" h="221" extrusionOk="0">
                    <a:moveTo>
                      <a:pt x="108" y="0"/>
                    </a:moveTo>
                    <a:cubicBezTo>
                      <a:pt x="67" y="0"/>
                      <a:pt x="26" y="29"/>
                      <a:pt x="11" y="76"/>
                    </a:cubicBezTo>
                    <a:cubicBezTo>
                      <a:pt x="1" y="125"/>
                      <a:pt x="20" y="175"/>
                      <a:pt x="80" y="195"/>
                    </a:cubicBezTo>
                    <a:lnTo>
                      <a:pt x="159" y="215"/>
                    </a:lnTo>
                    <a:cubicBezTo>
                      <a:pt x="172" y="219"/>
                      <a:pt x="184" y="220"/>
                      <a:pt x="195" y="220"/>
                    </a:cubicBezTo>
                    <a:cubicBezTo>
                      <a:pt x="298" y="220"/>
                      <a:pt x="336" y="72"/>
                      <a:pt x="229" y="36"/>
                    </a:cubicBezTo>
                    <a:lnTo>
                      <a:pt x="139" y="6"/>
                    </a:lnTo>
                    <a:cubicBezTo>
                      <a:pt x="129" y="2"/>
                      <a:pt x="118" y="0"/>
                      <a:pt x="1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3"/>
              <p:cNvSpPr/>
              <p:nvPr/>
            </p:nvSpPr>
            <p:spPr>
              <a:xfrm>
                <a:off x="3222707" y="1492168"/>
                <a:ext cx="16359" cy="18657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37" extrusionOk="0">
                    <a:moveTo>
                      <a:pt x="98" y="1"/>
                    </a:moveTo>
                    <a:cubicBezTo>
                      <a:pt x="86" y="1"/>
                      <a:pt x="73" y="3"/>
                      <a:pt x="60" y="8"/>
                    </a:cubicBezTo>
                    <a:cubicBezTo>
                      <a:pt x="20" y="38"/>
                      <a:pt x="1" y="87"/>
                      <a:pt x="20" y="137"/>
                    </a:cubicBezTo>
                    <a:cubicBezTo>
                      <a:pt x="20" y="187"/>
                      <a:pt x="60" y="236"/>
                      <a:pt x="110" y="236"/>
                    </a:cubicBezTo>
                    <a:cubicBezTo>
                      <a:pt x="169" y="236"/>
                      <a:pt x="209" y="197"/>
                      <a:pt x="209" y="147"/>
                    </a:cubicBezTo>
                    <a:cubicBezTo>
                      <a:pt x="209" y="117"/>
                      <a:pt x="199" y="78"/>
                      <a:pt x="189" y="58"/>
                    </a:cubicBezTo>
                    <a:cubicBezTo>
                      <a:pt x="167" y="21"/>
                      <a:pt x="134" y="1"/>
                      <a:pt x="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3"/>
              <p:cNvSpPr/>
              <p:nvPr/>
            </p:nvSpPr>
            <p:spPr>
              <a:xfrm>
                <a:off x="3223333" y="1502480"/>
                <a:ext cx="1018" cy="1260"/>
              </a:xfrm>
              <a:custGeom>
                <a:avLst/>
                <a:gdLst/>
                <a:ahLst/>
                <a:cxnLst/>
                <a:rect l="l" t="t" r="r" b="b"/>
                <a:pathLst>
                  <a:path w="13" h="16" extrusionOk="0">
                    <a:moveTo>
                      <a:pt x="1" y="0"/>
                    </a:moveTo>
                    <a:cubicBezTo>
                      <a:pt x="0" y="0"/>
                      <a:pt x="6" y="10"/>
                      <a:pt x="12" y="16"/>
                    </a:cubicBezTo>
                    <a:cubicBezTo>
                      <a:pt x="5" y="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3"/>
              <p:cNvSpPr/>
              <p:nvPr/>
            </p:nvSpPr>
            <p:spPr>
              <a:xfrm>
                <a:off x="3224273" y="1503661"/>
                <a:ext cx="78" cy="866"/>
              </a:xfrm>
              <a:custGeom>
                <a:avLst/>
                <a:gdLst/>
                <a:ahLst/>
                <a:cxnLst/>
                <a:rect l="l" t="t" r="r" b="b"/>
                <a:pathLst>
                  <a:path w="1" h="11" extrusionOk="0">
                    <a:moveTo>
                      <a:pt x="0" y="1"/>
                    </a:moveTo>
                    <a:cubicBezTo>
                      <a:pt x="0" y="11"/>
                      <a:pt x="0" y="11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3"/>
              <p:cNvSpPr/>
              <p:nvPr/>
            </p:nvSpPr>
            <p:spPr>
              <a:xfrm>
                <a:off x="3224273" y="1503661"/>
                <a:ext cx="78" cy="7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3"/>
              <p:cNvSpPr/>
              <p:nvPr/>
            </p:nvSpPr>
            <p:spPr>
              <a:xfrm>
                <a:off x="3251043" y="1348897"/>
                <a:ext cx="347384" cy="296932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3772" extrusionOk="0">
                    <a:moveTo>
                      <a:pt x="2485" y="1"/>
                    </a:moveTo>
                    <a:cubicBezTo>
                      <a:pt x="878" y="1"/>
                      <a:pt x="0" y="1934"/>
                      <a:pt x="1106" y="3147"/>
                    </a:cubicBezTo>
                    <a:cubicBezTo>
                      <a:pt x="1496" y="3578"/>
                      <a:pt x="1999" y="3772"/>
                      <a:pt x="2492" y="3772"/>
                    </a:cubicBezTo>
                    <a:cubicBezTo>
                      <a:pt x="3429" y="3772"/>
                      <a:pt x="4336" y="3074"/>
                      <a:pt x="4388" y="1977"/>
                    </a:cubicBezTo>
                    <a:cubicBezTo>
                      <a:pt x="4438" y="936"/>
                      <a:pt x="3634" y="53"/>
                      <a:pt x="2593" y="4"/>
                    </a:cubicBezTo>
                    <a:cubicBezTo>
                      <a:pt x="2557" y="2"/>
                      <a:pt x="2521" y="1"/>
                      <a:pt x="248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3"/>
              <p:cNvSpPr/>
              <p:nvPr/>
            </p:nvSpPr>
            <p:spPr>
              <a:xfrm>
                <a:off x="3292294" y="1389596"/>
                <a:ext cx="256507" cy="219471"/>
              </a:xfrm>
              <a:custGeom>
                <a:avLst/>
                <a:gdLst/>
                <a:ahLst/>
                <a:cxnLst/>
                <a:rect l="l" t="t" r="r" b="b"/>
                <a:pathLst>
                  <a:path w="3277" h="2788" extrusionOk="0">
                    <a:moveTo>
                      <a:pt x="1845" y="1"/>
                    </a:moveTo>
                    <a:cubicBezTo>
                      <a:pt x="651" y="1"/>
                      <a:pt x="1" y="1429"/>
                      <a:pt x="817" y="2332"/>
                    </a:cubicBezTo>
                    <a:cubicBezTo>
                      <a:pt x="1107" y="2646"/>
                      <a:pt x="1478" y="2787"/>
                      <a:pt x="1842" y="2787"/>
                    </a:cubicBezTo>
                    <a:cubicBezTo>
                      <a:pt x="2537" y="2787"/>
                      <a:pt x="3207" y="2273"/>
                      <a:pt x="3246" y="1460"/>
                    </a:cubicBezTo>
                    <a:cubicBezTo>
                      <a:pt x="3276" y="696"/>
                      <a:pt x="2691" y="42"/>
                      <a:pt x="1918" y="2"/>
                    </a:cubicBezTo>
                    <a:cubicBezTo>
                      <a:pt x="1893" y="1"/>
                      <a:pt x="1869" y="1"/>
                      <a:pt x="18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3"/>
              <p:cNvSpPr/>
              <p:nvPr/>
            </p:nvSpPr>
            <p:spPr>
              <a:xfrm>
                <a:off x="3467473" y="1416439"/>
                <a:ext cx="63403" cy="51247"/>
              </a:xfrm>
              <a:custGeom>
                <a:avLst/>
                <a:gdLst/>
                <a:ahLst/>
                <a:cxnLst/>
                <a:rect l="l" t="t" r="r" b="b"/>
                <a:pathLst>
                  <a:path w="810" h="651" extrusionOk="0">
                    <a:moveTo>
                      <a:pt x="127" y="0"/>
                    </a:moveTo>
                    <a:cubicBezTo>
                      <a:pt x="35" y="0"/>
                      <a:pt x="1" y="152"/>
                      <a:pt x="106" y="187"/>
                    </a:cubicBezTo>
                    <a:cubicBezTo>
                      <a:pt x="304" y="276"/>
                      <a:pt x="473" y="425"/>
                      <a:pt x="592" y="613"/>
                    </a:cubicBezTo>
                    <a:cubicBezTo>
                      <a:pt x="609" y="639"/>
                      <a:pt x="637" y="650"/>
                      <a:pt x="666" y="650"/>
                    </a:cubicBezTo>
                    <a:cubicBezTo>
                      <a:pt x="735" y="650"/>
                      <a:pt x="809" y="587"/>
                      <a:pt x="760" y="524"/>
                    </a:cubicBezTo>
                    <a:cubicBezTo>
                      <a:pt x="612" y="296"/>
                      <a:pt x="413" y="117"/>
                      <a:pt x="165" y="8"/>
                    </a:cubicBezTo>
                    <a:cubicBezTo>
                      <a:pt x="152" y="3"/>
                      <a:pt x="139" y="0"/>
                      <a:pt x="12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3"/>
              <p:cNvSpPr/>
              <p:nvPr/>
            </p:nvSpPr>
            <p:spPr>
              <a:xfrm>
                <a:off x="3436398" y="1404159"/>
                <a:ext cx="27005" cy="17082"/>
              </a:xfrm>
              <a:custGeom>
                <a:avLst/>
                <a:gdLst/>
                <a:ahLst/>
                <a:cxnLst/>
                <a:rect l="l" t="t" r="r" b="b"/>
                <a:pathLst>
                  <a:path w="345" h="217" extrusionOk="0">
                    <a:moveTo>
                      <a:pt x="140" y="0"/>
                    </a:moveTo>
                    <a:cubicBezTo>
                      <a:pt x="37" y="0"/>
                      <a:pt x="0" y="148"/>
                      <a:pt x="116" y="184"/>
                    </a:cubicBezTo>
                    <a:lnTo>
                      <a:pt x="206" y="214"/>
                    </a:lnTo>
                    <a:cubicBezTo>
                      <a:pt x="214" y="216"/>
                      <a:pt x="222" y="216"/>
                      <a:pt x="230" y="216"/>
                    </a:cubicBezTo>
                    <a:cubicBezTo>
                      <a:pt x="270" y="216"/>
                      <a:pt x="308" y="194"/>
                      <a:pt x="325" y="145"/>
                    </a:cubicBezTo>
                    <a:cubicBezTo>
                      <a:pt x="344" y="95"/>
                      <a:pt x="315" y="45"/>
                      <a:pt x="265" y="26"/>
                    </a:cubicBezTo>
                    <a:lnTo>
                      <a:pt x="176" y="6"/>
                    </a:lnTo>
                    <a:cubicBezTo>
                      <a:pt x="163" y="2"/>
                      <a:pt x="151" y="0"/>
                      <a:pt x="1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3"/>
              <p:cNvSpPr/>
              <p:nvPr/>
            </p:nvSpPr>
            <p:spPr>
              <a:xfrm>
                <a:off x="3522266" y="1479651"/>
                <a:ext cx="16438" cy="18263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32" extrusionOk="0">
                    <a:moveTo>
                      <a:pt x="95" y="1"/>
                    </a:moveTo>
                    <a:cubicBezTo>
                      <a:pt x="83" y="1"/>
                      <a:pt x="71" y="3"/>
                      <a:pt x="60" y="9"/>
                    </a:cubicBezTo>
                    <a:cubicBezTo>
                      <a:pt x="11" y="38"/>
                      <a:pt x="1" y="88"/>
                      <a:pt x="21" y="137"/>
                    </a:cubicBezTo>
                    <a:cubicBezTo>
                      <a:pt x="16" y="199"/>
                      <a:pt x="64" y="232"/>
                      <a:pt x="113" y="232"/>
                    </a:cubicBezTo>
                    <a:cubicBezTo>
                      <a:pt x="159" y="232"/>
                      <a:pt x="204" y="204"/>
                      <a:pt x="209" y="147"/>
                    </a:cubicBezTo>
                    <a:cubicBezTo>
                      <a:pt x="209" y="108"/>
                      <a:pt x="199" y="78"/>
                      <a:pt x="179" y="48"/>
                    </a:cubicBezTo>
                    <a:cubicBezTo>
                      <a:pt x="165" y="19"/>
                      <a:pt x="129" y="1"/>
                      <a:pt x="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3"/>
              <p:cNvSpPr/>
              <p:nvPr/>
            </p:nvSpPr>
            <p:spPr>
              <a:xfrm>
                <a:off x="3522657" y="1489491"/>
                <a:ext cx="470" cy="1023"/>
              </a:xfrm>
              <a:custGeom>
                <a:avLst/>
                <a:gdLst/>
                <a:ahLst/>
                <a:cxnLst/>
                <a:rect l="l" t="t" r="r" b="b"/>
                <a:pathLst>
                  <a:path w="6" h="13" extrusionOk="0">
                    <a:moveTo>
                      <a:pt x="2" y="1"/>
                    </a:moveTo>
                    <a:cubicBezTo>
                      <a:pt x="1" y="1"/>
                      <a:pt x="2" y="4"/>
                      <a:pt x="6" y="12"/>
                    </a:cubicBezTo>
                    <a:cubicBezTo>
                      <a:pt x="6" y="7"/>
                      <a:pt x="3" y="1"/>
                      <a:pt x="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3"/>
              <p:cNvSpPr/>
              <p:nvPr/>
            </p:nvSpPr>
            <p:spPr>
              <a:xfrm>
                <a:off x="3523048" y="1491223"/>
                <a:ext cx="78" cy="866"/>
              </a:xfrm>
              <a:custGeom>
                <a:avLst/>
                <a:gdLst/>
                <a:ahLst/>
                <a:cxnLst/>
                <a:rect l="l" t="t" r="r" b="b"/>
                <a:pathLst>
                  <a:path w="1" h="11" extrusionOk="0">
                    <a:moveTo>
                      <a:pt x="1" y="0"/>
                    </a:moveTo>
                    <a:cubicBezTo>
                      <a:pt x="1" y="1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3"/>
              <p:cNvSpPr/>
              <p:nvPr/>
            </p:nvSpPr>
            <p:spPr>
              <a:xfrm>
                <a:off x="3523048" y="1490436"/>
                <a:ext cx="78" cy="7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3"/>
              <p:cNvSpPr/>
              <p:nvPr/>
            </p:nvSpPr>
            <p:spPr>
              <a:xfrm>
                <a:off x="3187797" y="1621584"/>
                <a:ext cx="215804" cy="155393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1974" extrusionOk="0">
                    <a:moveTo>
                      <a:pt x="476" y="1973"/>
                    </a:moveTo>
                    <a:cubicBezTo>
                      <a:pt x="248" y="1805"/>
                      <a:pt x="90" y="1557"/>
                      <a:pt x="50" y="1279"/>
                    </a:cubicBezTo>
                    <a:cubicBezTo>
                      <a:pt x="20" y="1051"/>
                      <a:pt x="0" y="774"/>
                      <a:pt x="129" y="565"/>
                    </a:cubicBezTo>
                    <a:cubicBezTo>
                      <a:pt x="248" y="357"/>
                      <a:pt x="486" y="238"/>
                      <a:pt x="724" y="268"/>
                    </a:cubicBezTo>
                    <a:cubicBezTo>
                      <a:pt x="863" y="278"/>
                      <a:pt x="1002" y="327"/>
                      <a:pt x="1121" y="397"/>
                    </a:cubicBezTo>
                    <a:cubicBezTo>
                      <a:pt x="1279" y="506"/>
                      <a:pt x="1369" y="417"/>
                      <a:pt x="1498" y="298"/>
                    </a:cubicBezTo>
                    <a:cubicBezTo>
                      <a:pt x="1597" y="179"/>
                      <a:pt x="1736" y="89"/>
                      <a:pt x="1884" y="50"/>
                    </a:cubicBezTo>
                    <a:cubicBezTo>
                      <a:pt x="2172" y="0"/>
                      <a:pt x="2479" y="218"/>
                      <a:pt x="2608" y="456"/>
                    </a:cubicBezTo>
                    <a:cubicBezTo>
                      <a:pt x="2737" y="714"/>
                      <a:pt x="2757" y="1012"/>
                      <a:pt x="2678" y="1289"/>
                    </a:cubicBezTo>
                    <a:cubicBezTo>
                      <a:pt x="2628" y="1448"/>
                      <a:pt x="2559" y="1597"/>
                      <a:pt x="2469" y="1735"/>
                    </a:cubicBezTo>
                    <a:cubicBezTo>
                      <a:pt x="1805" y="1507"/>
                      <a:pt x="1071" y="1597"/>
                      <a:pt x="476" y="19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3"/>
              <p:cNvSpPr/>
              <p:nvPr/>
            </p:nvSpPr>
            <p:spPr>
              <a:xfrm>
                <a:off x="3225055" y="1719905"/>
                <a:ext cx="156080" cy="100762"/>
              </a:xfrm>
              <a:custGeom>
                <a:avLst/>
                <a:gdLst/>
                <a:ahLst/>
                <a:cxnLst/>
                <a:rect l="l" t="t" r="r" b="b"/>
                <a:pathLst>
                  <a:path w="1994" h="1280" extrusionOk="0">
                    <a:moveTo>
                      <a:pt x="0" y="724"/>
                    </a:moveTo>
                    <a:cubicBezTo>
                      <a:pt x="635" y="70"/>
                      <a:pt x="1190" y="1"/>
                      <a:pt x="1993" y="486"/>
                    </a:cubicBezTo>
                    <a:cubicBezTo>
                      <a:pt x="1458" y="1190"/>
                      <a:pt x="704" y="1280"/>
                      <a:pt x="0" y="7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3"/>
              <p:cNvSpPr/>
              <p:nvPr/>
            </p:nvSpPr>
            <p:spPr>
              <a:xfrm>
                <a:off x="2698030" y="2021166"/>
                <a:ext cx="49000" cy="37549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77" extrusionOk="0">
                    <a:moveTo>
                      <a:pt x="308" y="1"/>
                    </a:moveTo>
                    <a:cubicBezTo>
                      <a:pt x="1" y="1"/>
                      <a:pt x="1" y="477"/>
                      <a:pt x="308" y="477"/>
                    </a:cubicBezTo>
                    <a:cubicBezTo>
                      <a:pt x="625" y="477"/>
                      <a:pt x="625" y="1"/>
                      <a:pt x="3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3"/>
              <p:cNvSpPr/>
              <p:nvPr/>
            </p:nvSpPr>
            <p:spPr>
              <a:xfrm>
                <a:off x="3795524" y="1410063"/>
                <a:ext cx="49705" cy="3754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77" extrusionOk="0">
                    <a:moveTo>
                      <a:pt x="317" y="0"/>
                    </a:moveTo>
                    <a:cubicBezTo>
                      <a:pt x="0" y="0"/>
                      <a:pt x="0" y="476"/>
                      <a:pt x="317" y="476"/>
                    </a:cubicBezTo>
                    <a:cubicBezTo>
                      <a:pt x="635" y="476"/>
                      <a:pt x="635" y="0"/>
                      <a:pt x="31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3"/>
              <p:cNvSpPr/>
              <p:nvPr/>
            </p:nvSpPr>
            <p:spPr>
              <a:xfrm>
                <a:off x="2750866" y="1438087"/>
                <a:ext cx="142852" cy="145317"/>
              </a:xfrm>
              <a:custGeom>
                <a:avLst/>
                <a:gdLst/>
                <a:ahLst/>
                <a:cxnLst/>
                <a:rect l="l" t="t" r="r" b="b"/>
                <a:pathLst>
                  <a:path w="1825" h="1846" extrusionOk="0">
                    <a:moveTo>
                      <a:pt x="894" y="1"/>
                    </a:moveTo>
                    <a:cubicBezTo>
                      <a:pt x="894" y="1"/>
                      <a:pt x="893" y="1"/>
                      <a:pt x="892" y="1"/>
                    </a:cubicBezTo>
                    <a:cubicBezTo>
                      <a:pt x="803" y="1"/>
                      <a:pt x="734" y="655"/>
                      <a:pt x="684" y="705"/>
                    </a:cubicBezTo>
                    <a:cubicBezTo>
                      <a:pt x="605" y="794"/>
                      <a:pt x="0" y="854"/>
                      <a:pt x="0" y="933"/>
                    </a:cubicBezTo>
                    <a:cubicBezTo>
                      <a:pt x="10" y="1022"/>
                      <a:pt x="605" y="1062"/>
                      <a:pt x="684" y="1141"/>
                    </a:cubicBezTo>
                    <a:cubicBezTo>
                      <a:pt x="734" y="1181"/>
                      <a:pt x="833" y="1845"/>
                      <a:pt x="922" y="1845"/>
                    </a:cubicBezTo>
                    <a:cubicBezTo>
                      <a:pt x="1011" y="1835"/>
                      <a:pt x="1091" y="1181"/>
                      <a:pt x="1130" y="1141"/>
                    </a:cubicBezTo>
                    <a:cubicBezTo>
                      <a:pt x="1210" y="1052"/>
                      <a:pt x="1824" y="993"/>
                      <a:pt x="1824" y="903"/>
                    </a:cubicBezTo>
                    <a:cubicBezTo>
                      <a:pt x="1815" y="824"/>
                      <a:pt x="1210" y="784"/>
                      <a:pt x="1130" y="705"/>
                    </a:cubicBezTo>
                    <a:cubicBezTo>
                      <a:pt x="1081" y="656"/>
                      <a:pt x="983" y="1"/>
                      <a:pt x="89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3"/>
              <p:cNvSpPr/>
              <p:nvPr/>
            </p:nvSpPr>
            <p:spPr>
              <a:xfrm>
                <a:off x="3705429" y="1584113"/>
                <a:ext cx="143713" cy="145238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1845" extrusionOk="0">
                    <a:moveTo>
                      <a:pt x="905" y="0"/>
                    </a:moveTo>
                    <a:cubicBezTo>
                      <a:pt x="905" y="0"/>
                      <a:pt x="904" y="0"/>
                      <a:pt x="903" y="0"/>
                    </a:cubicBezTo>
                    <a:cubicBezTo>
                      <a:pt x="814" y="10"/>
                      <a:pt x="735" y="665"/>
                      <a:pt x="695" y="704"/>
                    </a:cubicBezTo>
                    <a:cubicBezTo>
                      <a:pt x="616" y="793"/>
                      <a:pt x="1" y="853"/>
                      <a:pt x="11" y="932"/>
                    </a:cubicBezTo>
                    <a:cubicBezTo>
                      <a:pt x="11" y="1022"/>
                      <a:pt x="616" y="1061"/>
                      <a:pt x="695" y="1141"/>
                    </a:cubicBezTo>
                    <a:cubicBezTo>
                      <a:pt x="745" y="1190"/>
                      <a:pt x="844" y="1845"/>
                      <a:pt x="933" y="1845"/>
                    </a:cubicBezTo>
                    <a:cubicBezTo>
                      <a:pt x="1022" y="1835"/>
                      <a:pt x="1102" y="1180"/>
                      <a:pt x="1141" y="1141"/>
                    </a:cubicBezTo>
                    <a:cubicBezTo>
                      <a:pt x="1221" y="1061"/>
                      <a:pt x="1835" y="992"/>
                      <a:pt x="1825" y="912"/>
                    </a:cubicBezTo>
                    <a:cubicBezTo>
                      <a:pt x="1825" y="823"/>
                      <a:pt x="1221" y="784"/>
                      <a:pt x="1141" y="704"/>
                    </a:cubicBezTo>
                    <a:cubicBezTo>
                      <a:pt x="1092" y="655"/>
                      <a:pt x="994" y="0"/>
                      <a:pt x="90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3"/>
              <p:cNvSpPr/>
              <p:nvPr/>
            </p:nvSpPr>
            <p:spPr>
              <a:xfrm>
                <a:off x="2859511" y="1779968"/>
                <a:ext cx="189426" cy="352351"/>
              </a:xfrm>
              <a:custGeom>
                <a:avLst/>
                <a:gdLst/>
                <a:ahLst/>
                <a:cxnLst/>
                <a:rect l="l" t="t" r="r" b="b"/>
                <a:pathLst>
                  <a:path w="2420" h="4476" extrusionOk="0">
                    <a:moveTo>
                      <a:pt x="1221" y="0"/>
                    </a:moveTo>
                    <a:cubicBezTo>
                      <a:pt x="1120" y="0"/>
                      <a:pt x="1030" y="77"/>
                      <a:pt x="1012" y="179"/>
                    </a:cubicBezTo>
                    <a:cubicBezTo>
                      <a:pt x="992" y="259"/>
                      <a:pt x="972" y="348"/>
                      <a:pt x="972" y="437"/>
                    </a:cubicBezTo>
                    <a:cubicBezTo>
                      <a:pt x="962" y="517"/>
                      <a:pt x="952" y="606"/>
                      <a:pt x="942" y="695"/>
                    </a:cubicBezTo>
                    <a:cubicBezTo>
                      <a:pt x="813" y="705"/>
                      <a:pt x="694" y="735"/>
                      <a:pt x="575" y="784"/>
                    </a:cubicBezTo>
                    <a:cubicBezTo>
                      <a:pt x="466" y="834"/>
                      <a:pt x="367" y="893"/>
                      <a:pt x="278" y="973"/>
                    </a:cubicBezTo>
                    <a:cubicBezTo>
                      <a:pt x="189" y="1052"/>
                      <a:pt x="129" y="1151"/>
                      <a:pt x="80" y="1260"/>
                    </a:cubicBezTo>
                    <a:cubicBezTo>
                      <a:pt x="30" y="1369"/>
                      <a:pt x="0" y="1498"/>
                      <a:pt x="10" y="1617"/>
                    </a:cubicBezTo>
                    <a:cubicBezTo>
                      <a:pt x="10" y="1756"/>
                      <a:pt x="60" y="1895"/>
                      <a:pt x="139" y="2004"/>
                    </a:cubicBezTo>
                    <a:cubicBezTo>
                      <a:pt x="208" y="2113"/>
                      <a:pt x="308" y="2212"/>
                      <a:pt x="417" y="2291"/>
                    </a:cubicBezTo>
                    <a:cubicBezTo>
                      <a:pt x="526" y="2381"/>
                      <a:pt x="645" y="2450"/>
                      <a:pt x="774" y="2510"/>
                    </a:cubicBezTo>
                    <a:cubicBezTo>
                      <a:pt x="893" y="2569"/>
                      <a:pt x="1022" y="2619"/>
                      <a:pt x="1140" y="2658"/>
                    </a:cubicBezTo>
                    <a:lnTo>
                      <a:pt x="1269" y="2698"/>
                    </a:lnTo>
                    <a:cubicBezTo>
                      <a:pt x="1319" y="2718"/>
                      <a:pt x="1369" y="2738"/>
                      <a:pt x="1418" y="2767"/>
                    </a:cubicBezTo>
                    <a:cubicBezTo>
                      <a:pt x="1468" y="2787"/>
                      <a:pt x="1507" y="2817"/>
                      <a:pt x="1547" y="2847"/>
                    </a:cubicBezTo>
                    <a:cubicBezTo>
                      <a:pt x="1587" y="2876"/>
                      <a:pt x="1607" y="2916"/>
                      <a:pt x="1607" y="2956"/>
                    </a:cubicBezTo>
                    <a:cubicBezTo>
                      <a:pt x="1616" y="2995"/>
                      <a:pt x="1597" y="3035"/>
                      <a:pt x="1567" y="3065"/>
                    </a:cubicBezTo>
                    <a:cubicBezTo>
                      <a:pt x="1537" y="3095"/>
                      <a:pt x="1507" y="3114"/>
                      <a:pt x="1468" y="3134"/>
                    </a:cubicBezTo>
                    <a:cubicBezTo>
                      <a:pt x="1428" y="3144"/>
                      <a:pt x="1388" y="3164"/>
                      <a:pt x="1349" y="3164"/>
                    </a:cubicBezTo>
                    <a:cubicBezTo>
                      <a:pt x="1309" y="3174"/>
                      <a:pt x="1269" y="3174"/>
                      <a:pt x="1240" y="3184"/>
                    </a:cubicBezTo>
                    <a:cubicBezTo>
                      <a:pt x="1160" y="3184"/>
                      <a:pt x="1081" y="3174"/>
                      <a:pt x="1002" y="3154"/>
                    </a:cubicBezTo>
                    <a:cubicBezTo>
                      <a:pt x="922" y="3134"/>
                      <a:pt x="853" y="3114"/>
                      <a:pt x="784" y="3095"/>
                    </a:cubicBezTo>
                    <a:cubicBezTo>
                      <a:pt x="714" y="3075"/>
                      <a:pt x="645" y="3045"/>
                      <a:pt x="575" y="3025"/>
                    </a:cubicBezTo>
                    <a:cubicBezTo>
                      <a:pt x="506" y="3005"/>
                      <a:pt x="436" y="3005"/>
                      <a:pt x="367" y="3005"/>
                    </a:cubicBezTo>
                    <a:cubicBezTo>
                      <a:pt x="288" y="3005"/>
                      <a:pt x="208" y="3035"/>
                      <a:pt x="159" y="3095"/>
                    </a:cubicBezTo>
                    <a:cubicBezTo>
                      <a:pt x="89" y="3144"/>
                      <a:pt x="60" y="3223"/>
                      <a:pt x="70" y="3303"/>
                    </a:cubicBezTo>
                    <a:cubicBezTo>
                      <a:pt x="70" y="3392"/>
                      <a:pt x="109" y="3471"/>
                      <a:pt x="169" y="3521"/>
                    </a:cubicBezTo>
                    <a:cubicBezTo>
                      <a:pt x="248" y="3580"/>
                      <a:pt x="327" y="3630"/>
                      <a:pt x="417" y="3660"/>
                    </a:cubicBezTo>
                    <a:cubicBezTo>
                      <a:pt x="506" y="3699"/>
                      <a:pt x="605" y="3719"/>
                      <a:pt x="704" y="3739"/>
                    </a:cubicBezTo>
                    <a:cubicBezTo>
                      <a:pt x="813" y="3759"/>
                      <a:pt x="893" y="3779"/>
                      <a:pt x="962" y="3789"/>
                    </a:cubicBezTo>
                    <a:cubicBezTo>
                      <a:pt x="982" y="3799"/>
                      <a:pt x="992" y="3808"/>
                      <a:pt x="992" y="3838"/>
                    </a:cubicBezTo>
                    <a:cubicBezTo>
                      <a:pt x="1002" y="3858"/>
                      <a:pt x="1012" y="3888"/>
                      <a:pt x="1012" y="3918"/>
                    </a:cubicBezTo>
                    <a:cubicBezTo>
                      <a:pt x="1022" y="3957"/>
                      <a:pt x="1022" y="3987"/>
                      <a:pt x="1022" y="4017"/>
                    </a:cubicBezTo>
                    <a:lnTo>
                      <a:pt x="1022" y="4076"/>
                    </a:lnTo>
                    <a:lnTo>
                      <a:pt x="1022" y="4156"/>
                    </a:lnTo>
                    <a:lnTo>
                      <a:pt x="1022" y="4245"/>
                    </a:lnTo>
                    <a:cubicBezTo>
                      <a:pt x="1022" y="4314"/>
                      <a:pt x="1061" y="4374"/>
                      <a:pt x="1121" y="4413"/>
                    </a:cubicBezTo>
                    <a:cubicBezTo>
                      <a:pt x="1172" y="4448"/>
                      <a:pt x="1231" y="4475"/>
                      <a:pt x="1292" y="4475"/>
                    </a:cubicBezTo>
                    <a:cubicBezTo>
                      <a:pt x="1301" y="4475"/>
                      <a:pt x="1310" y="4474"/>
                      <a:pt x="1319" y="4473"/>
                    </a:cubicBezTo>
                    <a:cubicBezTo>
                      <a:pt x="1329" y="4475"/>
                      <a:pt x="1339" y="4475"/>
                      <a:pt x="1350" y="4475"/>
                    </a:cubicBezTo>
                    <a:cubicBezTo>
                      <a:pt x="1399" y="4475"/>
                      <a:pt x="1446" y="4456"/>
                      <a:pt x="1488" y="4423"/>
                    </a:cubicBezTo>
                    <a:cubicBezTo>
                      <a:pt x="1527" y="4384"/>
                      <a:pt x="1557" y="4344"/>
                      <a:pt x="1577" y="4294"/>
                    </a:cubicBezTo>
                    <a:cubicBezTo>
                      <a:pt x="1587" y="4245"/>
                      <a:pt x="1597" y="4185"/>
                      <a:pt x="1597" y="4126"/>
                    </a:cubicBezTo>
                    <a:lnTo>
                      <a:pt x="1597" y="3957"/>
                    </a:lnTo>
                    <a:lnTo>
                      <a:pt x="1597" y="3818"/>
                    </a:lnTo>
                    <a:cubicBezTo>
                      <a:pt x="1597" y="3779"/>
                      <a:pt x="1607" y="3759"/>
                      <a:pt x="1626" y="3759"/>
                    </a:cubicBezTo>
                    <a:lnTo>
                      <a:pt x="1914" y="3670"/>
                    </a:lnTo>
                    <a:cubicBezTo>
                      <a:pt x="2003" y="3640"/>
                      <a:pt x="2092" y="3600"/>
                      <a:pt x="2172" y="3541"/>
                    </a:cubicBezTo>
                    <a:cubicBezTo>
                      <a:pt x="2251" y="3491"/>
                      <a:pt x="2310" y="3422"/>
                      <a:pt x="2350" y="3342"/>
                    </a:cubicBezTo>
                    <a:cubicBezTo>
                      <a:pt x="2400" y="3243"/>
                      <a:pt x="2420" y="3134"/>
                      <a:pt x="2410" y="3025"/>
                    </a:cubicBezTo>
                    <a:cubicBezTo>
                      <a:pt x="2410" y="2876"/>
                      <a:pt x="2370" y="2738"/>
                      <a:pt x="2291" y="2619"/>
                    </a:cubicBezTo>
                    <a:cubicBezTo>
                      <a:pt x="2201" y="2500"/>
                      <a:pt x="2102" y="2401"/>
                      <a:pt x="1993" y="2321"/>
                    </a:cubicBezTo>
                    <a:cubicBezTo>
                      <a:pt x="1864" y="2242"/>
                      <a:pt x="1745" y="2172"/>
                      <a:pt x="1607" y="2103"/>
                    </a:cubicBezTo>
                    <a:lnTo>
                      <a:pt x="1230" y="1934"/>
                    </a:lnTo>
                    <a:cubicBezTo>
                      <a:pt x="1121" y="1895"/>
                      <a:pt x="1031" y="1835"/>
                      <a:pt x="932" y="1786"/>
                    </a:cubicBezTo>
                    <a:cubicBezTo>
                      <a:pt x="863" y="1746"/>
                      <a:pt x="813" y="1687"/>
                      <a:pt x="813" y="1607"/>
                    </a:cubicBezTo>
                    <a:cubicBezTo>
                      <a:pt x="803" y="1568"/>
                      <a:pt x="823" y="1528"/>
                      <a:pt x="843" y="1498"/>
                    </a:cubicBezTo>
                    <a:cubicBezTo>
                      <a:pt x="873" y="1468"/>
                      <a:pt x="903" y="1439"/>
                      <a:pt x="942" y="1419"/>
                    </a:cubicBezTo>
                    <a:cubicBezTo>
                      <a:pt x="982" y="1399"/>
                      <a:pt x="1022" y="1389"/>
                      <a:pt x="1071" y="1379"/>
                    </a:cubicBezTo>
                    <a:cubicBezTo>
                      <a:pt x="1101" y="1369"/>
                      <a:pt x="1140" y="1369"/>
                      <a:pt x="1180" y="1369"/>
                    </a:cubicBezTo>
                    <a:cubicBezTo>
                      <a:pt x="1201" y="1367"/>
                      <a:pt x="1223" y="1365"/>
                      <a:pt x="1244" y="1365"/>
                    </a:cubicBezTo>
                    <a:cubicBezTo>
                      <a:pt x="1302" y="1365"/>
                      <a:pt x="1360" y="1375"/>
                      <a:pt x="1418" y="1389"/>
                    </a:cubicBezTo>
                    <a:cubicBezTo>
                      <a:pt x="1488" y="1409"/>
                      <a:pt x="1547" y="1419"/>
                      <a:pt x="1607" y="1439"/>
                    </a:cubicBezTo>
                    <a:lnTo>
                      <a:pt x="1785" y="1498"/>
                    </a:lnTo>
                    <a:cubicBezTo>
                      <a:pt x="1844" y="1518"/>
                      <a:pt x="1904" y="1528"/>
                      <a:pt x="1973" y="1528"/>
                    </a:cubicBezTo>
                    <a:cubicBezTo>
                      <a:pt x="2013" y="1518"/>
                      <a:pt x="2053" y="1518"/>
                      <a:pt x="2092" y="1498"/>
                    </a:cubicBezTo>
                    <a:cubicBezTo>
                      <a:pt x="2142" y="1488"/>
                      <a:pt x="2182" y="1468"/>
                      <a:pt x="2221" y="1449"/>
                    </a:cubicBezTo>
                    <a:cubicBezTo>
                      <a:pt x="2261" y="1419"/>
                      <a:pt x="2301" y="1389"/>
                      <a:pt x="2330" y="1359"/>
                    </a:cubicBezTo>
                    <a:cubicBezTo>
                      <a:pt x="2350" y="1320"/>
                      <a:pt x="2360" y="1270"/>
                      <a:pt x="2360" y="1230"/>
                    </a:cubicBezTo>
                    <a:cubicBezTo>
                      <a:pt x="2360" y="1211"/>
                      <a:pt x="2360" y="1181"/>
                      <a:pt x="2360" y="1161"/>
                    </a:cubicBezTo>
                    <a:cubicBezTo>
                      <a:pt x="2350" y="1141"/>
                      <a:pt x="2340" y="1121"/>
                      <a:pt x="2330" y="1102"/>
                    </a:cubicBezTo>
                    <a:cubicBezTo>
                      <a:pt x="2281" y="1022"/>
                      <a:pt x="2221" y="963"/>
                      <a:pt x="2162" y="913"/>
                    </a:cubicBezTo>
                    <a:cubicBezTo>
                      <a:pt x="2092" y="864"/>
                      <a:pt x="2013" y="814"/>
                      <a:pt x="1934" y="784"/>
                    </a:cubicBezTo>
                    <a:cubicBezTo>
                      <a:pt x="1854" y="745"/>
                      <a:pt x="1775" y="715"/>
                      <a:pt x="1686" y="695"/>
                    </a:cubicBezTo>
                    <a:cubicBezTo>
                      <a:pt x="1597" y="665"/>
                      <a:pt x="1517" y="645"/>
                      <a:pt x="1438" y="636"/>
                    </a:cubicBezTo>
                    <a:cubicBezTo>
                      <a:pt x="1448" y="556"/>
                      <a:pt x="1448" y="477"/>
                      <a:pt x="1458" y="398"/>
                    </a:cubicBezTo>
                    <a:cubicBezTo>
                      <a:pt x="1468" y="318"/>
                      <a:pt x="1468" y="239"/>
                      <a:pt x="1468" y="160"/>
                    </a:cubicBezTo>
                    <a:cubicBezTo>
                      <a:pt x="1468" y="110"/>
                      <a:pt x="1438" y="60"/>
                      <a:pt x="1388" y="41"/>
                    </a:cubicBezTo>
                    <a:cubicBezTo>
                      <a:pt x="1349" y="11"/>
                      <a:pt x="1289" y="1"/>
                      <a:pt x="1240" y="1"/>
                    </a:cubicBezTo>
                    <a:cubicBezTo>
                      <a:pt x="1233" y="0"/>
                      <a:pt x="1227" y="0"/>
                      <a:pt x="12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3"/>
              <p:cNvSpPr/>
              <p:nvPr/>
            </p:nvSpPr>
            <p:spPr>
              <a:xfrm>
                <a:off x="2812938" y="2181991"/>
                <a:ext cx="281790" cy="339598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4314" extrusionOk="0">
                    <a:moveTo>
                      <a:pt x="0" y="0"/>
                    </a:moveTo>
                    <a:lnTo>
                      <a:pt x="0" y="4314"/>
                    </a:lnTo>
                    <a:lnTo>
                      <a:pt x="3600" y="4314"/>
                    </a:lnTo>
                    <a:lnTo>
                      <a:pt x="360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3"/>
              <p:cNvSpPr/>
              <p:nvPr/>
            </p:nvSpPr>
            <p:spPr>
              <a:xfrm>
                <a:off x="3139657" y="1955593"/>
                <a:ext cx="274824" cy="569933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7240" extrusionOk="0">
                    <a:moveTo>
                      <a:pt x="1" y="1"/>
                    </a:moveTo>
                    <a:lnTo>
                      <a:pt x="1" y="7239"/>
                    </a:lnTo>
                    <a:lnTo>
                      <a:pt x="3511" y="7239"/>
                    </a:lnTo>
                    <a:lnTo>
                      <a:pt x="35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3"/>
              <p:cNvSpPr/>
              <p:nvPr/>
            </p:nvSpPr>
            <p:spPr>
              <a:xfrm>
                <a:off x="3462542" y="1809646"/>
                <a:ext cx="273258" cy="717375"/>
              </a:xfrm>
              <a:custGeom>
                <a:avLst/>
                <a:gdLst/>
                <a:ahLst/>
                <a:cxnLst/>
                <a:rect l="l" t="t" r="r" b="b"/>
                <a:pathLst>
                  <a:path w="3491" h="9113" extrusionOk="0">
                    <a:moveTo>
                      <a:pt x="0" y="1"/>
                    </a:moveTo>
                    <a:lnTo>
                      <a:pt x="0" y="9113"/>
                    </a:lnTo>
                    <a:lnTo>
                      <a:pt x="3491" y="9113"/>
                    </a:lnTo>
                    <a:lnTo>
                      <a:pt x="349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3"/>
              <p:cNvSpPr/>
              <p:nvPr/>
            </p:nvSpPr>
            <p:spPr>
              <a:xfrm>
                <a:off x="2812938" y="2355254"/>
                <a:ext cx="281790" cy="167123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2123" extrusionOk="0">
                    <a:moveTo>
                      <a:pt x="3600" y="20"/>
                    </a:moveTo>
                    <a:lnTo>
                      <a:pt x="2618" y="1"/>
                    </a:lnTo>
                    <a:lnTo>
                      <a:pt x="0" y="1498"/>
                    </a:lnTo>
                    <a:lnTo>
                      <a:pt x="0" y="2122"/>
                    </a:lnTo>
                    <a:lnTo>
                      <a:pt x="407" y="2122"/>
                    </a:lnTo>
                    <a:lnTo>
                      <a:pt x="2618" y="784"/>
                    </a:lnTo>
                    <a:lnTo>
                      <a:pt x="3600" y="79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3"/>
              <p:cNvSpPr/>
              <p:nvPr/>
            </p:nvSpPr>
            <p:spPr>
              <a:xfrm>
                <a:off x="3139657" y="2246778"/>
                <a:ext cx="274824" cy="174129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212" extrusionOk="0">
                    <a:moveTo>
                      <a:pt x="1" y="1408"/>
                    </a:moveTo>
                    <a:lnTo>
                      <a:pt x="1" y="2182"/>
                    </a:lnTo>
                    <a:lnTo>
                      <a:pt x="1686" y="2211"/>
                    </a:lnTo>
                    <a:lnTo>
                      <a:pt x="3511" y="883"/>
                    </a:lnTo>
                    <a:lnTo>
                      <a:pt x="3511" y="0"/>
                    </a:lnTo>
                    <a:lnTo>
                      <a:pt x="1567" y="142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3"/>
              <p:cNvSpPr/>
              <p:nvPr/>
            </p:nvSpPr>
            <p:spPr>
              <a:xfrm>
                <a:off x="3462542" y="2009516"/>
                <a:ext cx="273258" cy="270876"/>
              </a:xfrm>
              <a:custGeom>
                <a:avLst/>
                <a:gdLst/>
                <a:ahLst/>
                <a:cxnLst/>
                <a:rect l="l" t="t" r="r" b="b"/>
                <a:pathLst>
                  <a:path w="3491" h="3441" extrusionOk="0">
                    <a:moveTo>
                      <a:pt x="0" y="3441"/>
                    </a:moveTo>
                    <a:lnTo>
                      <a:pt x="3491" y="892"/>
                    </a:lnTo>
                    <a:lnTo>
                      <a:pt x="3491" y="0"/>
                    </a:lnTo>
                    <a:lnTo>
                      <a:pt x="0" y="25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3"/>
              <p:cNvSpPr/>
              <p:nvPr/>
            </p:nvSpPr>
            <p:spPr>
              <a:xfrm>
                <a:off x="3684530" y="2211826"/>
                <a:ext cx="23326" cy="261193"/>
              </a:xfrm>
              <a:custGeom>
                <a:avLst/>
                <a:gdLst/>
                <a:ahLst/>
                <a:cxnLst/>
                <a:rect l="l" t="t" r="r" b="b"/>
                <a:pathLst>
                  <a:path w="298" h="3318" extrusionOk="0">
                    <a:moveTo>
                      <a:pt x="124" y="1"/>
                    </a:moveTo>
                    <a:cubicBezTo>
                      <a:pt x="62" y="1"/>
                      <a:pt x="0" y="43"/>
                      <a:pt x="0" y="127"/>
                    </a:cubicBezTo>
                    <a:cubicBezTo>
                      <a:pt x="0" y="1148"/>
                      <a:pt x="50" y="2170"/>
                      <a:pt x="50" y="3191"/>
                    </a:cubicBezTo>
                    <a:cubicBezTo>
                      <a:pt x="50" y="3275"/>
                      <a:pt x="112" y="3317"/>
                      <a:pt x="174" y="3317"/>
                    </a:cubicBezTo>
                    <a:cubicBezTo>
                      <a:pt x="236" y="3317"/>
                      <a:pt x="298" y="3275"/>
                      <a:pt x="298" y="3191"/>
                    </a:cubicBezTo>
                    <a:cubicBezTo>
                      <a:pt x="298" y="2170"/>
                      <a:pt x="248" y="1148"/>
                      <a:pt x="248" y="127"/>
                    </a:cubicBezTo>
                    <a:cubicBezTo>
                      <a:pt x="248" y="43"/>
                      <a:pt x="186" y="1"/>
                      <a:pt x="12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3"/>
              <p:cNvSpPr/>
              <p:nvPr/>
            </p:nvSpPr>
            <p:spPr>
              <a:xfrm>
                <a:off x="3679833" y="2170262"/>
                <a:ext cx="25674" cy="19601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49" extrusionOk="0">
                    <a:moveTo>
                      <a:pt x="159" y="1"/>
                    </a:moveTo>
                    <a:cubicBezTo>
                      <a:pt x="1" y="1"/>
                      <a:pt x="1" y="249"/>
                      <a:pt x="159" y="249"/>
                    </a:cubicBezTo>
                    <a:cubicBezTo>
                      <a:pt x="328" y="249"/>
                      <a:pt x="328" y="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3"/>
              <p:cNvSpPr/>
              <p:nvPr/>
            </p:nvSpPr>
            <p:spPr>
              <a:xfrm>
                <a:off x="2561440" y="1671256"/>
                <a:ext cx="64185" cy="560093"/>
              </a:xfrm>
              <a:custGeom>
                <a:avLst/>
                <a:gdLst/>
                <a:ahLst/>
                <a:cxnLst/>
                <a:rect l="l" t="t" r="r" b="b"/>
                <a:pathLst>
                  <a:path w="820" h="7115" extrusionOk="0">
                    <a:moveTo>
                      <a:pt x="457" y="0"/>
                    </a:moveTo>
                    <a:cubicBezTo>
                      <a:pt x="335" y="0"/>
                      <a:pt x="213" y="78"/>
                      <a:pt x="199" y="242"/>
                    </a:cubicBezTo>
                    <a:cubicBezTo>
                      <a:pt x="1" y="2453"/>
                      <a:pt x="100" y="4674"/>
                      <a:pt x="288" y="6885"/>
                    </a:cubicBezTo>
                    <a:cubicBezTo>
                      <a:pt x="302" y="7041"/>
                      <a:pt x="420" y="7114"/>
                      <a:pt x="540" y="7114"/>
                    </a:cubicBezTo>
                    <a:cubicBezTo>
                      <a:pt x="679" y="7114"/>
                      <a:pt x="820" y="7016"/>
                      <a:pt x="804" y="6835"/>
                    </a:cubicBezTo>
                    <a:cubicBezTo>
                      <a:pt x="615" y="4664"/>
                      <a:pt x="516" y="2473"/>
                      <a:pt x="715" y="281"/>
                    </a:cubicBezTo>
                    <a:cubicBezTo>
                      <a:pt x="730" y="98"/>
                      <a:pt x="594" y="0"/>
                      <a:pt x="4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3"/>
              <p:cNvSpPr/>
              <p:nvPr/>
            </p:nvSpPr>
            <p:spPr>
              <a:xfrm>
                <a:off x="2587192" y="2289523"/>
                <a:ext cx="54871" cy="41013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21" extrusionOk="0">
                    <a:moveTo>
                      <a:pt x="352" y="1"/>
                    </a:moveTo>
                    <a:cubicBezTo>
                      <a:pt x="341" y="1"/>
                      <a:pt x="329" y="1"/>
                      <a:pt x="316" y="3"/>
                    </a:cubicBezTo>
                    <a:cubicBezTo>
                      <a:pt x="1" y="31"/>
                      <a:pt x="45" y="520"/>
                      <a:pt x="341" y="520"/>
                    </a:cubicBezTo>
                    <a:cubicBezTo>
                      <a:pt x="352" y="520"/>
                      <a:pt x="364" y="520"/>
                      <a:pt x="376" y="518"/>
                    </a:cubicBezTo>
                    <a:cubicBezTo>
                      <a:pt x="700" y="480"/>
                      <a:pt x="657" y="1"/>
                      <a:pt x="35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3"/>
              <p:cNvSpPr/>
              <p:nvPr/>
            </p:nvSpPr>
            <p:spPr>
              <a:xfrm>
                <a:off x="2574825" y="1580019"/>
                <a:ext cx="55106" cy="41722"/>
              </a:xfrm>
              <a:custGeom>
                <a:avLst/>
                <a:gdLst/>
                <a:ahLst/>
                <a:cxnLst/>
                <a:rect l="l" t="t" r="r" b="b"/>
                <a:pathLst>
                  <a:path w="704" h="530" extrusionOk="0">
                    <a:moveTo>
                      <a:pt x="349" y="1"/>
                    </a:moveTo>
                    <a:cubicBezTo>
                      <a:pt x="44" y="1"/>
                      <a:pt x="1" y="490"/>
                      <a:pt x="325" y="528"/>
                    </a:cubicBezTo>
                    <a:cubicBezTo>
                      <a:pt x="335" y="529"/>
                      <a:pt x="344" y="529"/>
                      <a:pt x="352" y="529"/>
                    </a:cubicBezTo>
                    <a:cubicBezTo>
                      <a:pt x="656" y="529"/>
                      <a:pt x="703" y="41"/>
                      <a:pt x="385" y="3"/>
                    </a:cubicBezTo>
                    <a:cubicBezTo>
                      <a:pt x="373" y="1"/>
                      <a:pt x="361" y="1"/>
                      <a:pt x="3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3"/>
              <p:cNvSpPr/>
              <p:nvPr/>
            </p:nvSpPr>
            <p:spPr>
              <a:xfrm>
                <a:off x="3972738" y="1673696"/>
                <a:ext cx="64968" cy="559306"/>
              </a:xfrm>
              <a:custGeom>
                <a:avLst/>
                <a:gdLst/>
                <a:ahLst/>
                <a:cxnLst/>
                <a:rect l="l" t="t" r="r" b="b"/>
                <a:pathLst>
                  <a:path w="830" h="7105" extrusionOk="0">
                    <a:moveTo>
                      <a:pt x="377" y="0"/>
                    </a:moveTo>
                    <a:cubicBezTo>
                      <a:pt x="241" y="0"/>
                      <a:pt x="105" y="96"/>
                      <a:pt x="116" y="270"/>
                    </a:cubicBezTo>
                    <a:cubicBezTo>
                      <a:pt x="304" y="2462"/>
                      <a:pt x="205" y="4653"/>
                      <a:pt x="17" y="6834"/>
                    </a:cubicBezTo>
                    <a:cubicBezTo>
                      <a:pt x="1" y="7009"/>
                      <a:pt x="143" y="7104"/>
                      <a:pt x="283" y="7104"/>
                    </a:cubicBezTo>
                    <a:cubicBezTo>
                      <a:pt x="406" y="7104"/>
                      <a:pt x="528" y="7031"/>
                      <a:pt x="542" y="6874"/>
                    </a:cubicBezTo>
                    <a:cubicBezTo>
                      <a:pt x="731" y="4673"/>
                      <a:pt x="830" y="2442"/>
                      <a:pt x="631" y="231"/>
                    </a:cubicBezTo>
                    <a:cubicBezTo>
                      <a:pt x="613" y="73"/>
                      <a:pt x="495" y="0"/>
                      <a:pt x="37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3"/>
              <p:cNvSpPr/>
              <p:nvPr/>
            </p:nvSpPr>
            <p:spPr>
              <a:xfrm>
                <a:off x="3957083" y="2291097"/>
                <a:ext cx="54636" cy="41092"/>
              </a:xfrm>
              <a:custGeom>
                <a:avLst/>
                <a:gdLst/>
                <a:ahLst/>
                <a:cxnLst/>
                <a:rect l="l" t="t" r="r" b="b"/>
                <a:pathLst>
                  <a:path w="698" h="522" extrusionOk="0">
                    <a:moveTo>
                      <a:pt x="349" y="0"/>
                    </a:moveTo>
                    <a:cubicBezTo>
                      <a:pt x="44" y="0"/>
                      <a:pt x="1" y="480"/>
                      <a:pt x="316" y="518"/>
                    </a:cubicBezTo>
                    <a:cubicBezTo>
                      <a:pt x="331" y="520"/>
                      <a:pt x="345" y="521"/>
                      <a:pt x="359" y="521"/>
                    </a:cubicBezTo>
                    <a:cubicBezTo>
                      <a:pt x="657" y="521"/>
                      <a:pt x="698" y="31"/>
                      <a:pt x="385" y="3"/>
                    </a:cubicBezTo>
                    <a:cubicBezTo>
                      <a:pt x="373" y="1"/>
                      <a:pt x="361" y="0"/>
                      <a:pt x="3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3"/>
              <p:cNvSpPr/>
              <p:nvPr/>
            </p:nvSpPr>
            <p:spPr>
              <a:xfrm>
                <a:off x="3968511" y="1581594"/>
                <a:ext cx="55810" cy="41722"/>
              </a:xfrm>
              <a:custGeom>
                <a:avLst/>
                <a:gdLst/>
                <a:ahLst/>
                <a:cxnLst/>
                <a:rect l="l" t="t" r="r" b="b"/>
                <a:pathLst>
                  <a:path w="713" h="530" extrusionOk="0">
                    <a:moveTo>
                      <a:pt x="363" y="0"/>
                    </a:moveTo>
                    <a:cubicBezTo>
                      <a:pt x="352" y="0"/>
                      <a:pt x="340" y="1"/>
                      <a:pt x="328" y="3"/>
                    </a:cubicBezTo>
                    <a:cubicBezTo>
                      <a:pt x="1" y="41"/>
                      <a:pt x="48" y="529"/>
                      <a:pt x="360" y="529"/>
                    </a:cubicBezTo>
                    <a:cubicBezTo>
                      <a:pt x="369" y="529"/>
                      <a:pt x="378" y="529"/>
                      <a:pt x="388" y="528"/>
                    </a:cubicBezTo>
                    <a:cubicBezTo>
                      <a:pt x="713" y="490"/>
                      <a:pt x="660" y="0"/>
                      <a:pt x="36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3"/>
              <p:cNvSpPr/>
              <p:nvPr/>
            </p:nvSpPr>
            <p:spPr>
              <a:xfrm>
                <a:off x="2722139" y="1874432"/>
                <a:ext cx="1196825" cy="669828"/>
              </a:xfrm>
              <a:custGeom>
                <a:avLst/>
                <a:gdLst/>
                <a:ahLst/>
                <a:cxnLst/>
                <a:rect l="l" t="t" r="r" b="b"/>
                <a:pathLst>
                  <a:path w="15290" h="8509" extrusionOk="0">
                    <a:moveTo>
                      <a:pt x="0" y="7874"/>
                    </a:moveTo>
                    <a:lnTo>
                      <a:pt x="3778" y="5712"/>
                    </a:lnTo>
                    <a:lnTo>
                      <a:pt x="6901" y="5762"/>
                    </a:lnTo>
                    <a:lnTo>
                      <a:pt x="13832" y="665"/>
                    </a:lnTo>
                    <a:lnTo>
                      <a:pt x="13445" y="1"/>
                    </a:lnTo>
                    <a:lnTo>
                      <a:pt x="15290" y="30"/>
                    </a:lnTo>
                    <a:lnTo>
                      <a:pt x="14754" y="1795"/>
                    </a:lnTo>
                    <a:lnTo>
                      <a:pt x="14318" y="1220"/>
                    </a:lnTo>
                    <a:lnTo>
                      <a:pt x="7020" y="6545"/>
                    </a:lnTo>
                    <a:lnTo>
                      <a:pt x="3778" y="6485"/>
                    </a:lnTo>
                    <a:lnTo>
                      <a:pt x="427" y="850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29" name="Google Shape;1629;p33"/>
          <p:cNvGrpSpPr/>
          <p:nvPr/>
        </p:nvGrpSpPr>
        <p:grpSpPr>
          <a:xfrm>
            <a:off x="7989454" y="2438264"/>
            <a:ext cx="273484" cy="274317"/>
            <a:chOff x="5885615" y="165400"/>
            <a:chExt cx="364743" cy="365756"/>
          </a:xfrm>
        </p:grpSpPr>
        <p:sp>
          <p:nvSpPr>
            <p:cNvPr id="1630" name="Google Shape;1630;p3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2" name="Google Shape;1632;p33"/>
          <p:cNvGrpSpPr/>
          <p:nvPr/>
        </p:nvGrpSpPr>
        <p:grpSpPr>
          <a:xfrm>
            <a:off x="8430773" y="2846038"/>
            <a:ext cx="274452" cy="274317"/>
            <a:chOff x="2167548" y="1796250"/>
            <a:chExt cx="274452" cy="274317"/>
          </a:xfrm>
        </p:grpSpPr>
        <p:sp>
          <p:nvSpPr>
            <p:cNvPr id="1633" name="Google Shape;1633;p3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5" name="Google Shape;1635;p33"/>
          <p:cNvGrpSpPr/>
          <p:nvPr/>
        </p:nvGrpSpPr>
        <p:grpSpPr>
          <a:xfrm rot="1800044">
            <a:off x="8430676" y="2023026"/>
            <a:ext cx="376070" cy="365758"/>
            <a:chOff x="1243851" y="2712376"/>
            <a:chExt cx="376078" cy="365766"/>
          </a:xfrm>
        </p:grpSpPr>
        <p:sp>
          <p:nvSpPr>
            <p:cNvPr id="1636" name="Google Shape;1636;p33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3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8" name="Google Shape;1638;p33"/>
          <p:cNvGrpSpPr/>
          <p:nvPr/>
        </p:nvGrpSpPr>
        <p:grpSpPr>
          <a:xfrm>
            <a:off x="7725519" y="1653374"/>
            <a:ext cx="537441" cy="456890"/>
            <a:chOff x="3824894" y="3938349"/>
            <a:chExt cx="537441" cy="456890"/>
          </a:xfrm>
        </p:grpSpPr>
        <p:sp>
          <p:nvSpPr>
            <p:cNvPr id="1639" name="Google Shape;1639;p33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40" name="Google Shape;1640;p33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1641" name="Google Shape;1641;p33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3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3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3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45" name="Google Shape;1645;p33"/>
          <p:cNvGrpSpPr/>
          <p:nvPr/>
        </p:nvGrpSpPr>
        <p:grpSpPr>
          <a:xfrm>
            <a:off x="530352" y="543163"/>
            <a:ext cx="1233488" cy="1371591"/>
            <a:chOff x="6009483" y="2686671"/>
            <a:chExt cx="1233488" cy="1371591"/>
          </a:xfrm>
        </p:grpSpPr>
        <p:sp>
          <p:nvSpPr>
            <p:cNvPr id="1646" name="Google Shape;1646;p33"/>
            <p:cNvSpPr/>
            <p:nvPr/>
          </p:nvSpPr>
          <p:spPr>
            <a:xfrm>
              <a:off x="6009750" y="2687150"/>
              <a:ext cx="1232952" cy="1370631"/>
            </a:xfrm>
            <a:custGeom>
              <a:avLst/>
              <a:gdLst/>
              <a:ahLst/>
              <a:cxnLst/>
              <a:rect l="l" t="t" r="r" b="b"/>
              <a:pathLst>
                <a:path w="23034" h="25713" extrusionOk="0">
                  <a:moveTo>
                    <a:pt x="10829" y="0"/>
                  </a:moveTo>
                  <a:cubicBezTo>
                    <a:pt x="10790" y="0"/>
                    <a:pt x="10750" y="4"/>
                    <a:pt x="10709" y="14"/>
                  </a:cubicBezTo>
                  <a:lnTo>
                    <a:pt x="4244" y="1233"/>
                  </a:lnTo>
                  <a:cubicBezTo>
                    <a:pt x="4026" y="1273"/>
                    <a:pt x="3878" y="1422"/>
                    <a:pt x="3927" y="1571"/>
                  </a:cubicBezTo>
                  <a:cubicBezTo>
                    <a:pt x="4175" y="2294"/>
                    <a:pt x="4423" y="3018"/>
                    <a:pt x="4671" y="3752"/>
                  </a:cubicBezTo>
                  <a:lnTo>
                    <a:pt x="3045" y="4208"/>
                  </a:lnTo>
                  <a:cubicBezTo>
                    <a:pt x="3045" y="4069"/>
                    <a:pt x="2033" y="4000"/>
                    <a:pt x="1894" y="3861"/>
                  </a:cubicBezTo>
                  <a:cubicBezTo>
                    <a:pt x="1815" y="3782"/>
                    <a:pt x="1648" y="2691"/>
                    <a:pt x="1500" y="2691"/>
                  </a:cubicBezTo>
                  <a:cubicBezTo>
                    <a:pt x="1499" y="2691"/>
                    <a:pt x="1499" y="2691"/>
                    <a:pt x="1498" y="2691"/>
                  </a:cubicBezTo>
                  <a:cubicBezTo>
                    <a:pt x="1359" y="2701"/>
                    <a:pt x="1220" y="3792"/>
                    <a:pt x="1151" y="3861"/>
                  </a:cubicBezTo>
                  <a:cubicBezTo>
                    <a:pt x="1012" y="4010"/>
                    <a:pt x="1" y="4109"/>
                    <a:pt x="11" y="4258"/>
                  </a:cubicBezTo>
                  <a:cubicBezTo>
                    <a:pt x="11" y="4396"/>
                    <a:pt x="1012" y="4456"/>
                    <a:pt x="1161" y="4595"/>
                  </a:cubicBezTo>
                  <a:cubicBezTo>
                    <a:pt x="1230" y="4674"/>
                    <a:pt x="1409" y="5775"/>
                    <a:pt x="1547" y="5775"/>
                  </a:cubicBezTo>
                  <a:lnTo>
                    <a:pt x="2241" y="6935"/>
                  </a:lnTo>
                  <a:cubicBezTo>
                    <a:pt x="3392" y="12586"/>
                    <a:pt x="4532" y="18238"/>
                    <a:pt x="5682" y="23890"/>
                  </a:cubicBezTo>
                  <a:cubicBezTo>
                    <a:pt x="5742" y="24138"/>
                    <a:pt x="5880" y="24356"/>
                    <a:pt x="6079" y="24525"/>
                  </a:cubicBezTo>
                  <a:cubicBezTo>
                    <a:pt x="6079" y="24525"/>
                    <a:pt x="7169" y="25546"/>
                    <a:pt x="7824" y="25655"/>
                  </a:cubicBezTo>
                  <a:cubicBezTo>
                    <a:pt x="7927" y="25692"/>
                    <a:pt x="8035" y="25712"/>
                    <a:pt x="8141" y="25712"/>
                  </a:cubicBezTo>
                  <a:cubicBezTo>
                    <a:pt x="8178" y="25712"/>
                    <a:pt x="8214" y="25710"/>
                    <a:pt x="8250" y="25704"/>
                  </a:cubicBezTo>
                  <a:cubicBezTo>
                    <a:pt x="11770" y="25367"/>
                    <a:pt x="15250" y="24663"/>
                    <a:pt x="18622" y="23602"/>
                  </a:cubicBezTo>
                  <a:cubicBezTo>
                    <a:pt x="19177" y="23414"/>
                    <a:pt x="19504" y="22849"/>
                    <a:pt x="19395" y="22284"/>
                  </a:cubicBezTo>
                  <a:cubicBezTo>
                    <a:pt x="19226" y="21411"/>
                    <a:pt x="19048" y="20548"/>
                    <a:pt x="18870" y="19676"/>
                  </a:cubicBezTo>
                  <a:lnTo>
                    <a:pt x="19990" y="19359"/>
                  </a:lnTo>
                  <a:cubicBezTo>
                    <a:pt x="19990" y="19497"/>
                    <a:pt x="20991" y="19557"/>
                    <a:pt x="21130" y="19696"/>
                  </a:cubicBezTo>
                  <a:cubicBezTo>
                    <a:pt x="21209" y="19775"/>
                    <a:pt x="21377" y="20876"/>
                    <a:pt x="21525" y="20876"/>
                  </a:cubicBezTo>
                  <a:cubicBezTo>
                    <a:pt x="21525" y="20876"/>
                    <a:pt x="21526" y="20876"/>
                    <a:pt x="21527" y="20876"/>
                  </a:cubicBezTo>
                  <a:cubicBezTo>
                    <a:pt x="21676" y="20866"/>
                    <a:pt x="21804" y="19775"/>
                    <a:pt x="21874" y="19696"/>
                  </a:cubicBezTo>
                  <a:cubicBezTo>
                    <a:pt x="22013" y="19557"/>
                    <a:pt x="23034" y="19448"/>
                    <a:pt x="23024" y="19309"/>
                  </a:cubicBezTo>
                  <a:cubicBezTo>
                    <a:pt x="23014" y="19170"/>
                    <a:pt x="22013" y="19101"/>
                    <a:pt x="21874" y="18962"/>
                  </a:cubicBezTo>
                  <a:cubicBezTo>
                    <a:pt x="21804" y="18893"/>
                    <a:pt x="21656" y="17901"/>
                    <a:pt x="21507" y="17802"/>
                  </a:cubicBezTo>
                  <a:lnTo>
                    <a:pt x="21507" y="16513"/>
                  </a:lnTo>
                  <a:lnTo>
                    <a:pt x="22429" y="16315"/>
                  </a:lnTo>
                  <a:cubicBezTo>
                    <a:pt x="22588" y="16275"/>
                    <a:pt x="22687" y="16126"/>
                    <a:pt x="22657" y="15968"/>
                  </a:cubicBezTo>
                  <a:lnTo>
                    <a:pt x="20565" y="6419"/>
                  </a:lnTo>
                  <a:cubicBezTo>
                    <a:pt x="20539" y="6279"/>
                    <a:pt x="20413" y="6186"/>
                    <a:pt x="20275" y="6186"/>
                  </a:cubicBezTo>
                  <a:cubicBezTo>
                    <a:pt x="20256" y="6186"/>
                    <a:pt x="20237" y="6188"/>
                    <a:pt x="20218" y="6191"/>
                  </a:cubicBezTo>
                  <a:lnTo>
                    <a:pt x="16301" y="7064"/>
                  </a:lnTo>
                  <a:cubicBezTo>
                    <a:pt x="16182" y="6489"/>
                    <a:pt x="16073" y="5913"/>
                    <a:pt x="15954" y="5338"/>
                  </a:cubicBezTo>
                  <a:cubicBezTo>
                    <a:pt x="15925" y="5190"/>
                    <a:pt x="15865" y="5051"/>
                    <a:pt x="15776" y="4922"/>
                  </a:cubicBezTo>
                  <a:cubicBezTo>
                    <a:pt x="15726" y="4843"/>
                    <a:pt x="15657" y="4763"/>
                    <a:pt x="15578" y="4704"/>
                  </a:cubicBezTo>
                  <a:cubicBezTo>
                    <a:pt x="15548" y="4684"/>
                    <a:pt x="15528" y="4664"/>
                    <a:pt x="15508" y="4644"/>
                  </a:cubicBezTo>
                  <a:cubicBezTo>
                    <a:pt x="15042" y="4297"/>
                    <a:pt x="14566" y="3970"/>
                    <a:pt x="14061" y="3673"/>
                  </a:cubicBezTo>
                  <a:cubicBezTo>
                    <a:pt x="13887" y="3569"/>
                    <a:pt x="13684" y="3510"/>
                    <a:pt x="13477" y="3510"/>
                  </a:cubicBezTo>
                  <a:cubicBezTo>
                    <a:pt x="13447" y="3510"/>
                    <a:pt x="13417" y="3511"/>
                    <a:pt x="13386" y="3514"/>
                  </a:cubicBezTo>
                  <a:cubicBezTo>
                    <a:pt x="12682" y="3583"/>
                    <a:pt x="11988" y="3663"/>
                    <a:pt x="11294" y="3762"/>
                  </a:cubicBezTo>
                  <a:cubicBezTo>
                    <a:pt x="11235" y="2572"/>
                    <a:pt x="11175" y="1392"/>
                    <a:pt x="11126" y="202"/>
                  </a:cubicBezTo>
                  <a:cubicBezTo>
                    <a:pt x="11118" y="82"/>
                    <a:pt x="10992" y="0"/>
                    <a:pt x="10829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47" name="Google Shape;1647;p33"/>
            <p:cNvGrpSpPr/>
            <p:nvPr/>
          </p:nvGrpSpPr>
          <p:grpSpPr>
            <a:xfrm>
              <a:off x="6009483" y="2686671"/>
              <a:ext cx="1233488" cy="1371591"/>
              <a:chOff x="5138038" y="2686671"/>
              <a:chExt cx="1233488" cy="1371591"/>
            </a:xfrm>
          </p:grpSpPr>
          <p:sp>
            <p:nvSpPr>
              <p:cNvPr id="1648" name="Google Shape;1648;p33"/>
              <p:cNvSpPr/>
              <p:nvPr/>
            </p:nvSpPr>
            <p:spPr>
              <a:xfrm>
                <a:off x="6207518" y="3635340"/>
                <a:ext cx="164008" cy="164446"/>
              </a:xfrm>
              <a:custGeom>
                <a:avLst/>
                <a:gdLst/>
                <a:ahLst/>
                <a:cxnLst/>
                <a:rect l="l" t="t" r="r" b="b"/>
                <a:pathLst>
                  <a:path w="3064" h="3085" extrusionOk="0">
                    <a:moveTo>
                      <a:pt x="1509" y="1"/>
                    </a:moveTo>
                    <a:cubicBezTo>
                      <a:pt x="1509" y="1"/>
                      <a:pt x="1508" y="1"/>
                      <a:pt x="1507" y="1"/>
                    </a:cubicBezTo>
                    <a:cubicBezTo>
                      <a:pt x="1359" y="11"/>
                      <a:pt x="1230" y="1102"/>
                      <a:pt x="1160" y="1181"/>
                    </a:cubicBezTo>
                    <a:cubicBezTo>
                      <a:pt x="1021" y="1320"/>
                      <a:pt x="0" y="1429"/>
                      <a:pt x="10" y="1568"/>
                    </a:cubicBezTo>
                    <a:cubicBezTo>
                      <a:pt x="20" y="1706"/>
                      <a:pt x="1021" y="1766"/>
                      <a:pt x="1160" y="1905"/>
                    </a:cubicBezTo>
                    <a:cubicBezTo>
                      <a:pt x="1239" y="1984"/>
                      <a:pt x="1407" y="3085"/>
                      <a:pt x="1555" y="3085"/>
                    </a:cubicBezTo>
                    <a:cubicBezTo>
                      <a:pt x="1556" y="3085"/>
                      <a:pt x="1556" y="3085"/>
                      <a:pt x="1557" y="3085"/>
                    </a:cubicBezTo>
                    <a:cubicBezTo>
                      <a:pt x="1696" y="3075"/>
                      <a:pt x="1825" y="1984"/>
                      <a:pt x="1904" y="1905"/>
                    </a:cubicBezTo>
                    <a:cubicBezTo>
                      <a:pt x="2033" y="1766"/>
                      <a:pt x="3064" y="1657"/>
                      <a:pt x="3054" y="1518"/>
                    </a:cubicBezTo>
                    <a:cubicBezTo>
                      <a:pt x="3044" y="1379"/>
                      <a:pt x="2033" y="1310"/>
                      <a:pt x="1904" y="1171"/>
                    </a:cubicBezTo>
                    <a:cubicBezTo>
                      <a:pt x="1815" y="1092"/>
                      <a:pt x="1657" y="1"/>
                      <a:pt x="1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3"/>
              <p:cNvSpPr/>
              <p:nvPr/>
            </p:nvSpPr>
            <p:spPr>
              <a:xfrm>
                <a:off x="5138038" y="2830381"/>
                <a:ext cx="164062" cy="164446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3085" extrusionOk="0">
                    <a:moveTo>
                      <a:pt x="1510" y="1"/>
                    </a:moveTo>
                    <a:cubicBezTo>
                      <a:pt x="1509" y="1"/>
                      <a:pt x="1509" y="1"/>
                      <a:pt x="1508" y="1"/>
                    </a:cubicBezTo>
                    <a:cubicBezTo>
                      <a:pt x="1359" y="11"/>
                      <a:pt x="1230" y="1102"/>
                      <a:pt x="1161" y="1181"/>
                    </a:cubicBezTo>
                    <a:cubicBezTo>
                      <a:pt x="1022" y="1320"/>
                      <a:pt x="1" y="1429"/>
                      <a:pt x="11" y="1568"/>
                    </a:cubicBezTo>
                    <a:cubicBezTo>
                      <a:pt x="21" y="1706"/>
                      <a:pt x="1012" y="1776"/>
                      <a:pt x="1161" y="1905"/>
                    </a:cubicBezTo>
                    <a:cubicBezTo>
                      <a:pt x="1240" y="1984"/>
                      <a:pt x="1407" y="3085"/>
                      <a:pt x="1546" y="3085"/>
                    </a:cubicBezTo>
                    <a:cubicBezTo>
                      <a:pt x="1546" y="3085"/>
                      <a:pt x="1547" y="3085"/>
                      <a:pt x="1548" y="3085"/>
                    </a:cubicBezTo>
                    <a:cubicBezTo>
                      <a:pt x="1696" y="3075"/>
                      <a:pt x="1825" y="1984"/>
                      <a:pt x="1895" y="1905"/>
                    </a:cubicBezTo>
                    <a:cubicBezTo>
                      <a:pt x="2033" y="1766"/>
                      <a:pt x="3065" y="1657"/>
                      <a:pt x="3045" y="1518"/>
                    </a:cubicBezTo>
                    <a:cubicBezTo>
                      <a:pt x="3035" y="1379"/>
                      <a:pt x="2033" y="1310"/>
                      <a:pt x="1895" y="1181"/>
                    </a:cubicBezTo>
                    <a:cubicBezTo>
                      <a:pt x="1816" y="1102"/>
                      <a:pt x="1648" y="1"/>
                      <a:pt x="15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3"/>
              <p:cNvSpPr/>
              <p:nvPr/>
            </p:nvSpPr>
            <p:spPr>
              <a:xfrm>
                <a:off x="5324368" y="2882726"/>
                <a:ext cx="857725" cy="1175535"/>
              </a:xfrm>
              <a:custGeom>
                <a:avLst/>
                <a:gdLst/>
                <a:ahLst/>
                <a:cxnLst/>
                <a:rect l="l" t="t" r="r" b="b"/>
                <a:pathLst>
                  <a:path w="16024" h="22053" extrusionOk="0">
                    <a:moveTo>
                      <a:pt x="12295" y="1250"/>
                    </a:moveTo>
                    <a:cubicBezTo>
                      <a:pt x="12245" y="1161"/>
                      <a:pt x="12176" y="1091"/>
                      <a:pt x="12097" y="1032"/>
                    </a:cubicBezTo>
                    <a:lnTo>
                      <a:pt x="12097" y="1032"/>
                    </a:lnTo>
                    <a:cubicBezTo>
                      <a:pt x="12077" y="1012"/>
                      <a:pt x="12057" y="992"/>
                      <a:pt x="12027" y="972"/>
                    </a:cubicBezTo>
                    <a:cubicBezTo>
                      <a:pt x="11571" y="625"/>
                      <a:pt x="11085" y="298"/>
                      <a:pt x="10590" y="1"/>
                    </a:cubicBezTo>
                    <a:lnTo>
                      <a:pt x="10728" y="804"/>
                    </a:lnTo>
                    <a:cubicBezTo>
                      <a:pt x="7387" y="1151"/>
                      <a:pt x="4085" y="1845"/>
                      <a:pt x="883" y="2856"/>
                    </a:cubicBezTo>
                    <a:cubicBezTo>
                      <a:pt x="327" y="3045"/>
                      <a:pt x="0" y="3610"/>
                      <a:pt x="109" y="4175"/>
                    </a:cubicBezTo>
                    <a:cubicBezTo>
                      <a:pt x="1239" y="9747"/>
                      <a:pt x="2370" y="15320"/>
                      <a:pt x="3500" y="20882"/>
                    </a:cubicBezTo>
                    <a:lnTo>
                      <a:pt x="2598" y="20862"/>
                    </a:lnTo>
                    <a:cubicBezTo>
                      <a:pt x="2598" y="20862"/>
                      <a:pt x="3698" y="21874"/>
                      <a:pt x="4353" y="21993"/>
                    </a:cubicBezTo>
                    <a:lnTo>
                      <a:pt x="4353" y="21993"/>
                    </a:lnTo>
                    <a:cubicBezTo>
                      <a:pt x="4492" y="22042"/>
                      <a:pt x="4630" y="22052"/>
                      <a:pt x="4779" y="22042"/>
                    </a:cubicBezTo>
                    <a:cubicBezTo>
                      <a:pt x="8299" y="21705"/>
                      <a:pt x="11779" y="21001"/>
                      <a:pt x="15151" y="19930"/>
                    </a:cubicBezTo>
                    <a:cubicBezTo>
                      <a:pt x="15696" y="19742"/>
                      <a:pt x="16023" y="19187"/>
                      <a:pt x="15924" y="18612"/>
                    </a:cubicBezTo>
                    <a:cubicBezTo>
                      <a:pt x="14774" y="12960"/>
                      <a:pt x="13624" y="7308"/>
                      <a:pt x="12474" y="1656"/>
                    </a:cubicBezTo>
                    <a:cubicBezTo>
                      <a:pt x="12444" y="1508"/>
                      <a:pt x="12384" y="1369"/>
                      <a:pt x="12295" y="12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3"/>
              <p:cNvSpPr/>
              <p:nvPr/>
            </p:nvSpPr>
            <p:spPr>
              <a:xfrm>
                <a:off x="5879501" y="3014869"/>
                <a:ext cx="473451" cy="614713"/>
              </a:xfrm>
              <a:custGeom>
                <a:avLst/>
                <a:gdLst/>
                <a:ahLst/>
                <a:cxnLst/>
                <a:rect l="l" t="t" r="r" b="b"/>
                <a:pathLst>
                  <a:path w="8845" h="11532" extrusionOk="0">
                    <a:moveTo>
                      <a:pt x="6366" y="40"/>
                    </a:moveTo>
                    <a:cubicBezTo>
                      <a:pt x="6525" y="0"/>
                      <a:pt x="6683" y="109"/>
                      <a:pt x="6723" y="268"/>
                    </a:cubicBezTo>
                    <a:lnTo>
                      <a:pt x="8805" y="9807"/>
                    </a:lnTo>
                    <a:cubicBezTo>
                      <a:pt x="8845" y="9965"/>
                      <a:pt x="8746" y="10124"/>
                      <a:pt x="8587" y="10164"/>
                    </a:cubicBezTo>
                    <a:lnTo>
                      <a:pt x="2479" y="11502"/>
                    </a:lnTo>
                    <a:cubicBezTo>
                      <a:pt x="2321" y="11532"/>
                      <a:pt x="2162" y="11433"/>
                      <a:pt x="2132" y="11274"/>
                    </a:cubicBezTo>
                    <a:lnTo>
                      <a:pt x="40" y="1726"/>
                    </a:lnTo>
                    <a:cubicBezTo>
                      <a:pt x="0" y="1567"/>
                      <a:pt x="110" y="1418"/>
                      <a:pt x="268" y="137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3"/>
              <p:cNvSpPr/>
              <p:nvPr/>
            </p:nvSpPr>
            <p:spPr>
              <a:xfrm>
                <a:off x="5928854" y="3055008"/>
                <a:ext cx="169361" cy="576707"/>
              </a:xfrm>
              <a:custGeom>
                <a:avLst/>
                <a:gdLst/>
                <a:ahLst/>
                <a:cxnLst/>
                <a:rect l="l" t="t" r="r" b="b"/>
                <a:pathLst>
                  <a:path w="3164" h="10819" extrusionOk="0">
                    <a:moveTo>
                      <a:pt x="833" y="1"/>
                    </a:moveTo>
                    <a:lnTo>
                      <a:pt x="1" y="179"/>
                    </a:lnTo>
                    <a:lnTo>
                      <a:pt x="2331" y="10819"/>
                    </a:lnTo>
                    <a:lnTo>
                      <a:pt x="3164" y="10640"/>
                    </a:lnTo>
                    <a:lnTo>
                      <a:pt x="8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3"/>
              <p:cNvSpPr/>
              <p:nvPr/>
            </p:nvSpPr>
            <p:spPr>
              <a:xfrm>
                <a:off x="6211211" y="3397013"/>
                <a:ext cx="102505" cy="134808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2529" extrusionOk="0">
                    <a:moveTo>
                      <a:pt x="1101" y="40"/>
                    </a:moveTo>
                    <a:cubicBezTo>
                      <a:pt x="1290" y="0"/>
                      <a:pt x="1478" y="119"/>
                      <a:pt x="1528" y="317"/>
                    </a:cubicBezTo>
                    <a:lnTo>
                      <a:pt x="1865" y="1894"/>
                    </a:lnTo>
                    <a:cubicBezTo>
                      <a:pt x="1914" y="2082"/>
                      <a:pt x="1785" y="2271"/>
                      <a:pt x="1597" y="2310"/>
                    </a:cubicBezTo>
                    <a:lnTo>
                      <a:pt x="814" y="2489"/>
                    </a:lnTo>
                    <a:cubicBezTo>
                      <a:pt x="625" y="2529"/>
                      <a:pt x="437" y="2410"/>
                      <a:pt x="387" y="2211"/>
                    </a:cubicBezTo>
                    <a:lnTo>
                      <a:pt x="50" y="635"/>
                    </a:lnTo>
                    <a:cubicBezTo>
                      <a:pt x="1" y="446"/>
                      <a:pt x="129" y="258"/>
                      <a:pt x="318" y="20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3"/>
              <p:cNvSpPr/>
              <p:nvPr/>
            </p:nvSpPr>
            <p:spPr>
              <a:xfrm>
                <a:off x="5941593" y="3303996"/>
                <a:ext cx="38807" cy="12532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2351" extrusionOk="0">
                    <a:moveTo>
                      <a:pt x="10" y="198"/>
                    </a:moveTo>
                    <a:cubicBezTo>
                      <a:pt x="159" y="863"/>
                      <a:pt x="318" y="1537"/>
                      <a:pt x="467" y="2211"/>
                    </a:cubicBezTo>
                    <a:cubicBezTo>
                      <a:pt x="516" y="2350"/>
                      <a:pt x="724" y="2300"/>
                      <a:pt x="705" y="2162"/>
                    </a:cubicBezTo>
                    <a:cubicBezTo>
                      <a:pt x="556" y="1487"/>
                      <a:pt x="397" y="813"/>
                      <a:pt x="248" y="139"/>
                    </a:cubicBezTo>
                    <a:cubicBezTo>
                      <a:pt x="199" y="0"/>
                      <a:pt x="1" y="50"/>
                      <a:pt x="10" y="19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3"/>
              <p:cNvSpPr/>
              <p:nvPr/>
            </p:nvSpPr>
            <p:spPr>
              <a:xfrm>
                <a:off x="5930460" y="3267002"/>
                <a:ext cx="17557" cy="23827"/>
              </a:xfrm>
              <a:custGeom>
                <a:avLst/>
                <a:gdLst/>
                <a:ahLst/>
                <a:cxnLst/>
                <a:rect l="l" t="t" r="r" b="b"/>
                <a:pathLst>
                  <a:path w="328" h="447" extrusionOk="0">
                    <a:moveTo>
                      <a:pt x="60" y="238"/>
                    </a:moveTo>
                    <a:lnTo>
                      <a:pt x="70" y="307"/>
                    </a:lnTo>
                    <a:cubicBezTo>
                      <a:pt x="119" y="446"/>
                      <a:pt x="328" y="397"/>
                      <a:pt x="308" y="248"/>
                    </a:cubicBezTo>
                    <a:lnTo>
                      <a:pt x="298" y="188"/>
                    </a:lnTo>
                    <a:cubicBezTo>
                      <a:pt x="278" y="0"/>
                      <a:pt x="0" y="69"/>
                      <a:pt x="60" y="2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3"/>
              <p:cNvSpPr/>
              <p:nvPr/>
            </p:nvSpPr>
            <p:spPr>
              <a:xfrm>
                <a:off x="5969213" y="3441949"/>
                <a:ext cx="19163" cy="23827"/>
              </a:xfrm>
              <a:custGeom>
                <a:avLst/>
                <a:gdLst/>
                <a:ahLst/>
                <a:cxnLst/>
                <a:rect l="l" t="t" r="r" b="b"/>
                <a:pathLst>
                  <a:path w="358" h="447" extrusionOk="0">
                    <a:moveTo>
                      <a:pt x="40" y="198"/>
                    </a:moveTo>
                    <a:lnTo>
                      <a:pt x="60" y="268"/>
                    </a:lnTo>
                    <a:cubicBezTo>
                      <a:pt x="89" y="446"/>
                      <a:pt x="357" y="377"/>
                      <a:pt x="298" y="208"/>
                    </a:cubicBezTo>
                    <a:lnTo>
                      <a:pt x="288" y="139"/>
                    </a:lnTo>
                    <a:cubicBezTo>
                      <a:pt x="268" y="0"/>
                      <a:pt x="0" y="59"/>
                      <a:pt x="40" y="18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3"/>
              <p:cNvSpPr/>
              <p:nvPr/>
            </p:nvSpPr>
            <p:spPr>
              <a:xfrm>
                <a:off x="6018031" y="3051330"/>
                <a:ext cx="116262" cy="44456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834" extrusionOk="0">
                    <a:moveTo>
                      <a:pt x="328" y="774"/>
                    </a:moveTo>
                    <a:lnTo>
                      <a:pt x="1924" y="427"/>
                    </a:lnTo>
                    <a:cubicBezTo>
                      <a:pt x="2172" y="377"/>
                      <a:pt x="2093" y="1"/>
                      <a:pt x="1845" y="60"/>
                    </a:cubicBezTo>
                    <a:lnTo>
                      <a:pt x="248" y="407"/>
                    </a:lnTo>
                    <a:cubicBezTo>
                      <a:pt x="0" y="457"/>
                      <a:pt x="80" y="833"/>
                      <a:pt x="328" y="77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3"/>
              <p:cNvSpPr/>
              <p:nvPr/>
            </p:nvSpPr>
            <p:spPr>
              <a:xfrm>
                <a:off x="6146443" y="3038644"/>
                <a:ext cx="26068" cy="30704"/>
              </a:xfrm>
              <a:custGeom>
                <a:avLst/>
                <a:gdLst/>
                <a:ahLst/>
                <a:cxnLst/>
                <a:rect l="l" t="t" r="r" b="b"/>
                <a:pathLst>
                  <a:path w="487" h="576" extrusionOk="0">
                    <a:moveTo>
                      <a:pt x="60" y="328"/>
                    </a:moveTo>
                    <a:cubicBezTo>
                      <a:pt x="110" y="576"/>
                      <a:pt x="487" y="496"/>
                      <a:pt x="427" y="248"/>
                    </a:cubicBezTo>
                    <a:cubicBezTo>
                      <a:pt x="378" y="1"/>
                      <a:pt x="1" y="80"/>
                      <a:pt x="60" y="32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3"/>
              <p:cNvSpPr/>
              <p:nvPr/>
            </p:nvSpPr>
            <p:spPr>
              <a:xfrm>
                <a:off x="5252694" y="2871639"/>
                <a:ext cx="857189" cy="1139554"/>
              </a:xfrm>
              <a:custGeom>
                <a:avLst/>
                <a:gdLst/>
                <a:ahLst/>
                <a:cxnLst/>
                <a:rect l="l" t="t" r="r" b="b"/>
                <a:pathLst>
                  <a:path w="16014" h="21378" extrusionOk="0">
                    <a:moveTo>
                      <a:pt x="15915" y="17907"/>
                    </a:moveTo>
                    <a:cubicBezTo>
                      <a:pt x="16014" y="18483"/>
                      <a:pt x="15687" y="19038"/>
                      <a:pt x="15141" y="19226"/>
                    </a:cubicBezTo>
                    <a:cubicBezTo>
                      <a:pt x="11770" y="20297"/>
                      <a:pt x="8290" y="21001"/>
                      <a:pt x="4770" y="21338"/>
                    </a:cubicBezTo>
                    <a:cubicBezTo>
                      <a:pt x="4195" y="21378"/>
                      <a:pt x="3669" y="20991"/>
                      <a:pt x="3540" y="20426"/>
                    </a:cubicBezTo>
                    <a:cubicBezTo>
                      <a:pt x="2400" y="14774"/>
                      <a:pt x="1250" y="9122"/>
                      <a:pt x="100" y="3471"/>
                    </a:cubicBezTo>
                    <a:cubicBezTo>
                      <a:pt x="0" y="2896"/>
                      <a:pt x="328" y="2340"/>
                      <a:pt x="873" y="2152"/>
                    </a:cubicBezTo>
                    <a:cubicBezTo>
                      <a:pt x="4244" y="1081"/>
                      <a:pt x="7725" y="377"/>
                      <a:pt x="11244" y="40"/>
                    </a:cubicBezTo>
                    <a:cubicBezTo>
                      <a:pt x="11820" y="0"/>
                      <a:pt x="12345" y="397"/>
                      <a:pt x="12474" y="962"/>
                    </a:cubicBezTo>
                    <a:cubicBezTo>
                      <a:pt x="13624" y="6604"/>
                      <a:pt x="14764" y="12256"/>
                      <a:pt x="15915" y="1790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3"/>
              <p:cNvSpPr/>
              <p:nvPr/>
            </p:nvSpPr>
            <p:spPr>
              <a:xfrm>
                <a:off x="5388012" y="2942481"/>
                <a:ext cx="394391" cy="97815"/>
              </a:xfrm>
              <a:custGeom>
                <a:avLst/>
                <a:gdLst/>
                <a:ahLst/>
                <a:cxnLst/>
                <a:rect l="l" t="t" r="r" b="b"/>
                <a:pathLst>
                  <a:path w="7368" h="1835" extrusionOk="0">
                    <a:moveTo>
                      <a:pt x="7358" y="218"/>
                    </a:moveTo>
                    <a:cubicBezTo>
                      <a:pt x="7358" y="357"/>
                      <a:pt x="7269" y="476"/>
                      <a:pt x="7140" y="506"/>
                    </a:cubicBezTo>
                    <a:lnTo>
                      <a:pt x="239" y="1815"/>
                    </a:lnTo>
                    <a:cubicBezTo>
                      <a:pt x="110" y="1834"/>
                      <a:pt x="1" y="1745"/>
                      <a:pt x="1" y="1616"/>
                    </a:cubicBezTo>
                    <a:lnTo>
                      <a:pt x="1" y="1616"/>
                    </a:lnTo>
                    <a:cubicBezTo>
                      <a:pt x="1" y="1487"/>
                      <a:pt x="90" y="1368"/>
                      <a:pt x="229" y="1339"/>
                    </a:cubicBezTo>
                    <a:lnTo>
                      <a:pt x="7130" y="30"/>
                    </a:lnTo>
                    <a:cubicBezTo>
                      <a:pt x="7249" y="0"/>
                      <a:pt x="7368" y="99"/>
                      <a:pt x="7368" y="2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3"/>
              <p:cNvSpPr/>
              <p:nvPr/>
            </p:nvSpPr>
            <p:spPr>
              <a:xfrm>
                <a:off x="5345565" y="2686671"/>
                <a:ext cx="400760" cy="351013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6585" extrusionOk="0">
                    <a:moveTo>
                      <a:pt x="6935" y="0"/>
                    </a:moveTo>
                    <a:cubicBezTo>
                      <a:pt x="6902" y="0"/>
                      <a:pt x="6867" y="4"/>
                      <a:pt x="6832" y="10"/>
                    </a:cubicBezTo>
                    <a:lnTo>
                      <a:pt x="368" y="1239"/>
                    </a:lnTo>
                    <a:cubicBezTo>
                      <a:pt x="149" y="1289"/>
                      <a:pt x="1" y="1438"/>
                      <a:pt x="50" y="1577"/>
                    </a:cubicBezTo>
                    <a:cubicBezTo>
                      <a:pt x="586" y="3183"/>
                      <a:pt x="1131" y="4779"/>
                      <a:pt x="1676" y="6385"/>
                    </a:cubicBezTo>
                    <a:cubicBezTo>
                      <a:pt x="1742" y="6508"/>
                      <a:pt x="1869" y="6584"/>
                      <a:pt x="2000" y="6584"/>
                    </a:cubicBezTo>
                    <a:cubicBezTo>
                      <a:pt x="2028" y="6584"/>
                      <a:pt x="2055" y="6581"/>
                      <a:pt x="2083" y="6574"/>
                    </a:cubicBezTo>
                    <a:lnTo>
                      <a:pt x="7179" y="5622"/>
                    </a:lnTo>
                    <a:cubicBezTo>
                      <a:pt x="7348" y="5602"/>
                      <a:pt x="7477" y="5463"/>
                      <a:pt x="7487" y="5295"/>
                    </a:cubicBezTo>
                    <a:cubicBezTo>
                      <a:pt x="7407" y="3599"/>
                      <a:pt x="7328" y="1904"/>
                      <a:pt x="7249" y="208"/>
                    </a:cubicBezTo>
                    <a:cubicBezTo>
                      <a:pt x="7240" y="83"/>
                      <a:pt x="7106" y="0"/>
                      <a:pt x="69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3"/>
              <p:cNvSpPr/>
              <p:nvPr/>
            </p:nvSpPr>
            <p:spPr>
              <a:xfrm>
                <a:off x="5495763" y="2753515"/>
                <a:ext cx="134889" cy="214393"/>
              </a:xfrm>
              <a:custGeom>
                <a:avLst/>
                <a:gdLst/>
                <a:ahLst/>
                <a:cxnLst/>
                <a:rect l="l" t="t" r="r" b="b"/>
                <a:pathLst>
                  <a:path w="2520" h="4022" extrusionOk="0">
                    <a:moveTo>
                      <a:pt x="870" y="0"/>
                    </a:moveTo>
                    <a:cubicBezTo>
                      <a:pt x="846" y="0"/>
                      <a:pt x="824" y="5"/>
                      <a:pt x="804" y="15"/>
                    </a:cubicBezTo>
                    <a:cubicBezTo>
                      <a:pt x="695" y="25"/>
                      <a:pt x="625" y="114"/>
                      <a:pt x="625" y="223"/>
                    </a:cubicBezTo>
                    <a:cubicBezTo>
                      <a:pt x="625" y="303"/>
                      <a:pt x="635" y="382"/>
                      <a:pt x="645" y="461"/>
                    </a:cubicBezTo>
                    <a:cubicBezTo>
                      <a:pt x="655" y="541"/>
                      <a:pt x="665" y="620"/>
                      <a:pt x="675" y="689"/>
                    </a:cubicBezTo>
                    <a:cubicBezTo>
                      <a:pt x="566" y="729"/>
                      <a:pt x="467" y="789"/>
                      <a:pt x="377" y="858"/>
                    </a:cubicBezTo>
                    <a:cubicBezTo>
                      <a:pt x="288" y="917"/>
                      <a:pt x="209" y="1007"/>
                      <a:pt x="149" y="1096"/>
                    </a:cubicBezTo>
                    <a:cubicBezTo>
                      <a:pt x="80" y="1185"/>
                      <a:pt x="40" y="1284"/>
                      <a:pt x="21" y="1393"/>
                    </a:cubicBezTo>
                    <a:cubicBezTo>
                      <a:pt x="1" y="1502"/>
                      <a:pt x="11" y="1621"/>
                      <a:pt x="40" y="1731"/>
                    </a:cubicBezTo>
                    <a:cubicBezTo>
                      <a:pt x="70" y="1849"/>
                      <a:pt x="140" y="1959"/>
                      <a:pt x="229" y="2048"/>
                    </a:cubicBezTo>
                    <a:cubicBezTo>
                      <a:pt x="318" y="2137"/>
                      <a:pt x="427" y="2197"/>
                      <a:pt x="536" y="2246"/>
                    </a:cubicBezTo>
                    <a:cubicBezTo>
                      <a:pt x="665" y="2296"/>
                      <a:pt x="784" y="2335"/>
                      <a:pt x="913" y="2355"/>
                    </a:cubicBezTo>
                    <a:cubicBezTo>
                      <a:pt x="1042" y="2385"/>
                      <a:pt x="1161" y="2405"/>
                      <a:pt x="1280" y="2415"/>
                    </a:cubicBezTo>
                    <a:lnTo>
                      <a:pt x="1399" y="2425"/>
                    </a:lnTo>
                    <a:cubicBezTo>
                      <a:pt x="1448" y="2435"/>
                      <a:pt x="1498" y="2444"/>
                      <a:pt x="1547" y="2454"/>
                    </a:cubicBezTo>
                    <a:cubicBezTo>
                      <a:pt x="1597" y="2464"/>
                      <a:pt x="1637" y="2474"/>
                      <a:pt x="1686" y="2494"/>
                    </a:cubicBezTo>
                    <a:cubicBezTo>
                      <a:pt x="1716" y="2514"/>
                      <a:pt x="1746" y="2544"/>
                      <a:pt x="1756" y="2583"/>
                    </a:cubicBezTo>
                    <a:cubicBezTo>
                      <a:pt x="1766" y="2613"/>
                      <a:pt x="1766" y="2653"/>
                      <a:pt x="1746" y="2682"/>
                    </a:cubicBezTo>
                    <a:cubicBezTo>
                      <a:pt x="1726" y="2722"/>
                      <a:pt x="1696" y="2752"/>
                      <a:pt x="1666" y="2772"/>
                    </a:cubicBezTo>
                    <a:cubicBezTo>
                      <a:pt x="1637" y="2791"/>
                      <a:pt x="1597" y="2811"/>
                      <a:pt x="1567" y="2831"/>
                    </a:cubicBezTo>
                    <a:cubicBezTo>
                      <a:pt x="1538" y="2841"/>
                      <a:pt x="1498" y="2851"/>
                      <a:pt x="1468" y="2861"/>
                    </a:cubicBezTo>
                    <a:cubicBezTo>
                      <a:pt x="1399" y="2881"/>
                      <a:pt x="1329" y="2891"/>
                      <a:pt x="1260" y="2891"/>
                    </a:cubicBezTo>
                    <a:cubicBezTo>
                      <a:pt x="1181" y="2891"/>
                      <a:pt x="1111" y="2881"/>
                      <a:pt x="1042" y="2881"/>
                    </a:cubicBezTo>
                    <a:lnTo>
                      <a:pt x="843" y="2871"/>
                    </a:lnTo>
                    <a:cubicBezTo>
                      <a:pt x="784" y="2871"/>
                      <a:pt x="715" y="2881"/>
                      <a:pt x="655" y="2891"/>
                    </a:cubicBezTo>
                    <a:cubicBezTo>
                      <a:pt x="586" y="2910"/>
                      <a:pt x="526" y="2960"/>
                      <a:pt x="487" y="3020"/>
                    </a:cubicBezTo>
                    <a:cubicBezTo>
                      <a:pt x="437" y="3079"/>
                      <a:pt x="427" y="3158"/>
                      <a:pt x="447" y="3228"/>
                    </a:cubicBezTo>
                    <a:cubicBezTo>
                      <a:pt x="467" y="3297"/>
                      <a:pt x="516" y="3367"/>
                      <a:pt x="596" y="3396"/>
                    </a:cubicBezTo>
                    <a:cubicBezTo>
                      <a:pt x="675" y="3436"/>
                      <a:pt x="754" y="3456"/>
                      <a:pt x="843" y="3466"/>
                    </a:cubicBezTo>
                    <a:cubicBezTo>
                      <a:pt x="933" y="3486"/>
                      <a:pt x="1022" y="3486"/>
                      <a:pt x="1111" y="3486"/>
                    </a:cubicBezTo>
                    <a:cubicBezTo>
                      <a:pt x="1220" y="3476"/>
                      <a:pt x="1300" y="3476"/>
                      <a:pt x="1359" y="3476"/>
                    </a:cubicBezTo>
                    <a:cubicBezTo>
                      <a:pt x="1369" y="3476"/>
                      <a:pt x="1389" y="3486"/>
                      <a:pt x="1399" y="3505"/>
                    </a:cubicBezTo>
                    <a:cubicBezTo>
                      <a:pt x="1409" y="3525"/>
                      <a:pt x="1419" y="3555"/>
                      <a:pt x="1428" y="3575"/>
                    </a:cubicBezTo>
                    <a:cubicBezTo>
                      <a:pt x="1448" y="3605"/>
                      <a:pt x="1458" y="3634"/>
                      <a:pt x="1458" y="3654"/>
                    </a:cubicBezTo>
                    <a:cubicBezTo>
                      <a:pt x="1468" y="3684"/>
                      <a:pt x="1468" y="3684"/>
                      <a:pt x="1478" y="3714"/>
                    </a:cubicBezTo>
                    <a:cubicBezTo>
                      <a:pt x="1478" y="3733"/>
                      <a:pt x="1488" y="3763"/>
                      <a:pt x="1498" y="3793"/>
                    </a:cubicBezTo>
                    <a:cubicBezTo>
                      <a:pt x="1498" y="3813"/>
                      <a:pt x="1508" y="3842"/>
                      <a:pt x="1508" y="3862"/>
                    </a:cubicBezTo>
                    <a:cubicBezTo>
                      <a:pt x="1528" y="3922"/>
                      <a:pt x="1577" y="3981"/>
                      <a:pt x="1637" y="4001"/>
                    </a:cubicBezTo>
                    <a:cubicBezTo>
                      <a:pt x="1673" y="4013"/>
                      <a:pt x="1714" y="4022"/>
                      <a:pt x="1754" y="4022"/>
                    </a:cubicBezTo>
                    <a:cubicBezTo>
                      <a:pt x="1778" y="4022"/>
                      <a:pt x="1802" y="4019"/>
                      <a:pt x="1825" y="4011"/>
                    </a:cubicBezTo>
                    <a:cubicBezTo>
                      <a:pt x="1885" y="4001"/>
                      <a:pt x="1934" y="3971"/>
                      <a:pt x="1964" y="3922"/>
                    </a:cubicBezTo>
                    <a:cubicBezTo>
                      <a:pt x="1994" y="3882"/>
                      <a:pt x="2014" y="3833"/>
                      <a:pt x="2014" y="3783"/>
                    </a:cubicBezTo>
                    <a:cubicBezTo>
                      <a:pt x="2014" y="3733"/>
                      <a:pt x="2014" y="3684"/>
                      <a:pt x="2004" y="3634"/>
                    </a:cubicBezTo>
                    <a:cubicBezTo>
                      <a:pt x="1984" y="3575"/>
                      <a:pt x="1974" y="3525"/>
                      <a:pt x="1964" y="3486"/>
                    </a:cubicBezTo>
                    <a:cubicBezTo>
                      <a:pt x="1944" y="3436"/>
                      <a:pt x="1934" y="3396"/>
                      <a:pt x="1924" y="3357"/>
                    </a:cubicBezTo>
                    <a:cubicBezTo>
                      <a:pt x="1924" y="3327"/>
                      <a:pt x="1924" y="3307"/>
                      <a:pt x="1944" y="3297"/>
                    </a:cubicBezTo>
                    <a:cubicBezTo>
                      <a:pt x="2023" y="3248"/>
                      <a:pt x="2103" y="3198"/>
                      <a:pt x="2182" y="3148"/>
                    </a:cubicBezTo>
                    <a:cubicBezTo>
                      <a:pt x="2261" y="3109"/>
                      <a:pt x="2321" y="3049"/>
                      <a:pt x="2390" y="2990"/>
                    </a:cubicBezTo>
                    <a:cubicBezTo>
                      <a:pt x="2440" y="2920"/>
                      <a:pt x="2480" y="2851"/>
                      <a:pt x="2499" y="2772"/>
                    </a:cubicBezTo>
                    <a:cubicBezTo>
                      <a:pt x="2519" y="2663"/>
                      <a:pt x="2519" y="2563"/>
                      <a:pt x="2489" y="2464"/>
                    </a:cubicBezTo>
                    <a:cubicBezTo>
                      <a:pt x="2450" y="2335"/>
                      <a:pt x="2380" y="2216"/>
                      <a:pt x="2281" y="2127"/>
                    </a:cubicBezTo>
                    <a:cubicBezTo>
                      <a:pt x="2182" y="2038"/>
                      <a:pt x="2063" y="1978"/>
                      <a:pt x="1944" y="1929"/>
                    </a:cubicBezTo>
                    <a:cubicBezTo>
                      <a:pt x="1825" y="1879"/>
                      <a:pt x="1686" y="1840"/>
                      <a:pt x="1557" y="1820"/>
                    </a:cubicBezTo>
                    <a:cubicBezTo>
                      <a:pt x="1438" y="1790"/>
                      <a:pt x="1300" y="1760"/>
                      <a:pt x="1191" y="1740"/>
                    </a:cubicBezTo>
                    <a:cubicBezTo>
                      <a:pt x="1081" y="1721"/>
                      <a:pt x="982" y="1701"/>
                      <a:pt x="893" y="1671"/>
                    </a:cubicBezTo>
                    <a:cubicBezTo>
                      <a:pt x="824" y="1651"/>
                      <a:pt x="774" y="1612"/>
                      <a:pt x="744" y="1542"/>
                    </a:cubicBezTo>
                    <a:cubicBezTo>
                      <a:pt x="734" y="1512"/>
                      <a:pt x="734" y="1473"/>
                      <a:pt x="754" y="1443"/>
                    </a:cubicBezTo>
                    <a:cubicBezTo>
                      <a:pt x="774" y="1403"/>
                      <a:pt x="794" y="1374"/>
                      <a:pt x="824" y="1354"/>
                    </a:cubicBezTo>
                    <a:cubicBezTo>
                      <a:pt x="853" y="1324"/>
                      <a:pt x="893" y="1304"/>
                      <a:pt x="933" y="1284"/>
                    </a:cubicBezTo>
                    <a:cubicBezTo>
                      <a:pt x="962" y="1264"/>
                      <a:pt x="992" y="1255"/>
                      <a:pt x="1032" y="1245"/>
                    </a:cubicBezTo>
                    <a:cubicBezTo>
                      <a:pt x="1101" y="1225"/>
                      <a:pt x="1171" y="1215"/>
                      <a:pt x="1240" y="1215"/>
                    </a:cubicBezTo>
                    <a:cubicBezTo>
                      <a:pt x="1310" y="1215"/>
                      <a:pt x="1369" y="1225"/>
                      <a:pt x="1428" y="1225"/>
                    </a:cubicBezTo>
                    <a:lnTo>
                      <a:pt x="1607" y="1235"/>
                    </a:lnTo>
                    <a:cubicBezTo>
                      <a:pt x="1666" y="1235"/>
                      <a:pt x="1716" y="1235"/>
                      <a:pt x="1776" y="1215"/>
                    </a:cubicBezTo>
                    <a:cubicBezTo>
                      <a:pt x="1815" y="1205"/>
                      <a:pt x="1855" y="1185"/>
                      <a:pt x="1885" y="1165"/>
                    </a:cubicBezTo>
                    <a:cubicBezTo>
                      <a:pt x="1924" y="1146"/>
                      <a:pt x="1964" y="1116"/>
                      <a:pt x="1994" y="1086"/>
                    </a:cubicBezTo>
                    <a:cubicBezTo>
                      <a:pt x="2023" y="1056"/>
                      <a:pt x="2043" y="1027"/>
                      <a:pt x="2063" y="987"/>
                    </a:cubicBezTo>
                    <a:cubicBezTo>
                      <a:pt x="2073" y="947"/>
                      <a:pt x="2073" y="898"/>
                      <a:pt x="2063" y="858"/>
                    </a:cubicBezTo>
                    <a:cubicBezTo>
                      <a:pt x="2053" y="838"/>
                      <a:pt x="2053" y="818"/>
                      <a:pt x="2033" y="798"/>
                    </a:cubicBezTo>
                    <a:cubicBezTo>
                      <a:pt x="2023" y="779"/>
                      <a:pt x="2014" y="769"/>
                      <a:pt x="1994" y="749"/>
                    </a:cubicBezTo>
                    <a:cubicBezTo>
                      <a:pt x="1944" y="699"/>
                      <a:pt x="1875" y="660"/>
                      <a:pt x="1805" y="630"/>
                    </a:cubicBezTo>
                    <a:cubicBezTo>
                      <a:pt x="1736" y="600"/>
                      <a:pt x="1657" y="570"/>
                      <a:pt x="1577" y="561"/>
                    </a:cubicBezTo>
                    <a:cubicBezTo>
                      <a:pt x="1498" y="541"/>
                      <a:pt x="1419" y="531"/>
                      <a:pt x="1339" y="531"/>
                    </a:cubicBezTo>
                    <a:lnTo>
                      <a:pt x="1111" y="531"/>
                    </a:lnTo>
                    <a:cubicBezTo>
                      <a:pt x="1101" y="461"/>
                      <a:pt x="1091" y="392"/>
                      <a:pt x="1072" y="313"/>
                    </a:cubicBezTo>
                    <a:cubicBezTo>
                      <a:pt x="1072" y="243"/>
                      <a:pt x="1052" y="174"/>
                      <a:pt x="1032" y="104"/>
                    </a:cubicBezTo>
                    <a:cubicBezTo>
                      <a:pt x="1022" y="55"/>
                      <a:pt x="982" y="25"/>
                      <a:pt x="943" y="15"/>
                    </a:cubicBezTo>
                    <a:cubicBezTo>
                      <a:pt x="918" y="5"/>
                      <a:pt x="893" y="0"/>
                      <a:pt x="8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3"/>
              <p:cNvSpPr/>
              <p:nvPr/>
            </p:nvSpPr>
            <p:spPr>
              <a:xfrm>
                <a:off x="5348776" y="3006927"/>
                <a:ext cx="605610" cy="555545"/>
              </a:xfrm>
              <a:custGeom>
                <a:avLst/>
                <a:gdLst/>
                <a:ahLst/>
                <a:cxnLst/>
                <a:rect l="l" t="t" r="r" b="b"/>
                <a:pathLst>
                  <a:path w="11314" h="10422" extrusionOk="0">
                    <a:moveTo>
                      <a:pt x="11254" y="7606"/>
                    </a:moveTo>
                    <a:cubicBezTo>
                      <a:pt x="11314" y="8121"/>
                      <a:pt x="10996" y="8607"/>
                      <a:pt x="10491" y="8746"/>
                    </a:cubicBezTo>
                    <a:cubicBezTo>
                      <a:pt x="7883" y="9400"/>
                      <a:pt x="5245" y="9936"/>
                      <a:pt x="2598" y="10352"/>
                    </a:cubicBezTo>
                    <a:cubicBezTo>
                      <a:pt x="2082" y="10422"/>
                      <a:pt x="1587" y="10104"/>
                      <a:pt x="1448" y="9599"/>
                    </a:cubicBezTo>
                    <a:cubicBezTo>
                      <a:pt x="863" y="7368"/>
                      <a:pt x="407" y="5097"/>
                      <a:pt x="70" y="2817"/>
                    </a:cubicBezTo>
                    <a:cubicBezTo>
                      <a:pt x="0" y="2301"/>
                      <a:pt x="327" y="1815"/>
                      <a:pt x="833" y="1676"/>
                    </a:cubicBezTo>
                    <a:cubicBezTo>
                      <a:pt x="3441" y="1032"/>
                      <a:pt x="6068" y="496"/>
                      <a:pt x="8726" y="70"/>
                    </a:cubicBezTo>
                    <a:cubicBezTo>
                      <a:pt x="9241" y="1"/>
                      <a:pt x="9727" y="318"/>
                      <a:pt x="9876" y="814"/>
                    </a:cubicBezTo>
                    <a:cubicBezTo>
                      <a:pt x="10451" y="3055"/>
                      <a:pt x="10917" y="5325"/>
                      <a:pt x="11254" y="7606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3"/>
              <p:cNvSpPr/>
              <p:nvPr/>
            </p:nvSpPr>
            <p:spPr>
              <a:xfrm>
                <a:off x="5654472" y="3568762"/>
                <a:ext cx="136442" cy="97335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1826" extrusionOk="0">
                    <a:moveTo>
                      <a:pt x="2519" y="1072"/>
                    </a:moveTo>
                    <a:cubicBezTo>
                      <a:pt x="2549" y="1250"/>
                      <a:pt x="2350" y="1438"/>
                      <a:pt x="2053" y="1508"/>
                    </a:cubicBezTo>
                    <a:lnTo>
                      <a:pt x="804" y="1766"/>
                    </a:lnTo>
                    <a:cubicBezTo>
                      <a:pt x="506" y="1825"/>
                      <a:pt x="248" y="1726"/>
                      <a:pt x="209" y="1547"/>
                    </a:cubicBezTo>
                    <a:lnTo>
                      <a:pt x="40" y="754"/>
                    </a:lnTo>
                    <a:cubicBezTo>
                      <a:pt x="0" y="576"/>
                      <a:pt x="209" y="387"/>
                      <a:pt x="496" y="318"/>
                    </a:cubicBezTo>
                    <a:lnTo>
                      <a:pt x="1755" y="60"/>
                    </a:lnTo>
                    <a:cubicBezTo>
                      <a:pt x="2043" y="1"/>
                      <a:pt x="2311" y="100"/>
                      <a:pt x="2350" y="2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3"/>
              <p:cNvSpPr/>
              <p:nvPr/>
            </p:nvSpPr>
            <p:spPr>
              <a:xfrm>
                <a:off x="5820032" y="3534966"/>
                <a:ext cx="136495" cy="97282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1825" extrusionOk="0">
                    <a:moveTo>
                      <a:pt x="2519" y="1071"/>
                    </a:moveTo>
                    <a:cubicBezTo>
                      <a:pt x="2549" y="1249"/>
                      <a:pt x="2351" y="1438"/>
                      <a:pt x="2053" y="1507"/>
                    </a:cubicBezTo>
                    <a:lnTo>
                      <a:pt x="804" y="1765"/>
                    </a:lnTo>
                    <a:cubicBezTo>
                      <a:pt x="507" y="1825"/>
                      <a:pt x="249" y="1725"/>
                      <a:pt x="209" y="1547"/>
                    </a:cubicBezTo>
                    <a:lnTo>
                      <a:pt x="41" y="754"/>
                    </a:lnTo>
                    <a:cubicBezTo>
                      <a:pt x="1" y="575"/>
                      <a:pt x="209" y="387"/>
                      <a:pt x="497" y="317"/>
                    </a:cubicBezTo>
                    <a:lnTo>
                      <a:pt x="1756" y="60"/>
                    </a:lnTo>
                    <a:cubicBezTo>
                      <a:pt x="2044" y="0"/>
                      <a:pt x="2311" y="89"/>
                      <a:pt x="2351" y="27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3"/>
              <p:cNvSpPr/>
              <p:nvPr/>
            </p:nvSpPr>
            <p:spPr>
              <a:xfrm>
                <a:off x="5679951" y="3683474"/>
                <a:ext cx="136442" cy="97282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1825" extrusionOk="0">
                    <a:moveTo>
                      <a:pt x="2509" y="1061"/>
                    </a:moveTo>
                    <a:cubicBezTo>
                      <a:pt x="2549" y="1250"/>
                      <a:pt x="2350" y="1448"/>
                      <a:pt x="2053" y="1507"/>
                    </a:cubicBezTo>
                    <a:lnTo>
                      <a:pt x="803" y="1765"/>
                    </a:lnTo>
                    <a:cubicBezTo>
                      <a:pt x="506" y="1825"/>
                      <a:pt x="238" y="1726"/>
                      <a:pt x="209" y="1547"/>
                    </a:cubicBezTo>
                    <a:lnTo>
                      <a:pt x="40" y="764"/>
                    </a:lnTo>
                    <a:cubicBezTo>
                      <a:pt x="0" y="575"/>
                      <a:pt x="209" y="387"/>
                      <a:pt x="496" y="318"/>
                    </a:cubicBezTo>
                    <a:lnTo>
                      <a:pt x="1755" y="60"/>
                    </a:lnTo>
                    <a:cubicBezTo>
                      <a:pt x="2043" y="0"/>
                      <a:pt x="2311" y="99"/>
                      <a:pt x="2350" y="27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3"/>
              <p:cNvSpPr/>
              <p:nvPr/>
            </p:nvSpPr>
            <p:spPr>
              <a:xfrm>
                <a:off x="5847117" y="3649092"/>
                <a:ext cx="136977" cy="97335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826" extrusionOk="0">
                    <a:moveTo>
                      <a:pt x="2519" y="1072"/>
                    </a:moveTo>
                    <a:cubicBezTo>
                      <a:pt x="2559" y="1250"/>
                      <a:pt x="2351" y="1448"/>
                      <a:pt x="2063" y="1508"/>
                    </a:cubicBezTo>
                    <a:lnTo>
                      <a:pt x="804" y="1766"/>
                    </a:lnTo>
                    <a:cubicBezTo>
                      <a:pt x="516" y="1825"/>
                      <a:pt x="249" y="1726"/>
                      <a:pt x="209" y="1548"/>
                    </a:cubicBezTo>
                    <a:lnTo>
                      <a:pt x="40" y="754"/>
                    </a:lnTo>
                    <a:cubicBezTo>
                      <a:pt x="1" y="576"/>
                      <a:pt x="209" y="388"/>
                      <a:pt x="496" y="318"/>
                    </a:cubicBezTo>
                    <a:lnTo>
                      <a:pt x="1756" y="60"/>
                    </a:lnTo>
                    <a:cubicBezTo>
                      <a:pt x="2053" y="1"/>
                      <a:pt x="2311" y="100"/>
                      <a:pt x="2351" y="2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3"/>
              <p:cNvSpPr/>
              <p:nvPr/>
            </p:nvSpPr>
            <p:spPr>
              <a:xfrm>
                <a:off x="5870455" y="3765404"/>
                <a:ext cx="137030" cy="97815"/>
              </a:xfrm>
              <a:custGeom>
                <a:avLst/>
                <a:gdLst/>
                <a:ahLst/>
                <a:cxnLst/>
                <a:rect l="l" t="t" r="r" b="b"/>
                <a:pathLst>
                  <a:path w="2560" h="1835" extrusionOk="0">
                    <a:moveTo>
                      <a:pt x="2519" y="1071"/>
                    </a:moveTo>
                    <a:cubicBezTo>
                      <a:pt x="2559" y="1250"/>
                      <a:pt x="2351" y="1438"/>
                      <a:pt x="2063" y="1507"/>
                    </a:cubicBezTo>
                    <a:lnTo>
                      <a:pt x="804" y="1775"/>
                    </a:lnTo>
                    <a:cubicBezTo>
                      <a:pt x="507" y="1835"/>
                      <a:pt x="249" y="1735"/>
                      <a:pt x="209" y="1547"/>
                    </a:cubicBezTo>
                    <a:lnTo>
                      <a:pt x="41" y="764"/>
                    </a:lnTo>
                    <a:cubicBezTo>
                      <a:pt x="1" y="575"/>
                      <a:pt x="199" y="387"/>
                      <a:pt x="497" y="317"/>
                    </a:cubicBezTo>
                    <a:lnTo>
                      <a:pt x="1746" y="60"/>
                    </a:lnTo>
                    <a:cubicBezTo>
                      <a:pt x="2043" y="0"/>
                      <a:pt x="2311" y="99"/>
                      <a:pt x="2351" y="2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3"/>
              <p:cNvSpPr/>
              <p:nvPr/>
            </p:nvSpPr>
            <p:spPr>
              <a:xfrm>
                <a:off x="5484629" y="3603143"/>
                <a:ext cx="136977" cy="97815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835" extrusionOk="0">
                    <a:moveTo>
                      <a:pt x="2519" y="1071"/>
                    </a:moveTo>
                    <a:cubicBezTo>
                      <a:pt x="2559" y="1259"/>
                      <a:pt x="2350" y="1448"/>
                      <a:pt x="2063" y="1507"/>
                    </a:cubicBezTo>
                    <a:lnTo>
                      <a:pt x="804" y="1775"/>
                    </a:lnTo>
                    <a:cubicBezTo>
                      <a:pt x="506" y="1835"/>
                      <a:pt x="248" y="1735"/>
                      <a:pt x="209" y="1547"/>
                    </a:cubicBezTo>
                    <a:lnTo>
                      <a:pt x="40" y="764"/>
                    </a:lnTo>
                    <a:cubicBezTo>
                      <a:pt x="0" y="575"/>
                      <a:pt x="209" y="387"/>
                      <a:pt x="496" y="317"/>
                    </a:cubicBezTo>
                    <a:lnTo>
                      <a:pt x="1755" y="60"/>
                    </a:lnTo>
                    <a:cubicBezTo>
                      <a:pt x="2043" y="0"/>
                      <a:pt x="2311" y="99"/>
                      <a:pt x="2350" y="2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3"/>
              <p:cNvSpPr/>
              <p:nvPr/>
            </p:nvSpPr>
            <p:spPr>
              <a:xfrm>
                <a:off x="5512249" y="3717269"/>
                <a:ext cx="136977" cy="97868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836" extrusionOk="0">
                    <a:moveTo>
                      <a:pt x="2519" y="1072"/>
                    </a:moveTo>
                    <a:cubicBezTo>
                      <a:pt x="2558" y="1260"/>
                      <a:pt x="2350" y="1449"/>
                      <a:pt x="2062" y="1518"/>
                    </a:cubicBezTo>
                    <a:lnTo>
                      <a:pt x="803" y="1776"/>
                    </a:lnTo>
                    <a:cubicBezTo>
                      <a:pt x="506" y="1835"/>
                      <a:pt x="238" y="1736"/>
                      <a:pt x="208" y="1558"/>
                    </a:cubicBezTo>
                    <a:lnTo>
                      <a:pt x="40" y="764"/>
                    </a:lnTo>
                    <a:cubicBezTo>
                      <a:pt x="0" y="586"/>
                      <a:pt x="198" y="397"/>
                      <a:pt x="496" y="328"/>
                    </a:cubicBezTo>
                    <a:lnTo>
                      <a:pt x="1745" y="60"/>
                    </a:lnTo>
                    <a:cubicBezTo>
                      <a:pt x="2043" y="1"/>
                      <a:pt x="2310" y="100"/>
                      <a:pt x="2350" y="27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3"/>
              <p:cNvSpPr/>
              <p:nvPr/>
            </p:nvSpPr>
            <p:spPr>
              <a:xfrm>
                <a:off x="5535587" y="3834114"/>
                <a:ext cx="136442" cy="97282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1825" extrusionOk="0">
                    <a:moveTo>
                      <a:pt x="2509" y="1071"/>
                    </a:moveTo>
                    <a:cubicBezTo>
                      <a:pt x="2549" y="1250"/>
                      <a:pt x="2340" y="1448"/>
                      <a:pt x="2053" y="1507"/>
                    </a:cubicBezTo>
                    <a:lnTo>
                      <a:pt x="794" y="1765"/>
                    </a:lnTo>
                    <a:cubicBezTo>
                      <a:pt x="506" y="1825"/>
                      <a:pt x="238" y="1725"/>
                      <a:pt x="199" y="1547"/>
                    </a:cubicBezTo>
                    <a:lnTo>
                      <a:pt x="30" y="754"/>
                    </a:lnTo>
                    <a:cubicBezTo>
                      <a:pt x="0" y="575"/>
                      <a:pt x="199" y="387"/>
                      <a:pt x="496" y="317"/>
                    </a:cubicBezTo>
                    <a:lnTo>
                      <a:pt x="1745" y="60"/>
                    </a:lnTo>
                    <a:cubicBezTo>
                      <a:pt x="2043" y="0"/>
                      <a:pt x="2301" y="89"/>
                      <a:pt x="2340" y="2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3"/>
              <p:cNvSpPr/>
              <p:nvPr/>
            </p:nvSpPr>
            <p:spPr>
              <a:xfrm>
                <a:off x="5703824" y="3799199"/>
                <a:ext cx="136977" cy="97868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836" extrusionOk="0">
                    <a:moveTo>
                      <a:pt x="2519" y="1072"/>
                    </a:moveTo>
                    <a:cubicBezTo>
                      <a:pt x="2559" y="1260"/>
                      <a:pt x="2350" y="1448"/>
                      <a:pt x="2063" y="1508"/>
                    </a:cubicBezTo>
                    <a:lnTo>
                      <a:pt x="804" y="1776"/>
                    </a:lnTo>
                    <a:cubicBezTo>
                      <a:pt x="516" y="1835"/>
                      <a:pt x="248" y="1736"/>
                      <a:pt x="209" y="1557"/>
                    </a:cubicBezTo>
                    <a:lnTo>
                      <a:pt x="40" y="764"/>
                    </a:lnTo>
                    <a:cubicBezTo>
                      <a:pt x="1" y="586"/>
                      <a:pt x="209" y="397"/>
                      <a:pt x="496" y="328"/>
                    </a:cubicBezTo>
                    <a:lnTo>
                      <a:pt x="1756" y="60"/>
                    </a:lnTo>
                    <a:cubicBezTo>
                      <a:pt x="2043" y="1"/>
                      <a:pt x="2311" y="100"/>
                      <a:pt x="2350" y="2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3"/>
              <p:cNvSpPr/>
              <p:nvPr/>
            </p:nvSpPr>
            <p:spPr>
              <a:xfrm>
                <a:off x="5414561" y="3204102"/>
                <a:ext cx="216091" cy="214073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4016" extrusionOk="0">
                    <a:moveTo>
                      <a:pt x="2202" y="89"/>
                    </a:moveTo>
                    <a:cubicBezTo>
                      <a:pt x="3263" y="179"/>
                      <a:pt x="4036" y="1121"/>
                      <a:pt x="3927" y="2181"/>
                    </a:cubicBezTo>
                    <a:cubicBezTo>
                      <a:pt x="3828" y="3233"/>
                      <a:pt x="2896" y="4016"/>
                      <a:pt x="1835" y="3927"/>
                    </a:cubicBezTo>
                    <a:cubicBezTo>
                      <a:pt x="784" y="3827"/>
                      <a:pt x="1" y="2885"/>
                      <a:pt x="110" y="1834"/>
                    </a:cubicBezTo>
                    <a:cubicBezTo>
                      <a:pt x="209" y="773"/>
                      <a:pt x="1141" y="0"/>
                      <a:pt x="2202" y="8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3"/>
              <p:cNvSpPr/>
              <p:nvPr/>
            </p:nvSpPr>
            <p:spPr>
              <a:xfrm>
                <a:off x="5434206" y="3205115"/>
                <a:ext cx="185259" cy="160235"/>
              </a:xfrm>
              <a:custGeom>
                <a:avLst/>
                <a:gdLst/>
                <a:ahLst/>
                <a:cxnLst/>
                <a:rect l="l" t="t" r="r" b="b"/>
                <a:pathLst>
                  <a:path w="3461" h="3006" extrusionOk="0">
                    <a:moveTo>
                      <a:pt x="1" y="1022"/>
                    </a:moveTo>
                    <a:cubicBezTo>
                      <a:pt x="10" y="1627"/>
                      <a:pt x="328" y="2192"/>
                      <a:pt x="863" y="2510"/>
                    </a:cubicBezTo>
                    <a:cubicBezTo>
                      <a:pt x="1686" y="3005"/>
                      <a:pt x="2757" y="2728"/>
                      <a:pt x="3243" y="1895"/>
                    </a:cubicBezTo>
                    <a:cubicBezTo>
                      <a:pt x="3342" y="1716"/>
                      <a:pt x="3421" y="1518"/>
                      <a:pt x="3461" y="1320"/>
                    </a:cubicBezTo>
                    <a:cubicBezTo>
                      <a:pt x="3203" y="616"/>
                      <a:pt x="2569" y="130"/>
                      <a:pt x="1835" y="70"/>
                    </a:cubicBezTo>
                    <a:cubicBezTo>
                      <a:pt x="1091" y="1"/>
                      <a:pt x="377" y="368"/>
                      <a:pt x="1" y="1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3"/>
              <p:cNvSpPr/>
              <p:nvPr/>
            </p:nvSpPr>
            <p:spPr>
              <a:xfrm>
                <a:off x="5655542" y="3145946"/>
                <a:ext cx="221871" cy="221003"/>
              </a:xfrm>
              <a:custGeom>
                <a:avLst/>
                <a:gdLst/>
                <a:ahLst/>
                <a:cxnLst/>
                <a:rect l="l" t="t" r="r" b="b"/>
                <a:pathLst>
                  <a:path w="4145" h="4146" extrusionOk="0">
                    <a:moveTo>
                      <a:pt x="2390" y="169"/>
                    </a:moveTo>
                    <a:cubicBezTo>
                      <a:pt x="3441" y="338"/>
                      <a:pt x="4145" y="1329"/>
                      <a:pt x="3966" y="2380"/>
                    </a:cubicBezTo>
                    <a:cubicBezTo>
                      <a:pt x="3798" y="3421"/>
                      <a:pt x="2806" y="4145"/>
                      <a:pt x="1755" y="3976"/>
                    </a:cubicBezTo>
                    <a:cubicBezTo>
                      <a:pt x="704" y="3808"/>
                      <a:pt x="0" y="2816"/>
                      <a:pt x="179" y="1765"/>
                    </a:cubicBezTo>
                    <a:cubicBezTo>
                      <a:pt x="357" y="714"/>
                      <a:pt x="1339" y="0"/>
                      <a:pt x="2390" y="1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3"/>
              <p:cNvSpPr/>
              <p:nvPr/>
            </p:nvSpPr>
            <p:spPr>
              <a:xfrm>
                <a:off x="5679951" y="3148558"/>
                <a:ext cx="185259" cy="161834"/>
              </a:xfrm>
              <a:custGeom>
                <a:avLst/>
                <a:gdLst/>
                <a:ahLst/>
                <a:cxnLst/>
                <a:rect l="l" t="t" r="r" b="b"/>
                <a:pathLst>
                  <a:path w="3461" h="3036" extrusionOk="0">
                    <a:moveTo>
                      <a:pt x="40" y="943"/>
                    </a:moveTo>
                    <a:cubicBezTo>
                      <a:pt x="0" y="1548"/>
                      <a:pt x="288" y="2143"/>
                      <a:pt x="784" y="2490"/>
                    </a:cubicBezTo>
                    <a:cubicBezTo>
                      <a:pt x="1577" y="3035"/>
                      <a:pt x="2668" y="2837"/>
                      <a:pt x="3213" y="2034"/>
                    </a:cubicBezTo>
                    <a:cubicBezTo>
                      <a:pt x="3322" y="1865"/>
                      <a:pt x="3411" y="1677"/>
                      <a:pt x="3461" y="1478"/>
                    </a:cubicBezTo>
                    <a:cubicBezTo>
                      <a:pt x="3262" y="764"/>
                      <a:pt x="2668" y="229"/>
                      <a:pt x="1934" y="120"/>
                    </a:cubicBezTo>
                    <a:cubicBezTo>
                      <a:pt x="1190" y="1"/>
                      <a:pt x="456" y="318"/>
                      <a:pt x="40" y="9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3"/>
              <p:cNvSpPr/>
              <p:nvPr/>
            </p:nvSpPr>
            <p:spPr>
              <a:xfrm>
                <a:off x="5679416" y="3090456"/>
                <a:ext cx="95600" cy="4552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854" extrusionOk="0">
                    <a:moveTo>
                      <a:pt x="1557" y="189"/>
                    </a:moveTo>
                    <a:cubicBezTo>
                      <a:pt x="1101" y="0"/>
                      <a:pt x="575" y="80"/>
                      <a:pt x="199" y="397"/>
                    </a:cubicBezTo>
                    <a:cubicBezTo>
                      <a:pt x="0" y="565"/>
                      <a:pt x="268" y="853"/>
                      <a:pt x="466" y="684"/>
                    </a:cubicBezTo>
                    <a:cubicBezTo>
                      <a:pt x="734" y="466"/>
                      <a:pt x="1111" y="417"/>
                      <a:pt x="1428" y="565"/>
                    </a:cubicBezTo>
                    <a:cubicBezTo>
                      <a:pt x="1666" y="645"/>
                      <a:pt x="1785" y="278"/>
                      <a:pt x="1557" y="1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3"/>
              <p:cNvSpPr/>
              <p:nvPr/>
            </p:nvSpPr>
            <p:spPr>
              <a:xfrm>
                <a:off x="5447481" y="3141735"/>
                <a:ext cx="91853" cy="51279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962" extrusionOk="0">
                    <a:moveTo>
                      <a:pt x="1478" y="119"/>
                    </a:moveTo>
                    <a:cubicBezTo>
                      <a:pt x="1002" y="0"/>
                      <a:pt x="496" y="159"/>
                      <a:pt x="169" y="526"/>
                    </a:cubicBezTo>
                    <a:cubicBezTo>
                      <a:pt x="0" y="714"/>
                      <a:pt x="308" y="962"/>
                      <a:pt x="476" y="773"/>
                    </a:cubicBezTo>
                    <a:cubicBezTo>
                      <a:pt x="704" y="516"/>
                      <a:pt x="1071" y="407"/>
                      <a:pt x="1408" y="506"/>
                    </a:cubicBezTo>
                    <a:cubicBezTo>
                      <a:pt x="1656" y="555"/>
                      <a:pt x="1716" y="169"/>
                      <a:pt x="1478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3"/>
              <p:cNvSpPr/>
              <p:nvPr/>
            </p:nvSpPr>
            <p:spPr>
              <a:xfrm>
                <a:off x="5471354" y="3421906"/>
                <a:ext cx="87625" cy="58902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1105" extrusionOk="0">
                    <a:moveTo>
                      <a:pt x="922" y="0"/>
                    </a:moveTo>
                    <a:cubicBezTo>
                      <a:pt x="858" y="0"/>
                      <a:pt x="791" y="6"/>
                      <a:pt x="724" y="19"/>
                    </a:cubicBezTo>
                    <a:cubicBezTo>
                      <a:pt x="308" y="88"/>
                      <a:pt x="1" y="386"/>
                      <a:pt x="60" y="683"/>
                    </a:cubicBezTo>
                    <a:cubicBezTo>
                      <a:pt x="102" y="938"/>
                      <a:pt x="391" y="1105"/>
                      <a:pt x="734" y="1105"/>
                    </a:cubicBezTo>
                    <a:cubicBezTo>
                      <a:pt x="792" y="1105"/>
                      <a:pt x="852" y="1100"/>
                      <a:pt x="913" y="1090"/>
                    </a:cubicBezTo>
                    <a:cubicBezTo>
                      <a:pt x="1339" y="1011"/>
                      <a:pt x="1637" y="713"/>
                      <a:pt x="1587" y="416"/>
                    </a:cubicBezTo>
                    <a:cubicBezTo>
                      <a:pt x="1537" y="166"/>
                      <a:pt x="1257" y="0"/>
                      <a:pt x="9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3"/>
              <p:cNvSpPr/>
              <p:nvPr/>
            </p:nvSpPr>
            <p:spPr>
              <a:xfrm>
                <a:off x="5794607" y="3356341"/>
                <a:ext cx="87625" cy="58955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1106" extrusionOk="0">
                    <a:moveTo>
                      <a:pt x="921" y="1"/>
                    </a:moveTo>
                    <a:cubicBezTo>
                      <a:pt x="857" y="1"/>
                      <a:pt x="791" y="7"/>
                      <a:pt x="724" y="20"/>
                    </a:cubicBezTo>
                    <a:cubicBezTo>
                      <a:pt x="297" y="89"/>
                      <a:pt x="0" y="396"/>
                      <a:pt x="50" y="694"/>
                    </a:cubicBezTo>
                    <a:cubicBezTo>
                      <a:pt x="100" y="939"/>
                      <a:pt x="390" y="1105"/>
                      <a:pt x="733" y="1105"/>
                    </a:cubicBezTo>
                    <a:cubicBezTo>
                      <a:pt x="791" y="1105"/>
                      <a:pt x="851" y="1101"/>
                      <a:pt x="912" y="1090"/>
                    </a:cubicBezTo>
                    <a:cubicBezTo>
                      <a:pt x="1329" y="1011"/>
                      <a:pt x="1636" y="714"/>
                      <a:pt x="1577" y="416"/>
                    </a:cubicBezTo>
                    <a:cubicBezTo>
                      <a:pt x="1527" y="167"/>
                      <a:pt x="1253" y="1"/>
                      <a:pt x="9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3"/>
              <p:cNvSpPr/>
              <p:nvPr/>
            </p:nvSpPr>
            <p:spPr>
              <a:xfrm>
                <a:off x="5542974" y="3230861"/>
                <a:ext cx="49245" cy="29318"/>
              </a:xfrm>
              <a:custGeom>
                <a:avLst/>
                <a:gdLst/>
                <a:ahLst/>
                <a:cxnLst/>
                <a:rect l="l" t="t" r="r" b="b"/>
                <a:pathLst>
                  <a:path w="920" h="550" extrusionOk="0">
                    <a:moveTo>
                      <a:pt x="115" y="1"/>
                    </a:moveTo>
                    <a:cubicBezTo>
                      <a:pt x="9" y="1"/>
                      <a:pt x="0" y="174"/>
                      <a:pt x="120" y="192"/>
                    </a:cubicBezTo>
                    <a:cubicBezTo>
                      <a:pt x="338" y="242"/>
                      <a:pt x="537" y="351"/>
                      <a:pt x="695" y="519"/>
                    </a:cubicBezTo>
                    <a:cubicBezTo>
                      <a:pt x="716" y="541"/>
                      <a:pt x="742" y="550"/>
                      <a:pt x="766" y="550"/>
                    </a:cubicBezTo>
                    <a:cubicBezTo>
                      <a:pt x="845" y="550"/>
                      <a:pt x="920" y="458"/>
                      <a:pt x="844" y="390"/>
                    </a:cubicBezTo>
                    <a:cubicBezTo>
                      <a:pt x="656" y="192"/>
                      <a:pt x="408" y="53"/>
                      <a:pt x="140" y="4"/>
                    </a:cubicBezTo>
                    <a:cubicBezTo>
                      <a:pt x="131" y="2"/>
                      <a:pt x="123" y="1"/>
                      <a:pt x="1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3"/>
              <p:cNvSpPr/>
              <p:nvPr/>
            </p:nvSpPr>
            <p:spPr>
              <a:xfrm>
                <a:off x="5521242" y="3227237"/>
                <a:ext cx="17932" cy="10768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" extrusionOk="0">
                    <a:moveTo>
                      <a:pt x="102" y="1"/>
                    </a:moveTo>
                    <a:cubicBezTo>
                      <a:pt x="50" y="1"/>
                      <a:pt x="11" y="38"/>
                      <a:pt x="11" y="92"/>
                    </a:cubicBezTo>
                    <a:cubicBezTo>
                      <a:pt x="1" y="141"/>
                      <a:pt x="40" y="191"/>
                      <a:pt x="90" y="201"/>
                    </a:cubicBezTo>
                    <a:lnTo>
                      <a:pt x="189" y="201"/>
                    </a:lnTo>
                    <a:cubicBezTo>
                      <a:pt x="192" y="201"/>
                      <a:pt x="195" y="201"/>
                      <a:pt x="198" y="201"/>
                    </a:cubicBezTo>
                    <a:cubicBezTo>
                      <a:pt x="319" y="201"/>
                      <a:pt x="335" y="12"/>
                      <a:pt x="209" y="2"/>
                    </a:cubicBezTo>
                    <a:lnTo>
                      <a:pt x="120" y="2"/>
                    </a:lnTo>
                    <a:cubicBezTo>
                      <a:pt x="113" y="1"/>
                      <a:pt x="107" y="1"/>
                      <a:pt x="1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3"/>
              <p:cNvSpPr/>
              <p:nvPr/>
            </p:nvSpPr>
            <p:spPr>
              <a:xfrm>
                <a:off x="5589168" y="3266682"/>
                <a:ext cx="12954" cy="13593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55" extrusionOk="0">
                    <a:moveTo>
                      <a:pt x="108" y="1"/>
                    </a:moveTo>
                    <a:cubicBezTo>
                      <a:pt x="86" y="1"/>
                      <a:pt x="62" y="8"/>
                      <a:pt x="40" y="26"/>
                    </a:cubicBezTo>
                    <a:cubicBezTo>
                      <a:pt x="1" y="56"/>
                      <a:pt x="1" y="115"/>
                      <a:pt x="31" y="165"/>
                    </a:cubicBezTo>
                    <a:cubicBezTo>
                      <a:pt x="35" y="226"/>
                      <a:pt x="80" y="254"/>
                      <a:pt x="125" y="254"/>
                    </a:cubicBezTo>
                    <a:cubicBezTo>
                      <a:pt x="183" y="254"/>
                      <a:pt x="241" y="208"/>
                      <a:pt x="219" y="125"/>
                    </a:cubicBezTo>
                    <a:cubicBezTo>
                      <a:pt x="219" y="95"/>
                      <a:pt x="199" y="66"/>
                      <a:pt x="179" y="36"/>
                    </a:cubicBezTo>
                    <a:cubicBezTo>
                      <a:pt x="163" y="14"/>
                      <a:pt x="136" y="1"/>
                      <a:pt x="1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3"/>
              <p:cNvSpPr/>
              <p:nvPr/>
            </p:nvSpPr>
            <p:spPr>
              <a:xfrm>
                <a:off x="5590292" y="3274571"/>
                <a:ext cx="535" cy="906"/>
              </a:xfrm>
              <a:custGeom>
                <a:avLst/>
                <a:gdLst/>
                <a:ahLst/>
                <a:cxnLst/>
                <a:rect l="l" t="t" r="r" b="b"/>
                <a:pathLst>
                  <a:path w="10" h="17" extrusionOk="0">
                    <a:moveTo>
                      <a:pt x="1" y="1"/>
                    </a:moveTo>
                    <a:cubicBezTo>
                      <a:pt x="0" y="1"/>
                      <a:pt x="2" y="5"/>
                      <a:pt x="10" y="17"/>
                    </a:cubicBezTo>
                    <a:cubicBezTo>
                      <a:pt x="10" y="11"/>
                      <a:pt x="2" y="1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3"/>
              <p:cNvSpPr/>
              <p:nvPr/>
            </p:nvSpPr>
            <p:spPr>
              <a:xfrm>
                <a:off x="5590774" y="3275424"/>
                <a:ext cx="54" cy="1119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1"/>
                    </a:moveTo>
                    <a:cubicBezTo>
                      <a:pt x="1" y="21"/>
                      <a:pt x="1" y="11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3"/>
              <p:cNvSpPr/>
              <p:nvPr/>
            </p:nvSpPr>
            <p:spPr>
              <a:xfrm>
                <a:off x="5590774" y="3275424"/>
                <a:ext cx="54" cy="53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3"/>
              <p:cNvSpPr/>
              <p:nvPr/>
            </p:nvSpPr>
            <p:spPr>
              <a:xfrm>
                <a:off x="5781653" y="3170680"/>
                <a:ext cx="49513" cy="29264"/>
              </a:xfrm>
              <a:custGeom>
                <a:avLst/>
                <a:gdLst/>
                <a:ahLst/>
                <a:cxnLst/>
                <a:rect l="l" t="t" r="r" b="b"/>
                <a:pathLst>
                  <a:path w="925" h="549" extrusionOk="0">
                    <a:moveTo>
                      <a:pt x="124" y="1"/>
                    </a:moveTo>
                    <a:cubicBezTo>
                      <a:pt x="12" y="1"/>
                      <a:pt x="0" y="172"/>
                      <a:pt x="113" y="201"/>
                    </a:cubicBezTo>
                    <a:cubicBezTo>
                      <a:pt x="341" y="240"/>
                      <a:pt x="539" y="359"/>
                      <a:pt x="698" y="518"/>
                    </a:cubicBezTo>
                    <a:cubicBezTo>
                      <a:pt x="719" y="539"/>
                      <a:pt x="745" y="548"/>
                      <a:pt x="769" y="548"/>
                    </a:cubicBezTo>
                    <a:cubicBezTo>
                      <a:pt x="849" y="548"/>
                      <a:pt x="925" y="457"/>
                      <a:pt x="857" y="389"/>
                    </a:cubicBezTo>
                    <a:cubicBezTo>
                      <a:pt x="658" y="191"/>
                      <a:pt x="411" y="52"/>
                      <a:pt x="143" y="2"/>
                    </a:cubicBezTo>
                    <a:cubicBezTo>
                      <a:pt x="136" y="1"/>
                      <a:pt x="130" y="1"/>
                      <a:pt x="12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3"/>
              <p:cNvSpPr/>
              <p:nvPr/>
            </p:nvSpPr>
            <p:spPr>
              <a:xfrm>
                <a:off x="5760081" y="3167002"/>
                <a:ext cx="17932" cy="10714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1" extrusionOk="0">
                    <a:moveTo>
                      <a:pt x="101" y="1"/>
                    </a:moveTo>
                    <a:cubicBezTo>
                      <a:pt x="50" y="1"/>
                      <a:pt x="10" y="38"/>
                      <a:pt x="10" y="91"/>
                    </a:cubicBezTo>
                    <a:cubicBezTo>
                      <a:pt x="1" y="141"/>
                      <a:pt x="40" y="190"/>
                      <a:pt x="100" y="200"/>
                    </a:cubicBezTo>
                    <a:lnTo>
                      <a:pt x="189" y="200"/>
                    </a:lnTo>
                    <a:cubicBezTo>
                      <a:pt x="192" y="201"/>
                      <a:pt x="195" y="201"/>
                      <a:pt x="198" y="201"/>
                    </a:cubicBezTo>
                    <a:cubicBezTo>
                      <a:pt x="319" y="201"/>
                      <a:pt x="335" y="12"/>
                      <a:pt x="209" y="2"/>
                    </a:cubicBezTo>
                    <a:lnTo>
                      <a:pt x="120" y="2"/>
                    </a:lnTo>
                    <a:cubicBezTo>
                      <a:pt x="113" y="1"/>
                      <a:pt x="107" y="1"/>
                      <a:pt x="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3"/>
              <p:cNvSpPr/>
              <p:nvPr/>
            </p:nvSpPr>
            <p:spPr>
              <a:xfrm>
                <a:off x="5828008" y="3206714"/>
                <a:ext cx="12793" cy="12847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41" extrusionOk="0">
                    <a:moveTo>
                      <a:pt x="108" y="0"/>
                    </a:moveTo>
                    <a:cubicBezTo>
                      <a:pt x="86" y="0"/>
                      <a:pt x="62" y="8"/>
                      <a:pt x="40" y="21"/>
                    </a:cubicBezTo>
                    <a:cubicBezTo>
                      <a:pt x="1" y="60"/>
                      <a:pt x="1" y="120"/>
                      <a:pt x="30" y="159"/>
                    </a:cubicBezTo>
                    <a:cubicBezTo>
                      <a:pt x="39" y="211"/>
                      <a:pt x="78" y="241"/>
                      <a:pt x="121" y="241"/>
                    </a:cubicBezTo>
                    <a:cubicBezTo>
                      <a:pt x="127" y="241"/>
                      <a:pt x="133" y="240"/>
                      <a:pt x="140" y="239"/>
                    </a:cubicBezTo>
                    <a:cubicBezTo>
                      <a:pt x="199" y="229"/>
                      <a:pt x="239" y="179"/>
                      <a:pt x="229" y="130"/>
                    </a:cubicBezTo>
                    <a:cubicBezTo>
                      <a:pt x="219" y="90"/>
                      <a:pt x="199" y="60"/>
                      <a:pt x="179" y="40"/>
                    </a:cubicBezTo>
                    <a:cubicBezTo>
                      <a:pt x="162" y="12"/>
                      <a:pt x="136" y="0"/>
                      <a:pt x="1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3"/>
              <p:cNvSpPr/>
              <p:nvPr/>
            </p:nvSpPr>
            <p:spPr>
              <a:xfrm>
                <a:off x="5829078" y="3214550"/>
                <a:ext cx="589" cy="693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"/>
                    </a:moveTo>
                    <a:cubicBezTo>
                      <a:pt x="1" y="1"/>
                      <a:pt x="2" y="4"/>
                      <a:pt x="10" y="12"/>
                    </a:cubicBezTo>
                    <a:cubicBezTo>
                      <a:pt x="10" y="7"/>
                      <a:pt x="4" y="1"/>
                      <a:pt x="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3"/>
              <p:cNvSpPr/>
              <p:nvPr/>
            </p:nvSpPr>
            <p:spPr>
              <a:xfrm>
                <a:off x="5829614" y="3215190"/>
                <a:ext cx="54" cy="586"/>
              </a:xfrm>
              <a:custGeom>
                <a:avLst/>
                <a:gdLst/>
                <a:ahLst/>
                <a:cxnLst/>
                <a:rect l="l" t="t" r="r" b="b"/>
                <a:pathLst>
                  <a:path w="1" h="11" extrusionOk="0">
                    <a:moveTo>
                      <a:pt x="0" y="0"/>
                    </a:moveTo>
                    <a:cubicBezTo>
                      <a:pt x="0" y="10"/>
                      <a:pt x="0" y="10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3"/>
              <p:cNvSpPr/>
              <p:nvPr/>
            </p:nvSpPr>
            <p:spPr>
              <a:xfrm>
                <a:off x="5829614" y="3215190"/>
                <a:ext cx="54" cy="53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3"/>
              <p:cNvSpPr/>
              <p:nvPr/>
            </p:nvSpPr>
            <p:spPr>
              <a:xfrm>
                <a:off x="5627922" y="3373719"/>
                <a:ext cx="94530" cy="81450"/>
              </a:xfrm>
              <a:custGeom>
                <a:avLst/>
                <a:gdLst/>
                <a:ahLst/>
                <a:cxnLst/>
                <a:rect l="l" t="t" r="r" b="b"/>
                <a:pathLst>
                  <a:path w="1766" h="1528" extrusionOk="0">
                    <a:moveTo>
                      <a:pt x="1577" y="288"/>
                    </a:moveTo>
                    <a:cubicBezTo>
                      <a:pt x="1448" y="1"/>
                      <a:pt x="992" y="130"/>
                      <a:pt x="1111" y="407"/>
                    </a:cubicBezTo>
                    <a:cubicBezTo>
                      <a:pt x="1210" y="636"/>
                      <a:pt x="1260" y="893"/>
                      <a:pt x="972" y="973"/>
                    </a:cubicBezTo>
                    <a:cubicBezTo>
                      <a:pt x="685" y="1042"/>
                      <a:pt x="605" y="794"/>
                      <a:pt x="546" y="586"/>
                    </a:cubicBezTo>
                    <a:cubicBezTo>
                      <a:pt x="457" y="288"/>
                      <a:pt x="1" y="417"/>
                      <a:pt x="80" y="705"/>
                    </a:cubicBezTo>
                    <a:cubicBezTo>
                      <a:pt x="229" y="1211"/>
                      <a:pt x="546" y="1528"/>
                      <a:pt x="1101" y="1429"/>
                    </a:cubicBezTo>
                    <a:cubicBezTo>
                      <a:pt x="1656" y="1320"/>
                      <a:pt x="1766" y="735"/>
                      <a:pt x="1577" y="2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3"/>
              <p:cNvSpPr/>
              <p:nvPr/>
            </p:nvSpPr>
            <p:spPr>
              <a:xfrm>
                <a:off x="5429442" y="3064017"/>
                <a:ext cx="184188" cy="58209"/>
              </a:xfrm>
              <a:custGeom>
                <a:avLst/>
                <a:gdLst/>
                <a:ahLst/>
                <a:cxnLst/>
                <a:rect l="l" t="t" r="r" b="b"/>
                <a:pathLst>
                  <a:path w="3441" h="1092" extrusionOk="0">
                    <a:moveTo>
                      <a:pt x="3203" y="50"/>
                    </a:moveTo>
                    <a:lnTo>
                      <a:pt x="218" y="685"/>
                    </a:lnTo>
                    <a:cubicBezTo>
                      <a:pt x="0" y="734"/>
                      <a:pt x="20" y="1091"/>
                      <a:pt x="238" y="1042"/>
                    </a:cubicBezTo>
                    <a:lnTo>
                      <a:pt x="3213" y="407"/>
                    </a:lnTo>
                    <a:cubicBezTo>
                      <a:pt x="3441" y="357"/>
                      <a:pt x="3431" y="1"/>
                      <a:pt x="3203" y="5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3"/>
              <p:cNvSpPr/>
              <p:nvPr/>
            </p:nvSpPr>
            <p:spPr>
              <a:xfrm>
                <a:off x="5424678" y="2970466"/>
                <a:ext cx="337598" cy="90938"/>
              </a:xfrm>
              <a:custGeom>
                <a:avLst/>
                <a:gdLst/>
                <a:ahLst/>
                <a:cxnLst/>
                <a:rect l="l" t="t" r="r" b="b"/>
                <a:pathLst>
                  <a:path w="6307" h="1706" extrusionOk="0">
                    <a:moveTo>
                      <a:pt x="6306" y="1"/>
                    </a:moveTo>
                    <a:lnTo>
                      <a:pt x="0" y="1200"/>
                    </a:lnTo>
                    <a:lnTo>
                      <a:pt x="218" y="1706"/>
                    </a:lnTo>
                    <a:lnTo>
                      <a:pt x="6247" y="397"/>
                    </a:lnTo>
                    <a:lnTo>
                      <a:pt x="630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3"/>
              <p:cNvSpPr/>
              <p:nvPr/>
            </p:nvSpPr>
            <p:spPr>
              <a:xfrm>
                <a:off x="5365263" y="3484540"/>
                <a:ext cx="78150" cy="24765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4646" extrusionOk="0">
                    <a:moveTo>
                      <a:pt x="300" y="1"/>
                    </a:moveTo>
                    <a:cubicBezTo>
                      <a:pt x="156" y="1"/>
                      <a:pt x="0" y="128"/>
                      <a:pt x="49" y="312"/>
                    </a:cubicBezTo>
                    <a:cubicBezTo>
                      <a:pt x="406" y="1690"/>
                      <a:pt x="674" y="3088"/>
                      <a:pt x="961" y="4476"/>
                    </a:cubicBezTo>
                    <a:cubicBezTo>
                      <a:pt x="988" y="4595"/>
                      <a:pt x="1073" y="4646"/>
                      <a:pt x="1163" y="4646"/>
                    </a:cubicBezTo>
                    <a:cubicBezTo>
                      <a:pt x="1305" y="4646"/>
                      <a:pt x="1460" y="4519"/>
                      <a:pt x="1417" y="4337"/>
                    </a:cubicBezTo>
                    <a:cubicBezTo>
                      <a:pt x="1120" y="2939"/>
                      <a:pt x="852" y="1541"/>
                      <a:pt x="505" y="163"/>
                    </a:cubicBezTo>
                    <a:cubicBezTo>
                      <a:pt x="475" y="49"/>
                      <a:pt x="390" y="1"/>
                      <a:pt x="3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3"/>
              <p:cNvSpPr/>
              <p:nvPr/>
            </p:nvSpPr>
            <p:spPr>
              <a:xfrm>
                <a:off x="5422698" y="3759594"/>
                <a:ext cx="33348" cy="25960"/>
              </a:xfrm>
              <a:custGeom>
                <a:avLst/>
                <a:gdLst/>
                <a:ahLst/>
                <a:cxnLst/>
                <a:rect l="l" t="t" r="r" b="b"/>
                <a:pathLst>
                  <a:path w="623" h="487" extrusionOk="0">
                    <a:moveTo>
                      <a:pt x="305" y="0"/>
                    </a:moveTo>
                    <a:lnTo>
                      <a:pt x="305" y="0"/>
                    </a:lnTo>
                    <a:cubicBezTo>
                      <a:pt x="1" y="20"/>
                      <a:pt x="17" y="486"/>
                      <a:pt x="315" y="486"/>
                    </a:cubicBezTo>
                    <a:cubicBezTo>
                      <a:pt x="318" y="486"/>
                      <a:pt x="321" y="486"/>
                      <a:pt x="325" y="486"/>
                    </a:cubicBezTo>
                    <a:cubicBezTo>
                      <a:pt x="622" y="446"/>
                      <a:pt x="602" y="10"/>
                      <a:pt x="30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3"/>
              <p:cNvSpPr/>
              <p:nvPr/>
            </p:nvSpPr>
            <p:spPr>
              <a:xfrm>
                <a:off x="5349097" y="3438218"/>
                <a:ext cx="33669" cy="2548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478" extrusionOk="0">
                    <a:moveTo>
                      <a:pt x="302" y="1"/>
                    </a:moveTo>
                    <a:cubicBezTo>
                      <a:pt x="0" y="20"/>
                      <a:pt x="13" y="477"/>
                      <a:pt x="303" y="477"/>
                    </a:cubicBezTo>
                    <a:cubicBezTo>
                      <a:pt x="309" y="477"/>
                      <a:pt x="315" y="477"/>
                      <a:pt x="321" y="477"/>
                    </a:cubicBezTo>
                    <a:cubicBezTo>
                      <a:pt x="629" y="447"/>
                      <a:pt x="609" y="1"/>
                      <a:pt x="3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3"/>
              <p:cNvSpPr/>
              <p:nvPr/>
            </p:nvSpPr>
            <p:spPr>
              <a:xfrm>
                <a:off x="6006522" y="3557088"/>
                <a:ext cx="59897" cy="198241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3719" extrusionOk="0">
                    <a:moveTo>
                      <a:pt x="240" y="1"/>
                    </a:moveTo>
                    <a:cubicBezTo>
                      <a:pt x="126" y="1"/>
                      <a:pt x="0" y="102"/>
                      <a:pt x="37" y="249"/>
                    </a:cubicBezTo>
                    <a:cubicBezTo>
                      <a:pt x="305" y="1350"/>
                      <a:pt x="503" y="2470"/>
                      <a:pt x="721" y="3581"/>
                    </a:cubicBezTo>
                    <a:cubicBezTo>
                      <a:pt x="740" y="3677"/>
                      <a:pt x="808" y="3718"/>
                      <a:pt x="880" y="3718"/>
                    </a:cubicBezTo>
                    <a:cubicBezTo>
                      <a:pt x="993" y="3718"/>
                      <a:pt x="1118" y="3617"/>
                      <a:pt x="1088" y="3472"/>
                    </a:cubicBezTo>
                    <a:cubicBezTo>
                      <a:pt x="860" y="2351"/>
                      <a:pt x="662" y="1241"/>
                      <a:pt x="394" y="130"/>
                    </a:cubicBezTo>
                    <a:cubicBezTo>
                      <a:pt x="375" y="40"/>
                      <a:pt x="310" y="1"/>
                      <a:pt x="2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3"/>
              <p:cNvSpPr/>
              <p:nvPr/>
            </p:nvSpPr>
            <p:spPr>
              <a:xfrm>
                <a:off x="6048434" y="3777557"/>
                <a:ext cx="27834" cy="20149"/>
              </a:xfrm>
              <a:custGeom>
                <a:avLst/>
                <a:gdLst/>
                <a:ahLst/>
                <a:cxnLst/>
                <a:rect l="l" t="t" r="r" b="b"/>
                <a:pathLst>
                  <a:path w="520" h="378" extrusionOk="0">
                    <a:moveTo>
                      <a:pt x="265" y="0"/>
                    </a:moveTo>
                    <a:cubicBezTo>
                      <a:pt x="262" y="0"/>
                      <a:pt x="259" y="0"/>
                      <a:pt x="255" y="0"/>
                    </a:cubicBezTo>
                    <a:cubicBezTo>
                      <a:pt x="1" y="0"/>
                      <a:pt x="17" y="377"/>
                      <a:pt x="256" y="377"/>
                    </a:cubicBezTo>
                    <a:cubicBezTo>
                      <a:pt x="259" y="377"/>
                      <a:pt x="262" y="377"/>
                      <a:pt x="265" y="377"/>
                    </a:cubicBezTo>
                    <a:cubicBezTo>
                      <a:pt x="520" y="367"/>
                      <a:pt x="513" y="0"/>
                      <a:pt x="2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3"/>
              <p:cNvSpPr/>
              <p:nvPr/>
            </p:nvSpPr>
            <p:spPr>
              <a:xfrm>
                <a:off x="5992712" y="3520148"/>
                <a:ext cx="27834" cy="20149"/>
              </a:xfrm>
              <a:custGeom>
                <a:avLst/>
                <a:gdLst/>
                <a:ahLst/>
                <a:cxnLst/>
                <a:rect l="l" t="t" r="r" b="b"/>
                <a:pathLst>
                  <a:path w="520" h="378" extrusionOk="0">
                    <a:moveTo>
                      <a:pt x="265" y="0"/>
                    </a:moveTo>
                    <a:cubicBezTo>
                      <a:pt x="262" y="0"/>
                      <a:pt x="259" y="0"/>
                      <a:pt x="255" y="0"/>
                    </a:cubicBezTo>
                    <a:cubicBezTo>
                      <a:pt x="1" y="10"/>
                      <a:pt x="17" y="377"/>
                      <a:pt x="256" y="377"/>
                    </a:cubicBezTo>
                    <a:cubicBezTo>
                      <a:pt x="259" y="377"/>
                      <a:pt x="262" y="377"/>
                      <a:pt x="265" y="377"/>
                    </a:cubicBezTo>
                    <a:cubicBezTo>
                      <a:pt x="520" y="367"/>
                      <a:pt x="513" y="0"/>
                      <a:pt x="2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3"/>
              <p:cNvSpPr/>
              <p:nvPr/>
            </p:nvSpPr>
            <p:spPr>
              <a:xfrm>
                <a:off x="5837322" y="2963857"/>
                <a:ext cx="35435" cy="2537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76" extrusionOk="0">
                    <a:moveTo>
                      <a:pt x="334" y="0"/>
                    </a:moveTo>
                    <a:cubicBezTo>
                      <a:pt x="318" y="0"/>
                      <a:pt x="301" y="2"/>
                      <a:pt x="283" y="6"/>
                    </a:cubicBezTo>
                    <a:cubicBezTo>
                      <a:pt x="1" y="71"/>
                      <a:pt x="66" y="475"/>
                      <a:pt x="335" y="475"/>
                    </a:cubicBezTo>
                    <a:cubicBezTo>
                      <a:pt x="350" y="475"/>
                      <a:pt x="366" y="474"/>
                      <a:pt x="382" y="472"/>
                    </a:cubicBezTo>
                    <a:cubicBezTo>
                      <a:pt x="662" y="416"/>
                      <a:pt x="591" y="0"/>
                      <a:pt x="3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3"/>
              <p:cNvSpPr/>
              <p:nvPr/>
            </p:nvSpPr>
            <p:spPr>
              <a:xfrm>
                <a:off x="5462683" y="3894615"/>
                <a:ext cx="35917" cy="25906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86" extrusionOk="0">
                    <a:moveTo>
                      <a:pt x="342" y="0"/>
                    </a:moveTo>
                    <a:cubicBezTo>
                      <a:pt x="326" y="0"/>
                      <a:pt x="309" y="2"/>
                      <a:pt x="291" y="5"/>
                    </a:cubicBezTo>
                    <a:cubicBezTo>
                      <a:pt x="0" y="81"/>
                      <a:pt x="74" y="485"/>
                      <a:pt x="336" y="485"/>
                    </a:cubicBezTo>
                    <a:cubicBezTo>
                      <a:pt x="350" y="485"/>
                      <a:pt x="365" y="484"/>
                      <a:pt x="381" y="481"/>
                    </a:cubicBezTo>
                    <a:cubicBezTo>
                      <a:pt x="670" y="425"/>
                      <a:pt x="599" y="0"/>
                      <a:pt x="3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3"/>
              <p:cNvSpPr/>
              <p:nvPr/>
            </p:nvSpPr>
            <p:spPr>
              <a:xfrm>
                <a:off x="5410868" y="2845733"/>
                <a:ext cx="50476" cy="114233"/>
              </a:xfrm>
              <a:custGeom>
                <a:avLst/>
                <a:gdLst/>
                <a:ahLst/>
                <a:cxnLst/>
                <a:rect l="l" t="t" r="r" b="b"/>
                <a:pathLst>
                  <a:path w="943" h="2143" extrusionOk="0">
                    <a:moveTo>
                      <a:pt x="873" y="1805"/>
                    </a:moveTo>
                    <a:lnTo>
                      <a:pt x="427" y="229"/>
                    </a:lnTo>
                    <a:cubicBezTo>
                      <a:pt x="347" y="1"/>
                      <a:pt x="0" y="100"/>
                      <a:pt x="60" y="338"/>
                    </a:cubicBezTo>
                    <a:lnTo>
                      <a:pt x="506" y="1904"/>
                    </a:lnTo>
                    <a:cubicBezTo>
                      <a:pt x="575" y="2142"/>
                      <a:pt x="942" y="2043"/>
                      <a:pt x="873" y="180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3"/>
              <p:cNvSpPr/>
              <p:nvPr/>
            </p:nvSpPr>
            <p:spPr>
              <a:xfrm>
                <a:off x="5396523" y="2808739"/>
                <a:ext cx="29226" cy="24893"/>
              </a:xfrm>
              <a:custGeom>
                <a:avLst/>
                <a:gdLst/>
                <a:ahLst/>
                <a:cxnLst/>
                <a:rect l="l" t="t" r="r" b="b"/>
                <a:pathLst>
                  <a:path w="546" h="467" extrusionOk="0">
                    <a:moveTo>
                      <a:pt x="328" y="417"/>
                    </a:moveTo>
                    <a:cubicBezTo>
                      <a:pt x="546" y="338"/>
                      <a:pt x="457" y="0"/>
                      <a:pt x="219" y="50"/>
                    </a:cubicBezTo>
                    <a:cubicBezTo>
                      <a:pt x="1" y="129"/>
                      <a:pt x="90" y="466"/>
                      <a:pt x="328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3"/>
              <p:cNvSpPr/>
              <p:nvPr/>
            </p:nvSpPr>
            <p:spPr>
              <a:xfrm>
                <a:off x="6103996" y="3351011"/>
                <a:ext cx="90301" cy="90938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706" extrusionOk="0">
                    <a:moveTo>
                      <a:pt x="834" y="1"/>
                    </a:moveTo>
                    <a:cubicBezTo>
                      <a:pt x="754" y="10"/>
                      <a:pt x="675" y="615"/>
                      <a:pt x="635" y="655"/>
                    </a:cubicBezTo>
                    <a:cubicBezTo>
                      <a:pt x="566" y="734"/>
                      <a:pt x="1" y="784"/>
                      <a:pt x="1" y="863"/>
                    </a:cubicBezTo>
                    <a:cubicBezTo>
                      <a:pt x="11" y="943"/>
                      <a:pt x="566" y="982"/>
                      <a:pt x="635" y="1052"/>
                    </a:cubicBezTo>
                    <a:cubicBezTo>
                      <a:pt x="685" y="1101"/>
                      <a:pt x="774" y="1706"/>
                      <a:pt x="853" y="1706"/>
                    </a:cubicBezTo>
                    <a:cubicBezTo>
                      <a:pt x="933" y="1696"/>
                      <a:pt x="1012" y="1101"/>
                      <a:pt x="1052" y="1052"/>
                    </a:cubicBezTo>
                    <a:cubicBezTo>
                      <a:pt x="1121" y="982"/>
                      <a:pt x="1686" y="923"/>
                      <a:pt x="1686" y="843"/>
                    </a:cubicBezTo>
                    <a:cubicBezTo>
                      <a:pt x="1676" y="764"/>
                      <a:pt x="1131" y="724"/>
                      <a:pt x="1052" y="655"/>
                    </a:cubicBezTo>
                    <a:cubicBezTo>
                      <a:pt x="1002" y="605"/>
                      <a:pt x="913" y="1"/>
                      <a:pt x="8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3"/>
              <p:cNvSpPr/>
              <p:nvPr/>
            </p:nvSpPr>
            <p:spPr>
              <a:xfrm>
                <a:off x="5309487" y="3069827"/>
                <a:ext cx="90301" cy="90992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707" extrusionOk="0">
                    <a:moveTo>
                      <a:pt x="823" y="1"/>
                    </a:moveTo>
                    <a:cubicBezTo>
                      <a:pt x="744" y="11"/>
                      <a:pt x="675" y="605"/>
                      <a:pt x="635" y="645"/>
                    </a:cubicBezTo>
                    <a:cubicBezTo>
                      <a:pt x="556" y="734"/>
                      <a:pt x="0" y="784"/>
                      <a:pt x="0" y="863"/>
                    </a:cubicBezTo>
                    <a:cubicBezTo>
                      <a:pt x="10" y="943"/>
                      <a:pt x="556" y="982"/>
                      <a:pt x="635" y="1052"/>
                    </a:cubicBezTo>
                    <a:cubicBezTo>
                      <a:pt x="675" y="1091"/>
                      <a:pt x="774" y="1706"/>
                      <a:pt x="853" y="1706"/>
                    </a:cubicBezTo>
                    <a:cubicBezTo>
                      <a:pt x="932" y="1696"/>
                      <a:pt x="1002" y="1091"/>
                      <a:pt x="1042" y="1052"/>
                    </a:cubicBezTo>
                    <a:cubicBezTo>
                      <a:pt x="1121" y="972"/>
                      <a:pt x="1686" y="913"/>
                      <a:pt x="1676" y="833"/>
                    </a:cubicBezTo>
                    <a:cubicBezTo>
                      <a:pt x="1676" y="764"/>
                      <a:pt x="1121" y="724"/>
                      <a:pt x="1042" y="645"/>
                    </a:cubicBezTo>
                    <a:cubicBezTo>
                      <a:pt x="1002" y="605"/>
                      <a:pt x="913" y="1"/>
                      <a:pt x="82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08" name="Google Shape;1708;p33"/>
          <p:cNvGrpSpPr/>
          <p:nvPr/>
        </p:nvGrpSpPr>
        <p:grpSpPr>
          <a:xfrm>
            <a:off x="437329" y="2175641"/>
            <a:ext cx="273484" cy="274317"/>
            <a:chOff x="5885615" y="165400"/>
            <a:chExt cx="364743" cy="365756"/>
          </a:xfrm>
        </p:grpSpPr>
        <p:sp>
          <p:nvSpPr>
            <p:cNvPr id="1709" name="Google Shape;1709;p3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1" name="Google Shape;1711;p33"/>
          <p:cNvGrpSpPr/>
          <p:nvPr/>
        </p:nvGrpSpPr>
        <p:grpSpPr>
          <a:xfrm>
            <a:off x="1198675" y="3255759"/>
            <a:ext cx="274452" cy="274317"/>
            <a:chOff x="2167548" y="1796250"/>
            <a:chExt cx="274452" cy="274317"/>
          </a:xfrm>
        </p:grpSpPr>
        <p:sp>
          <p:nvSpPr>
            <p:cNvPr id="1712" name="Google Shape;1712;p3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4" name="Google Shape;1714;p33"/>
          <p:cNvGrpSpPr/>
          <p:nvPr/>
        </p:nvGrpSpPr>
        <p:grpSpPr>
          <a:xfrm>
            <a:off x="713226" y="2404131"/>
            <a:ext cx="683711" cy="640033"/>
            <a:chOff x="4230151" y="3601344"/>
            <a:chExt cx="683711" cy="640033"/>
          </a:xfrm>
        </p:grpSpPr>
        <p:sp>
          <p:nvSpPr>
            <p:cNvPr id="1715" name="Google Shape;1715;p33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16" name="Google Shape;1716;p33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1717" name="Google Shape;1717;p33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3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3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3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3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3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3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3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3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3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7" name="Google Shape;1727;p33"/>
          <p:cNvGrpSpPr/>
          <p:nvPr/>
        </p:nvGrpSpPr>
        <p:grpSpPr>
          <a:xfrm>
            <a:off x="545113" y="3425150"/>
            <a:ext cx="359149" cy="274320"/>
            <a:chOff x="1684504" y="2090725"/>
            <a:chExt cx="359149" cy="274320"/>
          </a:xfrm>
        </p:grpSpPr>
        <p:sp>
          <p:nvSpPr>
            <p:cNvPr id="1728" name="Google Shape;1728;p33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0" name="Google Shape;1730;p33"/>
          <p:cNvGrpSpPr/>
          <p:nvPr/>
        </p:nvGrpSpPr>
        <p:grpSpPr>
          <a:xfrm flipH="1">
            <a:off x="1097690" y="3806234"/>
            <a:ext cx="476410" cy="639915"/>
            <a:chOff x="6732577" y="3509843"/>
            <a:chExt cx="476410" cy="639915"/>
          </a:xfrm>
        </p:grpSpPr>
        <p:sp>
          <p:nvSpPr>
            <p:cNvPr id="1731" name="Google Shape;1731;p33"/>
            <p:cNvSpPr/>
            <p:nvPr/>
          </p:nvSpPr>
          <p:spPr>
            <a:xfrm>
              <a:off x="6732577" y="3509843"/>
              <a:ext cx="476410" cy="639915"/>
            </a:xfrm>
            <a:custGeom>
              <a:avLst/>
              <a:gdLst/>
              <a:ahLst/>
              <a:cxnLst/>
              <a:rect l="l" t="t" r="r" b="b"/>
              <a:pathLst>
                <a:path w="8488" h="11344" extrusionOk="0">
                  <a:moveTo>
                    <a:pt x="8180" y="4711"/>
                  </a:moveTo>
                  <a:cubicBezTo>
                    <a:pt x="8399" y="4473"/>
                    <a:pt x="8488" y="4135"/>
                    <a:pt x="8408" y="3828"/>
                  </a:cubicBezTo>
                  <a:cubicBezTo>
                    <a:pt x="8379" y="3630"/>
                    <a:pt x="8280" y="3451"/>
                    <a:pt x="8131" y="3312"/>
                  </a:cubicBezTo>
                  <a:cubicBezTo>
                    <a:pt x="8061" y="3243"/>
                    <a:pt x="7903" y="3184"/>
                    <a:pt x="7972" y="3025"/>
                  </a:cubicBezTo>
                  <a:cubicBezTo>
                    <a:pt x="8180" y="2430"/>
                    <a:pt x="7804" y="1795"/>
                    <a:pt x="7189" y="1686"/>
                  </a:cubicBezTo>
                  <a:cubicBezTo>
                    <a:pt x="7100" y="1676"/>
                    <a:pt x="7100" y="1627"/>
                    <a:pt x="7090" y="1557"/>
                  </a:cubicBezTo>
                  <a:cubicBezTo>
                    <a:pt x="7070" y="1399"/>
                    <a:pt x="7020" y="1240"/>
                    <a:pt x="6931" y="1101"/>
                  </a:cubicBezTo>
                  <a:cubicBezTo>
                    <a:pt x="6703" y="754"/>
                    <a:pt x="6277" y="586"/>
                    <a:pt x="5870" y="665"/>
                  </a:cubicBezTo>
                  <a:cubicBezTo>
                    <a:pt x="5791" y="685"/>
                    <a:pt x="5702" y="725"/>
                    <a:pt x="5632" y="615"/>
                  </a:cubicBezTo>
                  <a:cubicBezTo>
                    <a:pt x="5355" y="120"/>
                    <a:pt x="4660" y="1"/>
                    <a:pt x="4204" y="298"/>
                  </a:cubicBezTo>
                  <a:cubicBezTo>
                    <a:pt x="4135" y="348"/>
                    <a:pt x="4036" y="358"/>
                    <a:pt x="3956" y="308"/>
                  </a:cubicBezTo>
                  <a:cubicBezTo>
                    <a:pt x="3471" y="60"/>
                    <a:pt x="2866" y="239"/>
                    <a:pt x="2598" y="725"/>
                  </a:cubicBezTo>
                  <a:cubicBezTo>
                    <a:pt x="2529" y="844"/>
                    <a:pt x="2469" y="883"/>
                    <a:pt x="2350" y="873"/>
                  </a:cubicBezTo>
                  <a:cubicBezTo>
                    <a:pt x="1755" y="784"/>
                    <a:pt x="1200" y="1329"/>
                    <a:pt x="1250" y="1875"/>
                  </a:cubicBezTo>
                  <a:cubicBezTo>
                    <a:pt x="1269" y="1934"/>
                    <a:pt x="1220" y="2004"/>
                    <a:pt x="1160" y="2014"/>
                  </a:cubicBezTo>
                  <a:cubicBezTo>
                    <a:pt x="982" y="2063"/>
                    <a:pt x="823" y="2152"/>
                    <a:pt x="694" y="2281"/>
                  </a:cubicBezTo>
                  <a:cubicBezTo>
                    <a:pt x="407" y="2599"/>
                    <a:pt x="337" y="3055"/>
                    <a:pt x="516" y="3441"/>
                  </a:cubicBezTo>
                  <a:cubicBezTo>
                    <a:pt x="556" y="3501"/>
                    <a:pt x="546" y="3570"/>
                    <a:pt x="496" y="3620"/>
                  </a:cubicBezTo>
                  <a:cubicBezTo>
                    <a:pt x="347" y="3759"/>
                    <a:pt x="238" y="3937"/>
                    <a:pt x="199" y="4135"/>
                  </a:cubicBezTo>
                  <a:cubicBezTo>
                    <a:pt x="139" y="4552"/>
                    <a:pt x="218" y="4919"/>
                    <a:pt x="565" y="5186"/>
                  </a:cubicBezTo>
                  <a:cubicBezTo>
                    <a:pt x="625" y="5236"/>
                    <a:pt x="625" y="5276"/>
                    <a:pt x="605" y="5355"/>
                  </a:cubicBezTo>
                  <a:cubicBezTo>
                    <a:pt x="496" y="5643"/>
                    <a:pt x="526" y="5950"/>
                    <a:pt x="675" y="6218"/>
                  </a:cubicBezTo>
                  <a:cubicBezTo>
                    <a:pt x="813" y="6475"/>
                    <a:pt x="1061" y="6654"/>
                    <a:pt x="1349" y="6713"/>
                  </a:cubicBezTo>
                  <a:lnTo>
                    <a:pt x="1359" y="6713"/>
                  </a:lnTo>
                  <a:lnTo>
                    <a:pt x="1210" y="7100"/>
                  </a:lnTo>
                  <a:lnTo>
                    <a:pt x="1210" y="7100"/>
                  </a:lnTo>
                  <a:lnTo>
                    <a:pt x="119" y="9896"/>
                  </a:lnTo>
                  <a:cubicBezTo>
                    <a:pt x="0" y="10214"/>
                    <a:pt x="159" y="10382"/>
                    <a:pt x="486" y="10263"/>
                  </a:cubicBezTo>
                  <a:lnTo>
                    <a:pt x="1160" y="10015"/>
                  </a:lnTo>
                  <a:cubicBezTo>
                    <a:pt x="1488" y="9906"/>
                    <a:pt x="1854" y="10055"/>
                    <a:pt x="2023" y="10362"/>
                  </a:cubicBezTo>
                  <a:lnTo>
                    <a:pt x="2350" y="10997"/>
                  </a:lnTo>
                  <a:cubicBezTo>
                    <a:pt x="2499" y="11304"/>
                    <a:pt x="2737" y="11294"/>
                    <a:pt x="2876" y="10977"/>
                  </a:cubicBezTo>
                  <a:lnTo>
                    <a:pt x="3956" y="8498"/>
                  </a:lnTo>
                  <a:lnTo>
                    <a:pt x="3996" y="8746"/>
                  </a:lnTo>
                  <a:lnTo>
                    <a:pt x="3996" y="8746"/>
                  </a:lnTo>
                  <a:lnTo>
                    <a:pt x="4403" y="10947"/>
                  </a:lnTo>
                  <a:cubicBezTo>
                    <a:pt x="4462" y="11284"/>
                    <a:pt x="4690" y="11344"/>
                    <a:pt x="4908" y="11076"/>
                  </a:cubicBezTo>
                  <a:lnTo>
                    <a:pt x="5364" y="10531"/>
                  </a:lnTo>
                  <a:cubicBezTo>
                    <a:pt x="5602" y="10273"/>
                    <a:pt x="5989" y="10214"/>
                    <a:pt x="6287" y="10392"/>
                  </a:cubicBezTo>
                  <a:lnTo>
                    <a:pt x="6891" y="10779"/>
                  </a:lnTo>
                  <a:cubicBezTo>
                    <a:pt x="7179" y="10967"/>
                    <a:pt x="7367" y="10838"/>
                    <a:pt x="7318" y="10501"/>
                  </a:cubicBezTo>
                  <a:lnTo>
                    <a:pt x="6872" y="7437"/>
                  </a:lnTo>
                  <a:cubicBezTo>
                    <a:pt x="6951" y="7398"/>
                    <a:pt x="7030" y="7338"/>
                    <a:pt x="7100" y="7279"/>
                  </a:cubicBezTo>
                  <a:cubicBezTo>
                    <a:pt x="7288" y="7080"/>
                    <a:pt x="7407" y="6813"/>
                    <a:pt x="7417" y="6535"/>
                  </a:cubicBezTo>
                  <a:cubicBezTo>
                    <a:pt x="7427" y="6456"/>
                    <a:pt x="7457" y="6426"/>
                    <a:pt x="7526" y="6386"/>
                  </a:cubicBezTo>
                  <a:cubicBezTo>
                    <a:pt x="7695" y="6307"/>
                    <a:pt x="7843" y="6218"/>
                    <a:pt x="7982" y="6099"/>
                  </a:cubicBezTo>
                  <a:cubicBezTo>
                    <a:pt x="8111" y="5960"/>
                    <a:pt x="8200" y="5781"/>
                    <a:pt x="8230" y="5583"/>
                  </a:cubicBezTo>
                  <a:cubicBezTo>
                    <a:pt x="8240" y="5385"/>
                    <a:pt x="8210" y="5177"/>
                    <a:pt x="8131" y="4988"/>
                  </a:cubicBezTo>
                  <a:cubicBezTo>
                    <a:pt x="8071" y="4899"/>
                    <a:pt x="8091" y="4780"/>
                    <a:pt x="8180" y="471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2" name="Google Shape;1732;p33"/>
            <p:cNvGrpSpPr/>
            <p:nvPr/>
          </p:nvGrpSpPr>
          <p:grpSpPr>
            <a:xfrm>
              <a:off x="6732577" y="3509843"/>
              <a:ext cx="476410" cy="639915"/>
              <a:chOff x="6278602" y="3509899"/>
              <a:chExt cx="476410" cy="639915"/>
            </a:xfrm>
          </p:grpSpPr>
          <p:sp>
            <p:nvSpPr>
              <p:cNvPr id="1733" name="Google Shape;1733;p33"/>
              <p:cNvSpPr/>
              <p:nvPr/>
            </p:nvSpPr>
            <p:spPr>
              <a:xfrm>
                <a:off x="6278602" y="3884687"/>
                <a:ext cx="238823" cy="262927"/>
              </a:xfrm>
              <a:custGeom>
                <a:avLst/>
                <a:gdLst/>
                <a:ahLst/>
                <a:cxnLst/>
                <a:rect l="l" t="t" r="r" b="b"/>
                <a:pathLst>
                  <a:path w="4255" h="4661" extrusionOk="0">
                    <a:moveTo>
                      <a:pt x="1389" y="0"/>
                    </a:moveTo>
                    <a:lnTo>
                      <a:pt x="119" y="3262"/>
                    </a:lnTo>
                    <a:cubicBezTo>
                      <a:pt x="0" y="3579"/>
                      <a:pt x="159" y="3748"/>
                      <a:pt x="476" y="3629"/>
                    </a:cubicBezTo>
                    <a:lnTo>
                      <a:pt x="1151" y="3381"/>
                    </a:lnTo>
                    <a:cubicBezTo>
                      <a:pt x="1488" y="3272"/>
                      <a:pt x="1855" y="3421"/>
                      <a:pt x="2023" y="3728"/>
                    </a:cubicBezTo>
                    <a:lnTo>
                      <a:pt x="2340" y="4363"/>
                    </a:lnTo>
                    <a:cubicBezTo>
                      <a:pt x="2499" y="4660"/>
                      <a:pt x="2737" y="4660"/>
                      <a:pt x="2876" y="4343"/>
                    </a:cubicBezTo>
                    <a:lnTo>
                      <a:pt x="4254" y="115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3"/>
              <p:cNvSpPr/>
              <p:nvPr/>
            </p:nvSpPr>
            <p:spPr>
              <a:xfrm>
                <a:off x="6489529" y="3907026"/>
                <a:ext cx="202620" cy="242789"/>
              </a:xfrm>
              <a:custGeom>
                <a:avLst/>
                <a:gdLst/>
                <a:ahLst/>
                <a:cxnLst/>
                <a:rect l="l" t="t" r="r" b="b"/>
                <a:pathLst>
                  <a:path w="3610" h="4304" extrusionOk="0">
                    <a:moveTo>
                      <a:pt x="3054" y="1"/>
                    </a:moveTo>
                    <a:lnTo>
                      <a:pt x="3560" y="3471"/>
                    </a:lnTo>
                    <a:cubicBezTo>
                      <a:pt x="3609" y="3808"/>
                      <a:pt x="3411" y="3937"/>
                      <a:pt x="3124" y="3749"/>
                    </a:cubicBezTo>
                    <a:lnTo>
                      <a:pt x="2519" y="3362"/>
                    </a:lnTo>
                    <a:cubicBezTo>
                      <a:pt x="2221" y="3183"/>
                      <a:pt x="1835" y="3243"/>
                      <a:pt x="1607" y="3501"/>
                    </a:cubicBezTo>
                    <a:lnTo>
                      <a:pt x="1150" y="4046"/>
                    </a:lnTo>
                    <a:cubicBezTo>
                      <a:pt x="932" y="4304"/>
                      <a:pt x="704" y="4244"/>
                      <a:pt x="635" y="3917"/>
                    </a:cubicBezTo>
                    <a:lnTo>
                      <a:pt x="0" y="486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3"/>
              <p:cNvSpPr/>
              <p:nvPr/>
            </p:nvSpPr>
            <p:spPr>
              <a:xfrm>
                <a:off x="6346516" y="3884123"/>
                <a:ext cx="321162" cy="124779"/>
              </a:xfrm>
              <a:custGeom>
                <a:avLst/>
                <a:gdLst/>
                <a:ahLst/>
                <a:cxnLst/>
                <a:rect l="l" t="t" r="r" b="b"/>
                <a:pathLst>
                  <a:path w="5722" h="2212" extrusionOk="0">
                    <a:moveTo>
                      <a:pt x="5602" y="407"/>
                    </a:moveTo>
                    <a:lnTo>
                      <a:pt x="2548" y="883"/>
                    </a:lnTo>
                    <a:lnTo>
                      <a:pt x="2568" y="962"/>
                    </a:lnTo>
                    <a:lnTo>
                      <a:pt x="179" y="0"/>
                    </a:lnTo>
                    <a:lnTo>
                      <a:pt x="0" y="476"/>
                    </a:lnTo>
                    <a:cubicBezTo>
                      <a:pt x="40" y="496"/>
                      <a:pt x="89" y="506"/>
                      <a:pt x="139" y="516"/>
                    </a:cubicBezTo>
                    <a:cubicBezTo>
                      <a:pt x="228" y="526"/>
                      <a:pt x="248" y="575"/>
                      <a:pt x="258" y="655"/>
                    </a:cubicBezTo>
                    <a:cubicBezTo>
                      <a:pt x="357" y="1309"/>
                      <a:pt x="863" y="1676"/>
                      <a:pt x="1527" y="1547"/>
                    </a:cubicBezTo>
                    <a:cubicBezTo>
                      <a:pt x="1606" y="1537"/>
                      <a:pt x="1636" y="1537"/>
                      <a:pt x="1676" y="1606"/>
                    </a:cubicBezTo>
                    <a:cubicBezTo>
                      <a:pt x="1745" y="1725"/>
                      <a:pt x="1844" y="1825"/>
                      <a:pt x="1943" y="1914"/>
                    </a:cubicBezTo>
                    <a:cubicBezTo>
                      <a:pt x="2033" y="1993"/>
                      <a:pt x="2132" y="2053"/>
                      <a:pt x="2231" y="2102"/>
                    </a:cubicBezTo>
                    <a:lnTo>
                      <a:pt x="2290" y="2122"/>
                    </a:lnTo>
                    <a:cubicBezTo>
                      <a:pt x="2390" y="2152"/>
                      <a:pt x="2509" y="2162"/>
                      <a:pt x="2618" y="2152"/>
                    </a:cubicBezTo>
                    <a:lnTo>
                      <a:pt x="2737" y="1874"/>
                    </a:lnTo>
                    <a:lnTo>
                      <a:pt x="2786" y="2122"/>
                    </a:lnTo>
                    <a:cubicBezTo>
                      <a:pt x="2955" y="2062"/>
                      <a:pt x="3113" y="1973"/>
                      <a:pt x="3232" y="1854"/>
                    </a:cubicBezTo>
                    <a:cubicBezTo>
                      <a:pt x="3302" y="1795"/>
                      <a:pt x="3341" y="1844"/>
                      <a:pt x="3391" y="1874"/>
                    </a:cubicBezTo>
                    <a:cubicBezTo>
                      <a:pt x="3966" y="2211"/>
                      <a:pt x="4581" y="2023"/>
                      <a:pt x="4888" y="1428"/>
                    </a:cubicBezTo>
                    <a:cubicBezTo>
                      <a:pt x="4908" y="1388"/>
                      <a:pt x="4918" y="1339"/>
                      <a:pt x="4987" y="1339"/>
                    </a:cubicBezTo>
                    <a:cubicBezTo>
                      <a:pt x="5215" y="1368"/>
                      <a:pt x="5444" y="1339"/>
                      <a:pt x="5642" y="1240"/>
                    </a:cubicBezTo>
                    <a:lnTo>
                      <a:pt x="5721" y="12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3"/>
              <p:cNvSpPr/>
              <p:nvPr/>
            </p:nvSpPr>
            <p:spPr>
              <a:xfrm>
                <a:off x="6285281" y="3509899"/>
                <a:ext cx="469731" cy="476044"/>
              </a:xfrm>
              <a:custGeom>
                <a:avLst/>
                <a:gdLst/>
                <a:ahLst/>
                <a:cxnLst/>
                <a:rect l="l" t="t" r="r" b="b"/>
                <a:pathLst>
                  <a:path w="8369" h="8439" extrusionOk="0">
                    <a:moveTo>
                      <a:pt x="3381" y="8320"/>
                    </a:moveTo>
                    <a:lnTo>
                      <a:pt x="3322" y="8300"/>
                    </a:lnTo>
                    <a:cubicBezTo>
                      <a:pt x="3094" y="8201"/>
                      <a:pt x="2896" y="8022"/>
                      <a:pt x="2767" y="7804"/>
                    </a:cubicBezTo>
                    <a:cubicBezTo>
                      <a:pt x="2727" y="7745"/>
                      <a:pt x="2687" y="7735"/>
                      <a:pt x="2618" y="7745"/>
                    </a:cubicBezTo>
                    <a:cubicBezTo>
                      <a:pt x="1954" y="7874"/>
                      <a:pt x="1448" y="7517"/>
                      <a:pt x="1349" y="6852"/>
                    </a:cubicBezTo>
                    <a:cubicBezTo>
                      <a:pt x="1339" y="6773"/>
                      <a:pt x="1319" y="6733"/>
                      <a:pt x="1220" y="6713"/>
                    </a:cubicBezTo>
                    <a:cubicBezTo>
                      <a:pt x="932" y="6664"/>
                      <a:pt x="685" y="6475"/>
                      <a:pt x="546" y="6218"/>
                    </a:cubicBezTo>
                    <a:cubicBezTo>
                      <a:pt x="397" y="5960"/>
                      <a:pt x="377" y="5643"/>
                      <a:pt x="476" y="5365"/>
                    </a:cubicBezTo>
                    <a:cubicBezTo>
                      <a:pt x="506" y="5286"/>
                      <a:pt x="506" y="5236"/>
                      <a:pt x="447" y="5196"/>
                    </a:cubicBezTo>
                    <a:cubicBezTo>
                      <a:pt x="90" y="4919"/>
                      <a:pt x="0" y="4552"/>
                      <a:pt x="70" y="4135"/>
                    </a:cubicBezTo>
                    <a:cubicBezTo>
                      <a:pt x="119" y="3937"/>
                      <a:pt x="218" y="3759"/>
                      <a:pt x="367" y="3620"/>
                    </a:cubicBezTo>
                    <a:cubicBezTo>
                      <a:pt x="417" y="3580"/>
                      <a:pt x="427" y="3501"/>
                      <a:pt x="397" y="3451"/>
                    </a:cubicBezTo>
                    <a:cubicBezTo>
                      <a:pt x="209" y="3055"/>
                      <a:pt x="288" y="2599"/>
                      <a:pt x="575" y="2281"/>
                    </a:cubicBezTo>
                    <a:cubicBezTo>
                      <a:pt x="704" y="2152"/>
                      <a:pt x="863" y="2063"/>
                      <a:pt x="1032" y="2023"/>
                    </a:cubicBezTo>
                    <a:cubicBezTo>
                      <a:pt x="1101" y="2004"/>
                      <a:pt x="1141" y="1944"/>
                      <a:pt x="1121" y="1875"/>
                    </a:cubicBezTo>
                    <a:cubicBezTo>
                      <a:pt x="1071" y="1329"/>
                      <a:pt x="1626" y="784"/>
                      <a:pt x="2221" y="873"/>
                    </a:cubicBezTo>
                    <a:cubicBezTo>
                      <a:pt x="2350" y="893"/>
                      <a:pt x="2400" y="844"/>
                      <a:pt x="2469" y="725"/>
                    </a:cubicBezTo>
                    <a:cubicBezTo>
                      <a:pt x="2747" y="249"/>
                      <a:pt x="3342" y="60"/>
                      <a:pt x="3838" y="308"/>
                    </a:cubicBezTo>
                    <a:cubicBezTo>
                      <a:pt x="3907" y="358"/>
                      <a:pt x="4006" y="358"/>
                      <a:pt x="4085" y="298"/>
                    </a:cubicBezTo>
                    <a:cubicBezTo>
                      <a:pt x="4532" y="1"/>
                      <a:pt x="5226" y="120"/>
                      <a:pt x="5513" y="615"/>
                    </a:cubicBezTo>
                    <a:cubicBezTo>
                      <a:pt x="5573" y="725"/>
                      <a:pt x="5662" y="685"/>
                      <a:pt x="5741" y="675"/>
                    </a:cubicBezTo>
                    <a:cubicBezTo>
                      <a:pt x="6336" y="546"/>
                      <a:pt x="6911" y="963"/>
                      <a:pt x="6961" y="1567"/>
                    </a:cubicBezTo>
                    <a:cubicBezTo>
                      <a:pt x="6971" y="1627"/>
                      <a:pt x="6981" y="1667"/>
                      <a:pt x="7060" y="1686"/>
                    </a:cubicBezTo>
                    <a:cubicBezTo>
                      <a:pt x="7685" y="1795"/>
                      <a:pt x="8052" y="2440"/>
                      <a:pt x="7843" y="3025"/>
                    </a:cubicBezTo>
                    <a:cubicBezTo>
                      <a:pt x="7784" y="3193"/>
                      <a:pt x="7933" y="3243"/>
                      <a:pt x="8012" y="3312"/>
                    </a:cubicBezTo>
                    <a:cubicBezTo>
                      <a:pt x="8151" y="3451"/>
                      <a:pt x="8250" y="3630"/>
                      <a:pt x="8290" y="3828"/>
                    </a:cubicBezTo>
                    <a:cubicBezTo>
                      <a:pt x="8369" y="4145"/>
                      <a:pt x="8280" y="4473"/>
                      <a:pt x="8052" y="4720"/>
                    </a:cubicBezTo>
                    <a:cubicBezTo>
                      <a:pt x="7972" y="4780"/>
                      <a:pt x="7943" y="4899"/>
                      <a:pt x="8012" y="4998"/>
                    </a:cubicBezTo>
                    <a:cubicBezTo>
                      <a:pt x="8091" y="5186"/>
                      <a:pt x="8121" y="5385"/>
                      <a:pt x="8101" y="5583"/>
                    </a:cubicBezTo>
                    <a:cubicBezTo>
                      <a:pt x="8071" y="5781"/>
                      <a:pt x="7982" y="5960"/>
                      <a:pt x="7853" y="6109"/>
                    </a:cubicBezTo>
                    <a:cubicBezTo>
                      <a:pt x="7714" y="6218"/>
                      <a:pt x="7566" y="6317"/>
                      <a:pt x="7407" y="6386"/>
                    </a:cubicBezTo>
                    <a:cubicBezTo>
                      <a:pt x="7328" y="6426"/>
                      <a:pt x="7298" y="6456"/>
                      <a:pt x="7288" y="6545"/>
                    </a:cubicBezTo>
                    <a:cubicBezTo>
                      <a:pt x="7278" y="6822"/>
                      <a:pt x="7169" y="7080"/>
                      <a:pt x="6971" y="7289"/>
                    </a:cubicBezTo>
                    <a:cubicBezTo>
                      <a:pt x="6901" y="7348"/>
                      <a:pt x="6822" y="7407"/>
                      <a:pt x="6733" y="7447"/>
                    </a:cubicBezTo>
                    <a:cubicBezTo>
                      <a:pt x="6535" y="7546"/>
                      <a:pt x="6306" y="7576"/>
                      <a:pt x="6078" y="7546"/>
                    </a:cubicBezTo>
                    <a:cubicBezTo>
                      <a:pt x="6009" y="7546"/>
                      <a:pt x="5999" y="7596"/>
                      <a:pt x="5979" y="7636"/>
                    </a:cubicBezTo>
                    <a:cubicBezTo>
                      <a:pt x="5672" y="8230"/>
                      <a:pt x="5057" y="8419"/>
                      <a:pt x="4482" y="8082"/>
                    </a:cubicBezTo>
                    <a:cubicBezTo>
                      <a:pt x="4432" y="8052"/>
                      <a:pt x="4393" y="8002"/>
                      <a:pt x="4323" y="8062"/>
                    </a:cubicBezTo>
                    <a:cubicBezTo>
                      <a:pt x="4085" y="8290"/>
                      <a:pt x="3699" y="8439"/>
                      <a:pt x="3381" y="8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3"/>
              <p:cNvSpPr/>
              <p:nvPr/>
            </p:nvSpPr>
            <p:spPr>
              <a:xfrm>
                <a:off x="6345394" y="3573135"/>
                <a:ext cx="354557" cy="354650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6287" extrusionOk="0">
                    <a:moveTo>
                      <a:pt x="6207" y="3133"/>
                    </a:moveTo>
                    <a:cubicBezTo>
                      <a:pt x="6306" y="4869"/>
                      <a:pt x="4720" y="6286"/>
                      <a:pt x="3064" y="6257"/>
                    </a:cubicBezTo>
                    <a:cubicBezTo>
                      <a:pt x="1359" y="6197"/>
                      <a:pt x="0" y="4809"/>
                      <a:pt x="0" y="3104"/>
                    </a:cubicBezTo>
                    <a:cubicBezTo>
                      <a:pt x="0" y="1448"/>
                      <a:pt x="1428" y="0"/>
                      <a:pt x="3133" y="0"/>
                    </a:cubicBezTo>
                    <a:cubicBezTo>
                      <a:pt x="4740" y="10"/>
                      <a:pt x="6316" y="1438"/>
                      <a:pt x="6207" y="31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3"/>
              <p:cNvSpPr/>
              <p:nvPr/>
            </p:nvSpPr>
            <p:spPr>
              <a:xfrm>
                <a:off x="6407134" y="3636878"/>
                <a:ext cx="229898" cy="232748"/>
              </a:xfrm>
              <a:custGeom>
                <a:avLst/>
                <a:gdLst/>
                <a:ahLst/>
                <a:cxnLst/>
                <a:rect l="l" t="t" r="r" b="b"/>
                <a:pathLst>
                  <a:path w="4096" h="4126" extrusionOk="0">
                    <a:moveTo>
                      <a:pt x="2016" y="0"/>
                    </a:moveTo>
                    <a:cubicBezTo>
                      <a:pt x="2015" y="0"/>
                      <a:pt x="2014" y="0"/>
                      <a:pt x="2014" y="1"/>
                    </a:cubicBezTo>
                    <a:cubicBezTo>
                      <a:pt x="1865" y="20"/>
                      <a:pt x="1766" y="645"/>
                      <a:pt x="1667" y="1101"/>
                    </a:cubicBezTo>
                    <a:cubicBezTo>
                      <a:pt x="1319" y="851"/>
                      <a:pt x="858" y="513"/>
                      <a:pt x="704" y="513"/>
                    </a:cubicBezTo>
                    <a:cubicBezTo>
                      <a:pt x="687" y="513"/>
                      <a:pt x="674" y="517"/>
                      <a:pt x="665" y="526"/>
                    </a:cubicBezTo>
                    <a:cubicBezTo>
                      <a:pt x="566" y="625"/>
                      <a:pt x="973" y="1309"/>
                      <a:pt x="1201" y="1726"/>
                    </a:cubicBezTo>
                    <a:cubicBezTo>
                      <a:pt x="744" y="1845"/>
                      <a:pt x="1" y="1964"/>
                      <a:pt x="1" y="2093"/>
                    </a:cubicBezTo>
                    <a:cubicBezTo>
                      <a:pt x="11" y="2231"/>
                      <a:pt x="685" y="2311"/>
                      <a:pt x="1141" y="2410"/>
                    </a:cubicBezTo>
                    <a:cubicBezTo>
                      <a:pt x="873" y="2807"/>
                      <a:pt x="437" y="3332"/>
                      <a:pt x="526" y="3421"/>
                    </a:cubicBezTo>
                    <a:cubicBezTo>
                      <a:pt x="536" y="3432"/>
                      <a:pt x="550" y="3436"/>
                      <a:pt x="570" y="3436"/>
                    </a:cubicBezTo>
                    <a:cubicBezTo>
                      <a:pt x="741" y="3436"/>
                      <a:pt x="1273" y="3081"/>
                      <a:pt x="1647" y="2886"/>
                    </a:cubicBezTo>
                    <a:cubicBezTo>
                      <a:pt x="1765" y="3349"/>
                      <a:pt x="1922" y="4125"/>
                      <a:pt x="2070" y="4125"/>
                    </a:cubicBezTo>
                    <a:cubicBezTo>
                      <a:pt x="2071" y="4125"/>
                      <a:pt x="2072" y="4125"/>
                      <a:pt x="2073" y="4125"/>
                    </a:cubicBezTo>
                    <a:cubicBezTo>
                      <a:pt x="2212" y="4105"/>
                      <a:pt x="2321" y="3481"/>
                      <a:pt x="2410" y="3025"/>
                    </a:cubicBezTo>
                    <a:cubicBezTo>
                      <a:pt x="2767" y="3275"/>
                      <a:pt x="3221" y="3613"/>
                      <a:pt x="3380" y="3613"/>
                    </a:cubicBezTo>
                    <a:cubicBezTo>
                      <a:pt x="3398" y="3613"/>
                      <a:pt x="3412" y="3609"/>
                      <a:pt x="3422" y="3600"/>
                    </a:cubicBezTo>
                    <a:cubicBezTo>
                      <a:pt x="3511" y="3501"/>
                      <a:pt x="3104" y="2816"/>
                      <a:pt x="2876" y="2410"/>
                    </a:cubicBezTo>
                    <a:cubicBezTo>
                      <a:pt x="3352" y="2291"/>
                      <a:pt x="4096" y="2182"/>
                      <a:pt x="4076" y="2033"/>
                    </a:cubicBezTo>
                    <a:cubicBezTo>
                      <a:pt x="4076" y="1904"/>
                      <a:pt x="3402" y="1815"/>
                      <a:pt x="2946" y="1716"/>
                    </a:cubicBezTo>
                    <a:cubicBezTo>
                      <a:pt x="3213" y="1319"/>
                      <a:pt x="3650" y="794"/>
                      <a:pt x="3560" y="695"/>
                    </a:cubicBezTo>
                    <a:cubicBezTo>
                      <a:pt x="3552" y="686"/>
                      <a:pt x="3539" y="682"/>
                      <a:pt x="3521" y="682"/>
                    </a:cubicBezTo>
                    <a:cubicBezTo>
                      <a:pt x="3355" y="682"/>
                      <a:pt x="2807" y="1042"/>
                      <a:pt x="2430" y="1240"/>
                    </a:cubicBezTo>
                    <a:cubicBezTo>
                      <a:pt x="2312" y="777"/>
                      <a:pt x="2154" y="0"/>
                      <a:pt x="20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3"/>
              <p:cNvSpPr/>
              <p:nvPr/>
            </p:nvSpPr>
            <p:spPr>
              <a:xfrm>
                <a:off x="6613627" y="3747047"/>
                <a:ext cx="69598" cy="120887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2143" extrusionOk="0">
                    <a:moveTo>
                      <a:pt x="1141" y="140"/>
                    </a:moveTo>
                    <a:cubicBezTo>
                      <a:pt x="1111" y="50"/>
                      <a:pt x="1022" y="1"/>
                      <a:pt x="932" y="21"/>
                    </a:cubicBezTo>
                    <a:cubicBezTo>
                      <a:pt x="843" y="50"/>
                      <a:pt x="794" y="140"/>
                      <a:pt x="813" y="229"/>
                    </a:cubicBezTo>
                    <a:cubicBezTo>
                      <a:pt x="903" y="814"/>
                      <a:pt x="566" y="1369"/>
                      <a:pt x="159" y="1756"/>
                    </a:cubicBezTo>
                    <a:cubicBezTo>
                      <a:pt x="0" y="1905"/>
                      <a:pt x="238" y="2143"/>
                      <a:pt x="387" y="1994"/>
                    </a:cubicBezTo>
                    <a:cubicBezTo>
                      <a:pt x="913" y="1518"/>
                      <a:pt x="1240" y="854"/>
                      <a:pt x="1141" y="14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40" name="Google Shape;1740;p33"/>
          <p:cNvGrpSpPr/>
          <p:nvPr/>
        </p:nvGrpSpPr>
        <p:grpSpPr>
          <a:xfrm>
            <a:off x="1932888" y="451313"/>
            <a:ext cx="376078" cy="365766"/>
            <a:chOff x="1243851" y="2712376"/>
            <a:chExt cx="376078" cy="365766"/>
          </a:xfrm>
        </p:grpSpPr>
        <p:sp>
          <p:nvSpPr>
            <p:cNvPr id="1741" name="Google Shape;1741;p33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3" name="Google Shape;1743;p33"/>
          <p:cNvSpPr/>
          <p:nvPr/>
        </p:nvSpPr>
        <p:spPr>
          <a:xfrm rot="1800006">
            <a:off x="8175055" y="630133"/>
            <a:ext cx="481084" cy="1605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12+4</a:t>
            </a:r>
          </a:p>
        </p:txBody>
      </p:sp>
      <p:sp>
        <p:nvSpPr>
          <p:cNvPr id="1744" name="Google Shape;1744;p33"/>
          <p:cNvSpPr/>
          <p:nvPr/>
        </p:nvSpPr>
        <p:spPr>
          <a:xfrm rot="-1800006">
            <a:off x="7536260" y="2691281"/>
            <a:ext cx="232122" cy="15269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50</a:t>
            </a:r>
          </a:p>
        </p:txBody>
      </p:sp>
      <p:grpSp>
        <p:nvGrpSpPr>
          <p:cNvPr id="1745" name="Google Shape;1745;p33"/>
          <p:cNvGrpSpPr/>
          <p:nvPr/>
        </p:nvGrpSpPr>
        <p:grpSpPr>
          <a:xfrm>
            <a:off x="7168625" y="402346"/>
            <a:ext cx="274452" cy="274317"/>
            <a:chOff x="2167548" y="1796250"/>
            <a:chExt cx="274452" cy="274317"/>
          </a:xfrm>
        </p:grpSpPr>
        <p:sp>
          <p:nvSpPr>
            <p:cNvPr id="1746" name="Google Shape;1746;p3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8" name="Google Shape;1748;p33"/>
          <p:cNvGrpSpPr/>
          <p:nvPr/>
        </p:nvGrpSpPr>
        <p:grpSpPr>
          <a:xfrm>
            <a:off x="7587704" y="676666"/>
            <a:ext cx="273484" cy="274317"/>
            <a:chOff x="5885615" y="165400"/>
            <a:chExt cx="364743" cy="365756"/>
          </a:xfrm>
        </p:grpSpPr>
        <p:sp>
          <p:nvSpPr>
            <p:cNvPr id="1749" name="Google Shape;1749;p3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1" name="Google Shape;1751;p33"/>
          <p:cNvSpPr/>
          <p:nvPr/>
        </p:nvSpPr>
        <p:spPr>
          <a:xfrm rot="1800006">
            <a:off x="489282" y="4065459"/>
            <a:ext cx="348884" cy="15886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130</a:t>
            </a:r>
          </a:p>
        </p:txBody>
      </p:sp>
      <p:grpSp>
        <p:nvGrpSpPr>
          <p:cNvPr id="1752" name="Google Shape;1752;p33"/>
          <p:cNvGrpSpPr/>
          <p:nvPr/>
        </p:nvGrpSpPr>
        <p:grpSpPr>
          <a:xfrm rot="1800044">
            <a:off x="8085863" y="1072647"/>
            <a:ext cx="537429" cy="456880"/>
            <a:chOff x="3824894" y="3938349"/>
            <a:chExt cx="537441" cy="456890"/>
          </a:xfrm>
        </p:grpSpPr>
        <p:sp>
          <p:nvSpPr>
            <p:cNvPr id="1753" name="Google Shape;1753;p33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54" name="Google Shape;1754;p33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1755" name="Google Shape;1755;p33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3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3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3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59" name="Google Shape;1759;p33"/>
          <p:cNvGrpSpPr/>
          <p:nvPr/>
        </p:nvGrpSpPr>
        <p:grpSpPr>
          <a:xfrm flipH="1">
            <a:off x="1473129" y="326125"/>
            <a:ext cx="359149" cy="274320"/>
            <a:chOff x="1684504" y="2090725"/>
            <a:chExt cx="359149" cy="274320"/>
          </a:xfrm>
        </p:grpSpPr>
        <p:sp>
          <p:nvSpPr>
            <p:cNvPr id="1760" name="Google Shape;1760;p33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2" name="Google Shape;1762;p33"/>
          <p:cNvSpPr/>
          <p:nvPr/>
        </p:nvSpPr>
        <p:spPr>
          <a:xfrm>
            <a:off x="9308550" y="-89000"/>
            <a:ext cx="1531500" cy="860400"/>
          </a:xfrm>
          <a:prstGeom prst="frame">
            <a:avLst>
              <a:gd name="adj1" fmla="val 249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3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1768" name="Google Shape;1768;p34"/>
          <p:cNvSpPr txBox="1">
            <a:spLocks noGrp="1"/>
          </p:cNvSpPr>
          <p:nvPr>
            <p:ph type="body" idx="1"/>
          </p:nvPr>
        </p:nvSpPr>
        <p:spPr>
          <a:xfrm>
            <a:off x="713225" y="1286256"/>
            <a:ext cx="7717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769" name="Google Shape;1769;p34"/>
          <p:cNvGraphicFramePr/>
          <p:nvPr/>
        </p:nvGraphicFramePr>
        <p:xfrm>
          <a:off x="713225" y="1799878"/>
          <a:ext cx="7717500" cy="2194500"/>
        </p:xfrm>
        <a:graphic>
          <a:graphicData uri="http://schemas.openxmlformats.org/drawingml/2006/table">
            <a:tbl>
              <a:tblPr>
                <a:noFill/>
                <a:tableStyleId>{3FC95817-A2BF-44A8-B01B-C69E9FA19D1A}</a:tableStyleId>
              </a:tblPr>
              <a:tblGrid>
                <a:gridCol w="232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 Black"/>
                          <a:ea typeface="Lato Black"/>
                          <a:cs typeface="Lato Black"/>
                          <a:sym typeface="Lato Black"/>
                          <a:hlinkClick r:id="" action="ppaction://noaction"/>
                        </a:rPr>
                        <a:t>Fonts</a:t>
                      </a:r>
                      <a:endParaRPr sz="1000"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 Black"/>
                          <a:ea typeface="Lato Black"/>
                          <a:cs typeface="Lato Black"/>
                          <a:sym typeface="Lato Black"/>
                          <a:hlinkClick r:id="" action="ppaction://noaction"/>
                        </a:rPr>
                        <a:t>Used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and</a:t>
                      </a:r>
                      <a:r>
                        <a:rPr lang="en" sz="10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 Black"/>
                          <a:ea typeface="Lato Black"/>
                          <a:cs typeface="Lato Black"/>
                          <a:sym typeface="Lato Black"/>
                          <a:hlinkClick r:id="" action="ppaction://noaction"/>
                        </a:rPr>
                        <a:t> alternative</a:t>
                      </a:r>
                      <a:r>
                        <a:rPr lang="en" sz="10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 Black"/>
                          <a:ea typeface="Lato Black"/>
                          <a:cs typeface="Lato Black"/>
                          <a:sym typeface="Lato Black"/>
                          <a:hlinkClick r:id="" action="ppaction://noaction"/>
                        </a:rPr>
                        <a:t> resources</a:t>
                      </a:r>
                      <a:endParaRPr sz="1000"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 Black"/>
                          <a:ea typeface="Lato Black"/>
                          <a:cs typeface="Lato Black"/>
                          <a:sym typeface="Lato Black"/>
                          <a:hlinkClick r:id="rId3" action="ppaction://hlinksldjump"/>
                        </a:rPr>
                        <a:t>Thanks slide</a:t>
                      </a:r>
                      <a:endParaRPr sz="1000"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 Black"/>
                          <a:ea typeface="Lato Black"/>
                          <a:cs typeface="Lato Black"/>
                          <a:sym typeface="Lato Black"/>
                          <a:hlinkClick r:id="" action="ppaction://noaction"/>
                        </a:rPr>
                        <a:t>Colors</a:t>
                      </a:r>
                      <a:endParaRPr sz="1000"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 Black"/>
                          <a:ea typeface="Lato Black"/>
                          <a:cs typeface="Lato Black"/>
                          <a:sym typeface="Lato Black"/>
                          <a:hlinkClick r:id="" action="ppaction://noaction"/>
                        </a:rPr>
                        <a:t>Icons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and </a:t>
                      </a:r>
                      <a:r>
                        <a:rPr lang="en" sz="10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 Black"/>
                          <a:ea typeface="Lato Black"/>
                          <a:cs typeface="Lato Black"/>
                          <a:sym typeface="Lato Black"/>
                          <a:hlinkClick r:id="" action="ppaction://noaction"/>
                        </a:rPr>
                        <a:t>infographic resources</a:t>
                      </a:r>
                      <a:endParaRPr sz="1000"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Editable presentation theme </a:t>
                      </a:r>
                      <a:endParaRPr sz="1000"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You can edit the master slides easily. For more info, click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ato Black"/>
                          <a:ea typeface="Lato Black"/>
                          <a:cs typeface="Lato Black"/>
                          <a:sym typeface="Lato Black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here</a:t>
                      </a:r>
                      <a:endParaRPr sz="1000"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70" name="Google Shape;1770;p34"/>
          <p:cNvSpPr txBox="1"/>
          <p:nvPr/>
        </p:nvSpPr>
        <p:spPr>
          <a:xfrm>
            <a:off x="713228" y="4142300"/>
            <a:ext cx="3675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 more info:</a:t>
            </a:r>
            <a:b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 </a:t>
            </a:r>
            <a:r>
              <a:rPr lang="en" sz="1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BLOG</a:t>
            </a:r>
            <a:r>
              <a:rPr lang="en" sz="1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</a:t>
            </a:r>
            <a:r>
              <a:rPr lang="en" sz="1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s</a:t>
            </a:r>
            <a:endParaRPr sz="10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771" name="Google Shape;1771;p34"/>
          <p:cNvSpPr txBox="1"/>
          <p:nvPr/>
        </p:nvSpPr>
        <p:spPr>
          <a:xfrm>
            <a:off x="4755928" y="4142300"/>
            <a:ext cx="3675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 can visit our sister projects:</a:t>
            </a:r>
            <a:b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" sz="1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WEPIK </a:t>
            </a:r>
            <a:r>
              <a:rPr lang="en" sz="1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1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VIDEVO</a:t>
            </a:r>
            <a:endParaRPr sz="10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1772" name="Google Shape;1772;p34"/>
          <p:cNvGrpSpPr/>
          <p:nvPr/>
        </p:nvGrpSpPr>
        <p:grpSpPr>
          <a:xfrm>
            <a:off x="357619" y="4311774"/>
            <a:ext cx="537441" cy="456890"/>
            <a:chOff x="3824894" y="3938349"/>
            <a:chExt cx="537441" cy="456890"/>
          </a:xfrm>
        </p:grpSpPr>
        <p:sp>
          <p:nvSpPr>
            <p:cNvPr id="1773" name="Google Shape;1773;p34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4" name="Google Shape;1774;p34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1775" name="Google Shape;1775;p34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4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4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4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79" name="Google Shape;1779;p34"/>
          <p:cNvGrpSpPr/>
          <p:nvPr/>
        </p:nvGrpSpPr>
        <p:grpSpPr>
          <a:xfrm>
            <a:off x="8157249" y="1179694"/>
            <a:ext cx="273484" cy="274317"/>
            <a:chOff x="5885615" y="165400"/>
            <a:chExt cx="364743" cy="365756"/>
          </a:xfrm>
        </p:grpSpPr>
        <p:sp>
          <p:nvSpPr>
            <p:cNvPr id="1780" name="Google Shape;1780;p34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2" name="Google Shape;1782;p34"/>
          <p:cNvGrpSpPr/>
          <p:nvPr/>
        </p:nvGrpSpPr>
        <p:grpSpPr>
          <a:xfrm>
            <a:off x="8516223" y="1472164"/>
            <a:ext cx="274452" cy="274317"/>
            <a:chOff x="2167548" y="1796250"/>
            <a:chExt cx="274452" cy="274317"/>
          </a:xfrm>
        </p:grpSpPr>
        <p:sp>
          <p:nvSpPr>
            <p:cNvPr id="1783" name="Google Shape;1783;p34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5" name="Google Shape;1785;p34"/>
          <p:cNvGrpSpPr/>
          <p:nvPr/>
        </p:nvGrpSpPr>
        <p:grpSpPr>
          <a:xfrm flipH="1">
            <a:off x="1046063" y="4224529"/>
            <a:ext cx="359149" cy="274320"/>
            <a:chOff x="1684504" y="2090725"/>
            <a:chExt cx="359149" cy="274320"/>
          </a:xfrm>
        </p:grpSpPr>
        <p:sp>
          <p:nvSpPr>
            <p:cNvPr id="1786" name="Google Shape;1786;p34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3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Template with Wordart</a:t>
            </a:r>
            <a:endParaRPr/>
          </a:p>
        </p:txBody>
      </p:sp>
      <p:sp>
        <p:nvSpPr>
          <p:cNvPr id="1793" name="Google Shape;1793;p35"/>
          <p:cNvSpPr txBox="1"/>
          <p:nvPr/>
        </p:nvSpPr>
        <p:spPr>
          <a:xfrm>
            <a:off x="713225" y="2226500"/>
            <a:ext cx="3674700" cy="2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is WordArt text. If you want to modify it: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Double click on it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Type your new text in the dialog box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 can change the fill color in the top menu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 can also modify the stroke, its color, thickness or type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Press Enter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4" name="Google Shape;1794;p35"/>
          <p:cNvSpPr/>
          <p:nvPr/>
        </p:nvSpPr>
        <p:spPr>
          <a:xfrm>
            <a:off x="713215" y="1422283"/>
            <a:ext cx="2328726" cy="56163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Wordart</a:t>
            </a:r>
          </a:p>
        </p:txBody>
      </p:sp>
      <p:grpSp>
        <p:nvGrpSpPr>
          <p:cNvPr id="1795" name="Google Shape;1795;p35"/>
          <p:cNvGrpSpPr/>
          <p:nvPr/>
        </p:nvGrpSpPr>
        <p:grpSpPr>
          <a:xfrm>
            <a:off x="8025956" y="2680632"/>
            <a:ext cx="273484" cy="274317"/>
            <a:chOff x="5885615" y="165400"/>
            <a:chExt cx="364743" cy="365756"/>
          </a:xfrm>
        </p:grpSpPr>
        <p:sp>
          <p:nvSpPr>
            <p:cNvPr id="1796" name="Google Shape;1796;p35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8" name="Google Shape;1798;p35"/>
          <p:cNvGrpSpPr/>
          <p:nvPr/>
        </p:nvGrpSpPr>
        <p:grpSpPr>
          <a:xfrm>
            <a:off x="8054695" y="1793000"/>
            <a:ext cx="274452" cy="274317"/>
            <a:chOff x="2167548" y="1796250"/>
            <a:chExt cx="274452" cy="274317"/>
          </a:xfrm>
        </p:grpSpPr>
        <p:sp>
          <p:nvSpPr>
            <p:cNvPr id="1799" name="Google Shape;1799;p3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35"/>
          <p:cNvGrpSpPr/>
          <p:nvPr/>
        </p:nvGrpSpPr>
        <p:grpSpPr>
          <a:xfrm>
            <a:off x="5131401" y="3201225"/>
            <a:ext cx="359149" cy="274320"/>
            <a:chOff x="1684504" y="2090725"/>
            <a:chExt cx="359149" cy="274320"/>
          </a:xfrm>
        </p:grpSpPr>
        <p:sp>
          <p:nvSpPr>
            <p:cNvPr id="1802" name="Google Shape;1802;p35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4" name="Google Shape;1804;p35"/>
          <p:cNvGrpSpPr/>
          <p:nvPr/>
        </p:nvGrpSpPr>
        <p:grpSpPr>
          <a:xfrm>
            <a:off x="8025938" y="4078588"/>
            <a:ext cx="376078" cy="365766"/>
            <a:chOff x="1243851" y="2712376"/>
            <a:chExt cx="376078" cy="365766"/>
          </a:xfrm>
        </p:grpSpPr>
        <p:sp>
          <p:nvSpPr>
            <p:cNvPr id="1805" name="Google Shape;1805;p35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7" name="Google Shape;1807;p35"/>
          <p:cNvGrpSpPr/>
          <p:nvPr/>
        </p:nvGrpSpPr>
        <p:grpSpPr>
          <a:xfrm>
            <a:off x="6593423" y="4147121"/>
            <a:ext cx="537441" cy="456890"/>
            <a:chOff x="3824894" y="3938349"/>
            <a:chExt cx="537441" cy="456890"/>
          </a:xfrm>
        </p:grpSpPr>
        <p:sp>
          <p:nvSpPr>
            <p:cNvPr id="1808" name="Google Shape;1808;p35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09" name="Google Shape;1809;p35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1810" name="Google Shape;1810;p35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35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35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35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14" name="Google Shape;1814;p35"/>
          <p:cNvSpPr/>
          <p:nvPr/>
        </p:nvSpPr>
        <p:spPr>
          <a:xfrm rot="1800017">
            <a:off x="5684153" y="4186389"/>
            <a:ext cx="326714" cy="15016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3x2</a:t>
            </a:r>
          </a:p>
        </p:txBody>
      </p:sp>
      <p:grpSp>
        <p:nvGrpSpPr>
          <p:cNvPr id="1815" name="Google Shape;1815;p35"/>
          <p:cNvGrpSpPr/>
          <p:nvPr/>
        </p:nvGrpSpPr>
        <p:grpSpPr>
          <a:xfrm>
            <a:off x="5919328" y="2173090"/>
            <a:ext cx="1966445" cy="1837879"/>
            <a:chOff x="6891131" y="1634957"/>
            <a:chExt cx="1475535" cy="1371552"/>
          </a:xfrm>
        </p:grpSpPr>
        <p:sp>
          <p:nvSpPr>
            <p:cNvPr id="1816" name="Google Shape;1816;p35"/>
            <p:cNvSpPr/>
            <p:nvPr/>
          </p:nvSpPr>
          <p:spPr>
            <a:xfrm>
              <a:off x="6894781" y="1635265"/>
              <a:ext cx="1468236" cy="1370935"/>
            </a:xfrm>
            <a:custGeom>
              <a:avLst/>
              <a:gdLst/>
              <a:ahLst/>
              <a:cxnLst/>
              <a:rect l="l" t="t" r="r" b="b"/>
              <a:pathLst>
                <a:path w="23937" h="22241" extrusionOk="0">
                  <a:moveTo>
                    <a:pt x="17190" y="0"/>
                  </a:moveTo>
                  <a:cubicBezTo>
                    <a:pt x="17106" y="0"/>
                    <a:pt x="17027" y="45"/>
                    <a:pt x="16986" y="127"/>
                  </a:cubicBezTo>
                  <a:lnTo>
                    <a:pt x="15012" y="3825"/>
                  </a:lnTo>
                  <a:cubicBezTo>
                    <a:pt x="14051" y="3558"/>
                    <a:pt x="13059" y="3409"/>
                    <a:pt x="12058" y="3359"/>
                  </a:cubicBezTo>
                  <a:cubicBezTo>
                    <a:pt x="12077" y="2993"/>
                    <a:pt x="12048" y="2616"/>
                    <a:pt x="11949" y="2269"/>
                  </a:cubicBezTo>
                  <a:cubicBezTo>
                    <a:pt x="11849" y="1922"/>
                    <a:pt x="11552" y="1138"/>
                    <a:pt x="11076" y="1059"/>
                  </a:cubicBezTo>
                  <a:cubicBezTo>
                    <a:pt x="11041" y="1053"/>
                    <a:pt x="11006" y="1050"/>
                    <a:pt x="10971" y="1050"/>
                  </a:cubicBezTo>
                  <a:cubicBezTo>
                    <a:pt x="10114" y="1050"/>
                    <a:pt x="9505" y="2874"/>
                    <a:pt x="9400" y="3369"/>
                  </a:cubicBezTo>
                  <a:lnTo>
                    <a:pt x="9390" y="3449"/>
                  </a:lnTo>
                  <a:cubicBezTo>
                    <a:pt x="8607" y="3558"/>
                    <a:pt x="7844" y="3756"/>
                    <a:pt x="7110" y="4044"/>
                  </a:cubicBezTo>
                  <a:lnTo>
                    <a:pt x="7070" y="3974"/>
                  </a:lnTo>
                  <a:lnTo>
                    <a:pt x="7011" y="3885"/>
                  </a:lnTo>
                  <a:lnTo>
                    <a:pt x="6961" y="3796"/>
                  </a:lnTo>
                  <a:cubicBezTo>
                    <a:pt x="6941" y="3766"/>
                    <a:pt x="6922" y="3736"/>
                    <a:pt x="6902" y="3706"/>
                  </a:cubicBezTo>
                  <a:lnTo>
                    <a:pt x="6842" y="3617"/>
                  </a:lnTo>
                  <a:cubicBezTo>
                    <a:pt x="6822" y="3597"/>
                    <a:pt x="6803" y="3568"/>
                    <a:pt x="6773" y="3538"/>
                  </a:cubicBezTo>
                  <a:cubicBezTo>
                    <a:pt x="6693" y="3429"/>
                    <a:pt x="6604" y="3330"/>
                    <a:pt x="6505" y="3230"/>
                  </a:cubicBezTo>
                  <a:cubicBezTo>
                    <a:pt x="6269" y="2976"/>
                    <a:pt x="5684" y="2473"/>
                    <a:pt x="5222" y="2473"/>
                  </a:cubicBezTo>
                  <a:cubicBezTo>
                    <a:pt x="5179" y="2473"/>
                    <a:pt x="5137" y="2478"/>
                    <a:pt x="5097" y="2487"/>
                  </a:cubicBezTo>
                  <a:cubicBezTo>
                    <a:pt x="4373" y="2655"/>
                    <a:pt x="4512" y="4014"/>
                    <a:pt x="4691" y="4787"/>
                  </a:cubicBezTo>
                  <a:cubicBezTo>
                    <a:pt x="4365" y="5298"/>
                    <a:pt x="3921" y="5731"/>
                    <a:pt x="3340" y="5731"/>
                  </a:cubicBezTo>
                  <a:cubicBezTo>
                    <a:pt x="3267" y="5731"/>
                    <a:pt x="3192" y="5724"/>
                    <a:pt x="3114" y="5709"/>
                  </a:cubicBezTo>
                  <a:cubicBezTo>
                    <a:pt x="3104" y="5570"/>
                    <a:pt x="2093" y="5501"/>
                    <a:pt x="1954" y="5372"/>
                  </a:cubicBezTo>
                  <a:cubicBezTo>
                    <a:pt x="1875" y="5293"/>
                    <a:pt x="1708" y="4192"/>
                    <a:pt x="1569" y="4192"/>
                  </a:cubicBezTo>
                  <a:cubicBezTo>
                    <a:pt x="1568" y="4192"/>
                    <a:pt x="1568" y="4192"/>
                    <a:pt x="1567" y="4192"/>
                  </a:cubicBezTo>
                  <a:cubicBezTo>
                    <a:pt x="1418" y="4202"/>
                    <a:pt x="1290" y="5303"/>
                    <a:pt x="1220" y="5372"/>
                  </a:cubicBezTo>
                  <a:cubicBezTo>
                    <a:pt x="1081" y="5521"/>
                    <a:pt x="60" y="5620"/>
                    <a:pt x="70" y="5759"/>
                  </a:cubicBezTo>
                  <a:cubicBezTo>
                    <a:pt x="80" y="5898"/>
                    <a:pt x="1081" y="5967"/>
                    <a:pt x="1220" y="6106"/>
                  </a:cubicBezTo>
                  <a:cubicBezTo>
                    <a:pt x="1299" y="6175"/>
                    <a:pt x="1467" y="7276"/>
                    <a:pt x="1605" y="7276"/>
                  </a:cubicBezTo>
                  <a:cubicBezTo>
                    <a:pt x="1606" y="7276"/>
                    <a:pt x="1606" y="7276"/>
                    <a:pt x="1607" y="7276"/>
                  </a:cubicBezTo>
                  <a:cubicBezTo>
                    <a:pt x="1607" y="7276"/>
                    <a:pt x="2846" y="7603"/>
                    <a:pt x="2589" y="8694"/>
                  </a:cubicBezTo>
                  <a:cubicBezTo>
                    <a:pt x="2519" y="8704"/>
                    <a:pt x="2450" y="8714"/>
                    <a:pt x="2390" y="8724"/>
                  </a:cubicBezTo>
                  <a:cubicBezTo>
                    <a:pt x="2222" y="8654"/>
                    <a:pt x="2053" y="8615"/>
                    <a:pt x="1875" y="8615"/>
                  </a:cubicBezTo>
                  <a:cubicBezTo>
                    <a:pt x="843" y="8615"/>
                    <a:pt x="1" y="9834"/>
                    <a:pt x="1" y="11331"/>
                  </a:cubicBezTo>
                  <a:cubicBezTo>
                    <a:pt x="1" y="12749"/>
                    <a:pt x="754" y="13919"/>
                    <a:pt x="1716" y="14038"/>
                  </a:cubicBezTo>
                  <a:cubicBezTo>
                    <a:pt x="2033" y="14960"/>
                    <a:pt x="2926" y="15952"/>
                    <a:pt x="3530" y="16567"/>
                  </a:cubicBezTo>
                  <a:cubicBezTo>
                    <a:pt x="4086" y="17132"/>
                    <a:pt x="4710" y="17618"/>
                    <a:pt x="5395" y="18004"/>
                  </a:cubicBezTo>
                  <a:cubicBezTo>
                    <a:pt x="5375" y="18074"/>
                    <a:pt x="5355" y="18143"/>
                    <a:pt x="5345" y="18222"/>
                  </a:cubicBezTo>
                  <a:cubicBezTo>
                    <a:pt x="5335" y="18282"/>
                    <a:pt x="5335" y="18351"/>
                    <a:pt x="5325" y="18421"/>
                  </a:cubicBezTo>
                  <a:cubicBezTo>
                    <a:pt x="5285" y="18847"/>
                    <a:pt x="5226" y="19254"/>
                    <a:pt x="5166" y="19660"/>
                  </a:cubicBezTo>
                  <a:cubicBezTo>
                    <a:pt x="5087" y="20166"/>
                    <a:pt x="5553" y="20900"/>
                    <a:pt x="6227" y="21058"/>
                  </a:cubicBezTo>
                  <a:cubicBezTo>
                    <a:pt x="6485" y="21108"/>
                    <a:pt x="6748" y="21133"/>
                    <a:pt x="7011" y="21133"/>
                  </a:cubicBezTo>
                  <a:cubicBezTo>
                    <a:pt x="7273" y="21133"/>
                    <a:pt x="7536" y="21108"/>
                    <a:pt x="7794" y="21058"/>
                  </a:cubicBezTo>
                  <a:cubicBezTo>
                    <a:pt x="7863" y="21038"/>
                    <a:pt x="7923" y="21019"/>
                    <a:pt x="7992" y="20989"/>
                  </a:cubicBezTo>
                  <a:lnTo>
                    <a:pt x="8012" y="20979"/>
                  </a:lnTo>
                  <a:cubicBezTo>
                    <a:pt x="8032" y="20969"/>
                    <a:pt x="8052" y="20959"/>
                    <a:pt x="8062" y="20949"/>
                  </a:cubicBezTo>
                  <a:lnTo>
                    <a:pt x="8121" y="20919"/>
                  </a:lnTo>
                  <a:lnTo>
                    <a:pt x="8171" y="20890"/>
                  </a:lnTo>
                  <a:cubicBezTo>
                    <a:pt x="8191" y="20880"/>
                    <a:pt x="8201" y="20870"/>
                    <a:pt x="8220" y="20860"/>
                  </a:cubicBezTo>
                  <a:lnTo>
                    <a:pt x="8270" y="20830"/>
                  </a:lnTo>
                  <a:lnTo>
                    <a:pt x="8320" y="20791"/>
                  </a:lnTo>
                  <a:lnTo>
                    <a:pt x="8359" y="20751"/>
                  </a:lnTo>
                  <a:lnTo>
                    <a:pt x="8379" y="20741"/>
                  </a:lnTo>
                  <a:lnTo>
                    <a:pt x="8379" y="20761"/>
                  </a:lnTo>
                  <a:cubicBezTo>
                    <a:pt x="8290" y="21276"/>
                    <a:pt x="8766" y="22000"/>
                    <a:pt x="9430" y="22159"/>
                  </a:cubicBezTo>
                  <a:cubicBezTo>
                    <a:pt x="9688" y="22213"/>
                    <a:pt x="9951" y="22241"/>
                    <a:pt x="10213" y="22241"/>
                  </a:cubicBezTo>
                  <a:cubicBezTo>
                    <a:pt x="10476" y="22241"/>
                    <a:pt x="10739" y="22213"/>
                    <a:pt x="10997" y="22159"/>
                  </a:cubicBezTo>
                  <a:cubicBezTo>
                    <a:pt x="11671" y="22000"/>
                    <a:pt x="12137" y="21276"/>
                    <a:pt x="12058" y="20761"/>
                  </a:cubicBezTo>
                  <a:cubicBezTo>
                    <a:pt x="12028" y="20553"/>
                    <a:pt x="11998" y="20344"/>
                    <a:pt x="11968" y="20126"/>
                  </a:cubicBezTo>
                  <a:lnTo>
                    <a:pt x="11988" y="20126"/>
                  </a:lnTo>
                  <a:cubicBezTo>
                    <a:pt x="11958" y="19948"/>
                    <a:pt x="11939" y="19769"/>
                    <a:pt x="11919" y="19591"/>
                  </a:cubicBezTo>
                  <a:lnTo>
                    <a:pt x="12633" y="19591"/>
                  </a:lnTo>
                  <a:cubicBezTo>
                    <a:pt x="12633" y="19650"/>
                    <a:pt x="12633" y="19700"/>
                    <a:pt x="12633" y="19749"/>
                  </a:cubicBezTo>
                  <a:cubicBezTo>
                    <a:pt x="12593" y="20255"/>
                    <a:pt x="13049" y="20949"/>
                    <a:pt x="13694" y="21098"/>
                  </a:cubicBezTo>
                  <a:cubicBezTo>
                    <a:pt x="13954" y="21150"/>
                    <a:pt x="14215" y="21175"/>
                    <a:pt x="14475" y="21175"/>
                  </a:cubicBezTo>
                  <a:cubicBezTo>
                    <a:pt x="14661" y="21175"/>
                    <a:pt x="14847" y="21162"/>
                    <a:pt x="15032" y="21138"/>
                  </a:cubicBezTo>
                  <a:lnTo>
                    <a:pt x="15042" y="21138"/>
                  </a:lnTo>
                  <a:cubicBezTo>
                    <a:pt x="15121" y="21128"/>
                    <a:pt x="15191" y="21118"/>
                    <a:pt x="15260" y="21098"/>
                  </a:cubicBezTo>
                  <a:cubicBezTo>
                    <a:pt x="15359" y="21078"/>
                    <a:pt x="15459" y="21038"/>
                    <a:pt x="15548" y="20989"/>
                  </a:cubicBezTo>
                  <a:cubicBezTo>
                    <a:pt x="15736" y="21247"/>
                    <a:pt x="16014" y="21425"/>
                    <a:pt x="16321" y="21504"/>
                  </a:cubicBezTo>
                  <a:cubicBezTo>
                    <a:pt x="16579" y="21559"/>
                    <a:pt x="16842" y="21586"/>
                    <a:pt x="17105" y="21586"/>
                  </a:cubicBezTo>
                  <a:cubicBezTo>
                    <a:pt x="17367" y="21586"/>
                    <a:pt x="17630" y="21559"/>
                    <a:pt x="17888" y="21504"/>
                  </a:cubicBezTo>
                  <a:cubicBezTo>
                    <a:pt x="18562" y="21346"/>
                    <a:pt x="19028" y="20622"/>
                    <a:pt x="18949" y="20116"/>
                  </a:cubicBezTo>
                  <a:cubicBezTo>
                    <a:pt x="18889" y="19680"/>
                    <a:pt x="18820" y="19244"/>
                    <a:pt x="18780" y="18788"/>
                  </a:cubicBezTo>
                  <a:lnTo>
                    <a:pt x="18790" y="18788"/>
                  </a:lnTo>
                  <a:lnTo>
                    <a:pt x="18770" y="18649"/>
                  </a:lnTo>
                  <a:cubicBezTo>
                    <a:pt x="18760" y="18530"/>
                    <a:pt x="18721" y="18411"/>
                    <a:pt x="18681" y="18312"/>
                  </a:cubicBezTo>
                  <a:lnTo>
                    <a:pt x="18701" y="18302"/>
                  </a:lnTo>
                  <a:cubicBezTo>
                    <a:pt x="19048" y="18143"/>
                    <a:pt x="19365" y="17945"/>
                    <a:pt x="19673" y="17727"/>
                  </a:cubicBezTo>
                  <a:cubicBezTo>
                    <a:pt x="20089" y="17875"/>
                    <a:pt x="20506" y="18074"/>
                    <a:pt x="20882" y="18312"/>
                  </a:cubicBezTo>
                  <a:cubicBezTo>
                    <a:pt x="20892" y="18451"/>
                    <a:pt x="21894" y="18520"/>
                    <a:pt x="22032" y="18659"/>
                  </a:cubicBezTo>
                  <a:cubicBezTo>
                    <a:pt x="22111" y="18738"/>
                    <a:pt x="22279" y="19829"/>
                    <a:pt x="22427" y="19829"/>
                  </a:cubicBezTo>
                  <a:cubicBezTo>
                    <a:pt x="22428" y="19829"/>
                    <a:pt x="22428" y="19829"/>
                    <a:pt x="22429" y="19829"/>
                  </a:cubicBezTo>
                  <a:cubicBezTo>
                    <a:pt x="22578" y="19819"/>
                    <a:pt x="22707" y="18728"/>
                    <a:pt x="22776" y="18659"/>
                  </a:cubicBezTo>
                  <a:cubicBezTo>
                    <a:pt x="22915" y="18520"/>
                    <a:pt x="23936" y="18411"/>
                    <a:pt x="23926" y="18272"/>
                  </a:cubicBezTo>
                  <a:cubicBezTo>
                    <a:pt x="23916" y="18133"/>
                    <a:pt x="22905" y="18064"/>
                    <a:pt x="22766" y="17925"/>
                  </a:cubicBezTo>
                  <a:cubicBezTo>
                    <a:pt x="22687" y="17846"/>
                    <a:pt x="22520" y="16755"/>
                    <a:pt x="22372" y="16755"/>
                  </a:cubicBezTo>
                  <a:cubicBezTo>
                    <a:pt x="22371" y="16755"/>
                    <a:pt x="22370" y="16755"/>
                    <a:pt x="22370" y="16755"/>
                  </a:cubicBezTo>
                  <a:cubicBezTo>
                    <a:pt x="21824" y="16695"/>
                    <a:pt x="21457" y="16458"/>
                    <a:pt x="21229" y="16160"/>
                  </a:cubicBezTo>
                  <a:cubicBezTo>
                    <a:pt x="21408" y="15932"/>
                    <a:pt x="21576" y="15684"/>
                    <a:pt x="21725" y="15436"/>
                  </a:cubicBezTo>
                  <a:cubicBezTo>
                    <a:pt x="23341" y="12759"/>
                    <a:pt x="22350" y="9656"/>
                    <a:pt x="20446" y="7355"/>
                  </a:cubicBezTo>
                  <a:lnTo>
                    <a:pt x="22816" y="5114"/>
                  </a:lnTo>
                  <a:cubicBezTo>
                    <a:pt x="22915" y="5025"/>
                    <a:pt x="22915" y="4876"/>
                    <a:pt x="22826" y="4787"/>
                  </a:cubicBezTo>
                  <a:lnTo>
                    <a:pt x="20545" y="2368"/>
                  </a:lnTo>
                  <a:lnTo>
                    <a:pt x="20694" y="2090"/>
                  </a:lnTo>
                  <a:cubicBezTo>
                    <a:pt x="20753" y="1981"/>
                    <a:pt x="20714" y="1842"/>
                    <a:pt x="20595" y="1783"/>
                  </a:cubicBezTo>
                  <a:lnTo>
                    <a:pt x="17303" y="28"/>
                  </a:lnTo>
                  <a:cubicBezTo>
                    <a:pt x="17266" y="9"/>
                    <a:pt x="17227" y="0"/>
                    <a:pt x="17190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7" name="Google Shape;1817;p35"/>
            <p:cNvGrpSpPr/>
            <p:nvPr/>
          </p:nvGrpSpPr>
          <p:grpSpPr>
            <a:xfrm>
              <a:off x="6891131" y="1634957"/>
              <a:ext cx="1475535" cy="1371552"/>
              <a:chOff x="6891131" y="2511539"/>
              <a:chExt cx="1475535" cy="1371552"/>
            </a:xfrm>
          </p:grpSpPr>
          <p:sp>
            <p:nvSpPr>
              <p:cNvPr id="1818" name="Google Shape;1818;p35"/>
              <p:cNvSpPr/>
              <p:nvPr/>
            </p:nvSpPr>
            <p:spPr>
              <a:xfrm>
                <a:off x="7148994" y="2663974"/>
                <a:ext cx="222042" cy="266716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4327" extrusionOk="0">
                    <a:moveTo>
                      <a:pt x="1016" y="0"/>
                    </a:moveTo>
                    <a:cubicBezTo>
                      <a:pt x="974" y="0"/>
                      <a:pt x="932" y="5"/>
                      <a:pt x="893" y="14"/>
                    </a:cubicBezTo>
                    <a:cubicBezTo>
                      <a:pt x="1" y="232"/>
                      <a:pt x="417" y="2235"/>
                      <a:pt x="595" y="2741"/>
                    </a:cubicBezTo>
                    <a:cubicBezTo>
                      <a:pt x="764" y="3226"/>
                      <a:pt x="1180" y="4188"/>
                      <a:pt x="1845" y="4327"/>
                    </a:cubicBezTo>
                    <a:lnTo>
                      <a:pt x="3144" y="3950"/>
                    </a:lnTo>
                    <a:cubicBezTo>
                      <a:pt x="3620" y="2919"/>
                      <a:pt x="3084" y="1561"/>
                      <a:pt x="2301" y="757"/>
                    </a:cubicBezTo>
                    <a:cubicBezTo>
                      <a:pt x="2056" y="503"/>
                      <a:pt x="1470" y="0"/>
                      <a:pt x="10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35"/>
              <p:cNvSpPr/>
              <p:nvPr/>
            </p:nvSpPr>
            <p:spPr>
              <a:xfrm>
                <a:off x="7181257" y="2729559"/>
                <a:ext cx="186159" cy="200577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254" extrusionOk="0">
                    <a:moveTo>
                      <a:pt x="2043" y="1"/>
                    </a:moveTo>
                    <a:cubicBezTo>
                      <a:pt x="1220" y="318"/>
                      <a:pt x="476" y="784"/>
                      <a:pt x="0" y="1458"/>
                    </a:cubicBezTo>
                    <a:cubicBezTo>
                      <a:pt x="20" y="1538"/>
                      <a:pt x="50" y="1617"/>
                      <a:pt x="69" y="1667"/>
                    </a:cubicBezTo>
                    <a:cubicBezTo>
                      <a:pt x="238" y="2162"/>
                      <a:pt x="654" y="3114"/>
                      <a:pt x="1319" y="3253"/>
                    </a:cubicBezTo>
                    <a:lnTo>
                      <a:pt x="2618" y="2886"/>
                    </a:lnTo>
                    <a:cubicBezTo>
                      <a:pt x="3034" y="1974"/>
                      <a:pt x="2667" y="824"/>
                      <a:pt x="20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35"/>
              <p:cNvSpPr/>
              <p:nvPr/>
            </p:nvSpPr>
            <p:spPr>
              <a:xfrm>
                <a:off x="7203094" y="3573596"/>
                <a:ext cx="235475" cy="241197"/>
              </a:xfrm>
              <a:custGeom>
                <a:avLst/>
                <a:gdLst/>
                <a:ahLst/>
                <a:cxnLst/>
                <a:rect l="l" t="t" r="r" b="b"/>
                <a:pathLst>
                  <a:path w="3839" h="3913" extrusionOk="0">
                    <a:moveTo>
                      <a:pt x="1290" y="1"/>
                    </a:moveTo>
                    <a:cubicBezTo>
                      <a:pt x="755" y="11"/>
                      <a:pt x="318" y="487"/>
                      <a:pt x="259" y="1042"/>
                    </a:cubicBezTo>
                    <a:cubicBezTo>
                      <a:pt x="209" y="1518"/>
                      <a:pt x="140" y="1984"/>
                      <a:pt x="80" y="2440"/>
                    </a:cubicBezTo>
                    <a:cubicBezTo>
                      <a:pt x="1" y="2956"/>
                      <a:pt x="467" y="3680"/>
                      <a:pt x="1131" y="3838"/>
                    </a:cubicBezTo>
                    <a:cubicBezTo>
                      <a:pt x="1394" y="3888"/>
                      <a:pt x="1657" y="3913"/>
                      <a:pt x="1920" y="3913"/>
                    </a:cubicBezTo>
                    <a:cubicBezTo>
                      <a:pt x="2182" y="3913"/>
                      <a:pt x="2445" y="3888"/>
                      <a:pt x="2708" y="3838"/>
                    </a:cubicBezTo>
                    <a:cubicBezTo>
                      <a:pt x="3372" y="3680"/>
                      <a:pt x="3838" y="2956"/>
                      <a:pt x="3759" y="2440"/>
                    </a:cubicBezTo>
                    <a:cubicBezTo>
                      <a:pt x="3699" y="1984"/>
                      <a:pt x="3630" y="1518"/>
                      <a:pt x="3580" y="1042"/>
                    </a:cubicBezTo>
                    <a:cubicBezTo>
                      <a:pt x="3521" y="487"/>
                      <a:pt x="3085" y="1"/>
                      <a:pt x="25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35"/>
              <p:cNvSpPr/>
              <p:nvPr/>
            </p:nvSpPr>
            <p:spPr>
              <a:xfrm>
                <a:off x="7217140" y="3573596"/>
                <a:ext cx="217748" cy="176105"/>
              </a:xfrm>
              <a:custGeom>
                <a:avLst/>
                <a:gdLst/>
                <a:ahLst/>
                <a:cxnLst/>
                <a:rect l="l" t="t" r="r" b="b"/>
                <a:pathLst>
                  <a:path w="3550" h="2857" extrusionOk="0">
                    <a:moveTo>
                      <a:pt x="1061" y="1"/>
                    </a:moveTo>
                    <a:cubicBezTo>
                      <a:pt x="516" y="1"/>
                      <a:pt x="89" y="467"/>
                      <a:pt x="30" y="992"/>
                    </a:cubicBezTo>
                    <a:cubicBezTo>
                      <a:pt x="30" y="1062"/>
                      <a:pt x="10" y="1131"/>
                      <a:pt x="0" y="1191"/>
                    </a:cubicBezTo>
                    <a:cubicBezTo>
                      <a:pt x="1031" y="1954"/>
                      <a:pt x="2201" y="2519"/>
                      <a:pt x="3431" y="2857"/>
                    </a:cubicBezTo>
                    <a:cubicBezTo>
                      <a:pt x="3520" y="2688"/>
                      <a:pt x="3550" y="2500"/>
                      <a:pt x="3530" y="2321"/>
                    </a:cubicBezTo>
                    <a:cubicBezTo>
                      <a:pt x="3470" y="1885"/>
                      <a:pt x="3401" y="1449"/>
                      <a:pt x="3351" y="992"/>
                    </a:cubicBezTo>
                    <a:cubicBezTo>
                      <a:pt x="3292" y="467"/>
                      <a:pt x="2856" y="1"/>
                      <a:pt x="23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35"/>
              <p:cNvSpPr/>
              <p:nvPr/>
            </p:nvSpPr>
            <p:spPr>
              <a:xfrm>
                <a:off x="7380114" y="3651879"/>
                <a:ext cx="58455" cy="154038"/>
              </a:xfrm>
              <a:custGeom>
                <a:avLst/>
                <a:gdLst/>
                <a:ahLst/>
                <a:cxnLst/>
                <a:rect l="l" t="t" r="r" b="b"/>
                <a:pathLst>
                  <a:path w="953" h="2499" extrusionOk="0">
                    <a:moveTo>
                      <a:pt x="724" y="0"/>
                    </a:moveTo>
                    <a:cubicBezTo>
                      <a:pt x="427" y="198"/>
                      <a:pt x="228" y="526"/>
                      <a:pt x="189" y="883"/>
                    </a:cubicBezTo>
                    <a:cubicBezTo>
                      <a:pt x="149" y="1358"/>
                      <a:pt x="80" y="1825"/>
                      <a:pt x="10" y="2281"/>
                    </a:cubicBezTo>
                    <a:cubicBezTo>
                      <a:pt x="0" y="2350"/>
                      <a:pt x="0" y="2429"/>
                      <a:pt x="10" y="2499"/>
                    </a:cubicBezTo>
                    <a:cubicBezTo>
                      <a:pt x="575" y="2261"/>
                      <a:pt x="952" y="1636"/>
                      <a:pt x="873" y="1170"/>
                    </a:cubicBezTo>
                    <a:cubicBezTo>
                      <a:pt x="823" y="783"/>
                      <a:pt x="764" y="397"/>
                      <a:pt x="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35"/>
              <p:cNvSpPr/>
              <p:nvPr/>
            </p:nvSpPr>
            <p:spPr>
              <a:xfrm>
                <a:off x="8171367" y="3544255"/>
                <a:ext cx="187386" cy="190159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5" extrusionOk="0">
                    <a:moveTo>
                      <a:pt x="1499" y="1"/>
                    </a:moveTo>
                    <a:cubicBezTo>
                      <a:pt x="1499" y="1"/>
                      <a:pt x="1498" y="1"/>
                      <a:pt x="1497" y="1"/>
                    </a:cubicBezTo>
                    <a:cubicBezTo>
                      <a:pt x="1359" y="11"/>
                      <a:pt x="1220" y="1102"/>
                      <a:pt x="1150" y="1171"/>
                    </a:cubicBezTo>
                    <a:cubicBezTo>
                      <a:pt x="1012" y="1320"/>
                      <a:pt x="0" y="1419"/>
                      <a:pt x="10" y="1568"/>
                    </a:cubicBezTo>
                    <a:cubicBezTo>
                      <a:pt x="10" y="1706"/>
                      <a:pt x="1012" y="1766"/>
                      <a:pt x="1150" y="1905"/>
                    </a:cubicBezTo>
                    <a:cubicBezTo>
                      <a:pt x="1230" y="1984"/>
                      <a:pt x="1398" y="3085"/>
                      <a:pt x="1547" y="3085"/>
                    </a:cubicBezTo>
                    <a:cubicBezTo>
                      <a:pt x="1696" y="3075"/>
                      <a:pt x="1825" y="1984"/>
                      <a:pt x="1894" y="1905"/>
                    </a:cubicBezTo>
                    <a:cubicBezTo>
                      <a:pt x="2033" y="1766"/>
                      <a:pt x="3054" y="1657"/>
                      <a:pt x="3044" y="1518"/>
                    </a:cubicBezTo>
                    <a:cubicBezTo>
                      <a:pt x="3044" y="1379"/>
                      <a:pt x="2033" y="1310"/>
                      <a:pt x="1894" y="1171"/>
                    </a:cubicBezTo>
                    <a:cubicBezTo>
                      <a:pt x="1815" y="1092"/>
                      <a:pt x="1648" y="1"/>
                      <a:pt x="149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35"/>
              <p:cNvSpPr/>
              <p:nvPr/>
            </p:nvSpPr>
            <p:spPr>
              <a:xfrm>
                <a:off x="6894198" y="2770550"/>
                <a:ext cx="187938" cy="189481"/>
              </a:xfrm>
              <a:custGeom>
                <a:avLst/>
                <a:gdLst/>
                <a:ahLst/>
                <a:cxnLst/>
                <a:rect l="l" t="t" r="r" b="b"/>
                <a:pathLst>
                  <a:path w="3064" h="3074" extrusionOk="0">
                    <a:moveTo>
                      <a:pt x="1509" y="0"/>
                    </a:moveTo>
                    <a:cubicBezTo>
                      <a:pt x="1508" y="0"/>
                      <a:pt x="1508" y="0"/>
                      <a:pt x="1507" y="0"/>
                    </a:cubicBezTo>
                    <a:cubicBezTo>
                      <a:pt x="1358" y="10"/>
                      <a:pt x="1230" y="1101"/>
                      <a:pt x="1160" y="1170"/>
                    </a:cubicBezTo>
                    <a:cubicBezTo>
                      <a:pt x="1021" y="1319"/>
                      <a:pt x="0" y="1418"/>
                      <a:pt x="10" y="1557"/>
                    </a:cubicBezTo>
                    <a:cubicBezTo>
                      <a:pt x="20" y="1706"/>
                      <a:pt x="1021" y="1765"/>
                      <a:pt x="1160" y="1904"/>
                    </a:cubicBezTo>
                    <a:cubicBezTo>
                      <a:pt x="1239" y="1983"/>
                      <a:pt x="1406" y="3074"/>
                      <a:pt x="1555" y="3074"/>
                    </a:cubicBezTo>
                    <a:cubicBezTo>
                      <a:pt x="1555" y="3074"/>
                      <a:pt x="1556" y="3074"/>
                      <a:pt x="1557" y="3074"/>
                    </a:cubicBezTo>
                    <a:cubicBezTo>
                      <a:pt x="1696" y="3074"/>
                      <a:pt x="1834" y="1983"/>
                      <a:pt x="1904" y="1904"/>
                    </a:cubicBezTo>
                    <a:cubicBezTo>
                      <a:pt x="2033" y="1765"/>
                      <a:pt x="3064" y="1656"/>
                      <a:pt x="3054" y="1517"/>
                    </a:cubicBezTo>
                    <a:cubicBezTo>
                      <a:pt x="3044" y="1378"/>
                      <a:pt x="2033" y="1309"/>
                      <a:pt x="1904" y="1170"/>
                    </a:cubicBezTo>
                    <a:cubicBezTo>
                      <a:pt x="1815" y="1091"/>
                      <a:pt x="1657" y="0"/>
                      <a:pt x="15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35"/>
              <p:cNvSpPr/>
              <p:nvPr/>
            </p:nvSpPr>
            <p:spPr>
              <a:xfrm>
                <a:off x="7660487" y="3576061"/>
                <a:ext cx="236027" cy="241197"/>
              </a:xfrm>
              <a:custGeom>
                <a:avLst/>
                <a:gdLst/>
                <a:ahLst/>
                <a:cxnLst/>
                <a:rect l="l" t="t" r="r" b="b"/>
                <a:pathLst>
                  <a:path w="3848" h="3913" extrusionOk="0">
                    <a:moveTo>
                      <a:pt x="1289" y="1"/>
                    </a:moveTo>
                    <a:cubicBezTo>
                      <a:pt x="754" y="10"/>
                      <a:pt x="318" y="486"/>
                      <a:pt x="258" y="1042"/>
                    </a:cubicBezTo>
                    <a:cubicBezTo>
                      <a:pt x="218" y="1518"/>
                      <a:pt x="149" y="1984"/>
                      <a:pt x="80" y="2440"/>
                    </a:cubicBezTo>
                    <a:cubicBezTo>
                      <a:pt x="0" y="2945"/>
                      <a:pt x="476" y="3679"/>
                      <a:pt x="1141" y="3838"/>
                    </a:cubicBezTo>
                    <a:cubicBezTo>
                      <a:pt x="1398" y="3887"/>
                      <a:pt x="1661" y="3912"/>
                      <a:pt x="1924" y="3912"/>
                    </a:cubicBezTo>
                    <a:cubicBezTo>
                      <a:pt x="2187" y="3912"/>
                      <a:pt x="2449" y="3887"/>
                      <a:pt x="2707" y="3838"/>
                    </a:cubicBezTo>
                    <a:cubicBezTo>
                      <a:pt x="3381" y="3679"/>
                      <a:pt x="3847" y="2945"/>
                      <a:pt x="3768" y="2440"/>
                    </a:cubicBezTo>
                    <a:cubicBezTo>
                      <a:pt x="3699" y="1984"/>
                      <a:pt x="3639" y="1518"/>
                      <a:pt x="3590" y="1042"/>
                    </a:cubicBezTo>
                    <a:cubicBezTo>
                      <a:pt x="3530" y="486"/>
                      <a:pt x="3094" y="10"/>
                      <a:pt x="25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35"/>
              <p:cNvSpPr/>
              <p:nvPr/>
            </p:nvSpPr>
            <p:spPr>
              <a:xfrm>
                <a:off x="7790032" y="3607251"/>
                <a:ext cx="106482" cy="207850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3372" extrusionOk="0">
                    <a:moveTo>
                      <a:pt x="1260" y="0"/>
                    </a:moveTo>
                    <a:cubicBezTo>
                      <a:pt x="724" y="10"/>
                      <a:pt x="288" y="496"/>
                      <a:pt x="228" y="1051"/>
                    </a:cubicBezTo>
                    <a:cubicBezTo>
                      <a:pt x="179" y="1527"/>
                      <a:pt x="109" y="1993"/>
                      <a:pt x="50" y="2439"/>
                    </a:cubicBezTo>
                    <a:cubicBezTo>
                      <a:pt x="0" y="2727"/>
                      <a:pt x="129" y="3084"/>
                      <a:pt x="367" y="3371"/>
                    </a:cubicBezTo>
                    <a:cubicBezTo>
                      <a:pt x="446" y="3362"/>
                      <a:pt x="526" y="3342"/>
                      <a:pt x="595" y="3332"/>
                    </a:cubicBezTo>
                    <a:cubicBezTo>
                      <a:pt x="1269" y="3173"/>
                      <a:pt x="1735" y="2439"/>
                      <a:pt x="1656" y="1934"/>
                    </a:cubicBezTo>
                    <a:cubicBezTo>
                      <a:pt x="1587" y="1478"/>
                      <a:pt x="1527" y="1012"/>
                      <a:pt x="1478" y="536"/>
                    </a:cubicBezTo>
                    <a:cubicBezTo>
                      <a:pt x="1458" y="347"/>
                      <a:pt x="1388" y="169"/>
                      <a:pt x="12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35"/>
              <p:cNvSpPr/>
              <p:nvPr/>
            </p:nvSpPr>
            <p:spPr>
              <a:xfrm>
                <a:off x="7399558" y="3642078"/>
                <a:ext cx="236027" cy="241012"/>
              </a:xfrm>
              <a:custGeom>
                <a:avLst/>
                <a:gdLst/>
                <a:ahLst/>
                <a:cxnLst/>
                <a:rect l="l" t="t" r="r" b="b"/>
                <a:pathLst>
                  <a:path w="3848" h="3910" extrusionOk="0">
                    <a:moveTo>
                      <a:pt x="1290" y="0"/>
                    </a:moveTo>
                    <a:cubicBezTo>
                      <a:pt x="754" y="0"/>
                      <a:pt x="318" y="486"/>
                      <a:pt x="258" y="1042"/>
                    </a:cubicBezTo>
                    <a:cubicBezTo>
                      <a:pt x="209" y="1517"/>
                      <a:pt x="149" y="1984"/>
                      <a:pt x="80" y="2440"/>
                    </a:cubicBezTo>
                    <a:cubicBezTo>
                      <a:pt x="1" y="2945"/>
                      <a:pt x="467" y="3679"/>
                      <a:pt x="1141" y="3828"/>
                    </a:cubicBezTo>
                    <a:cubicBezTo>
                      <a:pt x="1399" y="3882"/>
                      <a:pt x="1661" y="3910"/>
                      <a:pt x="1924" y="3910"/>
                    </a:cubicBezTo>
                    <a:cubicBezTo>
                      <a:pt x="2187" y="3910"/>
                      <a:pt x="2450" y="3882"/>
                      <a:pt x="2708" y="3828"/>
                    </a:cubicBezTo>
                    <a:cubicBezTo>
                      <a:pt x="3372" y="3679"/>
                      <a:pt x="3848" y="2945"/>
                      <a:pt x="3768" y="2440"/>
                    </a:cubicBezTo>
                    <a:cubicBezTo>
                      <a:pt x="3699" y="1984"/>
                      <a:pt x="3630" y="1517"/>
                      <a:pt x="3590" y="1042"/>
                    </a:cubicBezTo>
                    <a:cubicBezTo>
                      <a:pt x="3531" y="486"/>
                      <a:pt x="3094" y="0"/>
                      <a:pt x="25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35"/>
              <p:cNvSpPr/>
              <p:nvPr/>
            </p:nvSpPr>
            <p:spPr>
              <a:xfrm>
                <a:off x="7821621" y="3601149"/>
                <a:ext cx="236088" cy="241136"/>
              </a:xfrm>
              <a:custGeom>
                <a:avLst/>
                <a:gdLst/>
                <a:ahLst/>
                <a:cxnLst/>
                <a:rect l="l" t="t" r="r" b="b"/>
                <a:pathLst>
                  <a:path w="3849" h="3912" extrusionOk="0">
                    <a:moveTo>
                      <a:pt x="1290" y="0"/>
                    </a:moveTo>
                    <a:cubicBezTo>
                      <a:pt x="764" y="10"/>
                      <a:pt x="328" y="486"/>
                      <a:pt x="269" y="1051"/>
                    </a:cubicBezTo>
                    <a:cubicBezTo>
                      <a:pt x="219" y="1527"/>
                      <a:pt x="150" y="1983"/>
                      <a:pt x="80" y="2439"/>
                    </a:cubicBezTo>
                    <a:cubicBezTo>
                      <a:pt x="1" y="2955"/>
                      <a:pt x="477" y="3679"/>
                      <a:pt x="1141" y="3837"/>
                    </a:cubicBezTo>
                    <a:cubicBezTo>
                      <a:pt x="1399" y="3887"/>
                      <a:pt x="1662" y="3912"/>
                      <a:pt x="1924" y="3912"/>
                    </a:cubicBezTo>
                    <a:cubicBezTo>
                      <a:pt x="2187" y="3912"/>
                      <a:pt x="2450" y="3887"/>
                      <a:pt x="2708" y="3837"/>
                    </a:cubicBezTo>
                    <a:cubicBezTo>
                      <a:pt x="3382" y="3679"/>
                      <a:pt x="3848" y="2955"/>
                      <a:pt x="3769" y="2439"/>
                    </a:cubicBezTo>
                    <a:cubicBezTo>
                      <a:pt x="3699" y="1983"/>
                      <a:pt x="3640" y="1527"/>
                      <a:pt x="3590" y="1051"/>
                    </a:cubicBezTo>
                    <a:cubicBezTo>
                      <a:pt x="3531" y="486"/>
                      <a:pt x="3094" y="10"/>
                      <a:pt x="25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35"/>
              <p:cNvSpPr/>
              <p:nvPr/>
            </p:nvSpPr>
            <p:spPr>
              <a:xfrm>
                <a:off x="7664106" y="3576061"/>
                <a:ext cx="228176" cy="176105"/>
              </a:xfrm>
              <a:custGeom>
                <a:avLst/>
                <a:gdLst/>
                <a:ahLst/>
                <a:cxnLst/>
                <a:rect l="l" t="t" r="r" b="b"/>
                <a:pathLst>
                  <a:path w="3720" h="2857" extrusionOk="0">
                    <a:moveTo>
                      <a:pt x="1240" y="1"/>
                    </a:moveTo>
                    <a:cubicBezTo>
                      <a:pt x="695" y="1"/>
                      <a:pt x="269" y="457"/>
                      <a:pt x="199" y="992"/>
                    </a:cubicBezTo>
                    <a:cubicBezTo>
                      <a:pt x="159" y="1438"/>
                      <a:pt x="90" y="1884"/>
                      <a:pt x="31" y="2311"/>
                    </a:cubicBezTo>
                    <a:cubicBezTo>
                      <a:pt x="1" y="2499"/>
                      <a:pt x="40" y="2688"/>
                      <a:pt x="130" y="2856"/>
                    </a:cubicBezTo>
                    <a:cubicBezTo>
                      <a:pt x="546" y="2846"/>
                      <a:pt x="973" y="2817"/>
                      <a:pt x="1379" y="2777"/>
                    </a:cubicBezTo>
                    <a:cubicBezTo>
                      <a:pt x="2172" y="2717"/>
                      <a:pt x="2956" y="2588"/>
                      <a:pt x="3719" y="2380"/>
                    </a:cubicBezTo>
                    <a:cubicBezTo>
                      <a:pt x="3709" y="2360"/>
                      <a:pt x="3709" y="2341"/>
                      <a:pt x="3709" y="2311"/>
                    </a:cubicBezTo>
                    <a:cubicBezTo>
                      <a:pt x="3640" y="1884"/>
                      <a:pt x="3580" y="1448"/>
                      <a:pt x="3531" y="992"/>
                    </a:cubicBezTo>
                    <a:cubicBezTo>
                      <a:pt x="3471" y="457"/>
                      <a:pt x="3035" y="1"/>
                      <a:pt x="24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35"/>
              <p:cNvSpPr/>
              <p:nvPr/>
            </p:nvSpPr>
            <p:spPr>
              <a:xfrm>
                <a:off x="7827755" y="3599916"/>
                <a:ext cx="215356" cy="13758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232" extrusionOk="0">
                    <a:moveTo>
                      <a:pt x="1190" y="0"/>
                    </a:moveTo>
                    <a:cubicBezTo>
                      <a:pt x="654" y="0"/>
                      <a:pt x="228" y="456"/>
                      <a:pt x="169" y="992"/>
                    </a:cubicBezTo>
                    <a:cubicBezTo>
                      <a:pt x="119" y="1408"/>
                      <a:pt x="60" y="1825"/>
                      <a:pt x="0" y="2231"/>
                    </a:cubicBezTo>
                    <a:cubicBezTo>
                      <a:pt x="1180" y="2003"/>
                      <a:pt x="2320" y="1656"/>
                      <a:pt x="3421" y="1170"/>
                    </a:cubicBezTo>
                    <a:lnTo>
                      <a:pt x="3510" y="1131"/>
                    </a:lnTo>
                    <a:cubicBezTo>
                      <a:pt x="3510" y="1091"/>
                      <a:pt x="3500" y="1041"/>
                      <a:pt x="3490" y="992"/>
                    </a:cubicBezTo>
                    <a:cubicBezTo>
                      <a:pt x="3431" y="456"/>
                      <a:pt x="2994" y="10"/>
                      <a:pt x="2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35"/>
              <p:cNvSpPr/>
              <p:nvPr/>
            </p:nvSpPr>
            <p:spPr>
              <a:xfrm>
                <a:off x="7411702" y="3638379"/>
                <a:ext cx="214191" cy="114404"/>
              </a:xfrm>
              <a:custGeom>
                <a:avLst/>
                <a:gdLst/>
                <a:ahLst/>
                <a:cxnLst/>
                <a:rect l="l" t="t" r="r" b="b"/>
                <a:pathLst>
                  <a:path w="3492" h="1856" extrusionOk="0">
                    <a:moveTo>
                      <a:pt x="1092" y="1"/>
                    </a:moveTo>
                    <a:cubicBezTo>
                      <a:pt x="546" y="1"/>
                      <a:pt x="120" y="457"/>
                      <a:pt x="60" y="992"/>
                    </a:cubicBezTo>
                    <a:cubicBezTo>
                      <a:pt x="41" y="1151"/>
                      <a:pt x="21" y="1310"/>
                      <a:pt x="1" y="1458"/>
                    </a:cubicBezTo>
                    <a:cubicBezTo>
                      <a:pt x="1151" y="1726"/>
                      <a:pt x="2321" y="1855"/>
                      <a:pt x="3491" y="1855"/>
                    </a:cubicBezTo>
                    <a:cubicBezTo>
                      <a:pt x="3451" y="1577"/>
                      <a:pt x="3412" y="1290"/>
                      <a:pt x="3382" y="992"/>
                    </a:cubicBezTo>
                    <a:cubicBezTo>
                      <a:pt x="3323" y="457"/>
                      <a:pt x="2886" y="1"/>
                      <a:pt x="23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35"/>
              <p:cNvSpPr/>
              <p:nvPr/>
            </p:nvSpPr>
            <p:spPr>
              <a:xfrm>
                <a:off x="6988412" y="2716985"/>
                <a:ext cx="1378254" cy="1003499"/>
              </a:xfrm>
              <a:custGeom>
                <a:avLst/>
                <a:gdLst/>
                <a:ahLst/>
                <a:cxnLst/>
                <a:rect l="l" t="t" r="r" b="b"/>
                <a:pathLst>
                  <a:path w="22470" h="16280" extrusionOk="0">
                    <a:moveTo>
                      <a:pt x="9661" y="0"/>
                    </a:moveTo>
                    <a:cubicBezTo>
                      <a:pt x="9302" y="0"/>
                      <a:pt x="8943" y="12"/>
                      <a:pt x="8588" y="36"/>
                    </a:cubicBezTo>
                    <a:cubicBezTo>
                      <a:pt x="6733" y="165"/>
                      <a:pt x="3858" y="820"/>
                      <a:pt x="3253" y="2961"/>
                    </a:cubicBezTo>
                    <a:cubicBezTo>
                      <a:pt x="3035" y="3586"/>
                      <a:pt x="3303" y="4181"/>
                      <a:pt x="2718" y="4706"/>
                    </a:cubicBezTo>
                    <a:cubicBezTo>
                      <a:pt x="2331" y="5047"/>
                      <a:pt x="1250" y="5397"/>
                      <a:pt x="678" y="5397"/>
                    </a:cubicBezTo>
                    <a:cubicBezTo>
                      <a:pt x="634" y="5397"/>
                      <a:pt x="593" y="5395"/>
                      <a:pt x="556" y="5391"/>
                    </a:cubicBezTo>
                    <a:lnTo>
                      <a:pt x="1" y="10140"/>
                    </a:lnTo>
                    <a:cubicBezTo>
                      <a:pt x="60" y="11201"/>
                      <a:pt x="1211" y="12500"/>
                      <a:pt x="1944" y="13244"/>
                    </a:cubicBezTo>
                    <a:cubicBezTo>
                      <a:pt x="4152" y="15501"/>
                      <a:pt x="7434" y="16279"/>
                      <a:pt x="10534" y="16279"/>
                    </a:cubicBezTo>
                    <a:cubicBezTo>
                      <a:pt x="11165" y="16279"/>
                      <a:pt x="11789" y="16247"/>
                      <a:pt x="12395" y="16188"/>
                    </a:cubicBezTo>
                    <a:cubicBezTo>
                      <a:pt x="13991" y="16079"/>
                      <a:pt x="15618" y="15603"/>
                      <a:pt x="17105" y="14969"/>
                    </a:cubicBezTo>
                    <a:cubicBezTo>
                      <a:pt x="18364" y="14384"/>
                      <a:pt x="19425" y="13273"/>
                      <a:pt x="20139" y="12103"/>
                    </a:cubicBezTo>
                    <a:cubicBezTo>
                      <a:pt x="22469" y="8236"/>
                      <a:pt x="19375" y="3487"/>
                      <a:pt x="15935" y="1524"/>
                    </a:cubicBezTo>
                    <a:cubicBezTo>
                      <a:pt x="14046" y="452"/>
                      <a:pt x="11836" y="0"/>
                      <a:pt x="9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35"/>
              <p:cNvSpPr/>
              <p:nvPr/>
            </p:nvSpPr>
            <p:spPr>
              <a:xfrm>
                <a:off x="7454332" y="2576199"/>
                <a:ext cx="186773" cy="270785"/>
              </a:xfrm>
              <a:custGeom>
                <a:avLst/>
                <a:gdLst/>
                <a:ahLst/>
                <a:cxnLst/>
                <a:rect l="l" t="t" r="r" b="b"/>
                <a:pathLst>
                  <a:path w="3045" h="4393" extrusionOk="0">
                    <a:moveTo>
                      <a:pt x="1780" y="1"/>
                    </a:moveTo>
                    <a:cubicBezTo>
                      <a:pt x="931" y="1"/>
                      <a:pt x="313" y="1834"/>
                      <a:pt x="218" y="2320"/>
                    </a:cubicBezTo>
                    <a:cubicBezTo>
                      <a:pt x="119" y="2826"/>
                      <a:pt x="0" y="3847"/>
                      <a:pt x="516" y="4224"/>
                    </a:cubicBezTo>
                    <a:lnTo>
                      <a:pt x="1874" y="4393"/>
                    </a:lnTo>
                    <a:cubicBezTo>
                      <a:pt x="2836" y="3669"/>
                      <a:pt x="3044" y="2241"/>
                      <a:pt x="2756" y="1220"/>
                    </a:cubicBezTo>
                    <a:cubicBezTo>
                      <a:pt x="2667" y="883"/>
                      <a:pt x="2360" y="89"/>
                      <a:pt x="1884" y="10"/>
                    </a:cubicBezTo>
                    <a:cubicBezTo>
                      <a:pt x="1849" y="4"/>
                      <a:pt x="1815" y="1"/>
                      <a:pt x="17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35"/>
              <p:cNvSpPr/>
              <p:nvPr/>
            </p:nvSpPr>
            <p:spPr>
              <a:xfrm>
                <a:off x="7493220" y="2630565"/>
                <a:ext cx="104703" cy="191392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3105" extrusionOk="0">
                    <a:moveTo>
                      <a:pt x="1151" y="1"/>
                    </a:moveTo>
                    <a:cubicBezTo>
                      <a:pt x="665" y="1"/>
                      <a:pt x="239" y="1448"/>
                      <a:pt x="169" y="1815"/>
                    </a:cubicBezTo>
                    <a:cubicBezTo>
                      <a:pt x="100" y="2182"/>
                      <a:pt x="1" y="2906"/>
                      <a:pt x="268" y="3104"/>
                    </a:cubicBezTo>
                    <a:lnTo>
                      <a:pt x="992" y="3045"/>
                    </a:lnTo>
                    <a:cubicBezTo>
                      <a:pt x="1537" y="2420"/>
                      <a:pt x="1706" y="1409"/>
                      <a:pt x="1577" y="734"/>
                    </a:cubicBezTo>
                    <a:cubicBezTo>
                      <a:pt x="1537" y="506"/>
                      <a:pt x="1399" y="1"/>
                      <a:pt x="1151" y="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35"/>
              <p:cNvSpPr/>
              <p:nvPr/>
            </p:nvSpPr>
            <p:spPr>
              <a:xfrm>
                <a:off x="7669013" y="2803281"/>
                <a:ext cx="478678" cy="288783"/>
              </a:xfrm>
              <a:custGeom>
                <a:avLst/>
                <a:gdLst/>
                <a:ahLst/>
                <a:cxnLst/>
                <a:rect l="l" t="t" r="r" b="b"/>
                <a:pathLst>
                  <a:path w="7804" h="4685" extrusionOk="0">
                    <a:moveTo>
                      <a:pt x="887" y="0"/>
                    </a:moveTo>
                    <a:cubicBezTo>
                      <a:pt x="639" y="0"/>
                      <a:pt x="401" y="127"/>
                      <a:pt x="268" y="352"/>
                    </a:cubicBezTo>
                    <a:lnTo>
                      <a:pt x="139" y="609"/>
                    </a:lnTo>
                    <a:cubicBezTo>
                      <a:pt x="0" y="847"/>
                      <a:pt x="149" y="1155"/>
                      <a:pt x="417" y="1194"/>
                    </a:cubicBezTo>
                    <a:cubicBezTo>
                      <a:pt x="2806" y="1799"/>
                      <a:pt x="5027" y="2949"/>
                      <a:pt x="6901" y="4566"/>
                    </a:cubicBezTo>
                    <a:cubicBezTo>
                      <a:pt x="6978" y="4646"/>
                      <a:pt x="7079" y="4684"/>
                      <a:pt x="7180" y="4684"/>
                    </a:cubicBezTo>
                    <a:cubicBezTo>
                      <a:pt x="7328" y="4684"/>
                      <a:pt x="7475" y="4604"/>
                      <a:pt x="7546" y="4457"/>
                    </a:cubicBezTo>
                    <a:cubicBezTo>
                      <a:pt x="7585" y="4367"/>
                      <a:pt x="7635" y="4278"/>
                      <a:pt x="7675" y="4199"/>
                    </a:cubicBezTo>
                    <a:cubicBezTo>
                      <a:pt x="7804" y="3921"/>
                      <a:pt x="7744" y="3584"/>
                      <a:pt x="7516" y="3376"/>
                    </a:cubicBezTo>
                    <a:cubicBezTo>
                      <a:pt x="5642" y="1770"/>
                      <a:pt x="3421" y="619"/>
                      <a:pt x="1031" y="15"/>
                    </a:cubicBezTo>
                    <a:cubicBezTo>
                      <a:pt x="983" y="5"/>
                      <a:pt x="935" y="0"/>
                      <a:pt x="8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35"/>
              <p:cNvSpPr/>
              <p:nvPr/>
            </p:nvSpPr>
            <p:spPr>
              <a:xfrm>
                <a:off x="6891131" y="3043122"/>
                <a:ext cx="229954" cy="334397"/>
              </a:xfrm>
              <a:custGeom>
                <a:avLst/>
                <a:gdLst/>
                <a:ahLst/>
                <a:cxnLst/>
                <a:rect l="l" t="t" r="r" b="b"/>
                <a:pathLst>
                  <a:path w="3749" h="5425" extrusionOk="0">
                    <a:moveTo>
                      <a:pt x="1874" y="0"/>
                    </a:moveTo>
                    <a:cubicBezTo>
                      <a:pt x="833" y="0"/>
                      <a:pt x="0" y="1210"/>
                      <a:pt x="0" y="2717"/>
                    </a:cubicBezTo>
                    <a:cubicBezTo>
                      <a:pt x="0" y="4214"/>
                      <a:pt x="843" y="5424"/>
                      <a:pt x="1874" y="5424"/>
                    </a:cubicBezTo>
                    <a:cubicBezTo>
                      <a:pt x="2906" y="5424"/>
                      <a:pt x="3748" y="4214"/>
                      <a:pt x="3748" y="2717"/>
                    </a:cubicBezTo>
                    <a:cubicBezTo>
                      <a:pt x="3748" y="1210"/>
                      <a:pt x="2916" y="0"/>
                      <a:pt x="18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35"/>
              <p:cNvSpPr/>
              <p:nvPr/>
            </p:nvSpPr>
            <p:spPr>
              <a:xfrm>
                <a:off x="6923947" y="3153149"/>
                <a:ext cx="59068" cy="111877"/>
              </a:xfrm>
              <a:custGeom>
                <a:avLst/>
                <a:gdLst/>
                <a:ahLst/>
                <a:cxnLst/>
                <a:rect l="l" t="t" r="r" b="b"/>
                <a:pathLst>
                  <a:path w="963" h="1815" extrusionOk="0">
                    <a:moveTo>
                      <a:pt x="477" y="0"/>
                    </a:moveTo>
                    <a:cubicBezTo>
                      <a:pt x="219" y="0"/>
                      <a:pt x="1" y="407"/>
                      <a:pt x="1" y="902"/>
                    </a:cubicBezTo>
                    <a:cubicBezTo>
                      <a:pt x="1" y="1408"/>
                      <a:pt x="219" y="1815"/>
                      <a:pt x="477" y="1815"/>
                    </a:cubicBezTo>
                    <a:cubicBezTo>
                      <a:pt x="745" y="1815"/>
                      <a:pt x="963" y="1408"/>
                      <a:pt x="963" y="902"/>
                    </a:cubicBezTo>
                    <a:cubicBezTo>
                      <a:pt x="963" y="407"/>
                      <a:pt x="745" y="0"/>
                      <a:pt x="4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35"/>
              <p:cNvSpPr/>
              <p:nvPr/>
            </p:nvSpPr>
            <p:spPr>
              <a:xfrm>
                <a:off x="7002397" y="3154382"/>
                <a:ext cx="59068" cy="111877"/>
              </a:xfrm>
              <a:custGeom>
                <a:avLst/>
                <a:gdLst/>
                <a:ahLst/>
                <a:cxnLst/>
                <a:rect l="l" t="t" r="r" b="b"/>
                <a:pathLst>
                  <a:path w="963" h="1815" extrusionOk="0">
                    <a:moveTo>
                      <a:pt x="487" y="0"/>
                    </a:moveTo>
                    <a:cubicBezTo>
                      <a:pt x="219" y="0"/>
                      <a:pt x="1" y="407"/>
                      <a:pt x="1" y="912"/>
                    </a:cubicBezTo>
                    <a:cubicBezTo>
                      <a:pt x="1" y="1408"/>
                      <a:pt x="219" y="1815"/>
                      <a:pt x="487" y="1815"/>
                    </a:cubicBezTo>
                    <a:cubicBezTo>
                      <a:pt x="745" y="1815"/>
                      <a:pt x="963" y="1408"/>
                      <a:pt x="963" y="912"/>
                    </a:cubicBezTo>
                    <a:cubicBezTo>
                      <a:pt x="963" y="407"/>
                      <a:pt x="745" y="0"/>
                      <a:pt x="4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35"/>
              <p:cNvSpPr/>
              <p:nvPr/>
            </p:nvSpPr>
            <p:spPr>
              <a:xfrm>
                <a:off x="7129795" y="2952080"/>
                <a:ext cx="126907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468" extrusionOk="0">
                    <a:moveTo>
                      <a:pt x="1037" y="0"/>
                    </a:moveTo>
                    <a:cubicBezTo>
                      <a:pt x="413" y="0"/>
                      <a:pt x="36" y="526"/>
                      <a:pt x="6" y="1190"/>
                    </a:cubicBezTo>
                    <a:cubicBezTo>
                      <a:pt x="1" y="1369"/>
                      <a:pt x="131" y="1467"/>
                      <a:pt x="256" y="1467"/>
                    </a:cubicBezTo>
                    <a:cubicBezTo>
                      <a:pt x="366" y="1467"/>
                      <a:pt x="473" y="1392"/>
                      <a:pt x="482" y="1230"/>
                    </a:cubicBezTo>
                    <a:cubicBezTo>
                      <a:pt x="492" y="863"/>
                      <a:pt x="631" y="575"/>
                      <a:pt x="978" y="526"/>
                    </a:cubicBezTo>
                    <a:cubicBezTo>
                      <a:pt x="1005" y="522"/>
                      <a:pt x="1031" y="520"/>
                      <a:pt x="1056" y="520"/>
                    </a:cubicBezTo>
                    <a:cubicBezTo>
                      <a:pt x="1391" y="520"/>
                      <a:pt x="1559" y="821"/>
                      <a:pt x="1503" y="1190"/>
                    </a:cubicBezTo>
                    <a:cubicBezTo>
                      <a:pt x="1482" y="1366"/>
                      <a:pt x="1616" y="1461"/>
                      <a:pt x="1747" y="1461"/>
                    </a:cubicBezTo>
                    <a:cubicBezTo>
                      <a:pt x="1859" y="1461"/>
                      <a:pt x="1970" y="1391"/>
                      <a:pt x="1979" y="1239"/>
                    </a:cubicBezTo>
                    <a:cubicBezTo>
                      <a:pt x="2069" y="555"/>
                      <a:pt x="1662" y="0"/>
                      <a:pt x="10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35"/>
              <p:cNvSpPr/>
              <p:nvPr/>
            </p:nvSpPr>
            <p:spPr>
              <a:xfrm>
                <a:off x="7374041" y="2954484"/>
                <a:ext cx="124638" cy="92213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1496" extrusionOk="0">
                    <a:moveTo>
                      <a:pt x="1025" y="0"/>
                    </a:moveTo>
                    <a:cubicBezTo>
                      <a:pt x="1014" y="0"/>
                      <a:pt x="1003" y="0"/>
                      <a:pt x="992" y="1"/>
                    </a:cubicBezTo>
                    <a:cubicBezTo>
                      <a:pt x="367" y="21"/>
                      <a:pt x="0" y="556"/>
                      <a:pt x="0" y="1220"/>
                    </a:cubicBezTo>
                    <a:cubicBezTo>
                      <a:pt x="0" y="1401"/>
                      <a:pt x="127" y="1496"/>
                      <a:pt x="248" y="1496"/>
                    </a:cubicBezTo>
                    <a:cubicBezTo>
                      <a:pt x="359" y="1496"/>
                      <a:pt x="466" y="1416"/>
                      <a:pt x="466" y="1250"/>
                    </a:cubicBezTo>
                    <a:cubicBezTo>
                      <a:pt x="466" y="883"/>
                      <a:pt x="595" y="586"/>
                      <a:pt x="952" y="536"/>
                    </a:cubicBezTo>
                    <a:cubicBezTo>
                      <a:pt x="984" y="531"/>
                      <a:pt x="1016" y="529"/>
                      <a:pt x="1045" y="529"/>
                    </a:cubicBezTo>
                    <a:cubicBezTo>
                      <a:pt x="1370" y="529"/>
                      <a:pt x="1534" y="817"/>
                      <a:pt x="1497" y="1181"/>
                    </a:cubicBezTo>
                    <a:cubicBezTo>
                      <a:pt x="1482" y="1352"/>
                      <a:pt x="1610" y="1441"/>
                      <a:pt x="1737" y="1441"/>
                    </a:cubicBezTo>
                    <a:cubicBezTo>
                      <a:pt x="1853" y="1441"/>
                      <a:pt x="1969" y="1367"/>
                      <a:pt x="1973" y="1210"/>
                    </a:cubicBezTo>
                    <a:cubicBezTo>
                      <a:pt x="2032" y="529"/>
                      <a:pt x="1631" y="0"/>
                      <a:pt x="10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35"/>
              <p:cNvSpPr/>
              <p:nvPr/>
            </p:nvSpPr>
            <p:spPr>
              <a:xfrm>
                <a:off x="7189722" y="3224652"/>
                <a:ext cx="116848" cy="94802"/>
              </a:xfrm>
              <a:custGeom>
                <a:avLst/>
                <a:gdLst/>
                <a:ahLst/>
                <a:cxnLst/>
                <a:rect l="l" t="t" r="r" b="b"/>
                <a:pathLst>
                  <a:path w="1905" h="1538" extrusionOk="0">
                    <a:moveTo>
                      <a:pt x="1805" y="347"/>
                    </a:moveTo>
                    <a:cubicBezTo>
                      <a:pt x="1746" y="0"/>
                      <a:pt x="1191" y="30"/>
                      <a:pt x="1260" y="377"/>
                    </a:cubicBezTo>
                    <a:cubicBezTo>
                      <a:pt x="1310" y="655"/>
                      <a:pt x="1300" y="952"/>
                      <a:pt x="963" y="962"/>
                    </a:cubicBezTo>
                    <a:cubicBezTo>
                      <a:pt x="616" y="982"/>
                      <a:pt x="586" y="684"/>
                      <a:pt x="576" y="427"/>
                    </a:cubicBezTo>
                    <a:cubicBezTo>
                      <a:pt x="546" y="70"/>
                      <a:pt x="1" y="99"/>
                      <a:pt x="21" y="456"/>
                    </a:cubicBezTo>
                    <a:cubicBezTo>
                      <a:pt x="60" y="1061"/>
                      <a:pt x="338" y="1497"/>
                      <a:pt x="982" y="1517"/>
                    </a:cubicBezTo>
                    <a:cubicBezTo>
                      <a:pt x="1637" y="1537"/>
                      <a:pt x="1905" y="893"/>
                      <a:pt x="1805" y="3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35"/>
              <p:cNvSpPr/>
              <p:nvPr/>
            </p:nvSpPr>
            <p:spPr>
              <a:xfrm>
                <a:off x="8105430" y="3376594"/>
                <a:ext cx="110898" cy="152929"/>
              </a:xfrm>
              <a:custGeom>
                <a:avLst/>
                <a:gdLst/>
                <a:ahLst/>
                <a:cxnLst/>
                <a:rect l="l" t="t" r="r" b="b"/>
                <a:pathLst>
                  <a:path w="1808" h="2481" extrusionOk="0">
                    <a:moveTo>
                      <a:pt x="1489" y="0"/>
                    </a:moveTo>
                    <a:cubicBezTo>
                      <a:pt x="1356" y="0"/>
                      <a:pt x="1220" y="77"/>
                      <a:pt x="1184" y="242"/>
                    </a:cubicBezTo>
                    <a:cubicBezTo>
                      <a:pt x="1065" y="906"/>
                      <a:pt x="679" y="1472"/>
                      <a:pt x="213" y="1938"/>
                    </a:cubicBezTo>
                    <a:cubicBezTo>
                      <a:pt x="1" y="2150"/>
                      <a:pt x="180" y="2480"/>
                      <a:pt x="397" y="2480"/>
                    </a:cubicBezTo>
                    <a:cubicBezTo>
                      <a:pt x="454" y="2480"/>
                      <a:pt x="514" y="2457"/>
                      <a:pt x="570" y="2404"/>
                    </a:cubicBezTo>
                    <a:cubicBezTo>
                      <a:pt x="1155" y="1819"/>
                      <a:pt x="1611" y="1144"/>
                      <a:pt x="1769" y="321"/>
                    </a:cubicBezTo>
                    <a:cubicBezTo>
                      <a:pt x="1807" y="114"/>
                      <a:pt x="1651" y="0"/>
                      <a:pt x="14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35"/>
              <p:cNvSpPr/>
              <p:nvPr/>
            </p:nvSpPr>
            <p:spPr>
              <a:xfrm>
                <a:off x="8190689" y="3298435"/>
                <a:ext cx="38520" cy="52949"/>
              </a:xfrm>
              <a:custGeom>
                <a:avLst/>
                <a:gdLst/>
                <a:ahLst/>
                <a:cxnLst/>
                <a:rect l="l" t="t" r="r" b="b"/>
                <a:pathLst>
                  <a:path w="628" h="859" extrusionOk="0">
                    <a:moveTo>
                      <a:pt x="332" y="1"/>
                    </a:moveTo>
                    <a:cubicBezTo>
                      <a:pt x="188" y="1"/>
                      <a:pt x="60" y="105"/>
                      <a:pt x="42" y="251"/>
                    </a:cubicBezTo>
                    <a:cubicBezTo>
                      <a:pt x="42" y="350"/>
                      <a:pt x="22" y="439"/>
                      <a:pt x="22" y="538"/>
                    </a:cubicBezTo>
                    <a:cubicBezTo>
                      <a:pt x="1" y="744"/>
                      <a:pt x="156" y="858"/>
                      <a:pt x="312" y="858"/>
                    </a:cubicBezTo>
                    <a:cubicBezTo>
                      <a:pt x="441" y="858"/>
                      <a:pt x="570" y="779"/>
                      <a:pt x="597" y="608"/>
                    </a:cubicBezTo>
                    <a:lnTo>
                      <a:pt x="597" y="618"/>
                    </a:lnTo>
                    <a:cubicBezTo>
                      <a:pt x="597" y="519"/>
                      <a:pt x="607" y="429"/>
                      <a:pt x="617" y="330"/>
                    </a:cubicBezTo>
                    <a:cubicBezTo>
                      <a:pt x="627" y="172"/>
                      <a:pt x="518" y="33"/>
                      <a:pt x="369" y="3"/>
                    </a:cubicBezTo>
                    <a:cubicBezTo>
                      <a:pt x="357" y="1"/>
                      <a:pt x="344" y="1"/>
                      <a:pt x="3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35"/>
              <p:cNvSpPr/>
              <p:nvPr/>
            </p:nvSpPr>
            <p:spPr>
              <a:xfrm>
                <a:off x="8044828" y="3527736"/>
                <a:ext cx="51524" cy="39388"/>
              </a:xfrm>
              <a:custGeom>
                <a:avLst/>
                <a:gdLst/>
                <a:ahLst/>
                <a:cxnLst/>
                <a:rect l="l" t="t" r="r" b="b"/>
                <a:pathLst>
                  <a:path w="840" h="639" extrusionOk="0">
                    <a:moveTo>
                      <a:pt x="431" y="1"/>
                    </a:moveTo>
                    <a:cubicBezTo>
                      <a:pt x="375" y="1"/>
                      <a:pt x="316" y="19"/>
                      <a:pt x="259" y="61"/>
                    </a:cubicBezTo>
                    <a:lnTo>
                      <a:pt x="269" y="61"/>
                    </a:lnTo>
                    <a:cubicBezTo>
                      <a:pt x="110" y="81"/>
                      <a:pt x="1" y="229"/>
                      <a:pt x="21" y="388"/>
                    </a:cubicBezTo>
                    <a:cubicBezTo>
                      <a:pt x="39" y="534"/>
                      <a:pt x="167" y="638"/>
                      <a:pt x="311" y="638"/>
                    </a:cubicBezTo>
                    <a:cubicBezTo>
                      <a:pt x="323" y="638"/>
                      <a:pt x="335" y="637"/>
                      <a:pt x="348" y="636"/>
                    </a:cubicBezTo>
                    <a:cubicBezTo>
                      <a:pt x="447" y="616"/>
                      <a:pt x="536" y="576"/>
                      <a:pt x="616" y="517"/>
                    </a:cubicBezTo>
                    <a:cubicBezTo>
                      <a:pt x="840" y="317"/>
                      <a:pt x="663" y="1"/>
                      <a:pt x="43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35"/>
              <p:cNvSpPr/>
              <p:nvPr/>
            </p:nvSpPr>
            <p:spPr>
              <a:xfrm>
                <a:off x="8060653" y="3529585"/>
                <a:ext cx="2269" cy="1294"/>
              </a:xfrm>
              <a:custGeom>
                <a:avLst/>
                <a:gdLst/>
                <a:ahLst/>
                <a:cxnLst/>
                <a:rect l="l" t="t" r="r" b="b"/>
                <a:pathLst>
                  <a:path w="37" h="21" extrusionOk="0">
                    <a:moveTo>
                      <a:pt x="36" y="1"/>
                    </a:moveTo>
                    <a:cubicBezTo>
                      <a:pt x="36" y="1"/>
                      <a:pt x="27" y="6"/>
                      <a:pt x="1" y="21"/>
                    </a:cubicBezTo>
                    <a:cubicBezTo>
                      <a:pt x="13" y="15"/>
                      <a:pt x="37" y="1"/>
                      <a:pt x="3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35"/>
              <p:cNvSpPr/>
              <p:nvPr/>
            </p:nvSpPr>
            <p:spPr>
              <a:xfrm>
                <a:off x="8057893" y="3531434"/>
                <a:ext cx="1595" cy="555"/>
              </a:xfrm>
              <a:custGeom>
                <a:avLst/>
                <a:gdLst/>
                <a:ahLst/>
                <a:cxnLst/>
                <a:rect l="l" t="t" r="r" b="b"/>
                <a:pathLst>
                  <a:path w="26" h="9" extrusionOk="0">
                    <a:moveTo>
                      <a:pt x="26" y="1"/>
                    </a:moveTo>
                    <a:cubicBezTo>
                      <a:pt x="6" y="6"/>
                      <a:pt x="1" y="8"/>
                      <a:pt x="3" y="8"/>
                    </a:cubicBezTo>
                    <a:cubicBezTo>
                      <a:pt x="6" y="8"/>
                      <a:pt x="16" y="6"/>
                      <a:pt x="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35"/>
              <p:cNvSpPr/>
              <p:nvPr/>
            </p:nvSpPr>
            <p:spPr>
              <a:xfrm>
                <a:off x="8060653" y="3531434"/>
                <a:ext cx="61" cy="6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35"/>
              <p:cNvSpPr/>
              <p:nvPr/>
            </p:nvSpPr>
            <p:spPr>
              <a:xfrm>
                <a:off x="7039813" y="3091016"/>
                <a:ext cx="67103" cy="97884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588" extrusionOk="0">
                    <a:moveTo>
                      <a:pt x="260" y="0"/>
                    </a:moveTo>
                    <a:cubicBezTo>
                      <a:pt x="117" y="0"/>
                      <a:pt x="1" y="208"/>
                      <a:pt x="135" y="334"/>
                    </a:cubicBezTo>
                    <a:cubicBezTo>
                      <a:pt x="432" y="631"/>
                      <a:pt x="630" y="1018"/>
                      <a:pt x="700" y="1435"/>
                    </a:cubicBezTo>
                    <a:cubicBezTo>
                      <a:pt x="722" y="1539"/>
                      <a:pt x="811" y="1587"/>
                      <a:pt x="896" y="1587"/>
                    </a:cubicBezTo>
                    <a:cubicBezTo>
                      <a:pt x="998" y="1587"/>
                      <a:pt x="1094" y="1519"/>
                      <a:pt x="1067" y="1395"/>
                    </a:cubicBezTo>
                    <a:cubicBezTo>
                      <a:pt x="977" y="889"/>
                      <a:pt x="739" y="413"/>
                      <a:pt x="373" y="46"/>
                    </a:cubicBezTo>
                    <a:cubicBezTo>
                      <a:pt x="336" y="14"/>
                      <a:pt x="297" y="0"/>
                      <a:pt x="2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35"/>
              <p:cNvSpPr/>
              <p:nvPr/>
            </p:nvSpPr>
            <p:spPr>
              <a:xfrm>
                <a:off x="7006691" y="3057792"/>
                <a:ext cx="34104" cy="28724"/>
              </a:xfrm>
              <a:custGeom>
                <a:avLst/>
                <a:gdLst/>
                <a:ahLst/>
                <a:cxnLst/>
                <a:rect l="l" t="t" r="r" b="b"/>
                <a:pathLst>
                  <a:path w="556" h="466" extrusionOk="0">
                    <a:moveTo>
                      <a:pt x="205" y="1"/>
                    </a:moveTo>
                    <a:cubicBezTo>
                      <a:pt x="153" y="1"/>
                      <a:pt x="99" y="21"/>
                      <a:pt x="60" y="60"/>
                    </a:cubicBezTo>
                    <a:cubicBezTo>
                      <a:pt x="0" y="139"/>
                      <a:pt x="10" y="258"/>
                      <a:pt x="90" y="328"/>
                    </a:cubicBezTo>
                    <a:cubicBezTo>
                      <a:pt x="139" y="357"/>
                      <a:pt x="179" y="397"/>
                      <a:pt x="228" y="427"/>
                    </a:cubicBezTo>
                    <a:cubicBezTo>
                      <a:pt x="263" y="453"/>
                      <a:pt x="304" y="466"/>
                      <a:pt x="345" y="466"/>
                    </a:cubicBezTo>
                    <a:cubicBezTo>
                      <a:pt x="396" y="466"/>
                      <a:pt x="448" y="446"/>
                      <a:pt x="486" y="407"/>
                    </a:cubicBezTo>
                    <a:cubicBezTo>
                      <a:pt x="556" y="328"/>
                      <a:pt x="546" y="209"/>
                      <a:pt x="466" y="149"/>
                    </a:cubicBezTo>
                    <a:cubicBezTo>
                      <a:pt x="417" y="109"/>
                      <a:pt x="367" y="80"/>
                      <a:pt x="318" y="40"/>
                    </a:cubicBezTo>
                    <a:cubicBezTo>
                      <a:pt x="287" y="14"/>
                      <a:pt x="246" y="1"/>
                      <a:pt x="20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35"/>
              <p:cNvSpPr/>
              <p:nvPr/>
            </p:nvSpPr>
            <p:spPr>
              <a:xfrm>
                <a:off x="7079069" y="3209303"/>
                <a:ext cx="25578" cy="2915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73" extrusionOk="0">
                    <a:moveTo>
                      <a:pt x="225" y="1"/>
                    </a:moveTo>
                    <a:cubicBezTo>
                      <a:pt x="220" y="1"/>
                      <a:pt x="214" y="1"/>
                      <a:pt x="208" y="1"/>
                    </a:cubicBezTo>
                    <a:cubicBezTo>
                      <a:pt x="109" y="11"/>
                      <a:pt x="40" y="101"/>
                      <a:pt x="40" y="210"/>
                    </a:cubicBezTo>
                    <a:cubicBezTo>
                      <a:pt x="0" y="299"/>
                      <a:pt x="40" y="408"/>
                      <a:pt x="139" y="457"/>
                    </a:cubicBezTo>
                    <a:cubicBezTo>
                      <a:pt x="162" y="468"/>
                      <a:pt x="187" y="473"/>
                      <a:pt x="211" y="473"/>
                    </a:cubicBezTo>
                    <a:cubicBezTo>
                      <a:pt x="281" y="473"/>
                      <a:pt x="350" y="432"/>
                      <a:pt x="387" y="358"/>
                    </a:cubicBezTo>
                    <a:cubicBezTo>
                      <a:pt x="407" y="299"/>
                      <a:pt x="417" y="229"/>
                      <a:pt x="417" y="170"/>
                    </a:cubicBezTo>
                    <a:cubicBezTo>
                      <a:pt x="407" y="76"/>
                      <a:pt x="319" y="1"/>
                      <a:pt x="22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35"/>
              <p:cNvSpPr/>
              <p:nvPr/>
            </p:nvSpPr>
            <p:spPr>
              <a:xfrm>
                <a:off x="7081461" y="3218549"/>
                <a:ext cx="61" cy="3698"/>
              </a:xfrm>
              <a:custGeom>
                <a:avLst/>
                <a:gdLst/>
                <a:ahLst/>
                <a:cxnLst/>
                <a:rect l="l" t="t" r="r" b="b"/>
                <a:pathLst>
                  <a:path w="1" h="60" extrusionOk="0">
                    <a:moveTo>
                      <a:pt x="1" y="60"/>
                    </a:moveTo>
                    <a:lnTo>
                      <a:pt x="1" y="60"/>
                    </a:lnTo>
                    <a:cubicBezTo>
                      <a:pt x="1" y="60"/>
                      <a:pt x="1" y="60"/>
                      <a:pt x="1" y="60"/>
                    </a:cubicBezTo>
                    <a:cubicBezTo>
                      <a:pt x="1" y="0"/>
                      <a:pt x="1" y="40"/>
                      <a:pt x="1" y="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35"/>
              <p:cNvSpPr/>
              <p:nvPr/>
            </p:nvSpPr>
            <p:spPr>
              <a:xfrm>
                <a:off x="7081216" y="3222186"/>
                <a:ext cx="307" cy="1233"/>
              </a:xfrm>
              <a:custGeom>
                <a:avLst/>
                <a:gdLst/>
                <a:ahLst/>
                <a:cxnLst/>
                <a:rect l="l" t="t" r="r" b="b"/>
                <a:pathLst>
                  <a:path w="5" h="20" extrusionOk="0">
                    <a:moveTo>
                      <a:pt x="5" y="1"/>
                    </a:moveTo>
                    <a:cubicBezTo>
                      <a:pt x="0" y="14"/>
                      <a:pt x="0" y="19"/>
                      <a:pt x="1" y="19"/>
                    </a:cubicBezTo>
                    <a:cubicBezTo>
                      <a:pt x="2" y="19"/>
                      <a:pt x="5" y="11"/>
                      <a:pt x="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35"/>
              <p:cNvSpPr/>
              <p:nvPr/>
            </p:nvSpPr>
            <p:spPr>
              <a:xfrm>
                <a:off x="7082075" y="3222186"/>
                <a:ext cx="61" cy="6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35"/>
              <p:cNvSpPr/>
              <p:nvPr/>
            </p:nvSpPr>
            <p:spPr>
              <a:xfrm>
                <a:off x="7368521" y="3118199"/>
                <a:ext cx="114456" cy="79084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283" extrusionOk="0">
                    <a:moveTo>
                      <a:pt x="910" y="1"/>
                    </a:moveTo>
                    <a:cubicBezTo>
                      <a:pt x="428" y="1"/>
                      <a:pt x="30" y="262"/>
                      <a:pt x="11" y="597"/>
                    </a:cubicBezTo>
                    <a:cubicBezTo>
                      <a:pt x="1" y="954"/>
                      <a:pt x="398" y="1271"/>
                      <a:pt x="903" y="1281"/>
                    </a:cubicBezTo>
                    <a:cubicBezTo>
                      <a:pt x="922" y="1282"/>
                      <a:pt x="940" y="1282"/>
                      <a:pt x="958" y="1282"/>
                    </a:cubicBezTo>
                    <a:cubicBezTo>
                      <a:pt x="1439" y="1282"/>
                      <a:pt x="1836" y="1030"/>
                      <a:pt x="1855" y="686"/>
                    </a:cubicBezTo>
                    <a:cubicBezTo>
                      <a:pt x="1865" y="329"/>
                      <a:pt x="1468" y="12"/>
                      <a:pt x="963" y="2"/>
                    </a:cubicBezTo>
                    <a:cubicBezTo>
                      <a:pt x="945" y="1"/>
                      <a:pt x="928" y="1"/>
                      <a:pt x="9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35"/>
              <p:cNvSpPr/>
              <p:nvPr/>
            </p:nvSpPr>
            <p:spPr>
              <a:xfrm>
                <a:off x="7875782" y="3554672"/>
                <a:ext cx="38949" cy="2940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77" extrusionOk="0">
                    <a:moveTo>
                      <a:pt x="318" y="1"/>
                    </a:moveTo>
                    <a:cubicBezTo>
                      <a:pt x="0" y="1"/>
                      <a:pt x="0" y="476"/>
                      <a:pt x="318" y="476"/>
                    </a:cubicBezTo>
                    <a:cubicBezTo>
                      <a:pt x="635" y="476"/>
                      <a:pt x="635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35"/>
              <p:cNvSpPr/>
              <p:nvPr/>
            </p:nvSpPr>
            <p:spPr>
              <a:xfrm>
                <a:off x="7593568" y="2963668"/>
                <a:ext cx="39011" cy="2940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0"/>
                    </a:moveTo>
                    <a:cubicBezTo>
                      <a:pt x="1" y="0"/>
                      <a:pt x="1" y="476"/>
                      <a:pt x="318" y="476"/>
                    </a:cubicBezTo>
                    <a:cubicBezTo>
                      <a:pt x="635" y="476"/>
                      <a:pt x="63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35"/>
              <p:cNvSpPr/>
              <p:nvPr/>
            </p:nvSpPr>
            <p:spPr>
              <a:xfrm>
                <a:off x="7226831" y="3423256"/>
                <a:ext cx="39011" cy="2940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1"/>
                    </a:moveTo>
                    <a:cubicBezTo>
                      <a:pt x="1" y="1"/>
                      <a:pt x="1" y="477"/>
                      <a:pt x="318" y="477"/>
                    </a:cubicBezTo>
                    <a:cubicBezTo>
                      <a:pt x="635" y="477"/>
                      <a:pt x="635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35"/>
              <p:cNvSpPr/>
              <p:nvPr/>
            </p:nvSpPr>
            <p:spPr>
              <a:xfrm>
                <a:off x="7369134" y="3431207"/>
                <a:ext cx="103476" cy="105219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707" extrusionOk="0">
                    <a:moveTo>
                      <a:pt x="834" y="1"/>
                    </a:moveTo>
                    <a:cubicBezTo>
                      <a:pt x="745" y="11"/>
                      <a:pt x="675" y="615"/>
                      <a:pt x="635" y="655"/>
                    </a:cubicBezTo>
                    <a:cubicBezTo>
                      <a:pt x="566" y="734"/>
                      <a:pt x="1" y="784"/>
                      <a:pt x="11" y="863"/>
                    </a:cubicBezTo>
                    <a:cubicBezTo>
                      <a:pt x="11" y="943"/>
                      <a:pt x="566" y="982"/>
                      <a:pt x="635" y="1052"/>
                    </a:cubicBezTo>
                    <a:cubicBezTo>
                      <a:pt x="685" y="1091"/>
                      <a:pt x="774" y="1706"/>
                      <a:pt x="854" y="1706"/>
                    </a:cubicBezTo>
                    <a:cubicBezTo>
                      <a:pt x="943" y="1696"/>
                      <a:pt x="1012" y="1091"/>
                      <a:pt x="1042" y="1052"/>
                    </a:cubicBezTo>
                    <a:cubicBezTo>
                      <a:pt x="1121" y="972"/>
                      <a:pt x="1686" y="913"/>
                      <a:pt x="1677" y="843"/>
                    </a:cubicBezTo>
                    <a:cubicBezTo>
                      <a:pt x="1677" y="764"/>
                      <a:pt x="1121" y="724"/>
                      <a:pt x="1042" y="645"/>
                    </a:cubicBezTo>
                    <a:cubicBezTo>
                      <a:pt x="1002" y="605"/>
                      <a:pt x="913" y="1"/>
                      <a:pt x="8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35"/>
              <p:cNvSpPr/>
              <p:nvPr/>
            </p:nvSpPr>
            <p:spPr>
              <a:xfrm>
                <a:off x="8001647" y="3235007"/>
                <a:ext cx="103476" cy="105219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707" extrusionOk="0">
                    <a:moveTo>
                      <a:pt x="834" y="1"/>
                    </a:moveTo>
                    <a:cubicBezTo>
                      <a:pt x="744" y="11"/>
                      <a:pt x="675" y="616"/>
                      <a:pt x="635" y="655"/>
                    </a:cubicBezTo>
                    <a:cubicBezTo>
                      <a:pt x="556" y="735"/>
                      <a:pt x="1" y="784"/>
                      <a:pt x="1" y="863"/>
                    </a:cubicBezTo>
                    <a:cubicBezTo>
                      <a:pt x="11" y="943"/>
                      <a:pt x="556" y="982"/>
                      <a:pt x="635" y="1052"/>
                    </a:cubicBezTo>
                    <a:cubicBezTo>
                      <a:pt x="685" y="1101"/>
                      <a:pt x="774" y="1706"/>
                      <a:pt x="854" y="1706"/>
                    </a:cubicBezTo>
                    <a:cubicBezTo>
                      <a:pt x="933" y="1696"/>
                      <a:pt x="1002" y="1092"/>
                      <a:pt x="1042" y="1052"/>
                    </a:cubicBezTo>
                    <a:cubicBezTo>
                      <a:pt x="1121" y="973"/>
                      <a:pt x="1686" y="913"/>
                      <a:pt x="1677" y="844"/>
                    </a:cubicBezTo>
                    <a:cubicBezTo>
                      <a:pt x="1677" y="764"/>
                      <a:pt x="1121" y="725"/>
                      <a:pt x="1042" y="655"/>
                    </a:cubicBezTo>
                    <a:cubicBezTo>
                      <a:pt x="1002" y="606"/>
                      <a:pt x="913" y="1"/>
                      <a:pt x="8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35"/>
              <p:cNvSpPr/>
              <p:nvPr/>
            </p:nvSpPr>
            <p:spPr>
              <a:xfrm>
                <a:off x="7766908" y="2634695"/>
                <a:ext cx="529159" cy="519564"/>
              </a:xfrm>
              <a:custGeom>
                <a:avLst/>
                <a:gdLst/>
                <a:ahLst/>
                <a:cxnLst/>
                <a:rect l="l" t="t" r="r" b="b"/>
                <a:pathLst>
                  <a:path w="8627" h="8429" extrusionOk="0">
                    <a:moveTo>
                      <a:pt x="5806" y="0"/>
                    </a:moveTo>
                    <a:cubicBezTo>
                      <a:pt x="5750" y="0"/>
                      <a:pt x="5694" y="20"/>
                      <a:pt x="5652" y="62"/>
                    </a:cubicBezTo>
                    <a:lnTo>
                      <a:pt x="100" y="5318"/>
                    </a:lnTo>
                    <a:cubicBezTo>
                      <a:pt x="10" y="5407"/>
                      <a:pt x="1" y="5556"/>
                      <a:pt x="90" y="5645"/>
                    </a:cubicBezTo>
                    <a:lnTo>
                      <a:pt x="2658" y="8362"/>
                    </a:lnTo>
                    <a:cubicBezTo>
                      <a:pt x="2702" y="8406"/>
                      <a:pt x="2759" y="8429"/>
                      <a:pt x="2818" y="8429"/>
                    </a:cubicBezTo>
                    <a:cubicBezTo>
                      <a:pt x="2876" y="8429"/>
                      <a:pt x="2935" y="8406"/>
                      <a:pt x="2985" y="8362"/>
                    </a:cubicBezTo>
                    <a:lnTo>
                      <a:pt x="8538" y="3116"/>
                    </a:lnTo>
                    <a:cubicBezTo>
                      <a:pt x="8627" y="3027"/>
                      <a:pt x="8627" y="2878"/>
                      <a:pt x="8548" y="2789"/>
                    </a:cubicBezTo>
                    <a:lnTo>
                      <a:pt x="5979" y="72"/>
                    </a:lnTo>
                    <a:cubicBezTo>
                      <a:pt x="5932" y="25"/>
                      <a:pt x="5869" y="0"/>
                      <a:pt x="58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35"/>
              <p:cNvSpPr/>
              <p:nvPr/>
            </p:nvSpPr>
            <p:spPr>
              <a:xfrm>
                <a:off x="7802790" y="2669953"/>
                <a:ext cx="458620" cy="448493"/>
              </a:xfrm>
              <a:custGeom>
                <a:avLst/>
                <a:gdLst/>
                <a:ahLst/>
                <a:cxnLst/>
                <a:rect l="l" t="t" r="r" b="b"/>
                <a:pathLst>
                  <a:path w="7477" h="7276" extrusionOk="0">
                    <a:moveTo>
                      <a:pt x="5215" y="1"/>
                    </a:moveTo>
                    <a:cubicBezTo>
                      <a:pt x="5163" y="1"/>
                      <a:pt x="5109" y="23"/>
                      <a:pt x="5067" y="66"/>
                    </a:cubicBezTo>
                    <a:lnTo>
                      <a:pt x="100" y="4775"/>
                    </a:lnTo>
                    <a:cubicBezTo>
                      <a:pt x="10" y="4845"/>
                      <a:pt x="1" y="4964"/>
                      <a:pt x="70" y="5053"/>
                    </a:cubicBezTo>
                    <a:lnTo>
                      <a:pt x="2132" y="7224"/>
                    </a:lnTo>
                    <a:cubicBezTo>
                      <a:pt x="2171" y="7258"/>
                      <a:pt x="2218" y="7275"/>
                      <a:pt x="2266" y="7275"/>
                    </a:cubicBezTo>
                    <a:cubicBezTo>
                      <a:pt x="2317" y="7275"/>
                      <a:pt x="2369" y="7255"/>
                      <a:pt x="2410" y="7215"/>
                    </a:cubicBezTo>
                    <a:lnTo>
                      <a:pt x="7387" y="2505"/>
                    </a:lnTo>
                    <a:cubicBezTo>
                      <a:pt x="7467" y="2435"/>
                      <a:pt x="7477" y="2306"/>
                      <a:pt x="7407" y="2227"/>
                    </a:cubicBezTo>
                    <a:lnTo>
                      <a:pt x="5345" y="56"/>
                    </a:lnTo>
                    <a:cubicBezTo>
                      <a:pt x="5308" y="18"/>
                      <a:pt x="5262" y="1"/>
                      <a:pt x="5215" y="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35"/>
              <p:cNvSpPr/>
              <p:nvPr/>
            </p:nvSpPr>
            <p:spPr>
              <a:xfrm>
                <a:off x="8211482" y="2781522"/>
                <a:ext cx="49929" cy="67311"/>
              </a:xfrm>
              <a:custGeom>
                <a:avLst/>
                <a:gdLst/>
                <a:ahLst/>
                <a:cxnLst/>
                <a:rect l="l" t="t" r="r" b="b"/>
                <a:pathLst>
                  <a:path w="814" h="1092" extrusionOk="0">
                    <a:moveTo>
                      <a:pt x="348" y="1"/>
                    </a:moveTo>
                    <a:lnTo>
                      <a:pt x="298" y="50"/>
                    </a:lnTo>
                    <a:cubicBezTo>
                      <a:pt x="11" y="318"/>
                      <a:pt x="1" y="774"/>
                      <a:pt x="268" y="1062"/>
                    </a:cubicBezTo>
                    <a:cubicBezTo>
                      <a:pt x="278" y="1072"/>
                      <a:pt x="288" y="1081"/>
                      <a:pt x="298" y="1091"/>
                    </a:cubicBezTo>
                    <a:lnTo>
                      <a:pt x="715" y="695"/>
                    </a:lnTo>
                    <a:cubicBezTo>
                      <a:pt x="804" y="625"/>
                      <a:pt x="814" y="496"/>
                      <a:pt x="744" y="417"/>
                    </a:cubicBezTo>
                    <a:lnTo>
                      <a:pt x="34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35"/>
              <p:cNvSpPr/>
              <p:nvPr/>
            </p:nvSpPr>
            <p:spPr>
              <a:xfrm>
                <a:off x="8089236" y="2669583"/>
                <a:ext cx="66367" cy="43579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707" extrusionOk="0">
                    <a:moveTo>
                      <a:pt x="541" y="1"/>
                    </a:moveTo>
                    <a:cubicBezTo>
                      <a:pt x="490" y="1"/>
                      <a:pt x="438" y="21"/>
                      <a:pt x="397" y="62"/>
                    </a:cubicBezTo>
                    <a:lnTo>
                      <a:pt x="1" y="438"/>
                    </a:lnTo>
                    <a:lnTo>
                      <a:pt x="40" y="478"/>
                    </a:lnTo>
                    <a:cubicBezTo>
                      <a:pt x="181" y="630"/>
                      <a:pt x="375" y="707"/>
                      <a:pt x="568" y="707"/>
                    </a:cubicBezTo>
                    <a:cubicBezTo>
                      <a:pt x="742" y="707"/>
                      <a:pt x="916" y="644"/>
                      <a:pt x="1052" y="518"/>
                    </a:cubicBezTo>
                    <a:cubicBezTo>
                      <a:pt x="1062" y="508"/>
                      <a:pt x="1071" y="498"/>
                      <a:pt x="1081" y="488"/>
                    </a:cubicBezTo>
                    <a:lnTo>
                      <a:pt x="675" y="52"/>
                    </a:lnTo>
                    <a:cubicBezTo>
                      <a:pt x="637" y="18"/>
                      <a:pt x="589" y="1"/>
                      <a:pt x="54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35"/>
              <p:cNvSpPr/>
              <p:nvPr/>
            </p:nvSpPr>
            <p:spPr>
              <a:xfrm>
                <a:off x="7908598" y="3075483"/>
                <a:ext cx="65754" cy="42963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697" extrusionOk="0">
                    <a:moveTo>
                      <a:pt x="520" y="1"/>
                    </a:moveTo>
                    <a:cubicBezTo>
                      <a:pt x="345" y="1"/>
                      <a:pt x="169" y="65"/>
                      <a:pt x="31" y="199"/>
                    </a:cubicBezTo>
                    <a:lnTo>
                      <a:pt x="1" y="219"/>
                    </a:lnTo>
                    <a:lnTo>
                      <a:pt x="407" y="645"/>
                    </a:lnTo>
                    <a:cubicBezTo>
                      <a:pt x="441" y="679"/>
                      <a:pt x="488" y="696"/>
                      <a:pt x="537" y="696"/>
                    </a:cubicBezTo>
                    <a:cubicBezTo>
                      <a:pt x="590" y="696"/>
                      <a:pt x="644" y="676"/>
                      <a:pt x="685" y="636"/>
                    </a:cubicBezTo>
                    <a:lnTo>
                      <a:pt x="1072" y="269"/>
                    </a:lnTo>
                    <a:cubicBezTo>
                      <a:pt x="1062" y="249"/>
                      <a:pt x="1052" y="239"/>
                      <a:pt x="1042" y="219"/>
                    </a:cubicBezTo>
                    <a:cubicBezTo>
                      <a:pt x="898" y="75"/>
                      <a:pt x="709" y="1"/>
                      <a:pt x="5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35"/>
              <p:cNvSpPr/>
              <p:nvPr/>
            </p:nvSpPr>
            <p:spPr>
              <a:xfrm>
                <a:off x="7802790" y="2940430"/>
                <a:ext cx="49929" cy="66694"/>
              </a:xfrm>
              <a:custGeom>
                <a:avLst/>
                <a:gdLst/>
                <a:ahLst/>
                <a:cxnLst/>
                <a:rect l="l" t="t" r="r" b="b"/>
                <a:pathLst>
                  <a:path w="814" h="1082" extrusionOk="0">
                    <a:moveTo>
                      <a:pt x="506" y="1"/>
                    </a:moveTo>
                    <a:lnTo>
                      <a:pt x="100" y="387"/>
                    </a:lnTo>
                    <a:cubicBezTo>
                      <a:pt x="10" y="457"/>
                      <a:pt x="1" y="576"/>
                      <a:pt x="70" y="665"/>
                    </a:cubicBezTo>
                    <a:lnTo>
                      <a:pt x="467" y="1081"/>
                    </a:lnTo>
                    <a:lnTo>
                      <a:pt x="516" y="1042"/>
                    </a:lnTo>
                    <a:cubicBezTo>
                      <a:pt x="804" y="774"/>
                      <a:pt x="814" y="318"/>
                      <a:pt x="546" y="30"/>
                    </a:cubicBezTo>
                    <a:lnTo>
                      <a:pt x="5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35"/>
              <p:cNvSpPr/>
              <p:nvPr/>
            </p:nvSpPr>
            <p:spPr>
              <a:xfrm>
                <a:off x="8095493" y="2757667"/>
                <a:ext cx="77163" cy="58065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942" extrusionOk="0">
                    <a:moveTo>
                      <a:pt x="630" y="1"/>
                    </a:moveTo>
                    <a:cubicBezTo>
                      <a:pt x="212" y="1"/>
                      <a:pt x="1" y="500"/>
                      <a:pt x="285" y="794"/>
                    </a:cubicBezTo>
                    <a:cubicBezTo>
                      <a:pt x="378" y="892"/>
                      <a:pt x="503" y="942"/>
                      <a:pt x="628" y="942"/>
                    </a:cubicBezTo>
                    <a:cubicBezTo>
                      <a:pt x="744" y="942"/>
                      <a:pt x="859" y="900"/>
                      <a:pt x="950" y="814"/>
                    </a:cubicBezTo>
                    <a:cubicBezTo>
                      <a:pt x="1257" y="526"/>
                      <a:pt x="1059" y="11"/>
                      <a:pt x="642" y="1"/>
                    </a:cubicBezTo>
                    <a:cubicBezTo>
                      <a:pt x="638" y="1"/>
                      <a:pt x="634" y="1"/>
                      <a:pt x="6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35"/>
              <p:cNvSpPr/>
              <p:nvPr/>
            </p:nvSpPr>
            <p:spPr>
              <a:xfrm>
                <a:off x="7877193" y="2964901"/>
                <a:ext cx="77715" cy="58681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952" extrusionOk="0">
                    <a:moveTo>
                      <a:pt x="639" y="0"/>
                    </a:moveTo>
                    <a:cubicBezTo>
                      <a:pt x="221" y="0"/>
                      <a:pt x="0" y="499"/>
                      <a:pt x="295" y="803"/>
                    </a:cubicBezTo>
                    <a:cubicBezTo>
                      <a:pt x="387" y="901"/>
                      <a:pt x="513" y="951"/>
                      <a:pt x="638" y="951"/>
                    </a:cubicBezTo>
                    <a:cubicBezTo>
                      <a:pt x="753" y="951"/>
                      <a:pt x="869" y="909"/>
                      <a:pt x="959" y="823"/>
                    </a:cubicBezTo>
                    <a:cubicBezTo>
                      <a:pt x="1266" y="526"/>
                      <a:pt x="1068" y="10"/>
                      <a:pt x="652" y="0"/>
                    </a:cubicBezTo>
                    <a:cubicBezTo>
                      <a:pt x="647" y="0"/>
                      <a:pt x="643" y="0"/>
                      <a:pt x="6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35"/>
              <p:cNvSpPr/>
              <p:nvPr/>
            </p:nvSpPr>
            <p:spPr>
              <a:xfrm>
                <a:off x="7940861" y="2814068"/>
                <a:ext cx="178247" cy="163839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658" extrusionOk="0">
                    <a:moveTo>
                      <a:pt x="1330" y="0"/>
                    </a:moveTo>
                    <a:cubicBezTo>
                      <a:pt x="1028" y="0"/>
                      <a:pt x="734" y="107"/>
                      <a:pt x="506" y="325"/>
                    </a:cubicBezTo>
                    <a:cubicBezTo>
                      <a:pt x="0" y="801"/>
                      <a:pt x="20" y="1644"/>
                      <a:pt x="546" y="2199"/>
                    </a:cubicBezTo>
                    <a:cubicBezTo>
                      <a:pt x="832" y="2502"/>
                      <a:pt x="1207" y="2657"/>
                      <a:pt x="1571" y="2657"/>
                    </a:cubicBezTo>
                    <a:cubicBezTo>
                      <a:pt x="1874" y="2657"/>
                      <a:pt x="2170" y="2549"/>
                      <a:pt x="2400" y="2328"/>
                    </a:cubicBezTo>
                    <a:cubicBezTo>
                      <a:pt x="2905" y="1852"/>
                      <a:pt x="2886" y="1019"/>
                      <a:pt x="2370" y="464"/>
                    </a:cubicBezTo>
                    <a:cubicBezTo>
                      <a:pt x="2081" y="159"/>
                      <a:pt x="1699" y="0"/>
                      <a:pt x="13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35"/>
              <p:cNvSpPr/>
              <p:nvPr/>
            </p:nvSpPr>
            <p:spPr>
              <a:xfrm>
                <a:off x="7980976" y="2843038"/>
                <a:ext cx="99796" cy="105651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1714" extrusionOk="0">
                    <a:moveTo>
                      <a:pt x="163" y="0"/>
                    </a:moveTo>
                    <a:cubicBezTo>
                      <a:pt x="155" y="0"/>
                      <a:pt x="147" y="2"/>
                      <a:pt x="140" y="4"/>
                    </a:cubicBezTo>
                    <a:cubicBezTo>
                      <a:pt x="100" y="4"/>
                      <a:pt x="70" y="24"/>
                      <a:pt x="40" y="44"/>
                    </a:cubicBezTo>
                    <a:cubicBezTo>
                      <a:pt x="21" y="64"/>
                      <a:pt x="1" y="93"/>
                      <a:pt x="1" y="123"/>
                    </a:cubicBezTo>
                    <a:cubicBezTo>
                      <a:pt x="1" y="153"/>
                      <a:pt x="1" y="173"/>
                      <a:pt x="11" y="202"/>
                    </a:cubicBezTo>
                    <a:cubicBezTo>
                      <a:pt x="21" y="222"/>
                      <a:pt x="40" y="252"/>
                      <a:pt x="60" y="272"/>
                    </a:cubicBezTo>
                    <a:lnTo>
                      <a:pt x="120" y="331"/>
                    </a:lnTo>
                    <a:cubicBezTo>
                      <a:pt x="140" y="351"/>
                      <a:pt x="149" y="371"/>
                      <a:pt x="169" y="381"/>
                    </a:cubicBezTo>
                    <a:cubicBezTo>
                      <a:pt x="179" y="391"/>
                      <a:pt x="179" y="411"/>
                      <a:pt x="179" y="421"/>
                    </a:cubicBezTo>
                    <a:cubicBezTo>
                      <a:pt x="149" y="450"/>
                      <a:pt x="120" y="500"/>
                      <a:pt x="100" y="540"/>
                    </a:cubicBezTo>
                    <a:cubicBezTo>
                      <a:pt x="70" y="579"/>
                      <a:pt x="50" y="629"/>
                      <a:pt x="40" y="668"/>
                    </a:cubicBezTo>
                    <a:cubicBezTo>
                      <a:pt x="30" y="718"/>
                      <a:pt x="30" y="758"/>
                      <a:pt x="40" y="807"/>
                    </a:cubicBezTo>
                    <a:cubicBezTo>
                      <a:pt x="60" y="857"/>
                      <a:pt x="90" y="906"/>
                      <a:pt x="130" y="946"/>
                    </a:cubicBezTo>
                    <a:cubicBezTo>
                      <a:pt x="179" y="996"/>
                      <a:pt x="239" y="1035"/>
                      <a:pt x="308" y="1055"/>
                    </a:cubicBezTo>
                    <a:cubicBezTo>
                      <a:pt x="343" y="1060"/>
                      <a:pt x="380" y="1063"/>
                      <a:pt x="417" y="1063"/>
                    </a:cubicBezTo>
                    <a:cubicBezTo>
                      <a:pt x="454" y="1063"/>
                      <a:pt x="492" y="1060"/>
                      <a:pt x="526" y="1055"/>
                    </a:cubicBezTo>
                    <a:cubicBezTo>
                      <a:pt x="596" y="1045"/>
                      <a:pt x="665" y="1035"/>
                      <a:pt x="734" y="1015"/>
                    </a:cubicBezTo>
                    <a:cubicBezTo>
                      <a:pt x="814" y="986"/>
                      <a:pt x="873" y="966"/>
                      <a:pt x="933" y="946"/>
                    </a:cubicBezTo>
                    <a:cubicBezTo>
                      <a:pt x="992" y="926"/>
                      <a:pt x="1042" y="916"/>
                      <a:pt x="1091" y="906"/>
                    </a:cubicBezTo>
                    <a:cubicBezTo>
                      <a:pt x="1102" y="904"/>
                      <a:pt x="1113" y="903"/>
                      <a:pt x="1123" y="903"/>
                    </a:cubicBezTo>
                    <a:cubicBezTo>
                      <a:pt x="1152" y="903"/>
                      <a:pt x="1179" y="912"/>
                      <a:pt x="1200" y="926"/>
                    </a:cubicBezTo>
                    <a:cubicBezTo>
                      <a:pt x="1210" y="946"/>
                      <a:pt x="1220" y="966"/>
                      <a:pt x="1220" y="986"/>
                    </a:cubicBezTo>
                    <a:cubicBezTo>
                      <a:pt x="1220" y="1006"/>
                      <a:pt x="1220" y="1025"/>
                      <a:pt x="1210" y="1045"/>
                    </a:cubicBezTo>
                    <a:cubicBezTo>
                      <a:pt x="1200" y="1065"/>
                      <a:pt x="1191" y="1085"/>
                      <a:pt x="1181" y="1105"/>
                    </a:cubicBezTo>
                    <a:cubicBezTo>
                      <a:pt x="1171" y="1115"/>
                      <a:pt x="1151" y="1134"/>
                      <a:pt x="1141" y="1144"/>
                    </a:cubicBezTo>
                    <a:cubicBezTo>
                      <a:pt x="1111" y="1174"/>
                      <a:pt x="1081" y="1194"/>
                      <a:pt x="1052" y="1214"/>
                    </a:cubicBezTo>
                    <a:lnTo>
                      <a:pt x="953" y="1263"/>
                    </a:lnTo>
                    <a:lnTo>
                      <a:pt x="873" y="1303"/>
                    </a:lnTo>
                    <a:cubicBezTo>
                      <a:pt x="844" y="1313"/>
                      <a:pt x="814" y="1333"/>
                      <a:pt x="794" y="1353"/>
                    </a:cubicBezTo>
                    <a:cubicBezTo>
                      <a:pt x="784" y="1363"/>
                      <a:pt x="764" y="1382"/>
                      <a:pt x="754" y="1402"/>
                    </a:cubicBezTo>
                    <a:cubicBezTo>
                      <a:pt x="744" y="1422"/>
                      <a:pt x="734" y="1442"/>
                      <a:pt x="725" y="1472"/>
                    </a:cubicBezTo>
                    <a:cubicBezTo>
                      <a:pt x="715" y="1491"/>
                      <a:pt x="715" y="1511"/>
                      <a:pt x="715" y="1541"/>
                    </a:cubicBezTo>
                    <a:cubicBezTo>
                      <a:pt x="725" y="1561"/>
                      <a:pt x="734" y="1581"/>
                      <a:pt x="754" y="1600"/>
                    </a:cubicBezTo>
                    <a:cubicBezTo>
                      <a:pt x="754" y="1610"/>
                      <a:pt x="764" y="1610"/>
                      <a:pt x="774" y="1620"/>
                    </a:cubicBezTo>
                    <a:lnTo>
                      <a:pt x="804" y="1630"/>
                    </a:lnTo>
                    <a:cubicBezTo>
                      <a:pt x="844" y="1650"/>
                      <a:pt x="893" y="1650"/>
                      <a:pt x="933" y="1650"/>
                    </a:cubicBezTo>
                    <a:cubicBezTo>
                      <a:pt x="972" y="1640"/>
                      <a:pt x="1012" y="1630"/>
                      <a:pt x="1052" y="1620"/>
                    </a:cubicBezTo>
                    <a:cubicBezTo>
                      <a:pt x="1101" y="1610"/>
                      <a:pt x="1141" y="1591"/>
                      <a:pt x="1181" y="1571"/>
                    </a:cubicBezTo>
                    <a:cubicBezTo>
                      <a:pt x="1220" y="1551"/>
                      <a:pt x="1260" y="1531"/>
                      <a:pt x="1290" y="1511"/>
                    </a:cubicBezTo>
                    <a:lnTo>
                      <a:pt x="1359" y="1600"/>
                    </a:lnTo>
                    <a:cubicBezTo>
                      <a:pt x="1389" y="1640"/>
                      <a:pt x="1409" y="1670"/>
                      <a:pt x="1438" y="1700"/>
                    </a:cubicBezTo>
                    <a:cubicBezTo>
                      <a:pt x="1452" y="1707"/>
                      <a:pt x="1466" y="1714"/>
                      <a:pt x="1484" y="1714"/>
                    </a:cubicBezTo>
                    <a:cubicBezTo>
                      <a:pt x="1491" y="1714"/>
                      <a:pt x="1499" y="1712"/>
                      <a:pt x="1508" y="1710"/>
                    </a:cubicBezTo>
                    <a:cubicBezTo>
                      <a:pt x="1528" y="1710"/>
                      <a:pt x="1557" y="1700"/>
                      <a:pt x="1577" y="1680"/>
                    </a:cubicBezTo>
                    <a:cubicBezTo>
                      <a:pt x="1617" y="1640"/>
                      <a:pt x="1627" y="1581"/>
                      <a:pt x="1597" y="1531"/>
                    </a:cubicBezTo>
                    <a:cubicBezTo>
                      <a:pt x="1577" y="1491"/>
                      <a:pt x="1557" y="1462"/>
                      <a:pt x="1528" y="1422"/>
                    </a:cubicBezTo>
                    <a:lnTo>
                      <a:pt x="1458" y="1323"/>
                    </a:lnTo>
                    <a:cubicBezTo>
                      <a:pt x="1498" y="1273"/>
                      <a:pt x="1528" y="1224"/>
                      <a:pt x="1557" y="1164"/>
                    </a:cubicBezTo>
                    <a:cubicBezTo>
                      <a:pt x="1577" y="1115"/>
                      <a:pt x="1597" y="1055"/>
                      <a:pt x="1607" y="996"/>
                    </a:cubicBezTo>
                    <a:cubicBezTo>
                      <a:pt x="1607" y="936"/>
                      <a:pt x="1597" y="877"/>
                      <a:pt x="1587" y="817"/>
                    </a:cubicBezTo>
                    <a:cubicBezTo>
                      <a:pt x="1567" y="758"/>
                      <a:pt x="1528" y="708"/>
                      <a:pt x="1488" y="668"/>
                    </a:cubicBezTo>
                    <a:cubicBezTo>
                      <a:pt x="1438" y="619"/>
                      <a:pt x="1379" y="579"/>
                      <a:pt x="1310" y="559"/>
                    </a:cubicBezTo>
                    <a:cubicBezTo>
                      <a:pt x="1267" y="552"/>
                      <a:pt x="1220" y="545"/>
                      <a:pt x="1172" y="545"/>
                    </a:cubicBezTo>
                    <a:cubicBezTo>
                      <a:pt x="1152" y="545"/>
                      <a:pt x="1132" y="547"/>
                      <a:pt x="1111" y="549"/>
                    </a:cubicBezTo>
                    <a:cubicBezTo>
                      <a:pt x="1042" y="559"/>
                      <a:pt x="972" y="569"/>
                      <a:pt x="903" y="589"/>
                    </a:cubicBezTo>
                    <a:cubicBezTo>
                      <a:pt x="844" y="609"/>
                      <a:pt x="774" y="639"/>
                      <a:pt x="715" y="659"/>
                    </a:cubicBezTo>
                    <a:lnTo>
                      <a:pt x="655" y="688"/>
                    </a:lnTo>
                    <a:cubicBezTo>
                      <a:pt x="635" y="698"/>
                      <a:pt x="606" y="708"/>
                      <a:pt x="586" y="708"/>
                    </a:cubicBezTo>
                    <a:cubicBezTo>
                      <a:pt x="556" y="718"/>
                      <a:pt x="526" y="728"/>
                      <a:pt x="506" y="728"/>
                    </a:cubicBezTo>
                    <a:cubicBezTo>
                      <a:pt x="487" y="728"/>
                      <a:pt x="467" y="718"/>
                      <a:pt x="447" y="708"/>
                    </a:cubicBezTo>
                    <a:cubicBezTo>
                      <a:pt x="437" y="688"/>
                      <a:pt x="427" y="668"/>
                      <a:pt x="427" y="649"/>
                    </a:cubicBezTo>
                    <a:cubicBezTo>
                      <a:pt x="427" y="629"/>
                      <a:pt x="437" y="609"/>
                      <a:pt x="437" y="589"/>
                    </a:cubicBezTo>
                    <a:cubicBezTo>
                      <a:pt x="447" y="569"/>
                      <a:pt x="457" y="549"/>
                      <a:pt x="477" y="540"/>
                    </a:cubicBezTo>
                    <a:cubicBezTo>
                      <a:pt x="487" y="520"/>
                      <a:pt x="496" y="510"/>
                      <a:pt x="506" y="500"/>
                    </a:cubicBezTo>
                    <a:cubicBezTo>
                      <a:pt x="536" y="470"/>
                      <a:pt x="566" y="450"/>
                      <a:pt x="606" y="430"/>
                    </a:cubicBezTo>
                    <a:lnTo>
                      <a:pt x="705" y="381"/>
                    </a:lnTo>
                    <a:lnTo>
                      <a:pt x="804" y="331"/>
                    </a:lnTo>
                    <a:cubicBezTo>
                      <a:pt x="834" y="311"/>
                      <a:pt x="863" y="292"/>
                      <a:pt x="893" y="272"/>
                    </a:cubicBezTo>
                    <a:cubicBezTo>
                      <a:pt x="923" y="242"/>
                      <a:pt x="933" y="202"/>
                      <a:pt x="943" y="163"/>
                    </a:cubicBezTo>
                    <a:cubicBezTo>
                      <a:pt x="943" y="123"/>
                      <a:pt x="933" y="83"/>
                      <a:pt x="903" y="54"/>
                    </a:cubicBezTo>
                    <a:cubicBezTo>
                      <a:pt x="873" y="24"/>
                      <a:pt x="834" y="14"/>
                      <a:pt x="784" y="14"/>
                    </a:cubicBezTo>
                    <a:cubicBezTo>
                      <a:pt x="744" y="14"/>
                      <a:pt x="695" y="24"/>
                      <a:pt x="655" y="44"/>
                    </a:cubicBezTo>
                    <a:cubicBezTo>
                      <a:pt x="606" y="64"/>
                      <a:pt x="556" y="83"/>
                      <a:pt x="516" y="113"/>
                    </a:cubicBezTo>
                    <a:cubicBezTo>
                      <a:pt x="477" y="143"/>
                      <a:pt x="437" y="163"/>
                      <a:pt x="407" y="183"/>
                    </a:cubicBezTo>
                    <a:cubicBezTo>
                      <a:pt x="397" y="183"/>
                      <a:pt x="387" y="183"/>
                      <a:pt x="377" y="173"/>
                    </a:cubicBezTo>
                    <a:cubicBezTo>
                      <a:pt x="368" y="163"/>
                      <a:pt x="358" y="163"/>
                      <a:pt x="338" y="153"/>
                    </a:cubicBezTo>
                    <a:lnTo>
                      <a:pt x="308" y="123"/>
                    </a:lnTo>
                    <a:lnTo>
                      <a:pt x="288" y="93"/>
                    </a:lnTo>
                    <a:lnTo>
                      <a:pt x="259" y="64"/>
                    </a:lnTo>
                    <a:cubicBezTo>
                      <a:pt x="249" y="54"/>
                      <a:pt x="239" y="44"/>
                      <a:pt x="229" y="34"/>
                    </a:cubicBezTo>
                    <a:cubicBezTo>
                      <a:pt x="214" y="12"/>
                      <a:pt x="188" y="0"/>
                      <a:pt x="1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35"/>
              <p:cNvSpPr/>
              <p:nvPr/>
            </p:nvSpPr>
            <p:spPr>
              <a:xfrm>
                <a:off x="7709128" y="2511539"/>
                <a:ext cx="455002" cy="552788"/>
              </a:xfrm>
              <a:custGeom>
                <a:avLst/>
                <a:gdLst/>
                <a:ahLst/>
                <a:cxnLst/>
                <a:rect l="l" t="t" r="r" b="b"/>
                <a:pathLst>
                  <a:path w="7418" h="8968" extrusionOk="0">
                    <a:moveTo>
                      <a:pt x="3853" y="0"/>
                    </a:moveTo>
                    <a:cubicBezTo>
                      <a:pt x="3769" y="0"/>
                      <a:pt x="3690" y="45"/>
                      <a:pt x="3649" y="127"/>
                    </a:cubicBezTo>
                    <a:lnTo>
                      <a:pt x="60" y="6869"/>
                    </a:lnTo>
                    <a:cubicBezTo>
                      <a:pt x="1" y="6988"/>
                      <a:pt x="40" y="7127"/>
                      <a:pt x="149" y="7187"/>
                    </a:cubicBezTo>
                    <a:lnTo>
                      <a:pt x="3451" y="8942"/>
                    </a:lnTo>
                    <a:cubicBezTo>
                      <a:pt x="3483" y="8959"/>
                      <a:pt x="3517" y="8967"/>
                      <a:pt x="3552" y="8967"/>
                    </a:cubicBezTo>
                    <a:cubicBezTo>
                      <a:pt x="3634" y="8967"/>
                      <a:pt x="3716" y="8920"/>
                      <a:pt x="3758" y="8843"/>
                    </a:cubicBezTo>
                    <a:lnTo>
                      <a:pt x="7358" y="2090"/>
                    </a:lnTo>
                    <a:cubicBezTo>
                      <a:pt x="7417" y="1981"/>
                      <a:pt x="7378" y="1842"/>
                      <a:pt x="7259" y="1783"/>
                    </a:cubicBezTo>
                    <a:lnTo>
                      <a:pt x="3967" y="28"/>
                    </a:lnTo>
                    <a:cubicBezTo>
                      <a:pt x="3930" y="9"/>
                      <a:pt x="3891" y="0"/>
                      <a:pt x="385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35"/>
              <p:cNvSpPr/>
              <p:nvPr/>
            </p:nvSpPr>
            <p:spPr>
              <a:xfrm>
                <a:off x="7743170" y="2545317"/>
                <a:ext cx="386856" cy="484367"/>
              </a:xfrm>
              <a:custGeom>
                <a:avLst/>
                <a:gdLst/>
                <a:ahLst/>
                <a:cxnLst/>
                <a:rect l="l" t="t" r="r" b="b"/>
                <a:pathLst>
                  <a:path w="6307" h="7858" extrusionOk="0">
                    <a:moveTo>
                      <a:pt x="3463" y="0"/>
                    </a:moveTo>
                    <a:cubicBezTo>
                      <a:pt x="3389" y="0"/>
                      <a:pt x="3320" y="41"/>
                      <a:pt x="3283" y="114"/>
                    </a:cubicBezTo>
                    <a:lnTo>
                      <a:pt x="60" y="6163"/>
                    </a:lnTo>
                    <a:cubicBezTo>
                      <a:pt x="1" y="6252"/>
                      <a:pt x="31" y="6381"/>
                      <a:pt x="130" y="6430"/>
                    </a:cubicBezTo>
                    <a:lnTo>
                      <a:pt x="2767" y="7838"/>
                    </a:lnTo>
                    <a:cubicBezTo>
                      <a:pt x="2794" y="7852"/>
                      <a:pt x="2822" y="7858"/>
                      <a:pt x="2849" y="7858"/>
                    </a:cubicBezTo>
                    <a:cubicBezTo>
                      <a:pt x="2924" y="7858"/>
                      <a:pt x="2996" y="7812"/>
                      <a:pt x="3025" y="7739"/>
                    </a:cubicBezTo>
                    <a:lnTo>
                      <a:pt x="6247" y="1691"/>
                    </a:lnTo>
                    <a:cubicBezTo>
                      <a:pt x="6307" y="1602"/>
                      <a:pt x="6277" y="1473"/>
                      <a:pt x="6188" y="1423"/>
                    </a:cubicBezTo>
                    <a:lnTo>
                      <a:pt x="3541" y="15"/>
                    </a:lnTo>
                    <a:cubicBezTo>
                      <a:pt x="3515" y="5"/>
                      <a:pt x="3489" y="0"/>
                      <a:pt x="34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35"/>
              <p:cNvSpPr/>
              <p:nvPr/>
            </p:nvSpPr>
            <p:spPr>
              <a:xfrm>
                <a:off x="8077705" y="2616511"/>
                <a:ext cx="51769" cy="64229"/>
              </a:xfrm>
              <a:custGeom>
                <a:avLst/>
                <a:gdLst/>
                <a:ahLst/>
                <a:cxnLst/>
                <a:rect l="l" t="t" r="r" b="b"/>
                <a:pathLst>
                  <a:path w="844" h="1042" extrusionOk="0">
                    <a:moveTo>
                      <a:pt x="218" y="1"/>
                    </a:moveTo>
                    <a:cubicBezTo>
                      <a:pt x="208" y="20"/>
                      <a:pt x="199" y="40"/>
                      <a:pt x="189" y="60"/>
                    </a:cubicBezTo>
                    <a:cubicBezTo>
                      <a:pt x="0" y="407"/>
                      <a:pt x="129" y="843"/>
                      <a:pt x="486" y="1022"/>
                    </a:cubicBezTo>
                    <a:lnTo>
                      <a:pt x="526" y="1042"/>
                    </a:lnTo>
                    <a:lnTo>
                      <a:pt x="793" y="536"/>
                    </a:lnTo>
                    <a:cubicBezTo>
                      <a:pt x="843" y="447"/>
                      <a:pt x="813" y="318"/>
                      <a:pt x="724" y="268"/>
                    </a:cubicBezTo>
                    <a:lnTo>
                      <a:pt x="21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35"/>
              <p:cNvSpPr/>
              <p:nvPr/>
            </p:nvSpPr>
            <p:spPr>
              <a:xfrm>
                <a:off x="7928655" y="2545317"/>
                <a:ext cx="63362" cy="43826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711" extrusionOk="0">
                    <a:moveTo>
                      <a:pt x="437" y="0"/>
                    </a:moveTo>
                    <a:cubicBezTo>
                      <a:pt x="361" y="0"/>
                      <a:pt x="286" y="41"/>
                      <a:pt x="249" y="114"/>
                    </a:cubicBezTo>
                    <a:lnTo>
                      <a:pt x="1" y="600"/>
                    </a:lnTo>
                    <a:lnTo>
                      <a:pt x="51" y="630"/>
                    </a:lnTo>
                    <a:cubicBezTo>
                      <a:pt x="156" y="684"/>
                      <a:pt x="269" y="710"/>
                      <a:pt x="380" y="710"/>
                    </a:cubicBezTo>
                    <a:cubicBezTo>
                      <a:pt x="635" y="710"/>
                      <a:pt x="881" y="574"/>
                      <a:pt x="1012" y="333"/>
                    </a:cubicBezTo>
                    <a:cubicBezTo>
                      <a:pt x="1022" y="323"/>
                      <a:pt x="1032" y="303"/>
                      <a:pt x="1032" y="293"/>
                    </a:cubicBezTo>
                    <a:lnTo>
                      <a:pt x="517" y="15"/>
                    </a:lnTo>
                    <a:cubicBezTo>
                      <a:pt x="491" y="5"/>
                      <a:pt x="464" y="0"/>
                      <a:pt x="4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35"/>
              <p:cNvSpPr/>
              <p:nvPr/>
            </p:nvSpPr>
            <p:spPr>
              <a:xfrm>
                <a:off x="7881241" y="2986413"/>
                <a:ext cx="63300" cy="43271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702" extrusionOk="0">
                    <a:moveTo>
                      <a:pt x="641" y="1"/>
                    </a:moveTo>
                    <a:cubicBezTo>
                      <a:pt x="387" y="1"/>
                      <a:pt x="140" y="136"/>
                      <a:pt x="11" y="375"/>
                    </a:cubicBezTo>
                    <a:lnTo>
                      <a:pt x="1" y="405"/>
                    </a:lnTo>
                    <a:lnTo>
                      <a:pt x="516" y="682"/>
                    </a:lnTo>
                    <a:cubicBezTo>
                      <a:pt x="543" y="696"/>
                      <a:pt x="571" y="702"/>
                      <a:pt x="598" y="702"/>
                    </a:cubicBezTo>
                    <a:cubicBezTo>
                      <a:pt x="674" y="702"/>
                      <a:pt x="748" y="656"/>
                      <a:pt x="784" y="583"/>
                    </a:cubicBezTo>
                    <a:lnTo>
                      <a:pt x="1032" y="107"/>
                    </a:lnTo>
                    <a:lnTo>
                      <a:pt x="982" y="88"/>
                    </a:lnTo>
                    <a:cubicBezTo>
                      <a:pt x="874" y="29"/>
                      <a:pt x="757" y="1"/>
                      <a:pt x="6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35"/>
              <p:cNvSpPr/>
              <p:nvPr/>
            </p:nvSpPr>
            <p:spPr>
              <a:xfrm>
                <a:off x="7743170" y="2894569"/>
                <a:ext cx="52382" cy="63674"/>
              </a:xfrm>
              <a:custGeom>
                <a:avLst/>
                <a:gdLst/>
                <a:ahLst/>
                <a:cxnLst/>
                <a:rect l="l" t="t" r="r" b="b"/>
                <a:pathLst>
                  <a:path w="854" h="1033" extrusionOk="0">
                    <a:moveTo>
                      <a:pt x="328" y="1"/>
                    </a:moveTo>
                    <a:lnTo>
                      <a:pt x="60" y="497"/>
                    </a:lnTo>
                    <a:cubicBezTo>
                      <a:pt x="1" y="586"/>
                      <a:pt x="31" y="705"/>
                      <a:pt x="130" y="764"/>
                    </a:cubicBezTo>
                    <a:lnTo>
                      <a:pt x="635" y="1032"/>
                    </a:lnTo>
                    <a:cubicBezTo>
                      <a:pt x="645" y="1022"/>
                      <a:pt x="655" y="1002"/>
                      <a:pt x="665" y="983"/>
                    </a:cubicBezTo>
                    <a:cubicBezTo>
                      <a:pt x="854" y="636"/>
                      <a:pt x="725" y="209"/>
                      <a:pt x="368" y="21"/>
                    </a:cubicBezTo>
                    <a:lnTo>
                      <a:pt x="32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35"/>
              <p:cNvSpPr/>
              <p:nvPr/>
            </p:nvSpPr>
            <p:spPr>
              <a:xfrm>
                <a:off x="7962759" y="2623785"/>
                <a:ext cx="72808" cy="58373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947" extrusionOk="0">
                    <a:moveTo>
                      <a:pt x="595" y="1"/>
                    </a:moveTo>
                    <a:cubicBezTo>
                      <a:pt x="550" y="1"/>
                      <a:pt x="504" y="7"/>
                      <a:pt x="456" y="21"/>
                    </a:cubicBezTo>
                    <a:cubicBezTo>
                      <a:pt x="50" y="140"/>
                      <a:pt x="0" y="696"/>
                      <a:pt x="377" y="894"/>
                    </a:cubicBezTo>
                    <a:cubicBezTo>
                      <a:pt x="446" y="930"/>
                      <a:pt x="520" y="947"/>
                      <a:pt x="593" y="947"/>
                    </a:cubicBezTo>
                    <a:cubicBezTo>
                      <a:pt x="763" y="947"/>
                      <a:pt x="928" y="855"/>
                      <a:pt x="1012" y="696"/>
                    </a:cubicBezTo>
                    <a:cubicBezTo>
                      <a:pt x="1187" y="371"/>
                      <a:pt x="936" y="1"/>
                      <a:pt x="59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35"/>
              <p:cNvSpPr/>
              <p:nvPr/>
            </p:nvSpPr>
            <p:spPr>
              <a:xfrm>
                <a:off x="7822234" y="2890070"/>
                <a:ext cx="72256" cy="58373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947" extrusionOk="0">
                    <a:moveTo>
                      <a:pt x="602" y="1"/>
                    </a:moveTo>
                    <a:cubicBezTo>
                      <a:pt x="555" y="1"/>
                      <a:pt x="506" y="8"/>
                      <a:pt x="457" y="24"/>
                    </a:cubicBezTo>
                    <a:cubicBezTo>
                      <a:pt x="50" y="143"/>
                      <a:pt x="1" y="689"/>
                      <a:pt x="368" y="887"/>
                    </a:cubicBezTo>
                    <a:cubicBezTo>
                      <a:pt x="439" y="927"/>
                      <a:pt x="515" y="946"/>
                      <a:pt x="591" y="946"/>
                    </a:cubicBezTo>
                    <a:cubicBezTo>
                      <a:pt x="759" y="946"/>
                      <a:pt x="923" y="853"/>
                      <a:pt x="1012" y="689"/>
                    </a:cubicBezTo>
                    <a:cubicBezTo>
                      <a:pt x="1177" y="368"/>
                      <a:pt x="932" y="1"/>
                      <a:pt x="6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35"/>
              <p:cNvSpPr/>
              <p:nvPr/>
            </p:nvSpPr>
            <p:spPr>
              <a:xfrm>
                <a:off x="7840513" y="2710266"/>
                <a:ext cx="189778" cy="158908"/>
              </a:xfrm>
              <a:custGeom>
                <a:avLst/>
                <a:gdLst/>
                <a:ahLst/>
                <a:cxnLst/>
                <a:rect l="l" t="t" r="r" b="b"/>
                <a:pathLst>
                  <a:path w="3094" h="2578" extrusionOk="0">
                    <a:moveTo>
                      <a:pt x="1449" y="1"/>
                    </a:moveTo>
                    <a:cubicBezTo>
                      <a:pt x="982" y="1"/>
                      <a:pt x="546" y="230"/>
                      <a:pt x="327" y="641"/>
                    </a:cubicBezTo>
                    <a:cubicBezTo>
                      <a:pt x="0" y="1256"/>
                      <a:pt x="278" y="2039"/>
                      <a:pt x="952" y="2396"/>
                    </a:cubicBezTo>
                    <a:cubicBezTo>
                      <a:pt x="1178" y="2519"/>
                      <a:pt x="1419" y="2577"/>
                      <a:pt x="1652" y="2577"/>
                    </a:cubicBezTo>
                    <a:cubicBezTo>
                      <a:pt x="2116" y="2577"/>
                      <a:pt x="2549" y="2346"/>
                      <a:pt x="2767" y="1930"/>
                    </a:cubicBezTo>
                    <a:cubicBezTo>
                      <a:pt x="3094" y="1315"/>
                      <a:pt x="2816" y="532"/>
                      <a:pt x="2142" y="175"/>
                    </a:cubicBezTo>
                    <a:cubicBezTo>
                      <a:pt x="1919" y="57"/>
                      <a:pt x="1680" y="1"/>
                      <a:pt x="14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35"/>
              <p:cNvSpPr/>
              <p:nvPr/>
            </p:nvSpPr>
            <p:spPr>
              <a:xfrm>
                <a:off x="7873942" y="2739545"/>
                <a:ext cx="124147" cy="95234"/>
              </a:xfrm>
              <a:custGeom>
                <a:avLst/>
                <a:gdLst/>
                <a:ahLst/>
                <a:cxnLst/>
                <a:rect l="l" t="t" r="r" b="b"/>
                <a:pathLst>
                  <a:path w="2024" h="1545" extrusionOk="0">
                    <a:moveTo>
                      <a:pt x="777" y="1"/>
                    </a:moveTo>
                    <a:cubicBezTo>
                      <a:pt x="759" y="1"/>
                      <a:pt x="741" y="3"/>
                      <a:pt x="724" y="7"/>
                    </a:cubicBezTo>
                    <a:cubicBezTo>
                      <a:pt x="675" y="27"/>
                      <a:pt x="635" y="57"/>
                      <a:pt x="596" y="87"/>
                    </a:cubicBezTo>
                    <a:cubicBezTo>
                      <a:pt x="556" y="116"/>
                      <a:pt x="526" y="156"/>
                      <a:pt x="496" y="196"/>
                    </a:cubicBezTo>
                    <a:lnTo>
                      <a:pt x="407" y="295"/>
                    </a:lnTo>
                    <a:lnTo>
                      <a:pt x="377" y="295"/>
                    </a:lnTo>
                    <a:cubicBezTo>
                      <a:pt x="367" y="295"/>
                      <a:pt x="348" y="285"/>
                      <a:pt x="338" y="285"/>
                    </a:cubicBezTo>
                    <a:lnTo>
                      <a:pt x="298" y="265"/>
                    </a:lnTo>
                    <a:lnTo>
                      <a:pt x="268" y="245"/>
                    </a:lnTo>
                    <a:lnTo>
                      <a:pt x="229" y="226"/>
                    </a:lnTo>
                    <a:lnTo>
                      <a:pt x="199" y="206"/>
                    </a:lnTo>
                    <a:cubicBezTo>
                      <a:pt x="184" y="201"/>
                      <a:pt x="167" y="198"/>
                      <a:pt x="149" y="198"/>
                    </a:cubicBezTo>
                    <a:cubicBezTo>
                      <a:pt x="132" y="198"/>
                      <a:pt x="115" y="201"/>
                      <a:pt x="100" y="206"/>
                    </a:cubicBezTo>
                    <a:cubicBezTo>
                      <a:pt x="60" y="226"/>
                      <a:pt x="40" y="245"/>
                      <a:pt x="20" y="275"/>
                    </a:cubicBezTo>
                    <a:cubicBezTo>
                      <a:pt x="11" y="305"/>
                      <a:pt x="1" y="335"/>
                      <a:pt x="11" y="364"/>
                    </a:cubicBezTo>
                    <a:cubicBezTo>
                      <a:pt x="11" y="394"/>
                      <a:pt x="20" y="414"/>
                      <a:pt x="40" y="434"/>
                    </a:cubicBezTo>
                    <a:cubicBezTo>
                      <a:pt x="60" y="454"/>
                      <a:pt x="80" y="473"/>
                      <a:pt x="110" y="493"/>
                    </a:cubicBezTo>
                    <a:lnTo>
                      <a:pt x="189" y="533"/>
                    </a:lnTo>
                    <a:lnTo>
                      <a:pt x="248" y="563"/>
                    </a:lnTo>
                    <a:cubicBezTo>
                      <a:pt x="268" y="573"/>
                      <a:pt x="268" y="583"/>
                      <a:pt x="268" y="592"/>
                    </a:cubicBezTo>
                    <a:cubicBezTo>
                      <a:pt x="258" y="642"/>
                      <a:pt x="248" y="692"/>
                      <a:pt x="229" y="741"/>
                    </a:cubicBezTo>
                    <a:cubicBezTo>
                      <a:pt x="219" y="781"/>
                      <a:pt x="219" y="830"/>
                      <a:pt x="229" y="880"/>
                    </a:cubicBezTo>
                    <a:cubicBezTo>
                      <a:pt x="229" y="930"/>
                      <a:pt x="248" y="969"/>
                      <a:pt x="268" y="1009"/>
                    </a:cubicBezTo>
                    <a:cubicBezTo>
                      <a:pt x="298" y="1049"/>
                      <a:pt x="338" y="1088"/>
                      <a:pt x="397" y="1108"/>
                    </a:cubicBezTo>
                    <a:cubicBezTo>
                      <a:pt x="443" y="1138"/>
                      <a:pt x="494" y="1151"/>
                      <a:pt x="547" y="1151"/>
                    </a:cubicBezTo>
                    <a:cubicBezTo>
                      <a:pt x="563" y="1151"/>
                      <a:pt x="579" y="1150"/>
                      <a:pt x="596" y="1148"/>
                    </a:cubicBezTo>
                    <a:cubicBezTo>
                      <a:pt x="665" y="1148"/>
                      <a:pt x="734" y="1128"/>
                      <a:pt x="804" y="1088"/>
                    </a:cubicBezTo>
                    <a:cubicBezTo>
                      <a:pt x="863" y="1058"/>
                      <a:pt x="933" y="1019"/>
                      <a:pt x="992" y="979"/>
                    </a:cubicBezTo>
                    <a:cubicBezTo>
                      <a:pt x="1052" y="939"/>
                      <a:pt x="1101" y="900"/>
                      <a:pt x="1161" y="850"/>
                    </a:cubicBezTo>
                    <a:cubicBezTo>
                      <a:pt x="1200" y="820"/>
                      <a:pt x="1250" y="791"/>
                      <a:pt x="1300" y="761"/>
                    </a:cubicBezTo>
                    <a:cubicBezTo>
                      <a:pt x="1317" y="749"/>
                      <a:pt x="1338" y="745"/>
                      <a:pt x="1358" y="745"/>
                    </a:cubicBezTo>
                    <a:cubicBezTo>
                      <a:pt x="1372" y="745"/>
                      <a:pt x="1386" y="747"/>
                      <a:pt x="1399" y="751"/>
                    </a:cubicBezTo>
                    <a:cubicBezTo>
                      <a:pt x="1419" y="761"/>
                      <a:pt x="1428" y="781"/>
                      <a:pt x="1438" y="801"/>
                    </a:cubicBezTo>
                    <a:cubicBezTo>
                      <a:pt x="1448" y="820"/>
                      <a:pt x="1448" y="840"/>
                      <a:pt x="1448" y="860"/>
                    </a:cubicBezTo>
                    <a:cubicBezTo>
                      <a:pt x="1448" y="880"/>
                      <a:pt x="1438" y="900"/>
                      <a:pt x="1438" y="920"/>
                    </a:cubicBezTo>
                    <a:cubicBezTo>
                      <a:pt x="1428" y="939"/>
                      <a:pt x="1419" y="959"/>
                      <a:pt x="1409" y="979"/>
                    </a:cubicBezTo>
                    <a:cubicBezTo>
                      <a:pt x="1399" y="1009"/>
                      <a:pt x="1379" y="1049"/>
                      <a:pt x="1349" y="1068"/>
                    </a:cubicBezTo>
                    <a:cubicBezTo>
                      <a:pt x="1319" y="1098"/>
                      <a:pt x="1300" y="1128"/>
                      <a:pt x="1280" y="1148"/>
                    </a:cubicBezTo>
                    <a:lnTo>
                      <a:pt x="1210" y="1207"/>
                    </a:lnTo>
                    <a:cubicBezTo>
                      <a:pt x="1181" y="1227"/>
                      <a:pt x="1171" y="1257"/>
                      <a:pt x="1151" y="1286"/>
                    </a:cubicBezTo>
                    <a:cubicBezTo>
                      <a:pt x="1141" y="1306"/>
                      <a:pt x="1131" y="1326"/>
                      <a:pt x="1131" y="1346"/>
                    </a:cubicBezTo>
                    <a:cubicBezTo>
                      <a:pt x="1121" y="1366"/>
                      <a:pt x="1121" y="1396"/>
                      <a:pt x="1121" y="1415"/>
                    </a:cubicBezTo>
                    <a:cubicBezTo>
                      <a:pt x="1121" y="1435"/>
                      <a:pt x="1131" y="1465"/>
                      <a:pt x="1141" y="1485"/>
                    </a:cubicBezTo>
                    <a:cubicBezTo>
                      <a:pt x="1151" y="1505"/>
                      <a:pt x="1161" y="1515"/>
                      <a:pt x="1181" y="1534"/>
                    </a:cubicBezTo>
                    <a:cubicBezTo>
                      <a:pt x="1190" y="1534"/>
                      <a:pt x="1210" y="1544"/>
                      <a:pt x="1220" y="1544"/>
                    </a:cubicBezTo>
                    <a:lnTo>
                      <a:pt x="1250" y="1544"/>
                    </a:lnTo>
                    <a:cubicBezTo>
                      <a:pt x="1300" y="1544"/>
                      <a:pt x="1339" y="1534"/>
                      <a:pt x="1379" y="1515"/>
                    </a:cubicBezTo>
                    <a:cubicBezTo>
                      <a:pt x="1419" y="1505"/>
                      <a:pt x="1448" y="1475"/>
                      <a:pt x="1488" y="1455"/>
                    </a:cubicBezTo>
                    <a:cubicBezTo>
                      <a:pt x="1528" y="1425"/>
                      <a:pt x="1557" y="1396"/>
                      <a:pt x="1587" y="1366"/>
                    </a:cubicBezTo>
                    <a:cubicBezTo>
                      <a:pt x="1617" y="1336"/>
                      <a:pt x="1647" y="1306"/>
                      <a:pt x="1676" y="1277"/>
                    </a:cubicBezTo>
                    <a:lnTo>
                      <a:pt x="1766" y="1346"/>
                    </a:lnTo>
                    <a:cubicBezTo>
                      <a:pt x="1805" y="1366"/>
                      <a:pt x="1835" y="1386"/>
                      <a:pt x="1875" y="1405"/>
                    </a:cubicBezTo>
                    <a:cubicBezTo>
                      <a:pt x="1885" y="1410"/>
                      <a:pt x="1897" y="1413"/>
                      <a:pt x="1909" y="1413"/>
                    </a:cubicBezTo>
                    <a:cubicBezTo>
                      <a:pt x="1922" y="1413"/>
                      <a:pt x="1934" y="1410"/>
                      <a:pt x="1944" y="1405"/>
                    </a:cubicBezTo>
                    <a:cubicBezTo>
                      <a:pt x="1964" y="1386"/>
                      <a:pt x="1984" y="1366"/>
                      <a:pt x="1994" y="1346"/>
                    </a:cubicBezTo>
                    <a:cubicBezTo>
                      <a:pt x="2023" y="1296"/>
                      <a:pt x="2013" y="1237"/>
                      <a:pt x="1974" y="1197"/>
                    </a:cubicBezTo>
                    <a:cubicBezTo>
                      <a:pt x="1944" y="1177"/>
                      <a:pt x="1904" y="1148"/>
                      <a:pt x="1875" y="1118"/>
                    </a:cubicBezTo>
                    <a:cubicBezTo>
                      <a:pt x="1835" y="1098"/>
                      <a:pt x="1805" y="1068"/>
                      <a:pt x="1766" y="1049"/>
                    </a:cubicBezTo>
                    <a:cubicBezTo>
                      <a:pt x="1795" y="989"/>
                      <a:pt x="1805" y="930"/>
                      <a:pt x="1815" y="870"/>
                    </a:cubicBezTo>
                    <a:cubicBezTo>
                      <a:pt x="1825" y="811"/>
                      <a:pt x="1815" y="751"/>
                      <a:pt x="1805" y="692"/>
                    </a:cubicBezTo>
                    <a:cubicBezTo>
                      <a:pt x="1795" y="632"/>
                      <a:pt x="1766" y="583"/>
                      <a:pt x="1726" y="533"/>
                    </a:cubicBezTo>
                    <a:cubicBezTo>
                      <a:pt x="1696" y="483"/>
                      <a:pt x="1647" y="444"/>
                      <a:pt x="1587" y="404"/>
                    </a:cubicBezTo>
                    <a:cubicBezTo>
                      <a:pt x="1528" y="374"/>
                      <a:pt x="1458" y="364"/>
                      <a:pt x="1389" y="364"/>
                    </a:cubicBezTo>
                    <a:cubicBezTo>
                      <a:pt x="1319" y="374"/>
                      <a:pt x="1260" y="394"/>
                      <a:pt x="1200" y="414"/>
                    </a:cubicBezTo>
                    <a:cubicBezTo>
                      <a:pt x="1131" y="444"/>
                      <a:pt x="1071" y="483"/>
                      <a:pt x="1022" y="523"/>
                    </a:cubicBezTo>
                    <a:cubicBezTo>
                      <a:pt x="962" y="563"/>
                      <a:pt x="903" y="602"/>
                      <a:pt x="863" y="642"/>
                    </a:cubicBezTo>
                    <a:lnTo>
                      <a:pt x="814" y="692"/>
                    </a:lnTo>
                    <a:cubicBezTo>
                      <a:pt x="794" y="711"/>
                      <a:pt x="774" y="721"/>
                      <a:pt x="744" y="741"/>
                    </a:cubicBezTo>
                    <a:cubicBezTo>
                      <a:pt x="724" y="761"/>
                      <a:pt x="705" y="771"/>
                      <a:pt x="675" y="781"/>
                    </a:cubicBezTo>
                    <a:cubicBezTo>
                      <a:pt x="665" y="786"/>
                      <a:pt x="655" y="788"/>
                      <a:pt x="645" y="788"/>
                    </a:cubicBezTo>
                    <a:cubicBezTo>
                      <a:pt x="635" y="788"/>
                      <a:pt x="625" y="786"/>
                      <a:pt x="615" y="781"/>
                    </a:cubicBezTo>
                    <a:cubicBezTo>
                      <a:pt x="596" y="771"/>
                      <a:pt x="586" y="751"/>
                      <a:pt x="586" y="731"/>
                    </a:cubicBezTo>
                    <a:cubicBezTo>
                      <a:pt x="576" y="711"/>
                      <a:pt x="576" y="692"/>
                      <a:pt x="586" y="672"/>
                    </a:cubicBezTo>
                    <a:cubicBezTo>
                      <a:pt x="586" y="652"/>
                      <a:pt x="586" y="632"/>
                      <a:pt x="596" y="612"/>
                    </a:cubicBezTo>
                    <a:cubicBezTo>
                      <a:pt x="605" y="592"/>
                      <a:pt x="605" y="573"/>
                      <a:pt x="615" y="563"/>
                    </a:cubicBezTo>
                    <a:cubicBezTo>
                      <a:pt x="635" y="523"/>
                      <a:pt x="655" y="493"/>
                      <a:pt x="685" y="464"/>
                    </a:cubicBezTo>
                    <a:cubicBezTo>
                      <a:pt x="715" y="434"/>
                      <a:pt x="734" y="404"/>
                      <a:pt x="764" y="384"/>
                    </a:cubicBezTo>
                    <a:lnTo>
                      <a:pt x="843" y="305"/>
                    </a:lnTo>
                    <a:cubicBezTo>
                      <a:pt x="863" y="285"/>
                      <a:pt x="893" y="255"/>
                      <a:pt x="903" y="226"/>
                    </a:cubicBezTo>
                    <a:cubicBezTo>
                      <a:pt x="923" y="186"/>
                      <a:pt x="933" y="146"/>
                      <a:pt x="923" y="107"/>
                    </a:cubicBezTo>
                    <a:cubicBezTo>
                      <a:pt x="913" y="67"/>
                      <a:pt x="883" y="37"/>
                      <a:pt x="843" y="17"/>
                    </a:cubicBezTo>
                    <a:cubicBezTo>
                      <a:pt x="826" y="6"/>
                      <a:pt x="802" y="1"/>
                      <a:pt x="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35"/>
              <p:cNvSpPr/>
              <p:nvPr/>
            </p:nvSpPr>
            <p:spPr>
              <a:xfrm>
                <a:off x="7651961" y="2880516"/>
                <a:ext cx="548664" cy="357019"/>
              </a:xfrm>
              <a:custGeom>
                <a:avLst/>
                <a:gdLst/>
                <a:ahLst/>
                <a:cxnLst/>
                <a:rect l="l" t="t" r="r" b="b"/>
                <a:pathLst>
                  <a:path w="8945" h="5792" extrusionOk="0">
                    <a:moveTo>
                      <a:pt x="952" y="1"/>
                    </a:moveTo>
                    <a:lnTo>
                      <a:pt x="1" y="1815"/>
                    </a:lnTo>
                    <a:lnTo>
                      <a:pt x="5434" y="5791"/>
                    </a:lnTo>
                    <a:cubicBezTo>
                      <a:pt x="5434" y="5791"/>
                      <a:pt x="8944" y="4889"/>
                      <a:pt x="7021" y="3174"/>
                    </a:cubicBezTo>
                    <a:cubicBezTo>
                      <a:pt x="4958" y="1340"/>
                      <a:pt x="952" y="1"/>
                      <a:pt x="9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35"/>
              <p:cNvSpPr/>
              <p:nvPr/>
            </p:nvSpPr>
            <p:spPr>
              <a:xfrm>
                <a:off x="7543701" y="3020562"/>
                <a:ext cx="352200" cy="554637"/>
              </a:xfrm>
              <a:custGeom>
                <a:avLst/>
                <a:gdLst/>
                <a:ahLst/>
                <a:cxnLst/>
                <a:rect l="l" t="t" r="r" b="b"/>
                <a:pathLst>
                  <a:path w="5742" h="8998" extrusionOk="0">
                    <a:moveTo>
                      <a:pt x="3983" y="1"/>
                    </a:moveTo>
                    <a:cubicBezTo>
                      <a:pt x="3815" y="1"/>
                      <a:pt x="3655" y="90"/>
                      <a:pt x="3580" y="247"/>
                    </a:cubicBezTo>
                    <a:cubicBezTo>
                      <a:pt x="3491" y="406"/>
                      <a:pt x="3421" y="565"/>
                      <a:pt x="3362" y="733"/>
                    </a:cubicBezTo>
                    <a:cubicBezTo>
                      <a:pt x="3302" y="902"/>
                      <a:pt x="3243" y="1070"/>
                      <a:pt x="3173" y="1229"/>
                    </a:cubicBezTo>
                    <a:cubicBezTo>
                      <a:pt x="3045" y="1209"/>
                      <a:pt x="2916" y="1199"/>
                      <a:pt x="2788" y="1199"/>
                    </a:cubicBezTo>
                    <a:cubicBezTo>
                      <a:pt x="2660" y="1199"/>
                      <a:pt x="2534" y="1209"/>
                      <a:pt x="2410" y="1229"/>
                    </a:cubicBezTo>
                    <a:cubicBezTo>
                      <a:pt x="2162" y="1269"/>
                      <a:pt x="1924" y="1348"/>
                      <a:pt x="1706" y="1457"/>
                    </a:cubicBezTo>
                    <a:cubicBezTo>
                      <a:pt x="1498" y="1566"/>
                      <a:pt x="1309" y="1725"/>
                      <a:pt x="1161" y="1913"/>
                    </a:cubicBezTo>
                    <a:cubicBezTo>
                      <a:pt x="1002" y="2112"/>
                      <a:pt x="893" y="2349"/>
                      <a:pt x="833" y="2597"/>
                    </a:cubicBezTo>
                    <a:cubicBezTo>
                      <a:pt x="764" y="2875"/>
                      <a:pt x="774" y="3163"/>
                      <a:pt x="873" y="3430"/>
                    </a:cubicBezTo>
                    <a:cubicBezTo>
                      <a:pt x="962" y="3698"/>
                      <a:pt x="1101" y="3936"/>
                      <a:pt x="1270" y="4154"/>
                    </a:cubicBezTo>
                    <a:cubicBezTo>
                      <a:pt x="1448" y="4372"/>
                      <a:pt x="1656" y="4580"/>
                      <a:pt x="1875" y="4759"/>
                    </a:cubicBezTo>
                    <a:cubicBezTo>
                      <a:pt x="2103" y="4947"/>
                      <a:pt x="2321" y="5116"/>
                      <a:pt x="2539" y="5255"/>
                    </a:cubicBezTo>
                    <a:lnTo>
                      <a:pt x="2757" y="5403"/>
                    </a:lnTo>
                    <a:cubicBezTo>
                      <a:pt x="2846" y="5473"/>
                      <a:pt x="2936" y="5542"/>
                      <a:pt x="3025" y="5612"/>
                    </a:cubicBezTo>
                    <a:cubicBezTo>
                      <a:pt x="3104" y="5681"/>
                      <a:pt x="3183" y="5760"/>
                      <a:pt x="3243" y="5850"/>
                    </a:cubicBezTo>
                    <a:cubicBezTo>
                      <a:pt x="3302" y="5919"/>
                      <a:pt x="3322" y="6008"/>
                      <a:pt x="3302" y="6097"/>
                    </a:cubicBezTo>
                    <a:cubicBezTo>
                      <a:pt x="3292" y="6177"/>
                      <a:pt x="3243" y="6246"/>
                      <a:pt x="3164" y="6286"/>
                    </a:cubicBezTo>
                    <a:cubicBezTo>
                      <a:pt x="3094" y="6326"/>
                      <a:pt x="3015" y="6355"/>
                      <a:pt x="2926" y="6375"/>
                    </a:cubicBezTo>
                    <a:cubicBezTo>
                      <a:pt x="2836" y="6385"/>
                      <a:pt x="2747" y="6385"/>
                      <a:pt x="2658" y="6385"/>
                    </a:cubicBezTo>
                    <a:cubicBezTo>
                      <a:pt x="2588" y="6375"/>
                      <a:pt x="2509" y="6365"/>
                      <a:pt x="2440" y="6345"/>
                    </a:cubicBezTo>
                    <a:cubicBezTo>
                      <a:pt x="2281" y="6316"/>
                      <a:pt x="2132" y="6256"/>
                      <a:pt x="1984" y="6177"/>
                    </a:cubicBezTo>
                    <a:cubicBezTo>
                      <a:pt x="1845" y="6097"/>
                      <a:pt x="1716" y="6018"/>
                      <a:pt x="1577" y="5939"/>
                    </a:cubicBezTo>
                    <a:cubicBezTo>
                      <a:pt x="1448" y="5850"/>
                      <a:pt x="1319" y="5770"/>
                      <a:pt x="1200" y="5701"/>
                    </a:cubicBezTo>
                    <a:cubicBezTo>
                      <a:pt x="1071" y="5622"/>
                      <a:pt x="943" y="5572"/>
                      <a:pt x="804" y="5542"/>
                    </a:cubicBezTo>
                    <a:cubicBezTo>
                      <a:pt x="751" y="5529"/>
                      <a:pt x="697" y="5522"/>
                      <a:pt x="643" y="5522"/>
                    </a:cubicBezTo>
                    <a:cubicBezTo>
                      <a:pt x="535" y="5522"/>
                      <a:pt x="427" y="5549"/>
                      <a:pt x="328" y="5602"/>
                    </a:cubicBezTo>
                    <a:cubicBezTo>
                      <a:pt x="189" y="5681"/>
                      <a:pt x="80" y="5820"/>
                      <a:pt x="50" y="5978"/>
                    </a:cubicBezTo>
                    <a:cubicBezTo>
                      <a:pt x="1" y="6147"/>
                      <a:pt x="40" y="6326"/>
                      <a:pt x="139" y="6474"/>
                    </a:cubicBezTo>
                    <a:cubicBezTo>
                      <a:pt x="258" y="6623"/>
                      <a:pt x="397" y="6762"/>
                      <a:pt x="556" y="6871"/>
                    </a:cubicBezTo>
                    <a:cubicBezTo>
                      <a:pt x="724" y="6990"/>
                      <a:pt x="903" y="7099"/>
                      <a:pt x="1101" y="7188"/>
                    </a:cubicBezTo>
                    <a:cubicBezTo>
                      <a:pt x="1290" y="7277"/>
                      <a:pt x="1458" y="7357"/>
                      <a:pt x="1587" y="7426"/>
                    </a:cubicBezTo>
                    <a:cubicBezTo>
                      <a:pt x="1607" y="7436"/>
                      <a:pt x="1617" y="7466"/>
                      <a:pt x="1617" y="7525"/>
                    </a:cubicBezTo>
                    <a:cubicBezTo>
                      <a:pt x="1627" y="7585"/>
                      <a:pt x="1627" y="7644"/>
                      <a:pt x="1617" y="7704"/>
                    </a:cubicBezTo>
                    <a:cubicBezTo>
                      <a:pt x="1607" y="7773"/>
                      <a:pt x="1597" y="7833"/>
                      <a:pt x="1587" y="7892"/>
                    </a:cubicBezTo>
                    <a:cubicBezTo>
                      <a:pt x="1577" y="7952"/>
                      <a:pt x="1557" y="7991"/>
                      <a:pt x="1557" y="8021"/>
                    </a:cubicBezTo>
                    <a:cubicBezTo>
                      <a:pt x="1547" y="8081"/>
                      <a:pt x="1537" y="8130"/>
                      <a:pt x="1518" y="8190"/>
                    </a:cubicBezTo>
                    <a:cubicBezTo>
                      <a:pt x="1498" y="8239"/>
                      <a:pt x="1488" y="8299"/>
                      <a:pt x="1468" y="8358"/>
                    </a:cubicBezTo>
                    <a:cubicBezTo>
                      <a:pt x="1438" y="8497"/>
                      <a:pt x="1478" y="8646"/>
                      <a:pt x="1577" y="8755"/>
                    </a:cubicBezTo>
                    <a:cubicBezTo>
                      <a:pt x="1666" y="8864"/>
                      <a:pt x="1795" y="8943"/>
                      <a:pt x="1934" y="8973"/>
                    </a:cubicBezTo>
                    <a:cubicBezTo>
                      <a:pt x="1984" y="8989"/>
                      <a:pt x="2035" y="8997"/>
                      <a:pt x="2087" y="8997"/>
                    </a:cubicBezTo>
                    <a:cubicBezTo>
                      <a:pt x="2159" y="8997"/>
                      <a:pt x="2232" y="8982"/>
                      <a:pt x="2301" y="8953"/>
                    </a:cubicBezTo>
                    <a:cubicBezTo>
                      <a:pt x="2400" y="8904"/>
                      <a:pt x="2479" y="8824"/>
                      <a:pt x="2539" y="8735"/>
                    </a:cubicBezTo>
                    <a:cubicBezTo>
                      <a:pt x="2598" y="8636"/>
                      <a:pt x="2648" y="8527"/>
                      <a:pt x="2668" y="8418"/>
                    </a:cubicBezTo>
                    <a:cubicBezTo>
                      <a:pt x="2707" y="8299"/>
                      <a:pt x="2727" y="8180"/>
                      <a:pt x="2757" y="8081"/>
                    </a:cubicBezTo>
                    <a:cubicBezTo>
                      <a:pt x="2777" y="7971"/>
                      <a:pt x="2797" y="7882"/>
                      <a:pt x="2826" y="7803"/>
                    </a:cubicBezTo>
                    <a:cubicBezTo>
                      <a:pt x="2846" y="7724"/>
                      <a:pt x="2876" y="7694"/>
                      <a:pt x="2916" y="7694"/>
                    </a:cubicBezTo>
                    <a:cubicBezTo>
                      <a:pt x="3124" y="7684"/>
                      <a:pt x="3332" y="7674"/>
                      <a:pt x="3540" y="7664"/>
                    </a:cubicBezTo>
                    <a:cubicBezTo>
                      <a:pt x="3739" y="7654"/>
                      <a:pt x="3937" y="7624"/>
                      <a:pt x="4115" y="7555"/>
                    </a:cubicBezTo>
                    <a:cubicBezTo>
                      <a:pt x="4294" y="7486"/>
                      <a:pt x="4453" y="7386"/>
                      <a:pt x="4581" y="7248"/>
                    </a:cubicBezTo>
                    <a:cubicBezTo>
                      <a:pt x="4730" y="7069"/>
                      <a:pt x="4829" y="6861"/>
                      <a:pt x="4869" y="6633"/>
                    </a:cubicBezTo>
                    <a:cubicBezTo>
                      <a:pt x="4938" y="6345"/>
                      <a:pt x="4929" y="6048"/>
                      <a:pt x="4819" y="5770"/>
                    </a:cubicBezTo>
                    <a:cubicBezTo>
                      <a:pt x="4720" y="5493"/>
                      <a:pt x="4572" y="5245"/>
                      <a:pt x="4383" y="5027"/>
                    </a:cubicBezTo>
                    <a:cubicBezTo>
                      <a:pt x="4185" y="4789"/>
                      <a:pt x="3967" y="4580"/>
                      <a:pt x="3739" y="4392"/>
                    </a:cubicBezTo>
                    <a:cubicBezTo>
                      <a:pt x="3501" y="4194"/>
                      <a:pt x="3273" y="4015"/>
                      <a:pt x="3064" y="3847"/>
                    </a:cubicBezTo>
                    <a:cubicBezTo>
                      <a:pt x="2886" y="3708"/>
                      <a:pt x="2717" y="3549"/>
                      <a:pt x="2559" y="3381"/>
                    </a:cubicBezTo>
                    <a:cubicBezTo>
                      <a:pt x="2450" y="3282"/>
                      <a:pt x="2390" y="3133"/>
                      <a:pt x="2410" y="2974"/>
                    </a:cubicBezTo>
                    <a:cubicBezTo>
                      <a:pt x="2430" y="2895"/>
                      <a:pt x="2479" y="2825"/>
                      <a:pt x="2539" y="2776"/>
                    </a:cubicBezTo>
                    <a:cubicBezTo>
                      <a:pt x="2618" y="2726"/>
                      <a:pt x="2698" y="2697"/>
                      <a:pt x="2777" y="2677"/>
                    </a:cubicBezTo>
                    <a:cubicBezTo>
                      <a:pt x="2866" y="2657"/>
                      <a:pt x="2965" y="2657"/>
                      <a:pt x="3055" y="2657"/>
                    </a:cubicBezTo>
                    <a:cubicBezTo>
                      <a:pt x="3134" y="2667"/>
                      <a:pt x="3213" y="2677"/>
                      <a:pt x="3292" y="2697"/>
                    </a:cubicBezTo>
                    <a:cubicBezTo>
                      <a:pt x="3451" y="2726"/>
                      <a:pt x="3600" y="2786"/>
                      <a:pt x="3739" y="2855"/>
                    </a:cubicBezTo>
                    <a:cubicBezTo>
                      <a:pt x="3868" y="2925"/>
                      <a:pt x="3987" y="3004"/>
                      <a:pt x="4106" y="3073"/>
                    </a:cubicBezTo>
                    <a:lnTo>
                      <a:pt x="4433" y="3282"/>
                    </a:lnTo>
                    <a:cubicBezTo>
                      <a:pt x="4542" y="3341"/>
                      <a:pt x="4651" y="3391"/>
                      <a:pt x="4780" y="3420"/>
                    </a:cubicBezTo>
                    <a:cubicBezTo>
                      <a:pt x="4869" y="3440"/>
                      <a:pt x="4958" y="3450"/>
                      <a:pt x="5047" y="3450"/>
                    </a:cubicBezTo>
                    <a:cubicBezTo>
                      <a:pt x="5147" y="3450"/>
                      <a:pt x="5246" y="3430"/>
                      <a:pt x="5335" y="3401"/>
                    </a:cubicBezTo>
                    <a:cubicBezTo>
                      <a:pt x="5434" y="3381"/>
                      <a:pt x="5514" y="3331"/>
                      <a:pt x="5583" y="3282"/>
                    </a:cubicBezTo>
                    <a:cubicBezTo>
                      <a:pt x="5662" y="3212"/>
                      <a:pt x="5712" y="3133"/>
                      <a:pt x="5732" y="3044"/>
                    </a:cubicBezTo>
                    <a:cubicBezTo>
                      <a:pt x="5742" y="2994"/>
                      <a:pt x="5742" y="2954"/>
                      <a:pt x="5732" y="2905"/>
                    </a:cubicBezTo>
                    <a:cubicBezTo>
                      <a:pt x="5732" y="2855"/>
                      <a:pt x="5722" y="2816"/>
                      <a:pt x="5712" y="2766"/>
                    </a:cubicBezTo>
                    <a:cubicBezTo>
                      <a:pt x="5662" y="2597"/>
                      <a:pt x="5583" y="2449"/>
                      <a:pt x="5474" y="2310"/>
                    </a:cubicBezTo>
                    <a:cubicBezTo>
                      <a:pt x="5365" y="2171"/>
                      <a:pt x="5236" y="2042"/>
                      <a:pt x="5097" y="1933"/>
                    </a:cubicBezTo>
                    <a:cubicBezTo>
                      <a:pt x="4958" y="1814"/>
                      <a:pt x="4810" y="1715"/>
                      <a:pt x="4651" y="1626"/>
                    </a:cubicBezTo>
                    <a:cubicBezTo>
                      <a:pt x="4502" y="1527"/>
                      <a:pt x="4353" y="1447"/>
                      <a:pt x="4205" y="1378"/>
                    </a:cubicBezTo>
                    <a:cubicBezTo>
                      <a:pt x="4254" y="1229"/>
                      <a:pt x="4304" y="1080"/>
                      <a:pt x="4363" y="912"/>
                    </a:cubicBezTo>
                    <a:cubicBezTo>
                      <a:pt x="4423" y="763"/>
                      <a:pt x="4472" y="604"/>
                      <a:pt x="4502" y="456"/>
                    </a:cubicBezTo>
                    <a:cubicBezTo>
                      <a:pt x="4532" y="347"/>
                      <a:pt x="4502" y="238"/>
                      <a:pt x="4423" y="178"/>
                    </a:cubicBezTo>
                    <a:cubicBezTo>
                      <a:pt x="4343" y="99"/>
                      <a:pt x="4244" y="49"/>
                      <a:pt x="4145" y="29"/>
                    </a:cubicBezTo>
                    <a:cubicBezTo>
                      <a:pt x="4092" y="10"/>
                      <a:pt x="4037" y="1"/>
                      <a:pt x="39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35"/>
              <p:cNvSpPr/>
              <p:nvPr/>
            </p:nvSpPr>
            <p:spPr>
              <a:xfrm>
                <a:off x="7913505" y="2612813"/>
                <a:ext cx="71213" cy="71626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2" extrusionOk="0">
                    <a:moveTo>
                      <a:pt x="577" y="1"/>
                    </a:moveTo>
                    <a:cubicBezTo>
                      <a:pt x="577" y="1"/>
                      <a:pt x="576" y="1"/>
                      <a:pt x="575" y="1"/>
                    </a:cubicBezTo>
                    <a:cubicBezTo>
                      <a:pt x="516" y="1"/>
                      <a:pt x="466" y="417"/>
                      <a:pt x="446" y="447"/>
                    </a:cubicBezTo>
                    <a:cubicBezTo>
                      <a:pt x="387" y="497"/>
                      <a:pt x="0" y="536"/>
                      <a:pt x="10" y="596"/>
                    </a:cubicBezTo>
                    <a:cubicBezTo>
                      <a:pt x="10" y="646"/>
                      <a:pt x="387" y="665"/>
                      <a:pt x="446" y="715"/>
                    </a:cubicBezTo>
                    <a:cubicBezTo>
                      <a:pt x="476" y="745"/>
                      <a:pt x="536" y="1161"/>
                      <a:pt x="595" y="1161"/>
                    </a:cubicBezTo>
                    <a:cubicBezTo>
                      <a:pt x="655" y="1161"/>
                      <a:pt x="694" y="745"/>
                      <a:pt x="724" y="715"/>
                    </a:cubicBezTo>
                    <a:cubicBezTo>
                      <a:pt x="774" y="665"/>
                      <a:pt x="1160" y="626"/>
                      <a:pt x="1160" y="566"/>
                    </a:cubicBezTo>
                    <a:cubicBezTo>
                      <a:pt x="1160" y="517"/>
                      <a:pt x="774" y="497"/>
                      <a:pt x="724" y="447"/>
                    </a:cubicBezTo>
                    <a:cubicBezTo>
                      <a:pt x="695" y="418"/>
                      <a:pt x="636" y="1"/>
                      <a:pt x="5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35"/>
              <p:cNvSpPr/>
              <p:nvPr/>
            </p:nvSpPr>
            <p:spPr>
              <a:xfrm>
                <a:off x="8144011" y="2838354"/>
                <a:ext cx="71213" cy="7218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71" extrusionOk="0">
                    <a:moveTo>
                      <a:pt x="565" y="1"/>
                    </a:moveTo>
                    <a:cubicBezTo>
                      <a:pt x="506" y="11"/>
                      <a:pt x="466" y="427"/>
                      <a:pt x="436" y="447"/>
                    </a:cubicBezTo>
                    <a:cubicBezTo>
                      <a:pt x="377" y="506"/>
                      <a:pt x="0" y="546"/>
                      <a:pt x="0" y="596"/>
                    </a:cubicBezTo>
                    <a:cubicBezTo>
                      <a:pt x="0" y="655"/>
                      <a:pt x="377" y="675"/>
                      <a:pt x="436" y="725"/>
                    </a:cubicBezTo>
                    <a:cubicBezTo>
                      <a:pt x="466" y="754"/>
                      <a:pt x="524" y="1171"/>
                      <a:pt x="583" y="1171"/>
                    </a:cubicBezTo>
                    <a:cubicBezTo>
                      <a:pt x="584" y="1171"/>
                      <a:pt x="584" y="1171"/>
                      <a:pt x="585" y="1171"/>
                    </a:cubicBezTo>
                    <a:cubicBezTo>
                      <a:pt x="645" y="1171"/>
                      <a:pt x="684" y="754"/>
                      <a:pt x="714" y="725"/>
                    </a:cubicBezTo>
                    <a:cubicBezTo>
                      <a:pt x="763" y="675"/>
                      <a:pt x="1160" y="635"/>
                      <a:pt x="1150" y="576"/>
                    </a:cubicBezTo>
                    <a:cubicBezTo>
                      <a:pt x="1150" y="526"/>
                      <a:pt x="773" y="506"/>
                      <a:pt x="714" y="447"/>
                    </a:cubicBezTo>
                    <a:cubicBezTo>
                      <a:pt x="684" y="417"/>
                      <a:pt x="625" y="1"/>
                      <a:pt x="56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35"/>
              <p:cNvSpPr/>
              <p:nvPr/>
            </p:nvSpPr>
            <p:spPr>
              <a:xfrm>
                <a:off x="7096366" y="3465294"/>
                <a:ext cx="154080" cy="131663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2136" extrusionOk="0">
                    <a:moveTo>
                      <a:pt x="332" y="1"/>
                    </a:moveTo>
                    <a:cubicBezTo>
                      <a:pt x="164" y="1"/>
                      <a:pt x="1" y="171"/>
                      <a:pt x="125" y="350"/>
                    </a:cubicBezTo>
                    <a:cubicBezTo>
                      <a:pt x="601" y="1084"/>
                      <a:pt x="1334" y="1629"/>
                      <a:pt x="2058" y="2095"/>
                    </a:cubicBezTo>
                    <a:cubicBezTo>
                      <a:pt x="2101" y="2123"/>
                      <a:pt x="2143" y="2135"/>
                      <a:pt x="2183" y="2135"/>
                    </a:cubicBezTo>
                    <a:cubicBezTo>
                      <a:pt x="2381" y="2135"/>
                      <a:pt x="2511" y="1829"/>
                      <a:pt x="2296" y="1689"/>
                    </a:cubicBezTo>
                    <a:cubicBezTo>
                      <a:pt x="1652" y="1262"/>
                      <a:pt x="968" y="766"/>
                      <a:pt x="531" y="112"/>
                    </a:cubicBezTo>
                    <a:cubicBezTo>
                      <a:pt x="480" y="33"/>
                      <a:pt x="406" y="1"/>
                      <a:pt x="3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35"/>
              <p:cNvSpPr/>
              <p:nvPr/>
            </p:nvSpPr>
            <p:spPr>
              <a:xfrm>
                <a:off x="7259095" y="3592581"/>
                <a:ext cx="39563" cy="29402"/>
              </a:xfrm>
              <a:custGeom>
                <a:avLst/>
                <a:gdLst/>
                <a:ahLst/>
                <a:cxnLst/>
                <a:rect l="l" t="t" r="r" b="b"/>
                <a:pathLst>
                  <a:path w="645" h="477" extrusionOk="0">
                    <a:moveTo>
                      <a:pt x="317" y="0"/>
                    </a:moveTo>
                    <a:cubicBezTo>
                      <a:pt x="0" y="0"/>
                      <a:pt x="0" y="476"/>
                      <a:pt x="317" y="476"/>
                    </a:cubicBezTo>
                    <a:cubicBezTo>
                      <a:pt x="645" y="476"/>
                      <a:pt x="645" y="0"/>
                      <a:pt x="31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35"/>
              <p:cNvSpPr/>
              <p:nvPr/>
            </p:nvSpPr>
            <p:spPr>
              <a:xfrm>
                <a:off x="7068090" y="3421468"/>
                <a:ext cx="38397" cy="29957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86" extrusionOk="0">
                    <a:moveTo>
                      <a:pt x="308" y="0"/>
                    </a:moveTo>
                    <a:cubicBezTo>
                      <a:pt x="1" y="0"/>
                      <a:pt x="1" y="486"/>
                      <a:pt x="308" y="486"/>
                    </a:cubicBezTo>
                    <a:cubicBezTo>
                      <a:pt x="625" y="476"/>
                      <a:pt x="625" y="0"/>
                      <a:pt x="3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3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892" name="Google Shape;1892;p36"/>
          <p:cNvSpPr txBox="1">
            <a:spLocks noGrp="1"/>
          </p:cNvSpPr>
          <p:nvPr>
            <p:ph type="subTitle" idx="6"/>
          </p:nvPr>
        </p:nvSpPr>
        <p:spPr>
          <a:xfrm>
            <a:off x="2060364" y="1567988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893" name="Google Shape;1893;p36"/>
          <p:cNvSpPr txBox="1">
            <a:spLocks noGrp="1"/>
          </p:cNvSpPr>
          <p:nvPr>
            <p:ph type="subTitle" idx="1"/>
          </p:nvPr>
        </p:nvSpPr>
        <p:spPr>
          <a:xfrm>
            <a:off x="6102175" y="2160157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894" name="Google Shape;1894;p36"/>
          <p:cNvSpPr txBox="1">
            <a:spLocks noGrp="1"/>
          </p:cNvSpPr>
          <p:nvPr>
            <p:ph type="title" idx="8"/>
          </p:nvPr>
        </p:nvSpPr>
        <p:spPr>
          <a:xfrm>
            <a:off x="4755927" y="3166001"/>
            <a:ext cx="1163400" cy="12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95" name="Google Shape;1895;p36"/>
          <p:cNvSpPr txBox="1">
            <a:spLocks noGrp="1"/>
          </p:cNvSpPr>
          <p:nvPr>
            <p:ph type="title" idx="2"/>
          </p:nvPr>
        </p:nvSpPr>
        <p:spPr>
          <a:xfrm>
            <a:off x="4755925" y="1567988"/>
            <a:ext cx="1163400" cy="12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96" name="Google Shape;1896;p36"/>
          <p:cNvSpPr txBox="1">
            <a:spLocks noGrp="1"/>
          </p:cNvSpPr>
          <p:nvPr>
            <p:ph type="subTitle" idx="7"/>
          </p:nvPr>
        </p:nvSpPr>
        <p:spPr>
          <a:xfrm>
            <a:off x="6102175" y="3758166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897" name="Google Shape;1897;p36"/>
          <p:cNvSpPr txBox="1">
            <a:spLocks noGrp="1"/>
          </p:cNvSpPr>
          <p:nvPr>
            <p:ph type="subTitle" idx="4"/>
          </p:nvPr>
        </p:nvSpPr>
        <p:spPr>
          <a:xfrm>
            <a:off x="2060364" y="2160157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898" name="Google Shape;1898;p36"/>
          <p:cNvSpPr txBox="1">
            <a:spLocks noGrp="1"/>
          </p:cNvSpPr>
          <p:nvPr>
            <p:ph type="subTitle" idx="3"/>
          </p:nvPr>
        </p:nvSpPr>
        <p:spPr>
          <a:xfrm>
            <a:off x="6102175" y="1567988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</a:t>
            </a:r>
            <a:endParaRPr/>
          </a:p>
        </p:txBody>
      </p:sp>
      <p:sp>
        <p:nvSpPr>
          <p:cNvPr id="1899" name="Google Shape;1899;p36"/>
          <p:cNvSpPr txBox="1">
            <a:spLocks noGrp="1"/>
          </p:cNvSpPr>
          <p:nvPr>
            <p:ph type="subTitle" idx="9"/>
          </p:nvPr>
        </p:nvSpPr>
        <p:spPr>
          <a:xfrm>
            <a:off x="6102175" y="3165996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cxnSp>
        <p:nvCxnSpPr>
          <p:cNvPr id="1900" name="Google Shape;1900;p36"/>
          <p:cNvCxnSpPr/>
          <p:nvPr/>
        </p:nvCxnSpPr>
        <p:spPr>
          <a:xfrm>
            <a:off x="6190488" y="2068717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901" name="Google Shape;1901;p36"/>
          <p:cNvSpPr txBox="1">
            <a:spLocks noGrp="1"/>
          </p:cNvSpPr>
          <p:nvPr>
            <p:ph type="title" idx="5"/>
          </p:nvPr>
        </p:nvSpPr>
        <p:spPr>
          <a:xfrm>
            <a:off x="714125" y="1567988"/>
            <a:ext cx="1163400" cy="12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02" name="Google Shape;1902;p36"/>
          <p:cNvSpPr txBox="1">
            <a:spLocks noGrp="1"/>
          </p:cNvSpPr>
          <p:nvPr>
            <p:ph type="subTitle" idx="13"/>
          </p:nvPr>
        </p:nvSpPr>
        <p:spPr>
          <a:xfrm>
            <a:off x="2060364" y="3758166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903" name="Google Shape;1903;p36"/>
          <p:cNvSpPr txBox="1">
            <a:spLocks noGrp="1"/>
          </p:cNvSpPr>
          <p:nvPr>
            <p:ph type="title" idx="14"/>
          </p:nvPr>
        </p:nvSpPr>
        <p:spPr>
          <a:xfrm>
            <a:off x="714125" y="3166001"/>
            <a:ext cx="1163400" cy="12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04" name="Google Shape;1904;p36"/>
          <p:cNvSpPr txBox="1">
            <a:spLocks noGrp="1"/>
          </p:cNvSpPr>
          <p:nvPr>
            <p:ph type="subTitle" idx="15"/>
          </p:nvPr>
        </p:nvSpPr>
        <p:spPr>
          <a:xfrm>
            <a:off x="2060364" y="3165996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cxnSp>
        <p:nvCxnSpPr>
          <p:cNvPr id="1905" name="Google Shape;1905;p36"/>
          <p:cNvCxnSpPr/>
          <p:nvPr/>
        </p:nvCxnSpPr>
        <p:spPr>
          <a:xfrm>
            <a:off x="2148840" y="2068717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906" name="Google Shape;1906;p36"/>
          <p:cNvCxnSpPr/>
          <p:nvPr/>
        </p:nvCxnSpPr>
        <p:spPr>
          <a:xfrm>
            <a:off x="6190488" y="3666725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907" name="Google Shape;1907;p36"/>
          <p:cNvCxnSpPr/>
          <p:nvPr/>
        </p:nvCxnSpPr>
        <p:spPr>
          <a:xfrm>
            <a:off x="2148840" y="3666725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1908" name="Google Shape;1908;p36"/>
          <p:cNvGrpSpPr/>
          <p:nvPr/>
        </p:nvGrpSpPr>
        <p:grpSpPr>
          <a:xfrm>
            <a:off x="371376" y="1179694"/>
            <a:ext cx="683711" cy="640033"/>
            <a:chOff x="4230151" y="3601344"/>
            <a:chExt cx="683711" cy="640033"/>
          </a:xfrm>
        </p:grpSpPr>
        <p:sp>
          <p:nvSpPr>
            <p:cNvPr id="1909" name="Google Shape;1909;p36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10" name="Google Shape;1910;p36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1911" name="Google Shape;1911;p36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36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36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36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36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36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36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36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36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36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21" name="Google Shape;1921;p36"/>
          <p:cNvGrpSpPr/>
          <p:nvPr/>
        </p:nvGrpSpPr>
        <p:grpSpPr>
          <a:xfrm>
            <a:off x="257802" y="1989769"/>
            <a:ext cx="273484" cy="274317"/>
            <a:chOff x="5885615" y="165400"/>
            <a:chExt cx="364743" cy="365756"/>
          </a:xfrm>
        </p:grpSpPr>
        <p:sp>
          <p:nvSpPr>
            <p:cNvPr id="1922" name="Google Shape;1922;p36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6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4" name="Google Shape;1924;p36"/>
          <p:cNvGrpSpPr/>
          <p:nvPr/>
        </p:nvGrpSpPr>
        <p:grpSpPr>
          <a:xfrm>
            <a:off x="8003923" y="4451600"/>
            <a:ext cx="274452" cy="274317"/>
            <a:chOff x="2167548" y="1796250"/>
            <a:chExt cx="274452" cy="274317"/>
          </a:xfrm>
        </p:grpSpPr>
        <p:sp>
          <p:nvSpPr>
            <p:cNvPr id="1925" name="Google Shape;1925;p36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6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7" name="Google Shape;1927;p36"/>
          <p:cNvGrpSpPr/>
          <p:nvPr/>
        </p:nvGrpSpPr>
        <p:grpSpPr>
          <a:xfrm flipH="1">
            <a:off x="8430729" y="4230750"/>
            <a:ext cx="359149" cy="274320"/>
            <a:chOff x="1684504" y="2090725"/>
            <a:chExt cx="359149" cy="274320"/>
          </a:xfrm>
        </p:grpSpPr>
        <p:sp>
          <p:nvSpPr>
            <p:cNvPr id="1928" name="Google Shape;1928;p36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6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37"/>
          <p:cNvSpPr txBox="1">
            <a:spLocks noGrp="1"/>
          </p:cNvSpPr>
          <p:nvPr>
            <p:ph type="title"/>
          </p:nvPr>
        </p:nvSpPr>
        <p:spPr>
          <a:xfrm>
            <a:off x="713225" y="1384125"/>
            <a:ext cx="50232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Whoa!</a:t>
            </a:r>
            <a:endParaRPr/>
          </a:p>
        </p:txBody>
      </p:sp>
      <p:sp>
        <p:nvSpPr>
          <p:cNvPr id="1935" name="Google Shape;1935;p37"/>
          <p:cNvSpPr txBox="1">
            <a:spLocks noGrp="1"/>
          </p:cNvSpPr>
          <p:nvPr>
            <p:ph type="subTitle" idx="1"/>
          </p:nvPr>
        </p:nvSpPr>
        <p:spPr>
          <a:xfrm>
            <a:off x="713225" y="3119181"/>
            <a:ext cx="50232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can be the part of the presentation where you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introduce yourself, write your email…</a:t>
            </a:r>
            <a:endParaRPr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1936" name="Google Shape;1936;p37"/>
          <p:cNvCxnSpPr/>
          <p:nvPr/>
        </p:nvCxnSpPr>
        <p:spPr>
          <a:xfrm>
            <a:off x="2310425" y="2937450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1937" name="Google Shape;1937;p37"/>
          <p:cNvGrpSpPr/>
          <p:nvPr/>
        </p:nvGrpSpPr>
        <p:grpSpPr>
          <a:xfrm>
            <a:off x="6369707" y="1657366"/>
            <a:ext cx="1804426" cy="1828778"/>
            <a:chOff x="6369707" y="1657366"/>
            <a:chExt cx="1804426" cy="1828778"/>
          </a:xfrm>
        </p:grpSpPr>
        <p:sp>
          <p:nvSpPr>
            <p:cNvPr id="1938" name="Google Shape;1938;p37"/>
            <p:cNvSpPr/>
            <p:nvPr/>
          </p:nvSpPr>
          <p:spPr>
            <a:xfrm>
              <a:off x="6370231" y="1658042"/>
              <a:ext cx="1803380" cy="1828055"/>
            </a:xfrm>
            <a:custGeom>
              <a:avLst/>
              <a:gdLst/>
              <a:ahLst/>
              <a:cxnLst/>
              <a:rect l="l" t="t" r="r" b="b"/>
              <a:pathLst>
                <a:path w="22397" h="22747" extrusionOk="0">
                  <a:moveTo>
                    <a:pt x="12484" y="20873"/>
                  </a:moveTo>
                  <a:cubicBezTo>
                    <a:pt x="12663" y="20883"/>
                    <a:pt x="12801" y="21022"/>
                    <a:pt x="12801" y="21200"/>
                  </a:cubicBezTo>
                  <a:lnTo>
                    <a:pt x="12811" y="21200"/>
                  </a:lnTo>
                  <a:cubicBezTo>
                    <a:pt x="12805" y="21402"/>
                    <a:pt x="12643" y="21535"/>
                    <a:pt x="12474" y="21535"/>
                  </a:cubicBezTo>
                  <a:cubicBezTo>
                    <a:pt x="12395" y="21535"/>
                    <a:pt x="12313" y="21505"/>
                    <a:pt x="12246" y="21438"/>
                  </a:cubicBezTo>
                  <a:cubicBezTo>
                    <a:pt x="12038" y="21230"/>
                    <a:pt x="12187" y="20873"/>
                    <a:pt x="12484" y="20873"/>
                  </a:cubicBezTo>
                  <a:close/>
                  <a:moveTo>
                    <a:pt x="12476" y="1"/>
                  </a:moveTo>
                  <a:cubicBezTo>
                    <a:pt x="12469" y="1"/>
                    <a:pt x="12461" y="1"/>
                    <a:pt x="12454" y="1"/>
                  </a:cubicBezTo>
                  <a:cubicBezTo>
                    <a:pt x="12058" y="11"/>
                    <a:pt x="11800" y="289"/>
                    <a:pt x="11711" y="745"/>
                  </a:cubicBezTo>
                  <a:lnTo>
                    <a:pt x="2965" y="735"/>
                  </a:lnTo>
                  <a:cubicBezTo>
                    <a:pt x="2638" y="735"/>
                    <a:pt x="2559" y="884"/>
                    <a:pt x="2638" y="1151"/>
                  </a:cubicBezTo>
                  <a:cubicBezTo>
                    <a:pt x="2727" y="1478"/>
                    <a:pt x="3005" y="1716"/>
                    <a:pt x="3342" y="1746"/>
                  </a:cubicBezTo>
                  <a:lnTo>
                    <a:pt x="3342" y="3888"/>
                  </a:lnTo>
                  <a:lnTo>
                    <a:pt x="1498" y="3888"/>
                  </a:lnTo>
                  <a:cubicBezTo>
                    <a:pt x="1349" y="3898"/>
                    <a:pt x="1220" y="4988"/>
                    <a:pt x="1151" y="5068"/>
                  </a:cubicBezTo>
                  <a:cubicBezTo>
                    <a:pt x="1012" y="5207"/>
                    <a:pt x="1" y="5316"/>
                    <a:pt x="1" y="5454"/>
                  </a:cubicBezTo>
                  <a:cubicBezTo>
                    <a:pt x="11" y="5593"/>
                    <a:pt x="1012" y="5663"/>
                    <a:pt x="1151" y="5792"/>
                  </a:cubicBezTo>
                  <a:cubicBezTo>
                    <a:pt x="1220" y="5861"/>
                    <a:pt x="1359" y="6763"/>
                    <a:pt x="1498" y="6942"/>
                  </a:cubicBezTo>
                  <a:lnTo>
                    <a:pt x="1498" y="6972"/>
                  </a:lnTo>
                  <a:lnTo>
                    <a:pt x="3342" y="6972"/>
                  </a:lnTo>
                  <a:lnTo>
                    <a:pt x="3342" y="18216"/>
                  </a:lnTo>
                  <a:cubicBezTo>
                    <a:pt x="2717" y="18463"/>
                    <a:pt x="2579" y="18652"/>
                    <a:pt x="2608" y="19237"/>
                  </a:cubicBezTo>
                  <a:lnTo>
                    <a:pt x="12226" y="19257"/>
                  </a:lnTo>
                  <a:lnTo>
                    <a:pt x="12226" y="20417"/>
                  </a:lnTo>
                  <a:cubicBezTo>
                    <a:pt x="11304" y="20704"/>
                    <a:pt x="11512" y="22063"/>
                    <a:pt x="12474" y="22063"/>
                  </a:cubicBezTo>
                  <a:cubicBezTo>
                    <a:pt x="13446" y="22063"/>
                    <a:pt x="13654" y="20704"/>
                    <a:pt x="12732" y="20417"/>
                  </a:cubicBezTo>
                  <a:lnTo>
                    <a:pt x="12732" y="19257"/>
                  </a:lnTo>
                  <a:lnTo>
                    <a:pt x="16658" y="19257"/>
                  </a:lnTo>
                  <a:lnTo>
                    <a:pt x="16658" y="21230"/>
                  </a:lnTo>
                  <a:cubicBezTo>
                    <a:pt x="16668" y="21369"/>
                    <a:pt x="17670" y="21438"/>
                    <a:pt x="17809" y="21567"/>
                  </a:cubicBezTo>
                  <a:cubicBezTo>
                    <a:pt x="17888" y="21646"/>
                    <a:pt x="18055" y="22747"/>
                    <a:pt x="18203" y="22747"/>
                  </a:cubicBezTo>
                  <a:cubicBezTo>
                    <a:pt x="18204" y="22747"/>
                    <a:pt x="18205" y="22747"/>
                    <a:pt x="18205" y="22747"/>
                  </a:cubicBezTo>
                  <a:cubicBezTo>
                    <a:pt x="18344" y="22737"/>
                    <a:pt x="18483" y="21646"/>
                    <a:pt x="18552" y="21567"/>
                  </a:cubicBezTo>
                  <a:cubicBezTo>
                    <a:pt x="18671" y="21448"/>
                    <a:pt x="19494" y="21349"/>
                    <a:pt x="19663" y="21230"/>
                  </a:cubicBezTo>
                  <a:lnTo>
                    <a:pt x="19702" y="21230"/>
                  </a:lnTo>
                  <a:lnTo>
                    <a:pt x="19702" y="19257"/>
                  </a:lnTo>
                  <a:lnTo>
                    <a:pt x="21983" y="19257"/>
                  </a:lnTo>
                  <a:cubicBezTo>
                    <a:pt x="21994" y="19257"/>
                    <a:pt x="22004" y="19257"/>
                    <a:pt x="22014" y="19257"/>
                  </a:cubicBezTo>
                  <a:cubicBezTo>
                    <a:pt x="22325" y="19257"/>
                    <a:pt x="22397" y="19109"/>
                    <a:pt x="22320" y="18850"/>
                  </a:cubicBezTo>
                  <a:cubicBezTo>
                    <a:pt x="22231" y="18523"/>
                    <a:pt x="21953" y="18285"/>
                    <a:pt x="21616" y="18245"/>
                  </a:cubicBezTo>
                  <a:lnTo>
                    <a:pt x="21616" y="1786"/>
                  </a:lnTo>
                  <a:cubicBezTo>
                    <a:pt x="22241" y="1538"/>
                    <a:pt x="22380" y="1340"/>
                    <a:pt x="22350" y="755"/>
                  </a:cubicBezTo>
                  <a:lnTo>
                    <a:pt x="13248" y="745"/>
                  </a:lnTo>
                  <a:cubicBezTo>
                    <a:pt x="13121" y="258"/>
                    <a:pt x="12851" y="1"/>
                    <a:pt x="12476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9" name="Google Shape;1939;p37"/>
            <p:cNvGrpSpPr/>
            <p:nvPr/>
          </p:nvGrpSpPr>
          <p:grpSpPr>
            <a:xfrm>
              <a:off x="6369707" y="1657366"/>
              <a:ext cx="1804426" cy="1828778"/>
              <a:chOff x="5111493" y="2800336"/>
              <a:chExt cx="1352948" cy="1371618"/>
            </a:xfrm>
          </p:grpSpPr>
          <p:sp>
            <p:nvSpPr>
              <p:cNvPr id="1940" name="Google Shape;1940;p37"/>
              <p:cNvSpPr/>
              <p:nvPr/>
            </p:nvSpPr>
            <p:spPr>
              <a:xfrm>
                <a:off x="5313258" y="2903105"/>
                <a:ext cx="1103307" cy="1004724"/>
              </a:xfrm>
              <a:custGeom>
                <a:avLst/>
                <a:gdLst/>
                <a:ahLst/>
                <a:cxnLst/>
                <a:rect l="l" t="t" r="r" b="b"/>
                <a:pathLst>
                  <a:path w="18275" h="16669" extrusionOk="0">
                    <a:moveTo>
                      <a:pt x="0" y="1"/>
                    </a:moveTo>
                    <a:lnTo>
                      <a:pt x="0" y="16668"/>
                    </a:lnTo>
                    <a:lnTo>
                      <a:pt x="18274" y="16668"/>
                    </a:lnTo>
                    <a:lnTo>
                      <a:pt x="1827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37"/>
              <p:cNvSpPr/>
              <p:nvPr/>
            </p:nvSpPr>
            <p:spPr>
              <a:xfrm>
                <a:off x="5267737" y="3897582"/>
                <a:ext cx="1196704" cy="64615"/>
              </a:xfrm>
              <a:custGeom>
                <a:avLst/>
                <a:gdLst/>
                <a:ahLst/>
                <a:cxnLst/>
                <a:rect l="l" t="t" r="r" b="b"/>
                <a:pathLst>
                  <a:path w="19822" h="1072" extrusionOk="0">
                    <a:moveTo>
                      <a:pt x="19742" y="655"/>
                    </a:moveTo>
                    <a:cubicBezTo>
                      <a:pt x="19653" y="328"/>
                      <a:pt x="19365" y="80"/>
                      <a:pt x="19028" y="50"/>
                    </a:cubicBezTo>
                    <a:lnTo>
                      <a:pt x="804" y="1"/>
                    </a:lnTo>
                    <a:cubicBezTo>
                      <a:pt x="140" y="258"/>
                      <a:pt x="1" y="447"/>
                      <a:pt x="31" y="1042"/>
                    </a:cubicBezTo>
                    <a:lnTo>
                      <a:pt x="19405" y="1062"/>
                    </a:lnTo>
                    <a:cubicBezTo>
                      <a:pt x="19742" y="1072"/>
                      <a:pt x="19822" y="923"/>
                      <a:pt x="19742" y="6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37"/>
              <p:cNvSpPr/>
              <p:nvPr/>
            </p:nvSpPr>
            <p:spPr>
              <a:xfrm>
                <a:off x="5265986" y="2844518"/>
                <a:ext cx="1196643" cy="64615"/>
              </a:xfrm>
              <a:custGeom>
                <a:avLst/>
                <a:gdLst/>
                <a:ahLst/>
                <a:cxnLst/>
                <a:rect l="l" t="t" r="r" b="b"/>
                <a:pathLst>
                  <a:path w="19821" h="1072" extrusionOk="0">
                    <a:moveTo>
                      <a:pt x="79" y="417"/>
                    </a:moveTo>
                    <a:cubicBezTo>
                      <a:pt x="169" y="754"/>
                      <a:pt x="456" y="992"/>
                      <a:pt x="793" y="1022"/>
                    </a:cubicBezTo>
                    <a:lnTo>
                      <a:pt x="19018" y="1072"/>
                    </a:lnTo>
                    <a:cubicBezTo>
                      <a:pt x="19682" y="824"/>
                      <a:pt x="19821" y="626"/>
                      <a:pt x="19791" y="31"/>
                    </a:cubicBezTo>
                    <a:lnTo>
                      <a:pt x="416" y="11"/>
                    </a:lnTo>
                    <a:cubicBezTo>
                      <a:pt x="79" y="1"/>
                      <a:pt x="0" y="150"/>
                      <a:pt x="79" y="4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37"/>
              <p:cNvSpPr/>
              <p:nvPr/>
            </p:nvSpPr>
            <p:spPr>
              <a:xfrm>
                <a:off x="5817851" y="2800336"/>
                <a:ext cx="94664" cy="49064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814" extrusionOk="0">
                    <a:moveTo>
                      <a:pt x="1568" y="813"/>
                    </a:moveTo>
                    <a:lnTo>
                      <a:pt x="1" y="813"/>
                    </a:lnTo>
                    <a:cubicBezTo>
                      <a:pt x="80" y="327"/>
                      <a:pt x="368" y="20"/>
                      <a:pt x="755" y="10"/>
                    </a:cubicBezTo>
                    <a:cubicBezTo>
                      <a:pt x="1141" y="0"/>
                      <a:pt x="1449" y="278"/>
                      <a:pt x="1568" y="8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37"/>
              <p:cNvSpPr/>
              <p:nvPr/>
            </p:nvSpPr>
            <p:spPr>
              <a:xfrm>
                <a:off x="5111493" y="3035167"/>
                <a:ext cx="184438" cy="185948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5" extrusionOk="0">
                    <a:moveTo>
                      <a:pt x="1510" y="1"/>
                    </a:moveTo>
                    <a:cubicBezTo>
                      <a:pt x="1509" y="1"/>
                      <a:pt x="1509" y="1"/>
                      <a:pt x="1508" y="1"/>
                    </a:cubicBezTo>
                    <a:cubicBezTo>
                      <a:pt x="1359" y="11"/>
                      <a:pt x="1230" y="1101"/>
                      <a:pt x="1161" y="1171"/>
                    </a:cubicBezTo>
                    <a:cubicBezTo>
                      <a:pt x="1022" y="1320"/>
                      <a:pt x="1" y="1419"/>
                      <a:pt x="11" y="1567"/>
                    </a:cubicBezTo>
                    <a:cubicBezTo>
                      <a:pt x="21" y="1706"/>
                      <a:pt x="1022" y="1766"/>
                      <a:pt x="1161" y="1905"/>
                    </a:cubicBezTo>
                    <a:cubicBezTo>
                      <a:pt x="1240" y="1984"/>
                      <a:pt x="1409" y="3085"/>
                      <a:pt x="1548" y="3085"/>
                    </a:cubicBezTo>
                    <a:cubicBezTo>
                      <a:pt x="1696" y="3075"/>
                      <a:pt x="1825" y="1984"/>
                      <a:pt x="1895" y="1905"/>
                    </a:cubicBezTo>
                    <a:cubicBezTo>
                      <a:pt x="2034" y="1766"/>
                      <a:pt x="3055" y="1657"/>
                      <a:pt x="3055" y="1518"/>
                    </a:cubicBezTo>
                    <a:cubicBezTo>
                      <a:pt x="3045" y="1379"/>
                      <a:pt x="2034" y="1310"/>
                      <a:pt x="1895" y="1171"/>
                    </a:cubicBezTo>
                    <a:cubicBezTo>
                      <a:pt x="1816" y="1092"/>
                      <a:pt x="1648" y="1"/>
                      <a:pt x="15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37"/>
              <p:cNvSpPr/>
              <p:nvPr/>
            </p:nvSpPr>
            <p:spPr>
              <a:xfrm>
                <a:off x="6117178" y="3986066"/>
                <a:ext cx="184438" cy="185888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4" extrusionOk="0">
                    <a:moveTo>
                      <a:pt x="1510" y="0"/>
                    </a:moveTo>
                    <a:cubicBezTo>
                      <a:pt x="1509" y="0"/>
                      <a:pt x="1508" y="0"/>
                      <a:pt x="1508" y="0"/>
                    </a:cubicBezTo>
                    <a:cubicBezTo>
                      <a:pt x="1359" y="10"/>
                      <a:pt x="1230" y="1101"/>
                      <a:pt x="1161" y="1180"/>
                    </a:cubicBezTo>
                    <a:cubicBezTo>
                      <a:pt x="1022" y="1319"/>
                      <a:pt x="1" y="1428"/>
                      <a:pt x="11" y="1567"/>
                    </a:cubicBezTo>
                    <a:cubicBezTo>
                      <a:pt x="20" y="1706"/>
                      <a:pt x="1022" y="1765"/>
                      <a:pt x="1161" y="1904"/>
                    </a:cubicBezTo>
                    <a:cubicBezTo>
                      <a:pt x="1240" y="1983"/>
                      <a:pt x="1407" y="3084"/>
                      <a:pt x="1546" y="3084"/>
                    </a:cubicBezTo>
                    <a:cubicBezTo>
                      <a:pt x="1546" y="3084"/>
                      <a:pt x="1547" y="3084"/>
                      <a:pt x="1547" y="3084"/>
                    </a:cubicBezTo>
                    <a:cubicBezTo>
                      <a:pt x="1696" y="3074"/>
                      <a:pt x="1825" y="1983"/>
                      <a:pt x="1894" y="1904"/>
                    </a:cubicBezTo>
                    <a:cubicBezTo>
                      <a:pt x="2033" y="1765"/>
                      <a:pt x="3055" y="1656"/>
                      <a:pt x="3055" y="1517"/>
                    </a:cubicBezTo>
                    <a:cubicBezTo>
                      <a:pt x="3045" y="1378"/>
                      <a:pt x="2033" y="1309"/>
                      <a:pt x="1894" y="1170"/>
                    </a:cubicBezTo>
                    <a:cubicBezTo>
                      <a:pt x="1815" y="1091"/>
                      <a:pt x="1648" y="0"/>
                      <a:pt x="15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37"/>
              <p:cNvSpPr/>
              <p:nvPr/>
            </p:nvSpPr>
            <p:spPr>
              <a:xfrm>
                <a:off x="5595318" y="2958558"/>
                <a:ext cx="263345" cy="223259"/>
              </a:xfrm>
              <a:custGeom>
                <a:avLst/>
                <a:gdLst/>
                <a:ahLst/>
                <a:cxnLst/>
                <a:rect l="l" t="t" r="r" b="b"/>
                <a:pathLst>
                  <a:path w="4362" h="3704" extrusionOk="0">
                    <a:moveTo>
                      <a:pt x="2450" y="0"/>
                    </a:moveTo>
                    <a:cubicBezTo>
                      <a:pt x="865" y="0"/>
                      <a:pt x="1" y="1901"/>
                      <a:pt x="1089" y="3096"/>
                    </a:cubicBezTo>
                    <a:cubicBezTo>
                      <a:pt x="1471" y="3515"/>
                      <a:pt x="1961" y="3704"/>
                      <a:pt x="2444" y="3704"/>
                    </a:cubicBezTo>
                    <a:cubicBezTo>
                      <a:pt x="3366" y="3704"/>
                      <a:pt x="4260" y="3017"/>
                      <a:pt x="4312" y="1936"/>
                    </a:cubicBezTo>
                    <a:cubicBezTo>
                      <a:pt x="4361" y="915"/>
                      <a:pt x="3568" y="52"/>
                      <a:pt x="2547" y="3"/>
                    </a:cubicBezTo>
                    <a:cubicBezTo>
                      <a:pt x="2514" y="1"/>
                      <a:pt x="2482" y="0"/>
                      <a:pt x="24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37"/>
              <p:cNvSpPr/>
              <p:nvPr/>
            </p:nvSpPr>
            <p:spPr>
              <a:xfrm>
                <a:off x="5643918" y="2987912"/>
                <a:ext cx="193796" cy="164792"/>
              </a:xfrm>
              <a:custGeom>
                <a:avLst/>
                <a:gdLst/>
                <a:ahLst/>
                <a:cxnLst/>
                <a:rect l="l" t="t" r="r" b="b"/>
                <a:pathLst>
                  <a:path w="3210" h="2734" extrusionOk="0">
                    <a:moveTo>
                      <a:pt x="1809" y="0"/>
                    </a:moveTo>
                    <a:cubicBezTo>
                      <a:pt x="638" y="0"/>
                      <a:pt x="0" y="1395"/>
                      <a:pt x="800" y="2282"/>
                    </a:cubicBezTo>
                    <a:cubicBezTo>
                      <a:pt x="1081" y="2594"/>
                      <a:pt x="1443" y="2734"/>
                      <a:pt x="1800" y="2734"/>
                    </a:cubicBezTo>
                    <a:cubicBezTo>
                      <a:pt x="2476" y="2734"/>
                      <a:pt x="3131" y="2231"/>
                      <a:pt x="3170" y="1439"/>
                    </a:cubicBezTo>
                    <a:cubicBezTo>
                      <a:pt x="3209" y="686"/>
                      <a:pt x="2624" y="41"/>
                      <a:pt x="1871" y="2"/>
                    </a:cubicBezTo>
                    <a:cubicBezTo>
                      <a:pt x="1850" y="1"/>
                      <a:pt x="1830" y="0"/>
                      <a:pt x="18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37"/>
              <p:cNvSpPr/>
              <p:nvPr/>
            </p:nvSpPr>
            <p:spPr>
              <a:xfrm>
                <a:off x="5650257" y="3182178"/>
                <a:ext cx="71904" cy="50330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835" extrusionOk="0">
                    <a:moveTo>
                      <a:pt x="580" y="1"/>
                    </a:moveTo>
                    <a:cubicBezTo>
                      <a:pt x="264" y="1"/>
                      <a:pt x="10" y="176"/>
                      <a:pt x="1" y="398"/>
                    </a:cubicBezTo>
                    <a:cubicBezTo>
                      <a:pt x="1" y="626"/>
                      <a:pt x="258" y="814"/>
                      <a:pt x="586" y="834"/>
                    </a:cubicBezTo>
                    <a:cubicBezTo>
                      <a:pt x="594" y="834"/>
                      <a:pt x="603" y="834"/>
                      <a:pt x="612" y="834"/>
                    </a:cubicBezTo>
                    <a:cubicBezTo>
                      <a:pt x="927" y="834"/>
                      <a:pt x="1181" y="659"/>
                      <a:pt x="1191" y="427"/>
                    </a:cubicBezTo>
                    <a:cubicBezTo>
                      <a:pt x="1191" y="209"/>
                      <a:pt x="933" y="11"/>
                      <a:pt x="606" y="1"/>
                    </a:cubicBezTo>
                    <a:cubicBezTo>
                      <a:pt x="597" y="1"/>
                      <a:pt x="588" y="1"/>
                      <a:pt x="5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37"/>
              <p:cNvSpPr/>
              <p:nvPr/>
            </p:nvSpPr>
            <p:spPr>
              <a:xfrm>
                <a:off x="6015994" y="3175005"/>
                <a:ext cx="70153" cy="48521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805" extrusionOk="0">
                    <a:moveTo>
                      <a:pt x="569" y="1"/>
                    </a:moveTo>
                    <a:cubicBezTo>
                      <a:pt x="264" y="1"/>
                      <a:pt x="20" y="166"/>
                      <a:pt x="11" y="388"/>
                    </a:cubicBezTo>
                    <a:cubicBezTo>
                      <a:pt x="1" y="606"/>
                      <a:pt x="259" y="794"/>
                      <a:pt x="576" y="804"/>
                    </a:cubicBezTo>
                    <a:cubicBezTo>
                      <a:pt x="584" y="804"/>
                      <a:pt x="593" y="805"/>
                      <a:pt x="601" y="805"/>
                    </a:cubicBezTo>
                    <a:cubicBezTo>
                      <a:pt x="907" y="805"/>
                      <a:pt x="1151" y="630"/>
                      <a:pt x="1161" y="417"/>
                    </a:cubicBezTo>
                    <a:cubicBezTo>
                      <a:pt x="1161" y="199"/>
                      <a:pt x="913" y="11"/>
                      <a:pt x="596" y="1"/>
                    </a:cubicBezTo>
                    <a:cubicBezTo>
                      <a:pt x="587" y="1"/>
                      <a:pt x="578" y="1"/>
                      <a:pt x="5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37"/>
              <p:cNvSpPr/>
              <p:nvPr/>
            </p:nvSpPr>
            <p:spPr>
              <a:xfrm>
                <a:off x="5775651" y="3007803"/>
                <a:ext cx="47453" cy="38938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46" extrusionOk="0">
                    <a:moveTo>
                      <a:pt x="124" y="0"/>
                    </a:moveTo>
                    <a:cubicBezTo>
                      <a:pt x="34" y="0"/>
                      <a:pt x="0" y="144"/>
                      <a:pt x="105" y="187"/>
                    </a:cubicBezTo>
                    <a:cubicBezTo>
                      <a:pt x="293" y="276"/>
                      <a:pt x="462" y="415"/>
                      <a:pt x="581" y="594"/>
                    </a:cubicBezTo>
                    <a:cubicBezTo>
                      <a:pt x="604" y="630"/>
                      <a:pt x="638" y="646"/>
                      <a:pt x="670" y="646"/>
                    </a:cubicBezTo>
                    <a:cubicBezTo>
                      <a:pt x="731" y="646"/>
                      <a:pt x="786" y="587"/>
                      <a:pt x="740" y="514"/>
                    </a:cubicBezTo>
                    <a:cubicBezTo>
                      <a:pt x="601" y="286"/>
                      <a:pt x="403" y="118"/>
                      <a:pt x="165" y="9"/>
                    </a:cubicBezTo>
                    <a:cubicBezTo>
                      <a:pt x="150" y="3"/>
                      <a:pt x="137" y="0"/>
                      <a:pt x="1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37"/>
              <p:cNvSpPr/>
              <p:nvPr/>
            </p:nvSpPr>
            <p:spPr>
              <a:xfrm>
                <a:off x="5753856" y="2998942"/>
                <a:ext cx="17991" cy="1277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212" extrusionOk="0">
                    <a:moveTo>
                      <a:pt x="106" y="1"/>
                    </a:moveTo>
                    <a:cubicBezTo>
                      <a:pt x="66" y="1"/>
                      <a:pt x="28" y="27"/>
                      <a:pt x="20" y="66"/>
                    </a:cubicBezTo>
                    <a:cubicBezTo>
                      <a:pt x="0" y="116"/>
                      <a:pt x="30" y="166"/>
                      <a:pt x="79" y="185"/>
                    </a:cubicBezTo>
                    <a:lnTo>
                      <a:pt x="159" y="205"/>
                    </a:lnTo>
                    <a:cubicBezTo>
                      <a:pt x="169" y="209"/>
                      <a:pt x="180" y="211"/>
                      <a:pt x="191" y="211"/>
                    </a:cubicBezTo>
                    <a:cubicBezTo>
                      <a:pt x="232" y="211"/>
                      <a:pt x="272" y="185"/>
                      <a:pt x="288" y="146"/>
                    </a:cubicBezTo>
                    <a:cubicBezTo>
                      <a:pt x="297" y="96"/>
                      <a:pt x="278" y="47"/>
                      <a:pt x="228" y="27"/>
                    </a:cubicBezTo>
                    <a:lnTo>
                      <a:pt x="139" y="7"/>
                    </a:lnTo>
                    <a:cubicBezTo>
                      <a:pt x="128" y="3"/>
                      <a:pt x="117" y="1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37"/>
              <p:cNvSpPr/>
              <p:nvPr/>
            </p:nvSpPr>
            <p:spPr>
              <a:xfrm>
                <a:off x="5816704" y="3055661"/>
                <a:ext cx="12618" cy="13984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32" extrusionOk="0">
                    <a:moveTo>
                      <a:pt x="99" y="0"/>
                    </a:moveTo>
                    <a:cubicBezTo>
                      <a:pt x="86" y="0"/>
                      <a:pt x="73" y="3"/>
                      <a:pt x="60" y="8"/>
                    </a:cubicBezTo>
                    <a:cubicBezTo>
                      <a:pt x="20" y="38"/>
                      <a:pt x="0" y="87"/>
                      <a:pt x="20" y="137"/>
                    </a:cubicBezTo>
                    <a:cubicBezTo>
                      <a:pt x="20" y="199"/>
                      <a:pt x="71" y="231"/>
                      <a:pt x="120" y="231"/>
                    </a:cubicBezTo>
                    <a:cubicBezTo>
                      <a:pt x="165" y="231"/>
                      <a:pt x="208" y="204"/>
                      <a:pt x="208" y="147"/>
                    </a:cubicBezTo>
                    <a:cubicBezTo>
                      <a:pt x="208" y="107"/>
                      <a:pt x="198" y="77"/>
                      <a:pt x="189" y="48"/>
                    </a:cubicBezTo>
                    <a:cubicBezTo>
                      <a:pt x="167" y="19"/>
                      <a:pt x="134" y="0"/>
                      <a:pt x="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37"/>
              <p:cNvSpPr/>
              <p:nvPr/>
            </p:nvSpPr>
            <p:spPr>
              <a:xfrm>
                <a:off x="5817610" y="3062954"/>
                <a:ext cx="302" cy="964"/>
              </a:xfrm>
              <a:custGeom>
                <a:avLst/>
                <a:gdLst/>
                <a:ahLst/>
                <a:cxnLst/>
                <a:rect l="l" t="t" r="r" b="b"/>
                <a:pathLst>
                  <a:path w="5" h="16" extrusionOk="0">
                    <a:moveTo>
                      <a:pt x="1" y="0"/>
                    </a:moveTo>
                    <a:cubicBezTo>
                      <a:pt x="0" y="0"/>
                      <a:pt x="1" y="4"/>
                      <a:pt x="5" y="16"/>
                    </a:cubicBezTo>
                    <a:cubicBezTo>
                      <a:pt x="5" y="1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37"/>
              <p:cNvSpPr/>
              <p:nvPr/>
            </p:nvSpPr>
            <p:spPr>
              <a:xfrm>
                <a:off x="5817851" y="3063858"/>
                <a:ext cx="60" cy="1266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1"/>
                    </a:moveTo>
                    <a:cubicBezTo>
                      <a:pt x="1" y="21"/>
                      <a:pt x="1" y="11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37"/>
              <p:cNvSpPr/>
              <p:nvPr/>
            </p:nvSpPr>
            <p:spPr>
              <a:xfrm>
                <a:off x="5817851" y="3063858"/>
                <a:ext cx="6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37"/>
              <p:cNvSpPr/>
              <p:nvPr/>
            </p:nvSpPr>
            <p:spPr>
              <a:xfrm>
                <a:off x="5838378" y="2947769"/>
                <a:ext cx="262681" cy="223319"/>
              </a:xfrm>
              <a:custGeom>
                <a:avLst/>
                <a:gdLst/>
                <a:ahLst/>
                <a:cxnLst/>
                <a:rect l="l" t="t" r="r" b="b"/>
                <a:pathLst>
                  <a:path w="4351" h="3705" extrusionOk="0">
                    <a:moveTo>
                      <a:pt x="2450" y="1"/>
                    </a:moveTo>
                    <a:cubicBezTo>
                      <a:pt x="865" y="1"/>
                      <a:pt x="0" y="1901"/>
                      <a:pt x="1089" y="3097"/>
                    </a:cubicBezTo>
                    <a:cubicBezTo>
                      <a:pt x="1470" y="3516"/>
                      <a:pt x="1960" y="3704"/>
                      <a:pt x="2441" y="3704"/>
                    </a:cubicBezTo>
                    <a:cubicBezTo>
                      <a:pt x="3360" y="3704"/>
                      <a:pt x="4249" y="3017"/>
                      <a:pt x="4301" y="1937"/>
                    </a:cubicBezTo>
                    <a:cubicBezTo>
                      <a:pt x="4351" y="915"/>
                      <a:pt x="3568" y="53"/>
                      <a:pt x="2546" y="3"/>
                    </a:cubicBezTo>
                    <a:cubicBezTo>
                      <a:pt x="2514" y="2"/>
                      <a:pt x="2482" y="1"/>
                      <a:pt x="24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37"/>
              <p:cNvSpPr/>
              <p:nvPr/>
            </p:nvSpPr>
            <p:spPr>
              <a:xfrm>
                <a:off x="5870194" y="2978328"/>
                <a:ext cx="193796" cy="164551"/>
              </a:xfrm>
              <a:custGeom>
                <a:avLst/>
                <a:gdLst/>
                <a:ahLst/>
                <a:cxnLst/>
                <a:rect l="l" t="t" r="r" b="b"/>
                <a:pathLst>
                  <a:path w="3210" h="2730" extrusionOk="0">
                    <a:moveTo>
                      <a:pt x="1809" y="1"/>
                    </a:moveTo>
                    <a:cubicBezTo>
                      <a:pt x="638" y="1"/>
                      <a:pt x="0" y="1395"/>
                      <a:pt x="800" y="2282"/>
                    </a:cubicBezTo>
                    <a:cubicBezTo>
                      <a:pt x="1081" y="2591"/>
                      <a:pt x="1443" y="2730"/>
                      <a:pt x="1800" y="2730"/>
                    </a:cubicBezTo>
                    <a:cubicBezTo>
                      <a:pt x="2476" y="2730"/>
                      <a:pt x="3131" y="2231"/>
                      <a:pt x="3170" y="1440"/>
                    </a:cubicBezTo>
                    <a:cubicBezTo>
                      <a:pt x="3209" y="676"/>
                      <a:pt x="2624" y="42"/>
                      <a:pt x="1871" y="2"/>
                    </a:cubicBezTo>
                    <a:cubicBezTo>
                      <a:pt x="1850" y="1"/>
                      <a:pt x="1830" y="1"/>
                      <a:pt x="18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37"/>
              <p:cNvSpPr/>
              <p:nvPr/>
            </p:nvSpPr>
            <p:spPr>
              <a:xfrm>
                <a:off x="6002470" y="2998219"/>
                <a:ext cx="47574" cy="38576"/>
              </a:xfrm>
              <a:custGeom>
                <a:avLst/>
                <a:gdLst/>
                <a:ahLst/>
                <a:cxnLst/>
                <a:rect l="l" t="t" r="r" b="b"/>
                <a:pathLst>
                  <a:path w="788" h="640" extrusionOk="0">
                    <a:moveTo>
                      <a:pt x="119" y="0"/>
                    </a:moveTo>
                    <a:cubicBezTo>
                      <a:pt x="35" y="0"/>
                      <a:pt x="0" y="144"/>
                      <a:pt x="96" y="188"/>
                    </a:cubicBezTo>
                    <a:cubicBezTo>
                      <a:pt x="294" y="277"/>
                      <a:pt x="463" y="416"/>
                      <a:pt x="572" y="594"/>
                    </a:cubicBezTo>
                    <a:cubicBezTo>
                      <a:pt x="595" y="626"/>
                      <a:pt x="627" y="640"/>
                      <a:pt x="659" y="640"/>
                    </a:cubicBezTo>
                    <a:cubicBezTo>
                      <a:pt x="726" y="640"/>
                      <a:pt x="787" y="582"/>
                      <a:pt x="741" y="515"/>
                    </a:cubicBezTo>
                    <a:cubicBezTo>
                      <a:pt x="602" y="287"/>
                      <a:pt x="394" y="108"/>
                      <a:pt x="156" y="9"/>
                    </a:cubicBezTo>
                    <a:cubicBezTo>
                      <a:pt x="142" y="3"/>
                      <a:pt x="130" y="0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37"/>
              <p:cNvSpPr/>
              <p:nvPr/>
            </p:nvSpPr>
            <p:spPr>
              <a:xfrm>
                <a:off x="5980676" y="2989419"/>
                <a:ext cx="18051" cy="12718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11" extrusionOk="0">
                    <a:moveTo>
                      <a:pt x="107" y="0"/>
                    </a:moveTo>
                    <a:cubicBezTo>
                      <a:pt x="67" y="0"/>
                      <a:pt x="26" y="27"/>
                      <a:pt x="11" y="66"/>
                    </a:cubicBezTo>
                    <a:cubicBezTo>
                      <a:pt x="1" y="115"/>
                      <a:pt x="31" y="165"/>
                      <a:pt x="80" y="185"/>
                    </a:cubicBezTo>
                    <a:lnTo>
                      <a:pt x="160" y="205"/>
                    </a:lnTo>
                    <a:cubicBezTo>
                      <a:pt x="170" y="209"/>
                      <a:pt x="181" y="211"/>
                      <a:pt x="192" y="211"/>
                    </a:cubicBezTo>
                    <a:cubicBezTo>
                      <a:pt x="233" y="211"/>
                      <a:pt x="273" y="184"/>
                      <a:pt x="288" y="145"/>
                    </a:cubicBezTo>
                    <a:cubicBezTo>
                      <a:pt x="298" y="96"/>
                      <a:pt x="279" y="46"/>
                      <a:pt x="229" y="26"/>
                    </a:cubicBezTo>
                    <a:lnTo>
                      <a:pt x="140" y="6"/>
                    </a:lnTo>
                    <a:cubicBezTo>
                      <a:pt x="129" y="2"/>
                      <a:pt x="118" y="0"/>
                      <a:pt x="10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37"/>
              <p:cNvSpPr/>
              <p:nvPr/>
            </p:nvSpPr>
            <p:spPr>
              <a:xfrm>
                <a:off x="6042980" y="3046077"/>
                <a:ext cx="12618" cy="13924"/>
              </a:xfrm>
              <a:custGeom>
                <a:avLst/>
                <a:gdLst/>
                <a:ahLst/>
                <a:cxnLst/>
                <a:rect l="l" t="t" r="r" b="b"/>
                <a:pathLst>
                  <a:path w="209" h="231" extrusionOk="0">
                    <a:moveTo>
                      <a:pt x="99" y="0"/>
                    </a:moveTo>
                    <a:cubicBezTo>
                      <a:pt x="86" y="0"/>
                      <a:pt x="73" y="3"/>
                      <a:pt x="60" y="8"/>
                    </a:cubicBezTo>
                    <a:cubicBezTo>
                      <a:pt x="20" y="38"/>
                      <a:pt x="0" y="88"/>
                      <a:pt x="20" y="137"/>
                    </a:cubicBezTo>
                    <a:cubicBezTo>
                      <a:pt x="15" y="198"/>
                      <a:pt x="61" y="230"/>
                      <a:pt x="110" y="230"/>
                    </a:cubicBezTo>
                    <a:cubicBezTo>
                      <a:pt x="156" y="230"/>
                      <a:pt x="204" y="200"/>
                      <a:pt x="208" y="137"/>
                    </a:cubicBezTo>
                    <a:cubicBezTo>
                      <a:pt x="208" y="107"/>
                      <a:pt x="198" y="78"/>
                      <a:pt x="189" y="48"/>
                    </a:cubicBezTo>
                    <a:cubicBezTo>
                      <a:pt x="167" y="19"/>
                      <a:pt x="134" y="0"/>
                      <a:pt x="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37"/>
              <p:cNvSpPr/>
              <p:nvPr/>
            </p:nvSpPr>
            <p:spPr>
              <a:xfrm>
                <a:off x="6044127" y="3054335"/>
                <a:ext cx="6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37"/>
              <p:cNvSpPr/>
              <p:nvPr/>
            </p:nvSpPr>
            <p:spPr>
              <a:xfrm>
                <a:off x="6044127" y="3054335"/>
                <a:ext cx="60" cy="1206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extrusionOk="0">
                    <a:moveTo>
                      <a:pt x="1" y="0"/>
                    </a:moveTo>
                    <a:cubicBezTo>
                      <a:pt x="1" y="20"/>
                      <a:pt x="1" y="1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37"/>
              <p:cNvSpPr/>
              <p:nvPr/>
            </p:nvSpPr>
            <p:spPr>
              <a:xfrm>
                <a:off x="6044127" y="3054335"/>
                <a:ext cx="6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37"/>
              <p:cNvSpPr/>
              <p:nvPr/>
            </p:nvSpPr>
            <p:spPr>
              <a:xfrm>
                <a:off x="5792072" y="3172052"/>
                <a:ext cx="156365" cy="150326"/>
              </a:xfrm>
              <a:custGeom>
                <a:avLst/>
                <a:gdLst/>
                <a:ahLst/>
                <a:cxnLst/>
                <a:rect l="l" t="t" r="r" b="b"/>
                <a:pathLst>
                  <a:path w="2590" h="2494" extrusionOk="0">
                    <a:moveTo>
                      <a:pt x="2193" y="0"/>
                    </a:moveTo>
                    <a:cubicBezTo>
                      <a:pt x="2193" y="0"/>
                      <a:pt x="1477" y="88"/>
                      <a:pt x="781" y="88"/>
                    </a:cubicBezTo>
                    <a:cubicBezTo>
                      <a:pt x="572" y="88"/>
                      <a:pt x="365" y="81"/>
                      <a:pt x="180" y="60"/>
                    </a:cubicBezTo>
                    <a:lnTo>
                      <a:pt x="180" y="60"/>
                    </a:lnTo>
                    <a:cubicBezTo>
                      <a:pt x="180" y="60"/>
                      <a:pt x="0" y="2493"/>
                      <a:pt x="1260" y="2493"/>
                    </a:cubicBezTo>
                    <a:cubicBezTo>
                      <a:pt x="1289" y="2493"/>
                      <a:pt x="1319" y="2492"/>
                      <a:pt x="1350" y="2489"/>
                    </a:cubicBezTo>
                    <a:cubicBezTo>
                      <a:pt x="2590" y="2390"/>
                      <a:pt x="2193" y="1"/>
                      <a:pt x="21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37"/>
              <p:cNvSpPr/>
              <p:nvPr/>
            </p:nvSpPr>
            <p:spPr>
              <a:xfrm>
                <a:off x="5811271" y="3261621"/>
                <a:ext cx="95872" cy="60757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1008" extrusionOk="0">
                    <a:moveTo>
                      <a:pt x="462" y="0"/>
                    </a:moveTo>
                    <a:cubicBezTo>
                      <a:pt x="302" y="0"/>
                      <a:pt x="143" y="39"/>
                      <a:pt x="1" y="101"/>
                    </a:cubicBezTo>
                    <a:cubicBezTo>
                      <a:pt x="142" y="590"/>
                      <a:pt x="416" y="1007"/>
                      <a:pt x="943" y="1007"/>
                    </a:cubicBezTo>
                    <a:cubicBezTo>
                      <a:pt x="972" y="1007"/>
                      <a:pt x="1002" y="1006"/>
                      <a:pt x="1032" y="1003"/>
                    </a:cubicBezTo>
                    <a:cubicBezTo>
                      <a:pt x="1250" y="993"/>
                      <a:pt x="1458" y="884"/>
                      <a:pt x="1587" y="716"/>
                    </a:cubicBezTo>
                    <a:cubicBezTo>
                      <a:pt x="1449" y="289"/>
                      <a:pt x="1052" y="22"/>
                      <a:pt x="517" y="2"/>
                    </a:cubicBezTo>
                    <a:cubicBezTo>
                      <a:pt x="498" y="1"/>
                      <a:pt x="480" y="0"/>
                      <a:pt x="4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37"/>
              <p:cNvSpPr/>
              <p:nvPr/>
            </p:nvSpPr>
            <p:spPr>
              <a:xfrm>
                <a:off x="5353949" y="3225335"/>
                <a:ext cx="33567" cy="225428"/>
              </a:xfrm>
              <a:custGeom>
                <a:avLst/>
                <a:gdLst/>
                <a:ahLst/>
                <a:cxnLst/>
                <a:rect l="l" t="t" r="r" b="b"/>
                <a:pathLst>
                  <a:path w="556" h="3740" extrusionOk="0">
                    <a:moveTo>
                      <a:pt x="265" y="0"/>
                    </a:moveTo>
                    <a:cubicBezTo>
                      <a:pt x="133" y="0"/>
                      <a:pt x="1" y="84"/>
                      <a:pt x="1" y="257"/>
                    </a:cubicBezTo>
                    <a:cubicBezTo>
                      <a:pt x="1" y="1338"/>
                      <a:pt x="20" y="2408"/>
                      <a:pt x="20" y="3479"/>
                    </a:cubicBezTo>
                    <a:cubicBezTo>
                      <a:pt x="20" y="3653"/>
                      <a:pt x="152" y="3739"/>
                      <a:pt x="284" y="3739"/>
                    </a:cubicBezTo>
                    <a:cubicBezTo>
                      <a:pt x="417" y="3739"/>
                      <a:pt x="551" y="3653"/>
                      <a:pt x="556" y="3479"/>
                    </a:cubicBezTo>
                    <a:cubicBezTo>
                      <a:pt x="556" y="2408"/>
                      <a:pt x="526" y="1328"/>
                      <a:pt x="536" y="257"/>
                    </a:cubicBezTo>
                    <a:cubicBezTo>
                      <a:pt x="536" y="87"/>
                      <a:pt x="400" y="0"/>
                      <a:pt x="2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37"/>
              <p:cNvSpPr/>
              <p:nvPr/>
            </p:nvSpPr>
            <p:spPr>
              <a:xfrm>
                <a:off x="5354553" y="3476079"/>
                <a:ext cx="32360" cy="31222"/>
              </a:xfrm>
              <a:custGeom>
                <a:avLst/>
                <a:gdLst/>
                <a:ahLst/>
                <a:cxnLst/>
                <a:rect l="l" t="t" r="r" b="b"/>
                <a:pathLst>
                  <a:path w="536" h="518" extrusionOk="0">
                    <a:moveTo>
                      <a:pt x="268" y="1"/>
                    </a:moveTo>
                    <a:cubicBezTo>
                      <a:pt x="134" y="1"/>
                      <a:pt x="1" y="88"/>
                      <a:pt x="1" y="261"/>
                    </a:cubicBezTo>
                    <a:cubicBezTo>
                      <a:pt x="1" y="433"/>
                      <a:pt x="130" y="518"/>
                      <a:pt x="262" y="518"/>
                    </a:cubicBezTo>
                    <a:cubicBezTo>
                      <a:pt x="395" y="518"/>
                      <a:pt x="531" y="431"/>
                      <a:pt x="536" y="261"/>
                    </a:cubicBezTo>
                    <a:cubicBezTo>
                      <a:pt x="536" y="88"/>
                      <a:pt x="402" y="1"/>
                      <a:pt x="2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37"/>
              <p:cNvSpPr/>
              <p:nvPr/>
            </p:nvSpPr>
            <p:spPr>
              <a:xfrm>
                <a:off x="5354553" y="3168918"/>
                <a:ext cx="32360" cy="30981"/>
              </a:xfrm>
              <a:custGeom>
                <a:avLst/>
                <a:gdLst/>
                <a:ahLst/>
                <a:cxnLst/>
                <a:rect l="l" t="t" r="r" b="b"/>
                <a:pathLst>
                  <a:path w="536" h="514" extrusionOk="0">
                    <a:moveTo>
                      <a:pt x="268" y="0"/>
                    </a:moveTo>
                    <a:cubicBezTo>
                      <a:pt x="134" y="0"/>
                      <a:pt x="1" y="87"/>
                      <a:pt x="1" y="261"/>
                    </a:cubicBezTo>
                    <a:cubicBezTo>
                      <a:pt x="1" y="429"/>
                      <a:pt x="132" y="514"/>
                      <a:pt x="264" y="514"/>
                    </a:cubicBezTo>
                    <a:cubicBezTo>
                      <a:pt x="397" y="514"/>
                      <a:pt x="531" y="429"/>
                      <a:pt x="536" y="261"/>
                    </a:cubicBezTo>
                    <a:cubicBezTo>
                      <a:pt x="536" y="87"/>
                      <a:pt x="402" y="0"/>
                      <a:pt x="2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37"/>
              <p:cNvSpPr/>
              <p:nvPr/>
            </p:nvSpPr>
            <p:spPr>
              <a:xfrm>
                <a:off x="6341643" y="3575895"/>
                <a:ext cx="33627" cy="225248"/>
              </a:xfrm>
              <a:custGeom>
                <a:avLst/>
                <a:gdLst/>
                <a:ahLst/>
                <a:cxnLst/>
                <a:rect l="l" t="t" r="r" b="b"/>
                <a:pathLst>
                  <a:path w="557" h="3737" extrusionOk="0">
                    <a:moveTo>
                      <a:pt x="269" y="1"/>
                    </a:moveTo>
                    <a:cubicBezTo>
                      <a:pt x="135" y="1"/>
                      <a:pt x="1" y="88"/>
                      <a:pt x="1" y="261"/>
                    </a:cubicBezTo>
                    <a:cubicBezTo>
                      <a:pt x="1" y="1332"/>
                      <a:pt x="31" y="2403"/>
                      <a:pt x="21" y="3484"/>
                    </a:cubicBezTo>
                    <a:cubicBezTo>
                      <a:pt x="21" y="3652"/>
                      <a:pt x="155" y="3736"/>
                      <a:pt x="288" y="3736"/>
                    </a:cubicBezTo>
                    <a:cubicBezTo>
                      <a:pt x="422" y="3736"/>
                      <a:pt x="556" y="3652"/>
                      <a:pt x="556" y="3484"/>
                    </a:cubicBezTo>
                    <a:cubicBezTo>
                      <a:pt x="556" y="2403"/>
                      <a:pt x="526" y="1332"/>
                      <a:pt x="536" y="261"/>
                    </a:cubicBezTo>
                    <a:cubicBezTo>
                      <a:pt x="536" y="88"/>
                      <a:pt x="402" y="1"/>
                      <a:pt x="26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37"/>
              <p:cNvSpPr/>
              <p:nvPr/>
            </p:nvSpPr>
            <p:spPr>
              <a:xfrm>
                <a:off x="6342247" y="3826518"/>
                <a:ext cx="32420" cy="31222"/>
              </a:xfrm>
              <a:custGeom>
                <a:avLst/>
                <a:gdLst/>
                <a:ahLst/>
                <a:cxnLst/>
                <a:rect l="l" t="t" r="r" b="b"/>
                <a:pathLst>
                  <a:path w="537" h="518" extrusionOk="0">
                    <a:moveTo>
                      <a:pt x="266" y="1"/>
                    </a:moveTo>
                    <a:cubicBezTo>
                      <a:pt x="133" y="1"/>
                      <a:pt x="1" y="85"/>
                      <a:pt x="1" y="258"/>
                    </a:cubicBezTo>
                    <a:cubicBezTo>
                      <a:pt x="1" y="431"/>
                      <a:pt x="135" y="518"/>
                      <a:pt x="269" y="518"/>
                    </a:cubicBezTo>
                    <a:cubicBezTo>
                      <a:pt x="402" y="518"/>
                      <a:pt x="536" y="431"/>
                      <a:pt x="536" y="258"/>
                    </a:cubicBezTo>
                    <a:cubicBezTo>
                      <a:pt x="536" y="88"/>
                      <a:pt x="400" y="1"/>
                      <a:pt x="26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37"/>
              <p:cNvSpPr/>
              <p:nvPr/>
            </p:nvSpPr>
            <p:spPr>
              <a:xfrm>
                <a:off x="6342247" y="3519115"/>
                <a:ext cx="32420" cy="31222"/>
              </a:xfrm>
              <a:custGeom>
                <a:avLst/>
                <a:gdLst/>
                <a:ahLst/>
                <a:cxnLst/>
                <a:rect l="l" t="t" r="r" b="b"/>
                <a:pathLst>
                  <a:path w="537" h="518" extrusionOk="0">
                    <a:moveTo>
                      <a:pt x="269" y="1"/>
                    </a:moveTo>
                    <a:cubicBezTo>
                      <a:pt x="135" y="1"/>
                      <a:pt x="1" y="88"/>
                      <a:pt x="1" y="261"/>
                    </a:cubicBezTo>
                    <a:cubicBezTo>
                      <a:pt x="1" y="433"/>
                      <a:pt x="133" y="518"/>
                      <a:pt x="266" y="518"/>
                    </a:cubicBezTo>
                    <a:cubicBezTo>
                      <a:pt x="400" y="518"/>
                      <a:pt x="536" y="431"/>
                      <a:pt x="536" y="261"/>
                    </a:cubicBezTo>
                    <a:cubicBezTo>
                      <a:pt x="536" y="88"/>
                      <a:pt x="402" y="1"/>
                      <a:pt x="26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37"/>
              <p:cNvSpPr/>
              <p:nvPr/>
            </p:nvSpPr>
            <p:spPr>
              <a:xfrm>
                <a:off x="5501197" y="3297545"/>
                <a:ext cx="137770" cy="248273"/>
              </a:xfrm>
              <a:custGeom>
                <a:avLst/>
                <a:gdLst/>
                <a:ahLst/>
                <a:cxnLst/>
                <a:rect l="l" t="t" r="r" b="b"/>
                <a:pathLst>
                  <a:path w="2282" h="4119" extrusionOk="0">
                    <a:moveTo>
                      <a:pt x="1062" y="1"/>
                    </a:moveTo>
                    <a:cubicBezTo>
                      <a:pt x="953" y="1"/>
                      <a:pt x="863" y="80"/>
                      <a:pt x="853" y="179"/>
                    </a:cubicBezTo>
                    <a:cubicBezTo>
                      <a:pt x="844" y="258"/>
                      <a:pt x="834" y="338"/>
                      <a:pt x="834" y="417"/>
                    </a:cubicBezTo>
                    <a:cubicBezTo>
                      <a:pt x="824" y="496"/>
                      <a:pt x="814" y="576"/>
                      <a:pt x="814" y="655"/>
                    </a:cubicBezTo>
                    <a:cubicBezTo>
                      <a:pt x="705" y="665"/>
                      <a:pt x="596" y="705"/>
                      <a:pt x="487" y="754"/>
                    </a:cubicBezTo>
                    <a:cubicBezTo>
                      <a:pt x="387" y="804"/>
                      <a:pt x="298" y="873"/>
                      <a:pt x="229" y="953"/>
                    </a:cubicBezTo>
                    <a:cubicBezTo>
                      <a:pt x="149" y="1032"/>
                      <a:pt x="90" y="1121"/>
                      <a:pt x="50" y="1220"/>
                    </a:cubicBezTo>
                    <a:cubicBezTo>
                      <a:pt x="21" y="1329"/>
                      <a:pt x="1" y="1438"/>
                      <a:pt x="11" y="1557"/>
                    </a:cubicBezTo>
                    <a:cubicBezTo>
                      <a:pt x="21" y="1686"/>
                      <a:pt x="70" y="1805"/>
                      <a:pt x="149" y="1904"/>
                    </a:cubicBezTo>
                    <a:cubicBezTo>
                      <a:pt x="219" y="2004"/>
                      <a:pt x="318" y="2093"/>
                      <a:pt x="417" y="2152"/>
                    </a:cubicBezTo>
                    <a:cubicBezTo>
                      <a:pt x="526" y="2222"/>
                      <a:pt x="635" y="2281"/>
                      <a:pt x="754" y="2331"/>
                    </a:cubicBezTo>
                    <a:cubicBezTo>
                      <a:pt x="883" y="2380"/>
                      <a:pt x="992" y="2420"/>
                      <a:pt x="1111" y="2450"/>
                    </a:cubicBezTo>
                    <a:lnTo>
                      <a:pt x="1220" y="2489"/>
                    </a:lnTo>
                    <a:cubicBezTo>
                      <a:pt x="1270" y="2499"/>
                      <a:pt x="1319" y="2519"/>
                      <a:pt x="1369" y="2539"/>
                    </a:cubicBezTo>
                    <a:cubicBezTo>
                      <a:pt x="1409" y="2549"/>
                      <a:pt x="1448" y="2579"/>
                      <a:pt x="1488" y="2608"/>
                    </a:cubicBezTo>
                    <a:cubicBezTo>
                      <a:pt x="1518" y="2628"/>
                      <a:pt x="1548" y="2658"/>
                      <a:pt x="1548" y="2698"/>
                    </a:cubicBezTo>
                    <a:cubicBezTo>
                      <a:pt x="1557" y="2737"/>
                      <a:pt x="1548" y="2777"/>
                      <a:pt x="1518" y="2807"/>
                    </a:cubicBezTo>
                    <a:cubicBezTo>
                      <a:pt x="1498" y="2827"/>
                      <a:pt x="1458" y="2856"/>
                      <a:pt x="1429" y="2866"/>
                    </a:cubicBezTo>
                    <a:cubicBezTo>
                      <a:pt x="1389" y="2886"/>
                      <a:pt x="1359" y="2906"/>
                      <a:pt x="1319" y="2916"/>
                    </a:cubicBezTo>
                    <a:cubicBezTo>
                      <a:pt x="1280" y="2916"/>
                      <a:pt x="1250" y="2926"/>
                      <a:pt x="1220" y="2926"/>
                    </a:cubicBezTo>
                    <a:cubicBezTo>
                      <a:pt x="1187" y="2930"/>
                      <a:pt x="1156" y="2932"/>
                      <a:pt x="1126" y="2932"/>
                    </a:cubicBezTo>
                    <a:cubicBezTo>
                      <a:pt x="1084" y="2932"/>
                      <a:pt x="1043" y="2927"/>
                      <a:pt x="1002" y="2916"/>
                    </a:cubicBezTo>
                    <a:cubicBezTo>
                      <a:pt x="933" y="2906"/>
                      <a:pt x="873" y="2886"/>
                      <a:pt x="794" y="2876"/>
                    </a:cubicBezTo>
                    <a:cubicBezTo>
                      <a:pt x="725" y="2856"/>
                      <a:pt x="665" y="2836"/>
                      <a:pt x="596" y="2827"/>
                    </a:cubicBezTo>
                    <a:cubicBezTo>
                      <a:pt x="561" y="2815"/>
                      <a:pt x="526" y="2810"/>
                      <a:pt x="489" y="2810"/>
                    </a:cubicBezTo>
                    <a:cubicBezTo>
                      <a:pt x="463" y="2810"/>
                      <a:pt x="436" y="2813"/>
                      <a:pt x="407" y="2817"/>
                    </a:cubicBezTo>
                    <a:cubicBezTo>
                      <a:pt x="338" y="2817"/>
                      <a:pt x="268" y="2856"/>
                      <a:pt x="219" y="2906"/>
                    </a:cubicBezTo>
                    <a:cubicBezTo>
                      <a:pt x="169" y="2955"/>
                      <a:pt x="140" y="3035"/>
                      <a:pt x="149" y="3104"/>
                    </a:cubicBezTo>
                    <a:cubicBezTo>
                      <a:pt x="159" y="3184"/>
                      <a:pt x="199" y="3253"/>
                      <a:pt x="259" y="3302"/>
                    </a:cubicBezTo>
                    <a:cubicBezTo>
                      <a:pt x="328" y="3352"/>
                      <a:pt x="407" y="3392"/>
                      <a:pt x="487" y="3412"/>
                    </a:cubicBezTo>
                    <a:cubicBezTo>
                      <a:pt x="576" y="3441"/>
                      <a:pt x="675" y="3461"/>
                      <a:pt x="764" y="3471"/>
                    </a:cubicBezTo>
                    <a:cubicBezTo>
                      <a:pt x="863" y="3481"/>
                      <a:pt x="943" y="3491"/>
                      <a:pt x="1002" y="3501"/>
                    </a:cubicBezTo>
                    <a:cubicBezTo>
                      <a:pt x="1012" y="3511"/>
                      <a:pt x="1022" y="3521"/>
                      <a:pt x="1032" y="3540"/>
                    </a:cubicBezTo>
                    <a:cubicBezTo>
                      <a:pt x="1042" y="3570"/>
                      <a:pt x="1052" y="3590"/>
                      <a:pt x="1052" y="3620"/>
                    </a:cubicBezTo>
                    <a:cubicBezTo>
                      <a:pt x="1062" y="3650"/>
                      <a:pt x="1062" y="3679"/>
                      <a:pt x="1072" y="3709"/>
                    </a:cubicBezTo>
                    <a:lnTo>
                      <a:pt x="1072" y="3759"/>
                    </a:lnTo>
                    <a:lnTo>
                      <a:pt x="1072" y="3838"/>
                    </a:lnTo>
                    <a:lnTo>
                      <a:pt x="1072" y="3917"/>
                    </a:lnTo>
                    <a:cubicBezTo>
                      <a:pt x="1072" y="3977"/>
                      <a:pt x="1111" y="4036"/>
                      <a:pt x="1171" y="4066"/>
                    </a:cubicBezTo>
                    <a:cubicBezTo>
                      <a:pt x="1212" y="4099"/>
                      <a:pt x="1267" y="4118"/>
                      <a:pt x="1318" y="4118"/>
                    </a:cubicBezTo>
                    <a:cubicBezTo>
                      <a:pt x="1329" y="4118"/>
                      <a:pt x="1339" y="4117"/>
                      <a:pt x="1349" y="4116"/>
                    </a:cubicBezTo>
                    <a:cubicBezTo>
                      <a:pt x="1409" y="4106"/>
                      <a:pt x="1458" y="4086"/>
                      <a:pt x="1498" y="4046"/>
                    </a:cubicBezTo>
                    <a:cubicBezTo>
                      <a:pt x="1528" y="4006"/>
                      <a:pt x="1557" y="3967"/>
                      <a:pt x="1567" y="3917"/>
                    </a:cubicBezTo>
                    <a:cubicBezTo>
                      <a:pt x="1577" y="3868"/>
                      <a:pt x="1577" y="3818"/>
                      <a:pt x="1577" y="3769"/>
                    </a:cubicBezTo>
                    <a:cubicBezTo>
                      <a:pt x="1577" y="3709"/>
                      <a:pt x="1577" y="3659"/>
                      <a:pt x="1567" y="3610"/>
                    </a:cubicBezTo>
                    <a:cubicBezTo>
                      <a:pt x="1557" y="3560"/>
                      <a:pt x="1557" y="3521"/>
                      <a:pt x="1557" y="3491"/>
                    </a:cubicBezTo>
                    <a:cubicBezTo>
                      <a:pt x="1557" y="3451"/>
                      <a:pt x="1557" y="3431"/>
                      <a:pt x="1577" y="3431"/>
                    </a:cubicBezTo>
                    <a:cubicBezTo>
                      <a:pt x="1667" y="3392"/>
                      <a:pt x="1756" y="3362"/>
                      <a:pt x="1845" y="3332"/>
                    </a:cubicBezTo>
                    <a:cubicBezTo>
                      <a:pt x="1924" y="3302"/>
                      <a:pt x="2004" y="3253"/>
                      <a:pt x="2073" y="3203"/>
                    </a:cubicBezTo>
                    <a:cubicBezTo>
                      <a:pt x="2133" y="3154"/>
                      <a:pt x="2192" y="3084"/>
                      <a:pt x="2222" y="3015"/>
                    </a:cubicBezTo>
                    <a:cubicBezTo>
                      <a:pt x="2261" y="2916"/>
                      <a:pt x="2281" y="2817"/>
                      <a:pt x="2261" y="2708"/>
                    </a:cubicBezTo>
                    <a:cubicBezTo>
                      <a:pt x="2252" y="2579"/>
                      <a:pt x="2202" y="2450"/>
                      <a:pt x="2123" y="2351"/>
                    </a:cubicBezTo>
                    <a:cubicBezTo>
                      <a:pt x="2043" y="2251"/>
                      <a:pt x="1944" y="2162"/>
                      <a:pt x="1835" y="2103"/>
                    </a:cubicBezTo>
                    <a:cubicBezTo>
                      <a:pt x="1716" y="2033"/>
                      <a:pt x="1597" y="1964"/>
                      <a:pt x="1468" y="1924"/>
                    </a:cubicBezTo>
                    <a:cubicBezTo>
                      <a:pt x="1339" y="1865"/>
                      <a:pt x="1220" y="1825"/>
                      <a:pt x="1111" y="1785"/>
                    </a:cubicBezTo>
                    <a:cubicBezTo>
                      <a:pt x="1012" y="1746"/>
                      <a:pt x="923" y="1706"/>
                      <a:pt x="834" y="1657"/>
                    </a:cubicBezTo>
                    <a:cubicBezTo>
                      <a:pt x="764" y="1637"/>
                      <a:pt x="715" y="1577"/>
                      <a:pt x="705" y="1508"/>
                    </a:cubicBezTo>
                    <a:cubicBezTo>
                      <a:pt x="705" y="1468"/>
                      <a:pt x="715" y="1429"/>
                      <a:pt x="734" y="1399"/>
                    </a:cubicBezTo>
                    <a:cubicBezTo>
                      <a:pt x="754" y="1369"/>
                      <a:pt x="784" y="1349"/>
                      <a:pt x="824" y="1329"/>
                    </a:cubicBezTo>
                    <a:cubicBezTo>
                      <a:pt x="853" y="1310"/>
                      <a:pt x="893" y="1290"/>
                      <a:pt x="933" y="1280"/>
                    </a:cubicBezTo>
                    <a:cubicBezTo>
                      <a:pt x="972" y="1270"/>
                      <a:pt x="1002" y="1270"/>
                      <a:pt x="1042" y="1260"/>
                    </a:cubicBezTo>
                    <a:cubicBezTo>
                      <a:pt x="1062" y="1257"/>
                      <a:pt x="1083" y="1256"/>
                      <a:pt x="1103" y="1256"/>
                    </a:cubicBezTo>
                    <a:cubicBezTo>
                      <a:pt x="1152" y="1256"/>
                      <a:pt x="1201" y="1263"/>
                      <a:pt x="1250" y="1270"/>
                    </a:cubicBezTo>
                    <a:cubicBezTo>
                      <a:pt x="1310" y="1280"/>
                      <a:pt x="1379" y="1300"/>
                      <a:pt x="1438" y="1310"/>
                    </a:cubicBezTo>
                    <a:lnTo>
                      <a:pt x="1607" y="1349"/>
                    </a:lnTo>
                    <a:cubicBezTo>
                      <a:pt x="1657" y="1369"/>
                      <a:pt x="1716" y="1369"/>
                      <a:pt x="1776" y="1369"/>
                    </a:cubicBezTo>
                    <a:cubicBezTo>
                      <a:pt x="1815" y="1359"/>
                      <a:pt x="1855" y="1349"/>
                      <a:pt x="1895" y="1339"/>
                    </a:cubicBezTo>
                    <a:cubicBezTo>
                      <a:pt x="1944" y="1319"/>
                      <a:pt x="1984" y="1300"/>
                      <a:pt x="2023" y="1280"/>
                    </a:cubicBezTo>
                    <a:cubicBezTo>
                      <a:pt x="2053" y="1250"/>
                      <a:pt x="2083" y="1220"/>
                      <a:pt x="2103" y="1191"/>
                    </a:cubicBezTo>
                    <a:cubicBezTo>
                      <a:pt x="2133" y="1151"/>
                      <a:pt x="2142" y="1111"/>
                      <a:pt x="2133" y="1062"/>
                    </a:cubicBezTo>
                    <a:cubicBezTo>
                      <a:pt x="2142" y="1042"/>
                      <a:pt x="2142" y="1022"/>
                      <a:pt x="2133" y="1002"/>
                    </a:cubicBezTo>
                    <a:cubicBezTo>
                      <a:pt x="2123" y="982"/>
                      <a:pt x="2113" y="962"/>
                      <a:pt x="2103" y="953"/>
                    </a:cubicBezTo>
                    <a:cubicBezTo>
                      <a:pt x="2063" y="883"/>
                      <a:pt x="2004" y="834"/>
                      <a:pt x="1944" y="784"/>
                    </a:cubicBezTo>
                    <a:cubicBezTo>
                      <a:pt x="1875" y="744"/>
                      <a:pt x="1805" y="705"/>
                      <a:pt x="1726" y="675"/>
                    </a:cubicBezTo>
                    <a:cubicBezTo>
                      <a:pt x="1657" y="655"/>
                      <a:pt x="1577" y="625"/>
                      <a:pt x="1498" y="615"/>
                    </a:cubicBezTo>
                    <a:cubicBezTo>
                      <a:pt x="1419" y="596"/>
                      <a:pt x="1339" y="576"/>
                      <a:pt x="1270" y="566"/>
                    </a:cubicBezTo>
                    <a:lnTo>
                      <a:pt x="1270" y="348"/>
                    </a:lnTo>
                    <a:cubicBezTo>
                      <a:pt x="1280" y="278"/>
                      <a:pt x="1280" y="209"/>
                      <a:pt x="1270" y="130"/>
                    </a:cubicBezTo>
                    <a:cubicBezTo>
                      <a:pt x="1270" y="90"/>
                      <a:pt x="1240" y="50"/>
                      <a:pt x="1201" y="30"/>
                    </a:cubicBezTo>
                    <a:cubicBezTo>
                      <a:pt x="1151" y="11"/>
                      <a:pt x="1101" y="1"/>
                      <a:pt x="10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37"/>
              <p:cNvSpPr/>
              <p:nvPr/>
            </p:nvSpPr>
            <p:spPr>
              <a:xfrm>
                <a:off x="6209367" y="3037578"/>
                <a:ext cx="101848" cy="102287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697" extrusionOk="0">
                    <a:moveTo>
                      <a:pt x="826" y="0"/>
                    </a:moveTo>
                    <a:cubicBezTo>
                      <a:pt x="825" y="0"/>
                      <a:pt x="824" y="0"/>
                      <a:pt x="824" y="1"/>
                    </a:cubicBezTo>
                    <a:cubicBezTo>
                      <a:pt x="744" y="1"/>
                      <a:pt x="675" y="605"/>
                      <a:pt x="635" y="645"/>
                    </a:cubicBezTo>
                    <a:cubicBezTo>
                      <a:pt x="556" y="724"/>
                      <a:pt x="1" y="784"/>
                      <a:pt x="1" y="863"/>
                    </a:cubicBezTo>
                    <a:cubicBezTo>
                      <a:pt x="11" y="942"/>
                      <a:pt x="556" y="972"/>
                      <a:pt x="635" y="1052"/>
                    </a:cubicBezTo>
                    <a:cubicBezTo>
                      <a:pt x="684" y="1091"/>
                      <a:pt x="773" y="1696"/>
                      <a:pt x="851" y="1696"/>
                    </a:cubicBezTo>
                    <a:cubicBezTo>
                      <a:pt x="852" y="1696"/>
                      <a:pt x="853" y="1696"/>
                      <a:pt x="853" y="1696"/>
                    </a:cubicBezTo>
                    <a:cubicBezTo>
                      <a:pt x="933" y="1696"/>
                      <a:pt x="1002" y="1091"/>
                      <a:pt x="1042" y="1052"/>
                    </a:cubicBezTo>
                    <a:cubicBezTo>
                      <a:pt x="1121" y="972"/>
                      <a:pt x="1686" y="913"/>
                      <a:pt x="1676" y="833"/>
                    </a:cubicBezTo>
                    <a:cubicBezTo>
                      <a:pt x="1676" y="754"/>
                      <a:pt x="1121" y="714"/>
                      <a:pt x="1042" y="645"/>
                    </a:cubicBezTo>
                    <a:cubicBezTo>
                      <a:pt x="1002" y="606"/>
                      <a:pt x="914" y="0"/>
                      <a:pt x="8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37"/>
              <p:cNvSpPr/>
              <p:nvPr/>
            </p:nvSpPr>
            <p:spPr>
              <a:xfrm>
                <a:off x="5460506" y="3097371"/>
                <a:ext cx="101848" cy="102829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706" extrusionOk="0">
                    <a:moveTo>
                      <a:pt x="833" y="0"/>
                    </a:moveTo>
                    <a:cubicBezTo>
                      <a:pt x="754" y="10"/>
                      <a:pt x="675" y="615"/>
                      <a:pt x="645" y="654"/>
                    </a:cubicBezTo>
                    <a:cubicBezTo>
                      <a:pt x="566" y="734"/>
                      <a:pt x="1" y="793"/>
                      <a:pt x="10" y="863"/>
                    </a:cubicBezTo>
                    <a:cubicBezTo>
                      <a:pt x="10" y="942"/>
                      <a:pt x="566" y="982"/>
                      <a:pt x="645" y="1051"/>
                    </a:cubicBezTo>
                    <a:cubicBezTo>
                      <a:pt x="685" y="1101"/>
                      <a:pt x="774" y="1705"/>
                      <a:pt x="853" y="1705"/>
                    </a:cubicBezTo>
                    <a:cubicBezTo>
                      <a:pt x="942" y="1696"/>
                      <a:pt x="1012" y="1101"/>
                      <a:pt x="1052" y="1051"/>
                    </a:cubicBezTo>
                    <a:cubicBezTo>
                      <a:pt x="1121" y="982"/>
                      <a:pt x="1686" y="922"/>
                      <a:pt x="1686" y="843"/>
                    </a:cubicBezTo>
                    <a:cubicBezTo>
                      <a:pt x="1676" y="764"/>
                      <a:pt x="1121" y="724"/>
                      <a:pt x="1052" y="654"/>
                    </a:cubicBezTo>
                    <a:cubicBezTo>
                      <a:pt x="1002" y="605"/>
                      <a:pt x="913" y="0"/>
                      <a:pt x="8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37"/>
              <p:cNvSpPr/>
              <p:nvPr/>
            </p:nvSpPr>
            <p:spPr>
              <a:xfrm>
                <a:off x="5513212" y="3231242"/>
                <a:ext cx="716561" cy="372982"/>
              </a:xfrm>
              <a:custGeom>
                <a:avLst/>
                <a:gdLst/>
                <a:ahLst/>
                <a:cxnLst/>
                <a:rect l="l" t="t" r="r" b="b"/>
                <a:pathLst>
                  <a:path w="11869" h="6188" extrusionOk="0">
                    <a:moveTo>
                      <a:pt x="11779" y="2588"/>
                    </a:moveTo>
                    <a:lnTo>
                      <a:pt x="11849" y="298"/>
                    </a:lnTo>
                    <a:cubicBezTo>
                      <a:pt x="11869" y="129"/>
                      <a:pt x="11730" y="0"/>
                      <a:pt x="11561" y="30"/>
                    </a:cubicBezTo>
                    <a:lnTo>
                      <a:pt x="9261" y="258"/>
                    </a:lnTo>
                    <a:cubicBezTo>
                      <a:pt x="9092" y="278"/>
                      <a:pt x="9063" y="387"/>
                      <a:pt x="9182" y="496"/>
                    </a:cubicBezTo>
                    <a:lnTo>
                      <a:pt x="9826" y="1130"/>
                    </a:lnTo>
                    <a:cubicBezTo>
                      <a:pt x="7169" y="4026"/>
                      <a:pt x="3837" y="5493"/>
                      <a:pt x="0" y="5969"/>
                    </a:cubicBezTo>
                    <a:cubicBezTo>
                      <a:pt x="20" y="6138"/>
                      <a:pt x="506" y="6128"/>
                      <a:pt x="694" y="6128"/>
                    </a:cubicBezTo>
                    <a:cubicBezTo>
                      <a:pt x="4363" y="6187"/>
                      <a:pt x="7615" y="5067"/>
                      <a:pt x="10362" y="2598"/>
                    </a:cubicBezTo>
                    <a:cubicBezTo>
                      <a:pt x="10471" y="2499"/>
                      <a:pt x="10699" y="2281"/>
                      <a:pt x="10897" y="2142"/>
                    </a:cubicBezTo>
                    <a:lnTo>
                      <a:pt x="11542" y="2687"/>
                    </a:lnTo>
                    <a:cubicBezTo>
                      <a:pt x="11670" y="2796"/>
                      <a:pt x="11779" y="2747"/>
                      <a:pt x="11779" y="258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37"/>
              <p:cNvSpPr/>
              <p:nvPr/>
            </p:nvSpPr>
            <p:spPr>
              <a:xfrm>
                <a:off x="5537119" y="3688428"/>
                <a:ext cx="118572" cy="153641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2549" extrusionOk="0">
                    <a:moveTo>
                      <a:pt x="1964" y="2231"/>
                    </a:moveTo>
                    <a:cubicBezTo>
                      <a:pt x="1964" y="2410"/>
                      <a:pt x="1756" y="2549"/>
                      <a:pt x="1518" y="2549"/>
                    </a:cubicBezTo>
                    <a:lnTo>
                      <a:pt x="447" y="2549"/>
                    </a:lnTo>
                    <a:cubicBezTo>
                      <a:pt x="199" y="2549"/>
                      <a:pt x="1" y="2410"/>
                      <a:pt x="1" y="2231"/>
                    </a:cubicBezTo>
                    <a:lnTo>
                      <a:pt x="1" y="318"/>
                    </a:lnTo>
                    <a:cubicBezTo>
                      <a:pt x="1" y="139"/>
                      <a:pt x="199" y="0"/>
                      <a:pt x="447" y="0"/>
                    </a:cubicBezTo>
                    <a:lnTo>
                      <a:pt x="1518" y="0"/>
                    </a:lnTo>
                    <a:cubicBezTo>
                      <a:pt x="1766" y="0"/>
                      <a:pt x="1964" y="139"/>
                      <a:pt x="1964" y="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37"/>
              <p:cNvSpPr/>
              <p:nvPr/>
            </p:nvSpPr>
            <p:spPr>
              <a:xfrm>
                <a:off x="5721497" y="3613084"/>
                <a:ext cx="118572" cy="228985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3799" extrusionOk="0">
                    <a:moveTo>
                      <a:pt x="1964" y="3481"/>
                    </a:moveTo>
                    <a:cubicBezTo>
                      <a:pt x="1964" y="3660"/>
                      <a:pt x="1766" y="3799"/>
                      <a:pt x="1518" y="3799"/>
                    </a:cubicBezTo>
                    <a:lnTo>
                      <a:pt x="447" y="3799"/>
                    </a:lnTo>
                    <a:cubicBezTo>
                      <a:pt x="199" y="3799"/>
                      <a:pt x="1" y="3660"/>
                      <a:pt x="1" y="3481"/>
                    </a:cubicBezTo>
                    <a:lnTo>
                      <a:pt x="1" y="318"/>
                    </a:lnTo>
                    <a:cubicBezTo>
                      <a:pt x="1" y="150"/>
                      <a:pt x="199" y="1"/>
                      <a:pt x="447" y="1"/>
                    </a:cubicBezTo>
                    <a:lnTo>
                      <a:pt x="1518" y="1"/>
                    </a:lnTo>
                    <a:cubicBezTo>
                      <a:pt x="1766" y="1"/>
                      <a:pt x="1964" y="150"/>
                      <a:pt x="1964" y="3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37"/>
              <p:cNvSpPr/>
              <p:nvPr/>
            </p:nvSpPr>
            <p:spPr>
              <a:xfrm>
                <a:off x="5906478" y="3560524"/>
                <a:ext cx="118572" cy="281545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4671" extrusionOk="0">
                    <a:moveTo>
                      <a:pt x="1964" y="4353"/>
                    </a:moveTo>
                    <a:cubicBezTo>
                      <a:pt x="1964" y="4532"/>
                      <a:pt x="1765" y="4671"/>
                      <a:pt x="1517" y="4671"/>
                    </a:cubicBezTo>
                    <a:lnTo>
                      <a:pt x="447" y="4671"/>
                    </a:lnTo>
                    <a:cubicBezTo>
                      <a:pt x="199" y="4671"/>
                      <a:pt x="0" y="4532"/>
                      <a:pt x="0" y="4353"/>
                    </a:cubicBezTo>
                    <a:lnTo>
                      <a:pt x="0" y="318"/>
                    </a:lnTo>
                    <a:cubicBezTo>
                      <a:pt x="0" y="149"/>
                      <a:pt x="199" y="0"/>
                      <a:pt x="447" y="0"/>
                    </a:cubicBezTo>
                    <a:lnTo>
                      <a:pt x="1517" y="0"/>
                    </a:lnTo>
                    <a:cubicBezTo>
                      <a:pt x="1765" y="0"/>
                      <a:pt x="1964" y="149"/>
                      <a:pt x="1964" y="3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37"/>
              <p:cNvSpPr/>
              <p:nvPr/>
            </p:nvSpPr>
            <p:spPr>
              <a:xfrm>
                <a:off x="6090856" y="3497778"/>
                <a:ext cx="118572" cy="344291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5712" extrusionOk="0">
                    <a:moveTo>
                      <a:pt x="1964" y="5394"/>
                    </a:moveTo>
                    <a:cubicBezTo>
                      <a:pt x="1964" y="5573"/>
                      <a:pt x="1765" y="5712"/>
                      <a:pt x="1517" y="5712"/>
                    </a:cubicBezTo>
                    <a:lnTo>
                      <a:pt x="447" y="5712"/>
                    </a:lnTo>
                    <a:cubicBezTo>
                      <a:pt x="199" y="5712"/>
                      <a:pt x="0" y="5573"/>
                      <a:pt x="0" y="5394"/>
                    </a:cubicBezTo>
                    <a:lnTo>
                      <a:pt x="0" y="318"/>
                    </a:lnTo>
                    <a:cubicBezTo>
                      <a:pt x="0" y="139"/>
                      <a:pt x="209" y="0"/>
                      <a:pt x="447" y="0"/>
                    </a:cubicBezTo>
                    <a:lnTo>
                      <a:pt x="1517" y="0"/>
                    </a:lnTo>
                    <a:cubicBezTo>
                      <a:pt x="1765" y="0"/>
                      <a:pt x="1964" y="139"/>
                      <a:pt x="1964" y="31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37"/>
              <p:cNvSpPr/>
              <p:nvPr/>
            </p:nvSpPr>
            <p:spPr>
              <a:xfrm>
                <a:off x="5400073" y="3700362"/>
                <a:ext cx="35922" cy="28751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77" extrusionOk="0">
                    <a:moveTo>
                      <a:pt x="298" y="1"/>
                    </a:moveTo>
                    <a:cubicBezTo>
                      <a:pt x="0" y="20"/>
                      <a:pt x="0" y="457"/>
                      <a:pt x="298" y="477"/>
                    </a:cubicBezTo>
                    <a:cubicBezTo>
                      <a:pt x="595" y="457"/>
                      <a:pt x="595" y="20"/>
                      <a:pt x="2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37"/>
              <p:cNvSpPr/>
              <p:nvPr/>
            </p:nvSpPr>
            <p:spPr>
              <a:xfrm>
                <a:off x="5781386" y="3371080"/>
                <a:ext cx="37733" cy="28751"/>
              </a:xfrm>
              <a:custGeom>
                <a:avLst/>
                <a:gdLst/>
                <a:ahLst/>
                <a:cxnLst/>
                <a:rect l="l" t="t" r="r" b="b"/>
                <a:pathLst>
                  <a:path w="625" h="477" extrusionOk="0">
                    <a:moveTo>
                      <a:pt x="308" y="0"/>
                    </a:moveTo>
                    <a:cubicBezTo>
                      <a:pt x="0" y="0"/>
                      <a:pt x="0" y="476"/>
                      <a:pt x="308" y="476"/>
                    </a:cubicBezTo>
                    <a:cubicBezTo>
                      <a:pt x="625" y="476"/>
                      <a:pt x="625" y="0"/>
                      <a:pt x="3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37"/>
              <p:cNvSpPr/>
              <p:nvPr/>
            </p:nvSpPr>
            <p:spPr>
              <a:xfrm>
                <a:off x="6299141" y="3377047"/>
                <a:ext cx="37793" cy="28751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77" extrusionOk="0">
                    <a:moveTo>
                      <a:pt x="308" y="0"/>
                    </a:moveTo>
                    <a:cubicBezTo>
                      <a:pt x="1" y="0"/>
                      <a:pt x="1" y="476"/>
                      <a:pt x="308" y="476"/>
                    </a:cubicBezTo>
                    <a:cubicBezTo>
                      <a:pt x="626" y="476"/>
                      <a:pt x="626" y="0"/>
                      <a:pt x="3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37"/>
              <p:cNvSpPr/>
              <p:nvPr/>
            </p:nvSpPr>
            <p:spPr>
              <a:xfrm>
                <a:off x="5399470" y="2987369"/>
                <a:ext cx="37733" cy="29354"/>
              </a:xfrm>
              <a:custGeom>
                <a:avLst/>
                <a:gdLst/>
                <a:ahLst/>
                <a:cxnLst/>
                <a:rect l="l" t="t" r="r" b="b"/>
                <a:pathLst>
                  <a:path w="625" h="487" extrusionOk="0">
                    <a:moveTo>
                      <a:pt x="308" y="1"/>
                    </a:moveTo>
                    <a:cubicBezTo>
                      <a:pt x="0" y="1"/>
                      <a:pt x="0" y="486"/>
                      <a:pt x="308" y="486"/>
                    </a:cubicBezTo>
                    <a:cubicBezTo>
                      <a:pt x="625" y="486"/>
                      <a:pt x="625" y="1"/>
                      <a:pt x="3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37"/>
              <p:cNvSpPr/>
              <p:nvPr/>
            </p:nvSpPr>
            <p:spPr>
              <a:xfrm>
                <a:off x="5849607" y="3929890"/>
                <a:ext cx="31213" cy="124347"/>
              </a:xfrm>
              <a:custGeom>
                <a:avLst/>
                <a:gdLst/>
                <a:ahLst/>
                <a:cxnLst/>
                <a:rect l="l" t="t" r="r" b="b"/>
                <a:pathLst>
                  <a:path w="517" h="2063" extrusionOk="0">
                    <a:moveTo>
                      <a:pt x="0" y="0"/>
                    </a:moveTo>
                    <a:lnTo>
                      <a:pt x="0" y="2062"/>
                    </a:lnTo>
                    <a:lnTo>
                      <a:pt x="516" y="2062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37"/>
              <p:cNvSpPr/>
              <p:nvPr/>
            </p:nvSpPr>
            <p:spPr>
              <a:xfrm>
                <a:off x="5798109" y="4028499"/>
                <a:ext cx="118028" cy="117777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954" extrusionOk="0">
                    <a:moveTo>
                      <a:pt x="1111" y="0"/>
                    </a:moveTo>
                    <a:cubicBezTo>
                      <a:pt x="368" y="10"/>
                      <a:pt x="1" y="902"/>
                      <a:pt x="536" y="1428"/>
                    </a:cubicBezTo>
                    <a:cubicBezTo>
                      <a:pt x="1062" y="1953"/>
                      <a:pt x="1954" y="1577"/>
                      <a:pt x="1954" y="833"/>
                    </a:cubicBezTo>
                    <a:cubicBezTo>
                      <a:pt x="1954" y="367"/>
                      <a:pt x="1577" y="0"/>
                      <a:pt x="1111" y="0"/>
                    </a:cubicBezTo>
                    <a:close/>
                    <a:moveTo>
                      <a:pt x="1111" y="1160"/>
                    </a:moveTo>
                    <a:cubicBezTo>
                      <a:pt x="824" y="1160"/>
                      <a:pt x="675" y="813"/>
                      <a:pt x="883" y="605"/>
                    </a:cubicBezTo>
                    <a:cubicBezTo>
                      <a:pt x="1091" y="397"/>
                      <a:pt x="1438" y="545"/>
                      <a:pt x="1438" y="833"/>
                    </a:cubicBezTo>
                    <a:cubicBezTo>
                      <a:pt x="1438" y="1011"/>
                      <a:pt x="1290" y="1160"/>
                      <a:pt x="1111" y="11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37"/>
              <p:cNvSpPr/>
              <p:nvPr/>
            </p:nvSpPr>
            <p:spPr>
              <a:xfrm>
                <a:off x="6171091" y="3563538"/>
                <a:ext cx="20406" cy="136282"/>
              </a:xfrm>
              <a:custGeom>
                <a:avLst/>
                <a:gdLst/>
                <a:ahLst/>
                <a:cxnLst/>
                <a:rect l="l" t="t" r="r" b="b"/>
                <a:pathLst>
                  <a:path w="338" h="2261" extrusionOk="0">
                    <a:moveTo>
                      <a:pt x="164" y="0"/>
                    </a:moveTo>
                    <a:cubicBezTo>
                      <a:pt x="87" y="0"/>
                      <a:pt x="10" y="50"/>
                      <a:pt x="0" y="149"/>
                    </a:cubicBezTo>
                    <a:cubicBezTo>
                      <a:pt x="0" y="803"/>
                      <a:pt x="20" y="1458"/>
                      <a:pt x="10" y="2112"/>
                    </a:cubicBezTo>
                    <a:cubicBezTo>
                      <a:pt x="20" y="2211"/>
                      <a:pt x="97" y="2261"/>
                      <a:pt x="174" y="2261"/>
                    </a:cubicBezTo>
                    <a:cubicBezTo>
                      <a:pt x="250" y="2261"/>
                      <a:pt x="327" y="2211"/>
                      <a:pt x="337" y="2112"/>
                    </a:cubicBezTo>
                    <a:cubicBezTo>
                      <a:pt x="337" y="1458"/>
                      <a:pt x="327" y="803"/>
                      <a:pt x="327" y="149"/>
                    </a:cubicBezTo>
                    <a:cubicBezTo>
                      <a:pt x="317" y="50"/>
                      <a:pt x="240" y="0"/>
                      <a:pt x="16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37"/>
              <p:cNvSpPr/>
              <p:nvPr/>
            </p:nvSpPr>
            <p:spPr>
              <a:xfrm>
                <a:off x="6171634" y="3716516"/>
                <a:ext cx="19863" cy="17962"/>
              </a:xfrm>
              <a:custGeom>
                <a:avLst/>
                <a:gdLst/>
                <a:ahLst/>
                <a:cxnLst/>
                <a:rect l="l" t="t" r="r" b="b"/>
                <a:pathLst>
                  <a:path w="329" h="298" extrusionOk="0">
                    <a:moveTo>
                      <a:pt x="165" y="0"/>
                    </a:moveTo>
                    <a:cubicBezTo>
                      <a:pt x="88" y="0"/>
                      <a:pt x="11" y="50"/>
                      <a:pt x="1" y="149"/>
                    </a:cubicBezTo>
                    <a:cubicBezTo>
                      <a:pt x="11" y="248"/>
                      <a:pt x="88" y="298"/>
                      <a:pt x="165" y="298"/>
                    </a:cubicBezTo>
                    <a:cubicBezTo>
                      <a:pt x="241" y="298"/>
                      <a:pt x="318" y="248"/>
                      <a:pt x="328" y="149"/>
                    </a:cubicBezTo>
                    <a:cubicBezTo>
                      <a:pt x="318" y="50"/>
                      <a:pt x="241" y="0"/>
                      <a:pt x="1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37"/>
              <p:cNvSpPr/>
              <p:nvPr/>
            </p:nvSpPr>
            <p:spPr>
              <a:xfrm>
                <a:off x="6171634" y="3529422"/>
                <a:ext cx="19863" cy="17540"/>
              </a:xfrm>
              <a:custGeom>
                <a:avLst/>
                <a:gdLst/>
                <a:ahLst/>
                <a:cxnLst/>
                <a:rect l="l" t="t" r="r" b="b"/>
                <a:pathLst>
                  <a:path w="329" h="291" extrusionOk="0">
                    <a:moveTo>
                      <a:pt x="165" y="1"/>
                    </a:moveTo>
                    <a:cubicBezTo>
                      <a:pt x="88" y="1"/>
                      <a:pt x="11" y="50"/>
                      <a:pt x="1" y="150"/>
                    </a:cubicBezTo>
                    <a:cubicBezTo>
                      <a:pt x="11" y="244"/>
                      <a:pt x="88" y="291"/>
                      <a:pt x="165" y="291"/>
                    </a:cubicBezTo>
                    <a:cubicBezTo>
                      <a:pt x="241" y="291"/>
                      <a:pt x="318" y="244"/>
                      <a:pt x="328" y="150"/>
                    </a:cubicBezTo>
                    <a:cubicBezTo>
                      <a:pt x="318" y="50"/>
                      <a:pt x="241" y="1"/>
                      <a:pt x="16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37"/>
              <p:cNvSpPr/>
              <p:nvPr/>
            </p:nvSpPr>
            <p:spPr>
              <a:xfrm>
                <a:off x="5814289" y="3664077"/>
                <a:ext cx="15636" cy="103733"/>
              </a:xfrm>
              <a:custGeom>
                <a:avLst/>
                <a:gdLst/>
                <a:ahLst/>
                <a:cxnLst/>
                <a:rect l="l" t="t" r="r" b="b"/>
                <a:pathLst>
                  <a:path w="259" h="1721" extrusionOk="0">
                    <a:moveTo>
                      <a:pt x="124" y="0"/>
                    </a:moveTo>
                    <a:cubicBezTo>
                      <a:pt x="62" y="0"/>
                      <a:pt x="0" y="42"/>
                      <a:pt x="0" y="127"/>
                    </a:cubicBezTo>
                    <a:cubicBezTo>
                      <a:pt x="0" y="613"/>
                      <a:pt x="10" y="1108"/>
                      <a:pt x="10" y="1594"/>
                    </a:cubicBezTo>
                    <a:cubicBezTo>
                      <a:pt x="10" y="1678"/>
                      <a:pt x="72" y="1721"/>
                      <a:pt x="134" y="1721"/>
                    </a:cubicBezTo>
                    <a:cubicBezTo>
                      <a:pt x="196" y="1721"/>
                      <a:pt x="258" y="1678"/>
                      <a:pt x="258" y="1594"/>
                    </a:cubicBezTo>
                    <a:cubicBezTo>
                      <a:pt x="258" y="1108"/>
                      <a:pt x="248" y="613"/>
                      <a:pt x="248" y="127"/>
                    </a:cubicBezTo>
                    <a:cubicBezTo>
                      <a:pt x="248" y="42"/>
                      <a:pt x="186" y="0"/>
                      <a:pt x="1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37"/>
              <p:cNvSpPr/>
              <p:nvPr/>
            </p:nvSpPr>
            <p:spPr>
              <a:xfrm>
                <a:off x="5814893" y="3779986"/>
                <a:ext cx="15033" cy="11754"/>
              </a:xfrm>
              <a:custGeom>
                <a:avLst/>
                <a:gdLst/>
                <a:ahLst/>
                <a:cxnLst/>
                <a:rect l="l" t="t" r="r" b="b"/>
                <a:pathLst>
                  <a:path w="249" h="195" extrusionOk="0">
                    <a:moveTo>
                      <a:pt x="124" y="1"/>
                    </a:moveTo>
                    <a:cubicBezTo>
                      <a:pt x="70" y="1"/>
                      <a:pt x="15" y="33"/>
                      <a:pt x="0" y="98"/>
                    </a:cubicBezTo>
                    <a:cubicBezTo>
                      <a:pt x="15" y="162"/>
                      <a:pt x="70" y="194"/>
                      <a:pt x="124" y="194"/>
                    </a:cubicBezTo>
                    <a:cubicBezTo>
                      <a:pt x="179" y="194"/>
                      <a:pt x="233" y="162"/>
                      <a:pt x="248" y="98"/>
                    </a:cubicBezTo>
                    <a:cubicBezTo>
                      <a:pt x="233" y="33"/>
                      <a:pt x="179" y="1"/>
                      <a:pt x="12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37"/>
              <p:cNvSpPr/>
              <p:nvPr/>
            </p:nvSpPr>
            <p:spPr>
              <a:xfrm>
                <a:off x="5814893" y="3640148"/>
                <a:ext cx="15033" cy="11693"/>
              </a:xfrm>
              <a:custGeom>
                <a:avLst/>
                <a:gdLst/>
                <a:ahLst/>
                <a:cxnLst/>
                <a:rect l="l" t="t" r="r" b="b"/>
                <a:pathLst>
                  <a:path w="249" h="194" extrusionOk="0">
                    <a:moveTo>
                      <a:pt x="124" y="1"/>
                    </a:moveTo>
                    <a:cubicBezTo>
                      <a:pt x="70" y="1"/>
                      <a:pt x="15" y="33"/>
                      <a:pt x="0" y="97"/>
                    </a:cubicBezTo>
                    <a:cubicBezTo>
                      <a:pt x="15" y="162"/>
                      <a:pt x="70" y="194"/>
                      <a:pt x="124" y="194"/>
                    </a:cubicBezTo>
                    <a:cubicBezTo>
                      <a:pt x="179" y="194"/>
                      <a:pt x="233" y="162"/>
                      <a:pt x="248" y="97"/>
                    </a:cubicBezTo>
                    <a:cubicBezTo>
                      <a:pt x="233" y="33"/>
                      <a:pt x="179" y="1"/>
                      <a:pt x="12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37"/>
              <p:cNvSpPr/>
              <p:nvPr/>
            </p:nvSpPr>
            <p:spPr>
              <a:xfrm>
                <a:off x="6006334" y="3379760"/>
                <a:ext cx="111991" cy="8432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399" extrusionOk="0">
                    <a:moveTo>
                      <a:pt x="1601" y="0"/>
                    </a:moveTo>
                    <a:cubicBezTo>
                      <a:pt x="1567" y="0"/>
                      <a:pt x="1532" y="11"/>
                      <a:pt x="1500" y="35"/>
                    </a:cubicBezTo>
                    <a:cubicBezTo>
                      <a:pt x="1053" y="392"/>
                      <a:pt x="647" y="808"/>
                      <a:pt x="151" y="1096"/>
                    </a:cubicBezTo>
                    <a:cubicBezTo>
                      <a:pt x="1" y="1187"/>
                      <a:pt x="89" y="1398"/>
                      <a:pt x="227" y="1398"/>
                    </a:cubicBezTo>
                    <a:cubicBezTo>
                      <a:pt x="253" y="1398"/>
                      <a:pt x="281" y="1391"/>
                      <a:pt x="310" y="1373"/>
                    </a:cubicBezTo>
                    <a:cubicBezTo>
                      <a:pt x="835" y="1066"/>
                      <a:pt x="1252" y="630"/>
                      <a:pt x="1728" y="263"/>
                    </a:cubicBezTo>
                    <a:cubicBezTo>
                      <a:pt x="1854" y="160"/>
                      <a:pt x="1735" y="0"/>
                      <a:pt x="160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37"/>
              <p:cNvSpPr/>
              <p:nvPr/>
            </p:nvSpPr>
            <p:spPr>
              <a:xfrm>
                <a:off x="6117782" y="3354926"/>
                <a:ext cx="23425" cy="19167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18" extrusionOk="0">
                    <a:moveTo>
                      <a:pt x="199" y="1"/>
                    </a:moveTo>
                    <a:cubicBezTo>
                      <a:pt x="1" y="20"/>
                      <a:pt x="1" y="298"/>
                      <a:pt x="199" y="318"/>
                    </a:cubicBezTo>
                    <a:cubicBezTo>
                      <a:pt x="387" y="298"/>
                      <a:pt x="387" y="20"/>
                      <a:pt x="1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94" name="Google Shape;1994;p37"/>
          <p:cNvGrpSpPr/>
          <p:nvPr/>
        </p:nvGrpSpPr>
        <p:grpSpPr>
          <a:xfrm>
            <a:off x="6476519" y="3589899"/>
            <a:ext cx="537441" cy="456890"/>
            <a:chOff x="3824894" y="3938349"/>
            <a:chExt cx="537441" cy="456890"/>
          </a:xfrm>
        </p:grpSpPr>
        <p:sp>
          <p:nvSpPr>
            <p:cNvPr id="1995" name="Google Shape;1995;p37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96" name="Google Shape;1996;p37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1997" name="Google Shape;1997;p37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37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37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37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01" name="Google Shape;2001;p37"/>
          <p:cNvGrpSpPr/>
          <p:nvPr/>
        </p:nvGrpSpPr>
        <p:grpSpPr>
          <a:xfrm rot="1800044">
            <a:off x="7558488" y="877847"/>
            <a:ext cx="537429" cy="456880"/>
            <a:chOff x="3824894" y="3938349"/>
            <a:chExt cx="537441" cy="456890"/>
          </a:xfrm>
        </p:grpSpPr>
        <p:sp>
          <p:nvSpPr>
            <p:cNvPr id="2002" name="Google Shape;2002;p37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03" name="Google Shape;2003;p37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2004" name="Google Shape;2004;p37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37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37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37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08" name="Google Shape;2008;p37"/>
          <p:cNvGrpSpPr/>
          <p:nvPr/>
        </p:nvGrpSpPr>
        <p:grpSpPr>
          <a:xfrm>
            <a:off x="8174124" y="539282"/>
            <a:ext cx="273484" cy="274317"/>
            <a:chOff x="5885615" y="165400"/>
            <a:chExt cx="364743" cy="365756"/>
          </a:xfrm>
        </p:grpSpPr>
        <p:sp>
          <p:nvSpPr>
            <p:cNvPr id="2009" name="Google Shape;2009;p3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1" name="Google Shape;2011;p37"/>
          <p:cNvGrpSpPr/>
          <p:nvPr/>
        </p:nvGrpSpPr>
        <p:grpSpPr>
          <a:xfrm>
            <a:off x="5156700" y="688257"/>
            <a:ext cx="273484" cy="274317"/>
            <a:chOff x="5885615" y="165400"/>
            <a:chExt cx="364743" cy="365756"/>
          </a:xfrm>
        </p:grpSpPr>
        <p:sp>
          <p:nvSpPr>
            <p:cNvPr id="2012" name="Google Shape;2012;p3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4" name="Google Shape;2014;p37"/>
          <p:cNvGrpSpPr/>
          <p:nvPr/>
        </p:nvGrpSpPr>
        <p:grpSpPr>
          <a:xfrm>
            <a:off x="6369702" y="4329682"/>
            <a:ext cx="273484" cy="274317"/>
            <a:chOff x="5885615" y="165400"/>
            <a:chExt cx="364743" cy="365756"/>
          </a:xfrm>
        </p:grpSpPr>
        <p:sp>
          <p:nvSpPr>
            <p:cNvPr id="2015" name="Google Shape;2015;p3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7" name="Google Shape;2017;p37"/>
          <p:cNvGrpSpPr/>
          <p:nvPr/>
        </p:nvGrpSpPr>
        <p:grpSpPr>
          <a:xfrm>
            <a:off x="8293553" y="3881725"/>
            <a:ext cx="274452" cy="274317"/>
            <a:chOff x="2167548" y="1796250"/>
            <a:chExt cx="274452" cy="274317"/>
          </a:xfrm>
        </p:grpSpPr>
        <p:sp>
          <p:nvSpPr>
            <p:cNvPr id="2018" name="Google Shape;2018;p3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0" name="Google Shape;2020;p37"/>
          <p:cNvGrpSpPr/>
          <p:nvPr/>
        </p:nvGrpSpPr>
        <p:grpSpPr>
          <a:xfrm>
            <a:off x="6739498" y="905375"/>
            <a:ext cx="274452" cy="274317"/>
            <a:chOff x="2167548" y="1796250"/>
            <a:chExt cx="274452" cy="274317"/>
          </a:xfrm>
        </p:grpSpPr>
        <p:sp>
          <p:nvSpPr>
            <p:cNvPr id="2021" name="Google Shape;2021;p3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3" name="Google Shape;2023;p37"/>
          <p:cNvGrpSpPr/>
          <p:nvPr/>
        </p:nvGrpSpPr>
        <p:grpSpPr>
          <a:xfrm>
            <a:off x="4882250" y="4466838"/>
            <a:ext cx="274452" cy="274317"/>
            <a:chOff x="2167548" y="1796250"/>
            <a:chExt cx="274452" cy="274317"/>
          </a:xfrm>
        </p:grpSpPr>
        <p:sp>
          <p:nvSpPr>
            <p:cNvPr id="2024" name="Google Shape;2024;p3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6" name="Google Shape;2026;p37"/>
          <p:cNvGrpSpPr/>
          <p:nvPr/>
        </p:nvGrpSpPr>
        <p:grpSpPr>
          <a:xfrm>
            <a:off x="901242" y="631050"/>
            <a:ext cx="359149" cy="274320"/>
            <a:chOff x="1684504" y="2090725"/>
            <a:chExt cx="359149" cy="274320"/>
          </a:xfrm>
        </p:grpSpPr>
        <p:sp>
          <p:nvSpPr>
            <p:cNvPr id="2027" name="Google Shape;2027;p37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9" name="Google Shape;2029;p37"/>
          <p:cNvGrpSpPr/>
          <p:nvPr/>
        </p:nvGrpSpPr>
        <p:grpSpPr>
          <a:xfrm flipH="1">
            <a:off x="7121129" y="539275"/>
            <a:ext cx="359149" cy="274320"/>
            <a:chOff x="1684504" y="2090725"/>
            <a:chExt cx="359149" cy="274320"/>
          </a:xfrm>
        </p:grpSpPr>
        <p:sp>
          <p:nvSpPr>
            <p:cNvPr id="2030" name="Google Shape;2030;p37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2" name="Google Shape;2032;p37"/>
          <p:cNvGrpSpPr/>
          <p:nvPr/>
        </p:nvGrpSpPr>
        <p:grpSpPr>
          <a:xfrm>
            <a:off x="525176" y="356613"/>
            <a:ext cx="376078" cy="365766"/>
            <a:chOff x="1243851" y="2712376"/>
            <a:chExt cx="376078" cy="365766"/>
          </a:xfrm>
        </p:grpSpPr>
        <p:sp>
          <p:nvSpPr>
            <p:cNvPr id="2033" name="Google Shape;2033;p37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5" name="Google Shape;2035;p37"/>
          <p:cNvGrpSpPr/>
          <p:nvPr/>
        </p:nvGrpSpPr>
        <p:grpSpPr>
          <a:xfrm>
            <a:off x="5548263" y="3881713"/>
            <a:ext cx="376078" cy="365766"/>
            <a:chOff x="1243851" y="2712376"/>
            <a:chExt cx="376078" cy="365766"/>
          </a:xfrm>
        </p:grpSpPr>
        <p:sp>
          <p:nvSpPr>
            <p:cNvPr id="2036" name="Google Shape;2036;p37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8" name="Google Shape;2038;p37"/>
          <p:cNvGrpSpPr/>
          <p:nvPr/>
        </p:nvGrpSpPr>
        <p:grpSpPr>
          <a:xfrm>
            <a:off x="6974101" y="3963956"/>
            <a:ext cx="683711" cy="640033"/>
            <a:chOff x="4230151" y="3601344"/>
            <a:chExt cx="683711" cy="640033"/>
          </a:xfrm>
        </p:grpSpPr>
        <p:sp>
          <p:nvSpPr>
            <p:cNvPr id="2039" name="Google Shape;2039;p37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40" name="Google Shape;2040;p37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2041" name="Google Shape;2041;p37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37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37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37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37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37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37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37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37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37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51" name="Google Shape;2051;p37"/>
          <p:cNvSpPr/>
          <p:nvPr/>
        </p:nvSpPr>
        <p:spPr>
          <a:xfrm rot="-1799991">
            <a:off x="6301405" y="459220"/>
            <a:ext cx="558556" cy="16841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94x10</a:t>
            </a:r>
          </a:p>
        </p:txBody>
      </p:sp>
      <p:sp>
        <p:nvSpPr>
          <p:cNvPr id="2052" name="Google Shape;2052;p37"/>
          <p:cNvSpPr/>
          <p:nvPr/>
        </p:nvSpPr>
        <p:spPr>
          <a:xfrm rot="1800017">
            <a:off x="469253" y="936864"/>
            <a:ext cx="326714" cy="15016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3x2</a:t>
            </a:r>
          </a:p>
        </p:txBody>
      </p:sp>
      <p:sp>
        <p:nvSpPr>
          <p:cNvPr id="2053" name="Google Shape;2053;p37"/>
          <p:cNvSpPr/>
          <p:nvPr/>
        </p:nvSpPr>
        <p:spPr>
          <a:xfrm rot="-1799991">
            <a:off x="7917744" y="4396114"/>
            <a:ext cx="236895" cy="14146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38"/>
          <p:cNvSpPr txBox="1">
            <a:spLocks noGrp="1"/>
          </p:cNvSpPr>
          <p:nvPr>
            <p:ph type="title"/>
          </p:nvPr>
        </p:nvSpPr>
        <p:spPr>
          <a:xfrm>
            <a:off x="3407700" y="2252103"/>
            <a:ext cx="5023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/>
          </a:p>
        </p:txBody>
      </p:sp>
      <p:sp>
        <p:nvSpPr>
          <p:cNvPr id="2059" name="Google Shape;2059;p38"/>
          <p:cNvSpPr txBox="1">
            <a:spLocks noGrp="1"/>
          </p:cNvSpPr>
          <p:nvPr>
            <p:ph type="title" idx="2"/>
          </p:nvPr>
        </p:nvSpPr>
        <p:spPr>
          <a:xfrm>
            <a:off x="4822050" y="784609"/>
            <a:ext cx="21945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60" name="Google Shape;2060;p38"/>
          <p:cNvSpPr txBox="1">
            <a:spLocks noGrp="1"/>
          </p:cNvSpPr>
          <p:nvPr>
            <p:ph type="subTitle" idx="1"/>
          </p:nvPr>
        </p:nvSpPr>
        <p:spPr>
          <a:xfrm>
            <a:off x="4755000" y="3718691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subtitle </a:t>
            </a:r>
            <a:r>
              <a:rPr lang="en"/>
              <a:t>here if you need it</a:t>
            </a:r>
            <a:endParaRPr/>
          </a:p>
        </p:txBody>
      </p:sp>
      <p:cxnSp>
        <p:nvCxnSpPr>
          <p:cNvPr id="2061" name="Google Shape;2061;p38"/>
          <p:cNvCxnSpPr/>
          <p:nvPr/>
        </p:nvCxnSpPr>
        <p:spPr>
          <a:xfrm>
            <a:off x="5004900" y="3442597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2062" name="Google Shape;2062;p38"/>
          <p:cNvGrpSpPr/>
          <p:nvPr/>
        </p:nvGrpSpPr>
        <p:grpSpPr>
          <a:xfrm>
            <a:off x="1372897" y="539628"/>
            <a:ext cx="2196544" cy="2066369"/>
            <a:chOff x="1372897" y="539628"/>
            <a:chExt cx="2196544" cy="2066369"/>
          </a:xfrm>
        </p:grpSpPr>
        <p:sp>
          <p:nvSpPr>
            <p:cNvPr id="2063" name="Google Shape;2063;p38"/>
            <p:cNvSpPr/>
            <p:nvPr/>
          </p:nvSpPr>
          <p:spPr>
            <a:xfrm rot="1199872">
              <a:off x="1585138" y="795901"/>
              <a:ext cx="1772062" cy="1553824"/>
            </a:xfrm>
            <a:custGeom>
              <a:avLst/>
              <a:gdLst/>
              <a:ahLst/>
              <a:cxnLst/>
              <a:rect l="l" t="t" r="r" b="b"/>
              <a:pathLst>
                <a:path w="25464" h="22457" extrusionOk="0">
                  <a:moveTo>
                    <a:pt x="10925" y="1"/>
                  </a:moveTo>
                  <a:cubicBezTo>
                    <a:pt x="10787" y="1"/>
                    <a:pt x="10667" y="103"/>
                    <a:pt x="10640" y="253"/>
                  </a:cubicBezTo>
                  <a:lnTo>
                    <a:pt x="10045" y="4120"/>
                  </a:lnTo>
                  <a:lnTo>
                    <a:pt x="9212" y="1989"/>
                  </a:lnTo>
                  <a:cubicBezTo>
                    <a:pt x="9167" y="1884"/>
                    <a:pt x="9066" y="1818"/>
                    <a:pt x="8955" y="1818"/>
                  </a:cubicBezTo>
                  <a:cubicBezTo>
                    <a:pt x="8919" y="1818"/>
                    <a:pt x="8882" y="1825"/>
                    <a:pt x="8845" y="1840"/>
                  </a:cubicBezTo>
                  <a:lnTo>
                    <a:pt x="3412" y="3972"/>
                  </a:lnTo>
                  <a:cubicBezTo>
                    <a:pt x="3273" y="4021"/>
                    <a:pt x="3204" y="4180"/>
                    <a:pt x="3253" y="4329"/>
                  </a:cubicBezTo>
                  <a:lnTo>
                    <a:pt x="3412" y="4735"/>
                  </a:lnTo>
                  <a:lnTo>
                    <a:pt x="1508" y="5469"/>
                  </a:lnTo>
                  <a:cubicBezTo>
                    <a:pt x="1359" y="5479"/>
                    <a:pt x="1230" y="6569"/>
                    <a:pt x="1161" y="6649"/>
                  </a:cubicBezTo>
                  <a:cubicBezTo>
                    <a:pt x="1022" y="6788"/>
                    <a:pt x="1" y="6897"/>
                    <a:pt x="11" y="7035"/>
                  </a:cubicBezTo>
                  <a:cubicBezTo>
                    <a:pt x="21" y="7174"/>
                    <a:pt x="1022" y="7234"/>
                    <a:pt x="1161" y="7373"/>
                  </a:cubicBezTo>
                  <a:cubicBezTo>
                    <a:pt x="1240" y="7451"/>
                    <a:pt x="1407" y="8553"/>
                    <a:pt x="1556" y="8553"/>
                  </a:cubicBezTo>
                  <a:cubicBezTo>
                    <a:pt x="1556" y="8553"/>
                    <a:pt x="1557" y="8552"/>
                    <a:pt x="1558" y="8552"/>
                  </a:cubicBezTo>
                  <a:lnTo>
                    <a:pt x="2529" y="9385"/>
                  </a:lnTo>
                  <a:cubicBezTo>
                    <a:pt x="2232" y="12628"/>
                    <a:pt x="2242" y="15890"/>
                    <a:pt x="2549" y="19122"/>
                  </a:cubicBezTo>
                  <a:cubicBezTo>
                    <a:pt x="2599" y="19568"/>
                    <a:pt x="2817" y="19975"/>
                    <a:pt x="3164" y="20253"/>
                  </a:cubicBezTo>
                  <a:cubicBezTo>
                    <a:pt x="3164" y="20253"/>
                    <a:pt x="4403" y="21571"/>
                    <a:pt x="4622" y="21760"/>
                  </a:cubicBezTo>
                  <a:cubicBezTo>
                    <a:pt x="4919" y="22047"/>
                    <a:pt x="5296" y="22226"/>
                    <a:pt x="5702" y="22255"/>
                  </a:cubicBezTo>
                  <a:cubicBezTo>
                    <a:pt x="8087" y="22389"/>
                    <a:pt x="10474" y="22456"/>
                    <a:pt x="12860" y="22456"/>
                  </a:cubicBezTo>
                  <a:cubicBezTo>
                    <a:pt x="15246" y="22456"/>
                    <a:pt x="17630" y="22389"/>
                    <a:pt x="20010" y="22255"/>
                  </a:cubicBezTo>
                  <a:cubicBezTo>
                    <a:pt x="20635" y="22196"/>
                    <a:pt x="21190" y="21819"/>
                    <a:pt x="21468" y="21254"/>
                  </a:cubicBezTo>
                  <a:lnTo>
                    <a:pt x="23956" y="21254"/>
                  </a:lnTo>
                  <a:cubicBezTo>
                    <a:pt x="24105" y="21244"/>
                    <a:pt x="24224" y="20153"/>
                    <a:pt x="24303" y="20074"/>
                  </a:cubicBezTo>
                  <a:cubicBezTo>
                    <a:pt x="24432" y="19935"/>
                    <a:pt x="25464" y="19826"/>
                    <a:pt x="25454" y="19687"/>
                  </a:cubicBezTo>
                  <a:cubicBezTo>
                    <a:pt x="25444" y="19549"/>
                    <a:pt x="24432" y="19469"/>
                    <a:pt x="24294" y="19340"/>
                  </a:cubicBezTo>
                  <a:cubicBezTo>
                    <a:pt x="24215" y="19261"/>
                    <a:pt x="24047" y="18170"/>
                    <a:pt x="23909" y="18170"/>
                  </a:cubicBezTo>
                  <a:cubicBezTo>
                    <a:pt x="23908" y="18170"/>
                    <a:pt x="23907" y="18170"/>
                    <a:pt x="23907" y="18170"/>
                  </a:cubicBezTo>
                  <a:lnTo>
                    <a:pt x="21795" y="18170"/>
                  </a:lnTo>
                  <a:cubicBezTo>
                    <a:pt x="21815" y="17675"/>
                    <a:pt x="21835" y="17169"/>
                    <a:pt x="21844" y="16663"/>
                  </a:cubicBezTo>
                  <a:cubicBezTo>
                    <a:pt x="22013" y="16633"/>
                    <a:pt x="22132" y="16445"/>
                    <a:pt x="22142" y="16197"/>
                  </a:cubicBezTo>
                  <a:lnTo>
                    <a:pt x="22142" y="14046"/>
                  </a:lnTo>
                  <a:cubicBezTo>
                    <a:pt x="22142" y="13788"/>
                    <a:pt x="21993" y="13580"/>
                    <a:pt x="21805" y="13580"/>
                  </a:cubicBezTo>
                  <a:cubicBezTo>
                    <a:pt x="21765" y="12647"/>
                    <a:pt x="21706" y="11715"/>
                    <a:pt x="21626" y="10783"/>
                  </a:cubicBezTo>
                  <a:cubicBezTo>
                    <a:pt x="21567" y="10307"/>
                    <a:pt x="21309" y="9881"/>
                    <a:pt x="20932" y="9594"/>
                  </a:cubicBezTo>
                  <a:lnTo>
                    <a:pt x="19663" y="8275"/>
                  </a:lnTo>
                  <a:cubicBezTo>
                    <a:pt x="19633" y="8235"/>
                    <a:pt x="19604" y="8205"/>
                    <a:pt x="19574" y="8166"/>
                  </a:cubicBezTo>
                  <a:lnTo>
                    <a:pt x="21378" y="4011"/>
                  </a:lnTo>
                  <a:cubicBezTo>
                    <a:pt x="21448" y="3853"/>
                    <a:pt x="21378" y="3684"/>
                    <a:pt x="21230" y="3615"/>
                  </a:cubicBezTo>
                  <a:lnTo>
                    <a:pt x="16817" y="1701"/>
                  </a:lnTo>
                  <a:cubicBezTo>
                    <a:pt x="16776" y="1683"/>
                    <a:pt x="16733" y="1674"/>
                    <a:pt x="16692" y="1674"/>
                  </a:cubicBezTo>
                  <a:cubicBezTo>
                    <a:pt x="16577" y="1674"/>
                    <a:pt x="16472" y="1743"/>
                    <a:pt x="16421" y="1860"/>
                  </a:cubicBezTo>
                  <a:lnTo>
                    <a:pt x="15548" y="3882"/>
                  </a:lnTo>
                  <a:lnTo>
                    <a:pt x="15975" y="1076"/>
                  </a:lnTo>
                  <a:cubicBezTo>
                    <a:pt x="16004" y="918"/>
                    <a:pt x="15895" y="759"/>
                    <a:pt x="15727" y="739"/>
                  </a:cubicBezTo>
                  <a:lnTo>
                    <a:pt x="10977" y="5"/>
                  </a:lnTo>
                  <a:cubicBezTo>
                    <a:pt x="10960" y="2"/>
                    <a:pt x="10942" y="1"/>
                    <a:pt x="10925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4" name="Google Shape;2064;p38"/>
            <p:cNvGrpSpPr/>
            <p:nvPr/>
          </p:nvGrpSpPr>
          <p:grpSpPr>
            <a:xfrm rot="1199872">
              <a:off x="1585521" y="795659"/>
              <a:ext cx="1771296" cy="1554308"/>
              <a:chOff x="5044324" y="1071599"/>
              <a:chExt cx="1570132" cy="1371596"/>
            </a:xfrm>
          </p:grpSpPr>
          <p:sp>
            <p:nvSpPr>
              <p:cNvPr id="2065" name="Google Shape;2065;p38"/>
              <p:cNvSpPr/>
              <p:nvPr/>
            </p:nvSpPr>
            <p:spPr>
              <a:xfrm>
                <a:off x="5721949" y="1108472"/>
                <a:ext cx="69769" cy="57821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947" extrusionOk="0">
                    <a:moveTo>
                      <a:pt x="352" y="1"/>
                    </a:moveTo>
                    <a:cubicBezTo>
                      <a:pt x="229" y="1"/>
                      <a:pt x="127" y="95"/>
                      <a:pt x="109" y="231"/>
                    </a:cubicBezTo>
                    <a:lnTo>
                      <a:pt x="0" y="925"/>
                    </a:lnTo>
                    <a:cubicBezTo>
                      <a:pt x="30" y="925"/>
                      <a:pt x="50" y="935"/>
                      <a:pt x="80" y="935"/>
                    </a:cubicBezTo>
                    <a:cubicBezTo>
                      <a:pt x="127" y="943"/>
                      <a:pt x="175" y="947"/>
                      <a:pt x="221" y="947"/>
                    </a:cubicBezTo>
                    <a:cubicBezTo>
                      <a:pt x="661" y="947"/>
                      <a:pt x="1049" y="620"/>
                      <a:pt x="1121" y="172"/>
                    </a:cubicBezTo>
                    <a:cubicBezTo>
                      <a:pt x="1121" y="152"/>
                      <a:pt x="1121" y="132"/>
                      <a:pt x="1131" y="112"/>
                    </a:cubicBezTo>
                    <a:lnTo>
                      <a:pt x="387" y="3"/>
                    </a:lnTo>
                    <a:cubicBezTo>
                      <a:pt x="375" y="2"/>
                      <a:pt x="363" y="1"/>
                      <a:pt x="35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38"/>
              <p:cNvSpPr/>
              <p:nvPr/>
            </p:nvSpPr>
            <p:spPr>
              <a:xfrm>
                <a:off x="5238825" y="1577216"/>
                <a:ext cx="1158491" cy="865979"/>
              </a:xfrm>
              <a:custGeom>
                <a:avLst/>
                <a:gdLst/>
                <a:ahLst/>
                <a:cxnLst/>
                <a:rect l="l" t="t" r="r" b="b"/>
                <a:pathLst>
                  <a:path w="18780" h="14183" extrusionOk="0">
                    <a:moveTo>
                      <a:pt x="16519" y="1"/>
                    </a:moveTo>
                    <a:lnTo>
                      <a:pt x="16747" y="943"/>
                    </a:lnTo>
                    <a:cubicBezTo>
                      <a:pt x="14382" y="814"/>
                      <a:pt x="12015" y="749"/>
                      <a:pt x="9648" y="749"/>
                    </a:cubicBezTo>
                    <a:cubicBezTo>
                      <a:pt x="7280" y="749"/>
                      <a:pt x="4913" y="814"/>
                      <a:pt x="2548" y="943"/>
                    </a:cubicBezTo>
                    <a:cubicBezTo>
                      <a:pt x="1716" y="1022"/>
                      <a:pt x="1051" y="1667"/>
                      <a:pt x="942" y="2490"/>
                    </a:cubicBezTo>
                    <a:cubicBezTo>
                      <a:pt x="645" y="5682"/>
                      <a:pt x="635" y="8885"/>
                      <a:pt x="902" y="12078"/>
                    </a:cubicBezTo>
                    <a:lnTo>
                      <a:pt x="0" y="11979"/>
                    </a:lnTo>
                    <a:lnTo>
                      <a:pt x="0" y="11979"/>
                    </a:lnTo>
                    <a:cubicBezTo>
                      <a:pt x="0" y="11979"/>
                      <a:pt x="1240" y="13297"/>
                      <a:pt x="1468" y="13486"/>
                    </a:cubicBezTo>
                    <a:cubicBezTo>
                      <a:pt x="1755" y="13773"/>
                      <a:pt x="2142" y="13952"/>
                      <a:pt x="2548" y="13981"/>
                    </a:cubicBezTo>
                    <a:cubicBezTo>
                      <a:pt x="4928" y="14115"/>
                      <a:pt x="7313" y="14182"/>
                      <a:pt x="9699" y="14182"/>
                    </a:cubicBezTo>
                    <a:cubicBezTo>
                      <a:pt x="12084" y="14182"/>
                      <a:pt x="14472" y="14115"/>
                      <a:pt x="16856" y="13981"/>
                    </a:cubicBezTo>
                    <a:cubicBezTo>
                      <a:pt x="17689" y="13902"/>
                      <a:pt x="18353" y="13268"/>
                      <a:pt x="18463" y="12435"/>
                    </a:cubicBezTo>
                    <a:cubicBezTo>
                      <a:pt x="18780" y="9133"/>
                      <a:pt x="18780" y="5801"/>
                      <a:pt x="18472" y="2499"/>
                    </a:cubicBezTo>
                    <a:cubicBezTo>
                      <a:pt x="18413" y="2024"/>
                      <a:pt x="18165" y="1597"/>
                      <a:pt x="17778" y="1310"/>
                    </a:cubicBezTo>
                    <a:lnTo>
                      <a:pt x="16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38"/>
              <p:cNvSpPr/>
              <p:nvPr/>
            </p:nvSpPr>
            <p:spPr>
              <a:xfrm>
                <a:off x="5811902" y="1174237"/>
                <a:ext cx="555434" cy="704359"/>
              </a:xfrm>
              <a:custGeom>
                <a:avLst/>
                <a:gdLst/>
                <a:ahLst/>
                <a:cxnLst/>
                <a:rect l="l" t="t" r="r" b="b"/>
                <a:pathLst>
                  <a:path w="9004" h="11536" extrusionOk="0">
                    <a:moveTo>
                      <a:pt x="4253" y="0"/>
                    </a:moveTo>
                    <a:cubicBezTo>
                      <a:pt x="4139" y="0"/>
                      <a:pt x="4028" y="69"/>
                      <a:pt x="3977" y="186"/>
                    </a:cubicBezTo>
                    <a:lnTo>
                      <a:pt x="70" y="9209"/>
                    </a:lnTo>
                    <a:cubicBezTo>
                      <a:pt x="1" y="9357"/>
                      <a:pt x="70" y="9536"/>
                      <a:pt x="219" y="9605"/>
                    </a:cubicBezTo>
                    <a:lnTo>
                      <a:pt x="4631" y="11509"/>
                    </a:lnTo>
                    <a:cubicBezTo>
                      <a:pt x="4671" y="11527"/>
                      <a:pt x="4712" y="11536"/>
                      <a:pt x="4753" y="11536"/>
                    </a:cubicBezTo>
                    <a:cubicBezTo>
                      <a:pt x="4867" y="11536"/>
                      <a:pt x="4977" y="11469"/>
                      <a:pt x="5028" y="11360"/>
                    </a:cubicBezTo>
                    <a:lnTo>
                      <a:pt x="8935" y="2327"/>
                    </a:lnTo>
                    <a:cubicBezTo>
                      <a:pt x="9004" y="2179"/>
                      <a:pt x="8935" y="2000"/>
                      <a:pt x="8786" y="1941"/>
                    </a:cubicBezTo>
                    <a:lnTo>
                      <a:pt x="4373" y="27"/>
                    </a:lnTo>
                    <a:cubicBezTo>
                      <a:pt x="4334" y="9"/>
                      <a:pt x="4293" y="0"/>
                      <a:pt x="4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38"/>
              <p:cNvSpPr/>
              <p:nvPr/>
            </p:nvSpPr>
            <p:spPr>
              <a:xfrm>
                <a:off x="5854713" y="1216061"/>
                <a:ext cx="469195" cy="619856"/>
              </a:xfrm>
              <a:custGeom>
                <a:avLst/>
                <a:gdLst/>
                <a:ahLst/>
                <a:cxnLst/>
                <a:rect l="l" t="t" r="r" b="b"/>
                <a:pathLst>
                  <a:path w="7606" h="10152" extrusionOk="0">
                    <a:moveTo>
                      <a:pt x="3811" y="0"/>
                    </a:moveTo>
                    <a:cubicBezTo>
                      <a:pt x="3708" y="0"/>
                      <a:pt x="3611" y="64"/>
                      <a:pt x="3580" y="165"/>
                    </a:cubicBezTo>
                    <a:lnTo>
                      <a:pt x="70" y="8266"/>
                    </a:lnTo>
                    <a:cubicBezTo>
                      <a:pt x="1" y="8385"/>
                      <a:pt x="60" y="8543"/>
                      <a:pt x="179" y="8603"/>
                    </a:cubicBezTo>
                    <a:lnTo>
                      <a:pt x="3719" y="10130"/>
                    </a:lnTo>
                    <a:cubicBezTo>
                      <a:pt x="3751" y="10144"/>
                      <a:pt x="3783" y="10151"/>
                      <a:pt x="3815" y="10151"/>
                    </a:cubicBezTo>
                    <a:cubicBezTo>
                      <a:pt x="3914" y="10151"/>
                      <a:pt x="4006" y="10086"/>
                      <a:pt x="4036" y="9981"/>
                    </a:cubicBezTo>
                    <a:lnTo>
                      <a:pt x="7546" y="1890"/>
                    </a:lnTo>
                    <a:cubicBezTo>
                      <a:pt x="7606" y="1761"/>
                      <a:pt x="7556" y="1613"/>
                      <a:pt x="7437" y="1553"/>
                    </a:cubicBezTo>
                    <a:lnTo>
                      <a:pt x="3898" y="16"/>
                    </a:lnTo>
                    <a:cubicBezTo>
                      <a:pt x="3869" y="5"/>
                      <a:pt x="3840" y="0"/>
                      <a:pt x="3811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38"/>
              <p:cNvSpPr/>
              <p:nvPr/>
            </p:nvSpPr>
            <p:spPr>
              <a:xfrm>
                <a:off x="6257224" y="1292689"/>
                <a:ext cx="67301" cy="7998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1310" extrusionOk="0">
                    <a:moveTo>
                      <a:pt x="238" y="1"/>
                    </a:moveTo>
                    <a:cubicBezTo>
                      <a:pt x="228" y="30"/>
                      <a:pt x="208" y="60"/>
                      <a:pt x="198" y="80"/>
                    </a:cubicBezTo>
                    <a:cubicBezTo>
                      <a:pt x="0" y="546"/>
                      <a:pt x="208" y="1091"/>
                      <a:pt x="674" y="1290"/>
                    </a:cubicBezTo>
                    <a:lnTo>
                      <a:pt x="734" y="1309"/>
                    </a:lnTo>
                    <a:lnTo>
                      <a:pt x="1031" y="635"/>
                    </a:lnTo>
                    <a:cubicBezTo>
                      <a:pt x="1091" y="506"/>
                      <a:pt x="1041" y="358"/>
                      <a:pt x="912" y="298"/>
                    </a:cubicBezTo>
                    <a:lnTo>
                      <a:pt x="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38"/>
              <p:cNvSpPr/>
              <p:nvPr/>
            </p:nvSpPr>
            <p:spPr>
              <a:xfrm>
                <a:off x="6041873" y="1780294"/>
                <a:ext cx="79577" cy="5586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915" extrusionOk="0">
                    <a:moveTo>
                      <a:pt x="856" y="1"/>
                    </a:moveTo>
                    <a:cubicBezTo>
                      <a:pt x="502" y="1"/>
                      <a:pt x="166" y="205"/>
                      <a:pt x="11" y="552"/>
                    </a:cubicBezTo>
                    <a:cubicBezTo>
                      <a:pt x="11" y="572"/>
                      <a:pt x="1" y="581"/>
                      <a:pt x="1" y="591"/>
                    </a:cubicBezTo>
                    <a:lnTo>
                      <a:pt x="685" y="899"/>
                    </a:lnTo>
                    <a:cubicBezTo>
                      <a:pt x="713" y="910"/>
                      <a:pt x="742" y="915"/>
                      <a:pt x="771" y="915"/>
                    </a:cubicBezTo>
                    <a:cubicBezTo>
                      <a:pt x="874" y="915"/>
                      <a:pt x="974" y="849"/>
                      <a:pt x="1012" y="740"/>
                    </a:cubicBezTo>
                    <a:lnTo>
                      <a:pt x="1290" y="106"/>
                    </a:lnTo>
                    <a:lnTo>
                      <a:pt x="1221" y="76"/>
                    </a:lnTo>
                    <a:cubicBezTo>
                      <a:pt x="1101" y="25"/>
                      <a:pt x="978" y="1"/>
                      <a:pt x="8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38"/>
              <p:cNvSpPr/>
              <p:nvPr/>
            </p:nvSpPr>
            <p:spPr>
              <a:xfrm>
                <a:off x="5855330" y="1679549"/>
                <a:ext cx="67363" cy="79985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1310" extrusionOk="0">
                    <a:moveTo>
                      <a:pt x="348" y="1"/>
                    </a:moveTo>
                    <a:lnTo>
                      <a:pt x="60" y="675"/>
                    </a:lnTo>
                    <a:cubicBezTo>
                      <a:pt x="1" y="794"/>
                      <a:pt x="50" y="952"/>
                      <a:pt x="169" y="1012"/>
                    </a:cubicBezTo>
                    <a:lnTo>
                      <a:pt x="854" y="1309"/>
                    </a:lnTo>
                    <a:cubicBezTo>
                      <a:pt x="873" y="1290"/>
                      <a:pt x="883" y="1260"/>
                      <a:pt x="893" y="1240"/>
                    </a:cubicBezTo>
                    <a:cubicBezTo>
                      <a:pt x="1092" y="774"/>
                      <a:pt x="883" y="229"/>
                      <a:pt x="417" y="30"/>
                    </a:cubicBezTo>
                    <a:cubicBezTo>
                      <a:pt x="388" y="20"/>
                      <a:pt x="368" y="10"/>
                      <a:pt x="34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38"/>
              <p:cNvSpPr/>
              <p:nvPr/>
            </p:nvSpPr>
            <p:spPr>
              <a:xfrm>
                <a:off x="6114823" y="1321345"/>
                <a:ext cx="90989" cy="74124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1214" extrusionOk="0">
                    <a:moveTo>
                      <a:pt x="740" y="0"/>
                    </a:moveTo>
                    <a:cubicBezTo>
                      <a:pt x="667" y="0"/>
                      <a:pt x="592" y="14"/>
                      <a:pt x="516" y="45"/>
                    </a:cubicBezTo>
                    <a:cubicBezTo>
                      <a:pt x="10" y="243"/>
                      <a:pt x="0" y="947"/>
                      <a:pt x="496" y="1165"/>
                    </a:cubicBezTo>
                    <a:cubicBezTo>
                      <a:pt x="574" y="1198"/>
                      <a:pt x="655" y="1213"/>
                      <a:pt x="734" y="1213"/>
                    </a:cubicBezTo>
                    <a:cubicBezTo>
                      <a:pt x="969" y="1213"/>
                      <a:pt x="1193" y="1077"/>
                      <a:pt x="1289" y="848"/>
                    </a:cubicBezTo>
                    <a:cubicBezTo>
                      <a:pt x="1474" y="428"/>
                      <a:pt x="1146" y="0"/>
                      <a:pt x="7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38"/>
              <p:cNvSpPr/>
              <p:nvPr/>
            </p:nvSpPr>
            <p:spPr>
              <a:xfrm>
                <a:off x="5956867" y="1664162"/>
                <a:ext cx="91606" cy="74429"/>
              </a:xfrm>
              <a:custGeom>
                <a:avLst/>
                <a:gdLst/>
                <a:ahLst/>
                <a:cxnLst/>
                <a:rect l="l" t="t" r="r" b="b"/>
                <a:pathLst>
                  <a:path w="1485" h="1219" extrusionOk="0">
                    <a:moveTo>
                      <a:pt x="744" y="0"/>
                    </a:moveTo>
                    <a:cubicBezTo>
                      <a:pt x="670" y="0"/>
                      <a:pt x="593" y="14"/>
                      <a:pt x="516" y="44"/>
                    </a:cubicBezTo>
                    <a:cubicBezTo>
                      <a:pt x="11" y="243"/>
                      <a:pt x="1" y="957"/>
                      <a:pt x="497" y="1165"/>
                    </a:cubicBezTo>
                    <a:cubicBezTo>
                      <a:pt x="578" y="1201"/>
                      <a:pt x="662" y="1219"/>
                      <a:pt x="745" y="1219"/>
                    </a:cubicBezTo>
                    <a:cubicBezTo>
                      <a:pt x="977" y="1219"/>
                      <a:pt x="1197" y="1084"/>
                      <a:pt x="1300" y="857"/>
                    </a:cubicBezTo>
                    <a:cubicBezTo>
                      <a:pt x="1485" y="429"/>
                      <a:pt x="1157" y="0"/>
                      <a:pt x="74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38"/>
              <p:cNvSpPr/>
              <p:nvPr/>
            </p:nvSpPr>
            <p:spPr>
              <a:xfrm>
                <a:off x="5966059" y="1428114"/>
                <a:ext cx="244714" cy="201612"/>
              </a:xfrm>
              <a:custGeom>
                <a:avLst/>
                <a:gdLst/>
                <a:ahLst/>
                <a:cxnLst/>
                <a:rect l="l" t="t" r="r" b="b"/>
                <a:pathLst>
                  <a:path w="3967" h="3302" extrusionOk="0">
                    <a:moveTo>
                      <a:pt x="1865" y="0"/>
                    </a:moveTo>
                    <a:cubicBezTo>
                      <a:pt x="1209" y="0"/>
                      <a:pt x="605" y="351"/>
                      <a:pt x="348" y="946"/>
                    </a:cubicBezTo>
                    <a:cubicBezTo>
                      <a:pt x="0" y="1769"/>
                      <a:pt x="437" y="2750"/>
                      <a:pt x="1339" y="3137"/>
                    </a:cubicBezTo>
                    <a:cubicBezTo>
                      <a:pt x="1592" y="3248"/>
                      <a:pt x="1855" y="3301"/>
                      <a:pt x="2110" y="3301"/>
                    </a:cubicBezTo>
                    <a:cubicBezTo>
                      <a:pt x="2763" y="3301"/>
                      <a:pt x="3363" y="2955"/>
                      <a:pt x="3620" y="2363"/>
                    </a:cubicBezTo>
                    <a:cubicBezTo>
                      <a:pt x="3967" y="1541"/>
                      <a:pt x="3530" y="549"/>
                      <a:pt x="2628" y="162"/>
                    </a:cubicBezTo>
                    <a:cubicBezTo>
                      <a:pt x="2377" y="52"/>
                      <a:pt x="2117" y="0"/>
                      <a:pt x="18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38"/>
              <p:cNvSpPr/>
              <p:nvPr/>
            </p:nvSpPr>
            <p:spPr>
              <a:xfrm>
                <a:off x="6006402" y="1466763"/>
                <a:ext cx="166433" cy="118390"/>
              </a:xfrm>
              <a:custGeom>
                <a:avLst/>
                <a:gdLst/>
                <a:ahLst/>
                <a:cxnLst/>
                <a:rect l="l" t="t" r="r" b="b"/>
                <a:pathLst>
                  <a:path w="2698" h="1939" extrusionOk="0">
                    <a:moveTo>
                      <a:pt x="963" y="0"/>
                    </a:moveTo>
                    <a:cubicBezTo>
                      <a:pt x="935" y="0"/>
                      <a:pt x="908" y="5"/>
                      <a:pt x="883" y="15"/>
                    </a:cubicBezTo>
                    <a:cubicBezTo>
                      <a:pt x="824" y="45"/>
                      <a:pt x="774" y="85"/>
                      <a:pt x="735" y="124"/>
                    </a:cubicBezTo>
                    <a:cubicBezTo>
                      <a:pt x="695" y="174"/>
                      <a:pt x="645" y="223"/>
                      <a:pt x="616" y="273"/>
                    </a:cubicBezTo>
                    <a:lnTo>
                      <a:pt x="517" y="412"/>
                    </a:lnTo>
                    <a:cubicBezTo>
                      <a:pt x="512" y="417"/>
                      <a:pt x="504" y="419"/>
                      <a:pt x="497" y="419"/>
                    </a:cubicBezTo>
                    <a:cubicBezTo>
                      <a:pt x="489" y="419"/>
                      <a:pt x="482" y="417"/>
                      <a:pt x="477" y="412"/>
                    </a:cubicBezTo>
                    <a:cubicBezTo>
                      <a:pt x="457" y="412"/>
                      <a:pt x="437" y="412"/>
                      <a:pt x="427" y="402"/>
                    </a:cubicBezTo>
                    <a:lnTo>
                      <a:pt x="368" y="382"/>
                    </a:lnTo>
                    <a:lnTo>
                      <a:pt x="328" y="372"/>
                    </a:lnTo>
                    <a:lnTo>
                      <a:pt x="279" y="342"/>
                    </a:lnTo>
                    <a:lnTo>
                      <a:pt x="229" y="323"/>
                    </a:lnTo>
                    <a:cubicBezTo>
                      <a:pt x="214" y="315"/>
                      <a:pt x="199" y="312"/>
                      <a:pt x="184" y="312"/>
                    </a:cubicBezTo>
                    <a:cubicBezTo>
                      <a:pt x="159" y="312"/>
                      <a:pt x="134" y="320"/>
                      <a:pt x="110" y="332"/>
                    </a:cubicBezTo>
                    <a:cubicBezTo>
                      <a:pt x="70" y="352"/>
                      <a:pt x="41" y="392"/>
                      <a:pt x="21" y="432"/>
                    </a:cubicBezTo>
                    <a:cubicBezTo>
                      <a:pt x="1" y="461"/>
                      <a:pt x="1" y="511"/>
                      <a:pt x="11" y="551"/>
                    </a:cubicBezTo>
                    <a:cubicBezTo>
                      <a:pt x="21" y="580"/>
                      <a:pt x="41" y="610"/>
                      <a:pt x="60" y="630"/>
                    </a:cubicBezTo>
                    <a:cubicBezTo>
                      <a:pt x="90" y="650"/>
                      <a:pt x="120" y="670"/>
                      <a:pt x="150" y="689"/>
                    </a:cubicBezTo>
                    <a:lnTo>
                      <a:pt x="249" y="729"/>
                    </a:lnTo>
                    <a:lnTo>
                      <a:pt x="338" y="769"/>
                    </a:lnTo>
                    <a:cubicBezTo>
                      <a:pt x="358" y="779"/>
                      <a:pt x="368" y="789"/>
                      <a:pt x="368" y="798"/>
                    </a:cubicBezTo>
                    <a:cubicBezTo>
                      <a:pt x="358" y="868"/>
                      <a:pt x="348" y="927"/>
                      <a:pt x="338" y="997"/>
                    </a:cubicBezTo>
                    <a:cubicBezTo>
                      <a:pt x="328" y="1056"/>
                      <a:pt x="328" y="1116"/>
                      <a:pt x="338" y="1175"/>
                    </a:cubicBezTo>
                    <a:cubicBezTo>
                      <a:pt x="348" y="1235"/>
                      <a:pt x="368" y="1294"/>
                      <a:pt x="407" y="1334"/>
                    </a:cubicBezTo>
                    <a:cubicBezTo>
                      <a:pt x="457" y="1393"/>
                      <a:pt x="517" y="1433"/>
                      <a:pt x="576" y="1463"/>
                    </a:cubicBezTo>
                    <a:cubicBezTo>
                      <a:pt x="635" y="1489"/>
                      <a:pt x="695" y="1502"/>
                      <a:pt x="757" y="1502"/>
                    </a:cubicBezTo>
                    <a:cubicBezTo>
                      <a:pt x="789" y="1502"/>
                      <a:pt x="821" y="1499"/>
                      <a:pt x="854" y="1493"/>
                    </a:cubicBezTo>
                    <a:cubicBezTo>
                      <a:pt x="933" y="1473"/>
                      <a:pt x="1022" y="1443"/>
                      <a:pt x="1102" y="1393"/>
                    </a:cubicBezTo>
                    <a:cubicBezTo>
                      <a:pt x="1181" y="1354"/>
                      <a:pt x="1260" y="1294"/>
                      <a:pt x="1330" y="1235"/>
                    </a:cubicBezTo>
                    <a:cubicBezTo>
                      <a:pt x="1409" y="1175"/>
                      <a:pt x="1468" y="1116"/>
                      <a:pt x="1528" y="1056"/>
                    </a:cubicBezTo>
                    <a:cubicBezTo>
                      <a:pt x="1587" y="1007"/>
                      <a:pt x="1637" y="967"/>
                      <a:pt x="1696" y="937"/>
                    </a:cubicBezTo>
                    <a:cubicBezTo>
                      <a:pt x="1723" y="911"/>
                      <a:pt x="1754" y="898"/>
                      <a:pt x="1786" y="898"/>
                    </a:cubicBezTo>
                    <a:cubicBezTo>
                      <a:pt x="1802" y="898"/>
                      <a:pt x="1819" y="901"/>
                      <a:pt x="1835" y="908"/>
                    </a:cubicBezTo>
                    <a:cubicBezTo>
                      <a:pt x="1855" y="917"/>
                      <a:pt x="1875" y="937"/>
                      <a:pt x="1885" y="957"/>
                    </a:cubicBezTo>
                    <a:cubicBezTo>
                      <a:pt x="1895" y="987"/>
                      <a:pt x="1905" y="1007"/>
                      <a:pt x="1905" y="1036"/>
                    </a:cubicBezTo>
                    <a:cubicBezTo>
                      <a:pt x="1905" y="1066"/>
                      <a:pt x="1905" y="1096"/>
                      <a:pt x="1895" y="1126"/>
                    </a:cubicBezTo>
                    <a:cubicBezTo>
                      <a:pt x="1895" y="1145"/>
                      <a:pt x="1885" y="1175"/>
                      <a:pt x="1875" y="1195"/>
                    </a:cubicBezTo>
                    <a:cubicBezTo>
                      <a:pt x="1855" y="1235"/>
                      <a:pt x="1825" y="1284"/>
                      <a:pt x="1796" y="1314"/>
                    </a:cubicBezTo>
                    <a:lnTo>
                      <a:pt x="1716" y="1423"/>
                    </a:lnTo>
                    <a:cubicBezTo>
                      <a:pt x="1687" y="1453"/>
                      <a:pt x="1657" y="1483"/>
                      <a:pt x="1637" y="1512"/>
                    </a:cubicBezTo>
                    <a:cubicBezTo>
                      <a:pt x="1607" y="1532"/>
                      <a:pt x="1587" y="1572"/>
                      <a:pt x="1568" y="1612"/>
                    </a:cubicBezTo>
                    <a:cubicBezTo>
                      <a:pt x="1558" y="1631"/>
                      <a:pt x="1548" y="1661"/>
                      <a:pt x="1548" y="1691"/>
                    </a:cubicBezTo>
                    <a:cubicBezTo>
                      <a:pt x="1548" y="1721"/>
                      <a:pt x="1548" y="1750"/>
                      <a:pt x="1548" y="1780"/>
                    </a:cubicBezTo>
                    <a:cubicBezTo>
                      <a:pt x="1548" y="1810"/>
                      <a:pt x="1558" y="1840"/>
                      <a:pt x="1577" y="1869"/>
                    </a:cubicBezTo>
                    <a:cubicBezTo>
                      <a:pt x="1587" y="1889"/>
                      <a:pt x="1607" y="1909"/>
                      <a:pt x="1637" y="1919"/>
                    </a:cubicBezTo>
                    <a:cubicBezTo>
                      <a:pt x="1657" y="1929"/>
                      <a:pt x="1667" y="1939"/>
                      <a:pt x="1687" y="1939"/>
                    </a:cubicBezTo>
                    <a:lnTo>
                      <a:pt x="1726" y="1939"/>
                    </a:lnTo>
                    <a:cubicBezTo>
                      <a:pt x="1786" y="1929"/>
                      <a:pt x="1835" y="1909"/>
                      <a:pt x="1885" y="1889"/>
                    </a:cubicBezTo>
                    <a:cubicBezTo>
                      <a:pt x="1934" y="1859"/>
                      <a:pt x="1974" y="1830"/>
                      <a:pt x="2024" y="1790"/>
                    </a:cubicBezTo>
                    <a:cubicBezTo>
                      <a:pt x="2063" y="1750"/>
                      <a:pt x="2103" y="1711"/>
                      <a:pt x="2143" y="1671"/>
                    </a:cubicBezTo>
                    <a:cubicBezTo>
                      <a:pt x="2182" y="1631"/>
                      <a:pt x="2212" y="1582"/>
                      <a:pt x="2242" y="1542"/>
                    </a:cubicBezTo>
                    <a:cubicBezTo>
                      <a:pt x="2281" y="1572"/>
                      <a:pt x="2331" y="1592"/>
                      <a:pt x="2371" y="1621"/>
                    </a:cubicBezTo>
                    <a:cubicBezTo>
                      <a:pt x="2420" y="1641"/>
                      <a:pt x="2470" y="1671"/>
                      <a:pt x="2509" y="1691"/>
                    </a:cubicBezTo>
                    <a:cubicBezTo>
                      <a:pt x="2517" y="1693"/>
                      <a:pt x="2526" y="1695"/>
                      <a:pt x="2535" y="1695"/>
                    </a:cubicBezTo>
                    <a:cubicBezTo>
                      <a:pt x="2559" y="1695"/>
                      <a:pt x="2584" y="1686"/>
                      <a:pt x="2599" y="1671"/>
                    </a:cubicBezTo>
                    <a:cubicBezTo>
                      <a:pt x="2628" y="1651"/>
                      <a:pt x="2648" y="1631"/>
                      <a:pt x="2658" y="1602"/>
                    </a:cubicBezTo>
                    <a:cubicBezTo>
                      <a:pt x="2698" y="1532"/>
                      <a:pt x="2678" y="1453"/>
                      <a:pt x="2619" y="1413"/>
                    </a:cubicBezTo>
                    <a:cubicBezTo>
                      <a:pt x="2579" y="1383"/>
                      <a:pt x="2529" y="1344"/>
                      <a:pt x="2480" y="1324"/>
                    </a:cubicBezTo>
                    <a:cubicBezTo>
                      <a:pt x="2430" y="1294"/>
                      <a:pt x="2391" y="1264"/>
                      <a:pt x="2341" y="1235"/>
                    </a:cubicBezTo>
                    <a:cubicBezTo>
                      <a:pt x="2391" y="1086"/>
                      <a:pt x="2400" y="927"/>
                      <a:pt x="2351" y="769"/>
                    </a:cubicBezTo>
                    <a:cubicBezTo>
                      <a:pt x="2331" y="699"/>
                      <a:pt x="2291" y="640"/>
                      <a:pt x="2242" y="580"/>
                    </a:cubicBezTo>
                    <a:cubicBezTo>
                      <a:pt x="2182" y="521"/>
                      <a:pt x="2123" y="471"/>
                      <a:pt x="2043" y="442"/>
                    </a:cubicBezTo>
                    <a:cubicBezTo>
                      <a:pt x="1986" y="420"/>
                      <a:pt x="1924" y="404"/>
                      <a:pt x="1860" y="404"/>
                    </a:cubicBezTo>
                    <a:cubicBezTo>
                      <a:pt x="1836" y="404"/>
                      <a:pt x="1811" y="406"/>
                      <a:pt x="1786" y="412"/>
                    </a:cubicBezTo>
                    <a:cubicBezTo>
                      <a:pt x="1696" y="422"/>
                      <a:pt x="1617" y="451"/>
                      <a:pt x="1538" y="491"/>
                    </a:cubicBezTo>
                    <a:cubicBezTo>
                      <a:pt x="1458" y="541"/>
                      <a:pt x="1389" y="590"/>
                      <a:pt x="1320" y="650"/>
                    </a:cubicBezTo>
                    <a:cubicBezTo>
                      <a:pt x="1250" y="709"/>
                      <a:pt x="1191" y="769"/>
                      <a:pt x="1131" y="828"/>
                    </a:cubicBezTo>
                    <a:lnTo>
                      <a:pt x="1072" y="888"/>
                    </a:lnTo>
                    <a:cubicBezTo>
                      <a:pt x="1052" y="908"/>
                      <a:pt x="1022" y="937"/>
                      <a:pt x="992" y="957"/>
                    </a:cubicBezTo>
                    <a:cubicBezTo>
                      <a:pt x="973" y="977"/>
                      <a:pt x="943" y="997"/>
                      <a:pt x="913" y="1007"/>
                    </a:cubicBezTo>
                    <a:cubicBezTo>
                      <a:pt x="898" y="1017"/>
                      <a:pt x="883" y="1022"/>
                      <a:pt x="870" y="1022"/>
                    </a:cubicBezTo>
                    <a:cubicBezTo>
                      <a:pt x="856" y="1022"/>
                      <a:pt x="844" y="1017"/>
                      <a:pt x="834" y="1007"/>
                    </a:cubicBezTo>
                    <a:cubicBezTo>
                      <a:pt x="804" y="997"/>
                      <a:pt x="794" y="987"/>
                      <a:pt x="784" y="957"/>
                    </a:cubicBezTo>
                    <a:cubicBezTo>
                      <a:pt x="774" y="937"/>
                      <a:pt x="764" y="908"/>
                      <a:pt x="764" y="878"/>
                    </a:cubicBezTo>
                    <a:cubicBezTo>
                      <a:pt x="764" y="848"/>
                      <a:pt x="774" y="828"/>
                      <a:pt x="784" y="798"/>
                    </a:cubicBezTo>
                    <a:cubicBezTo>
                      <a:pt x="784" y="779"/>
                      <a:pt x="794" y="749"/>
                      <a:pt x="804" y="729"/>
                    </a:cubicBezTo>
                    <a:cubicBezTo>
                      <a:pt x="824" y="689"/>
                      <a:pt x="844" y="640"/>
                      <a:pt x="883" y="610"/>
                    </a:cubicBezTo>
                    <a:cubicBezTo>
                      <a:pt x="913" y="570"/>
                      <a:pt x="943" y="531"/>
                      <a:pt x="973" y="491"/>
                    </a:cubicBezTo>
                    <a:cubicBezTo>
                      <a:pt x="1012" y="461"/>
                      <a:pt x="1042" y="422"/>
                      <a:pt x="1072" y="392"/>
                    </a:cubicBezTo>
                    <a:cubicBezTo>
                      <a:pt x="1102" y="352"/>
                      <a:pt x="1121" y="313"/>
                      <a:pt x="1141" y="273"/>
                    </a:cubicBezTo>
                    <a:cubicBezTo>
                      <a:pt x="1151" y="223"/>
                      <a:pt x="1151" y="174"/>
                      <a:pt x="1141" y="124"/>
                    </a:cubicBezTo>
                    <a:cubicBezTo>
                      <a:pt x="1121" y="75"/>
                      <a:pt x="1082" y="35"/>
                      <a:pt x="1042" y="15"/>
                    </a:cubicBezTo>
                    <a:cubicBezTo>
                      <a:pt x="1017" y="5"/>
                      <a:pt x="990" y="0"/>
                      <a:pt x="9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38"/>
              <p:cNvSpPr/>
              <p:nvPr/>
            </p:nvSpPr>
            <p:spPr>
              <a:xfrm>
                <a:off x="5606421" y="1071599"/>
                <a:ext cx="425150" cy="674930"/>
              </a:xfrm>
              <a:custGeom>
                <a:avLst/>
                <a:gdLst/>
                <a:ahLst/>
                <a:cxnLst/>
                <a:rect l="l" t="t" r="r" b="b"/>
                <a:pathLst>
                  <a:path w="6892" h="11054" extrusionOk="0">
                    <a:moveTo>
                      <a:pt x="1827" y="0"/>
                    </a:moveTo>
                    <a:cubicBezTo>
                      <a:pt x="1683" y="0"/>
                      <a:pt x="1555" y="104"/>
                      <a:pt x="1527" y="250"/>
                    </a:cubicBezTo>
                    <a:lnTo>
                      <a:pt x="20" y="9977"/>
                    </a:lnTo>
                    <a:cubicBezTo>
                      <a:pt x="0" y="10146"/>
                      <a:pt x="109" y="10295"/>
                      <a:pt x="268" y="10324"/>
                    </a:cubicBezTo>
                    <a:lnTo>
                      <a:pt x="5027" y="11048"/>
                    </a:lnTo>
                    <a:cubicBezTo>
                      <a:pt x="5045" y="11051"/>
                      <a:pt x="5062" y="11053"/>
                      <a:pt x="5079" y="11053"/>
                    </a:cubicBezTo>
                    <a:cubicBezTo>
                      <a:pt x="5217" y="11053"/>
                      <a:pt x="5338" y="10950"/>
                      <a:pt x="5364" y="10800"/>
                    </a:cubicBezTo>
                    <a:lnTo>
                      <a:pt x="6862" y="1083"/>
                    </a:lnTo>
                    <a:cubicBezTo>
                      <a:pt x="6891" y="915"/>
                      <a:pt x="6782" y="766"/>
                      <a:pt x="6614" y="736"/>
                    </a:cubicBezTo>
                    <a:lnTo>
                      <a:pt x="1864" y="3"/>
                    </a:lnTo>
                    <a:cubicBezTo>
                      <a:pt x="1852" y="1"/>
                      <a:pt x="1839" y="0"/>
                      <a:pt x="18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38"/>
              <p:cNvSpPr/>
              <p:nvPr/>
            </p:nvSpPr>
            <p:spPr>
              <a:xfrm>
                <a:off x="5643742" y="1108478"/>
                <a:ext cx="350508" cy="600867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9841" extrusionOk="0">
                    <a:moveTo>
                      <a:pt x="1621" y="1"/>
                    </a:moveTo>
                    <a:cubicBezTo>
                      <a:pt x="1496" y="1"/>
                      <a:pt x="1387" y="95"/>
                      <a:pt x="1378" y="231"/>
                    </a:cubicBezTo>
                    <a:lnTo>
                      <a:pt x="30" y="8947"/>
                    </a:lnTo>
                    <a:cubicBezTo>
                      <a:pt x="0" y="9086"/>
                      <a:pt x="89" y="9215"/>
                      <a:pt x="228" y="9244"/>
                    </a:cubicBezTo>
                    <a:lnTo>
                      <a:pt x="4036" y="9839"/>
                    </a:lnTo>
                    <a:cubicBezTo>
                      <a:pt x="4042" y="9840"/>
                      <a:pt x="4048" y="9840"/>
                      <a:pt x="4055" y="9840"/>
                    </a:cubicBezTo>
                    <a:cubicBezTo>
                      <a:pt x="4185" y="9840"/>
                      <a:pt x="4294" y="9744"/>
                      <a:pt x="4303" y="9611"/>
                    </a:cubicBezTo>
                    <a:lnTo>
                      <a:pt x="5652" y="886"/>
                    </a:lnTo>
                    <a:cubicBezTo>
                      <a:pt x="5682" y="747"/>
                      <a:pt x="5592" y="618"/>
                      <a:pt x="5463" y="588"/>
                    </a:cubicBezTo>
                    <a:lnTo>
                      <a:pt x="1656" y="3"/>
                    </a:lnTo>
                    <a:cubicBezTo>
                      <a:pt x="1644" y="2"/>
                      <a:pt x="1632" y="1"/>
                      <a:pt x="1621" y="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38"/>
              <p:cNvSpPr/>
              <p:nvPr/>
            </p:nvSpPr>
            <p:spPr>
              <a:xfrm>
                <a:off x="5929972" y="1137725"/>
                <a:ext cx="64278" cy="69667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141" extrusionOk="0">
                    <a:moveTo>
                      <a:pt x="90" y="0"/>
                    </a:moveTo>
                    <a:cubicBezTo>
                      <a:pt x="90" y="20"/>
                      <a:pt x="80" y="50"/>
                      <a:pt x="80" y="80"/>
                    </a:cubicBezTo>
                    <a:cubicBezTo>
                      <a:pt x="0" y="585"/>
                      <a:pt x="338" y="1051"/>
                      <a:pt x="843" y="1131"/>
                    </a:cubicBezTo>
                    <a:lnTo>
                      <a:pt x="903" y="1141"/>
                    </a:lnTo>
                    <a:lnTo>
                      <a:pt x="1012" y="407"/>
                    </a:lnTo>
                    <a:cubicBezTo>
                      <a:pt x="1042" y="268"/>
                      <a:pt x="952" y="139"/>
                      <a:pt x="823" y="109"/>
                    </a:cubicBez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38"/>
              <p:cNvSpPr/>
              <p:nvPr/>
            </p:nvSpPr>
            <p:spPr>
              <a:xfrm>
                <a:off x="5846817" y="1651646"/>
                <a:ext cx="69152" cy="57638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944" extrusionOk="0">
                    <a:moveTo>
                      <a:pt x="909" y="0"/>
                    </a:moveTo>
                    <a:cubicBezTo>
                      <a:pt x="468" y="0"/>
                      <a:pt x="72" y="328"/>
                      <a:pt x="0" y="785"/>
                    </a:cubicBezTo>
                    <a:cubicBezTo>
                      <a:pt x="0" y="795"/>
                      <a:pt x="0" y="814"/>
                      <a:pt x="0" y="824"/>
                    </a:cubicBezTo>
                    <a:lnTo>
                      <a:pt x="744" y="943"/>
                    </a:lnTo>
                    <a:cubicBezTo>
                      <a:pt x="750" y="944"/>
                      <a:pt x="755" y="944"/>
                      <a:pt x="761" y="944"/>
                    </a:cubicBezTo>
                    <a:cubicBezTo>
                      <a:pt x="892" y="944"/>
                      <a:pt x="1002" y="839"/>
                      <a:pt x="1011" y="715"/>
                    </a:cubicBezTo>
                    <a:lnTo>
                      <a:pt x="1120" y="31"/>
                    </a:lnTo>
                    <a:lnTo>
                      <a:pt x="1051" y="11"/>
                    </a:lnTo>
                    <a:cubicBezTo>
                      <a:pt x="1003" y="4"/>
                      <a:pt x="956" y="0"/>
                      <a:pt x="90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38"/>
              <p:cNvSpPr/>
              <p:nvPr/>
            </p:nvSpPr>
            <p:spPr>
              <a:xfrm>
                <a:off x="5643742" y="1610554"/>
                <a:ext cx="64895" cy="6905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1131" extrusionOk="0">
                    <a:moveTo>
                      <a:pt x="139" y="0"/>
                    </a:moveTo>
                    <a:lnTo>
                      <a:pt x="30" y="724"/>
                    </a:lnTo>
                    <a:cubicBezTo>
                      <a:pt x="0" y="863"/>
                      <a:pt x="89" y="992"/>
                      <a:pt x="228" y="1021"/>
                    </a:cubicBezTo>
                    <a:lnTo>
                      <a:pt x="962" y="1131"/>
                    </a:lnTo>
                    <a:cubicBezTo>
                      <a:pt x="962" y="1111"/>
                      <a:pt x="972" y="1081"/>
                      <a:pt x="972" y="1061"/>
                    </a:cubicBezTo>
                    <a:cubicBezTo>
                      <a:pt x="1051" y="555"/>
                      <a:pt x="704" y="89"/>
                      <a:pt x="208" y="10"/>
                    </a:cubicBezTo>
                    <a:cubicBezTo>
                      <a:pt x="189" y="10"/>
                      <a:pt x="159" y="0"/>
                      <a:pt x="1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38"/>
              <p:cNvSpPr/>
              <p:nvPr/>
            </p:nvSpPr>
            <p:spPr>
              <a:xfrm>
                <a:off x="5798807" y="1189576"/>
                <a:ext cx="90434" cy="74246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216" extrusionOk="0">
                    <a:moveTo>
                      <a:pt x="794" y="0"/>
                    </a:moveTo>
                    <a:cubicBezTo>
                      <a:pt x="673" y="0"/>
                      <a:pt x="549" y="36"/>
                      <a:pt x="437" y="118"/>
                    </a:cubicBezTo>
                    <a:cubicBezTo>
                      <a:pt x="1" y="435"/>
                      <a:pt x="170" y="1129"/>
                      <a:pt x="705" y="1209"/>
                    </a:cubicBezTo>
                    <a:cubicBezTo>
                      <a:pt x="736" y="1213"/>
                      <a:pt x="767" y="1215"/>
                      <a:pt x="797" y="1215"/>
                    </a:cubicBezTo>
                    <a:cubicBezTo>
                      <a:pt x="1096" y="1215"/>
                      <a:pt x="1354" y="1000"/>
                      <a:pt x="1399" y="703"/>
                    </a:cubicBezTo>
                    <a:cubicBezTo>
                      <a:pt x="1465" y="305"/>
                      <a:pt x="1143" y="0"/>
                      <a:pt x="7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38"/>
              <p:cNvSpPr/>
              <p:nvPr/>
            </p:nvSpPr>
            <p:spPr>
              <a:xfrm>
                <a:off x="5729981" y="1562807"/>
                <a:ext cx="90372" cy="74856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226" extrusionOk="0">
                    <a:moveTo>
                      <a:pt x="797" y="0"/>
                    </a:moveTo>
                    <a:cubicBezTo>
                      <a:pt x="676" y="0"/>
                      <a:pt x="551" y="36"/>
                      <a:pt x="436" y="118"/>
                    </a:cubicBezTo>
                    <a:cubicBezTo>
                      <a:pt x="0" y="445"/>
                      <a:pt x="169" y="1129"/>
                      <a:pt x="704" y="1218"/>
                    </a:cubicBezTo>
                    <a:cubicBezTo>
                      <a:pt x="735" y="1223"/>
                      <a:pt x="766" y="1225"/>
                      <a:pt x="796" y="1225"/>
                    </a:cubicBezTo>
                    <a:cubicBezTo>
                      <a:pt x="1096" y="1225"/>
                      <a:pt x="1353" y="1009"/>
                      <a:pt x="1398" y="703"/>
                    </a:cubicBezTo>
                    <a:cubicBezTo>
                      <a:pt x="1465" y="305"/>
                      <a:pt x="1147" y="0"/>
                      <a:pt x="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38"/>
              <p:cNvSpPr/>
              <p:nvPr/>
            </p:nvSpPr>
            <p:spPr>
              <a:xfrm>
                <a:off x="5701851" y="1312349"/>
                <a:ext cx="233672" cy="198681"/>
              </a:xfrm>
              <a:custGeom>
                <a:avLst/>
                <a:gdLst/>
                <a:ahLst/>
                <a:cxnLst/>
                <a:rect l="l" t="t" r="r" b="b"/>
                <a:pathLst>
                  <a:path w="3788" h="3254" extrusionOk="0">
                    <a:moveTo>
                      <a:pt x="1831" y="0"/>
                    </a:moveTo>
                    <a:cubicBezTo>
                      <a:pt x="985" y="0"/>
                      <a:pt x="253" y="567"/>
                      <a:pt x="129" y="1354"/>
                    </a:cubicBezTo>
                    <a:cubicBezTo>
                      <a:pt x="0" y="2237"/>
                      <a:pt x="674" y="3080"/>
                      <a:pt x="1646" y="3228"/>
                    </a:cubicBezTo>
                    <a:cubicBezTo>
                      <a:pt x="1751" y="3245"/>
                      <a:pt x="1854" y="3254"/>
                      <a:pt x="1956" y="3254"/>
                    </a:cubicBezTo>
                    <a:cubicBezTo>
                      <a:pt x="2801" y="3254"/>
                      <a:pt x="3525" y="2687"/>
                      <a:pt x="3649" y="1900"/>
                    </a:cubicBezTo>
                    <a:cubicBezTo>
                      <a:pt x="3788" y="1017"/>
                      <a:pt x="3113" y="174"/>
                      <a:pt x="2142" y="26"/>
                    </a:cubicBezTo>
                    <a:cubicBezTo>
                      <a:pt x="2037" y="9"/>
                      <a:pt x="1934" y="0"/>
                      <a:pt x="1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38"/>
              <p:cNvSpPr/>
              <p:nvPr/>
            </p:nvSpPr>
            <p:spPr>
              <a:xfrm>
                <a:off x="5729981" y="1356066"/>
                <a:ext cx="177413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2876" h="1710" extrusionOk="0">
                    <a:moveTo>
                      <a:pt x="856" y="0"/>
                    </a:moveTo>
                    <a:cubicBezTo>
                      <a:pt x="816" y="0"/>
                      <a:pt x="774" y="13"/>
                      <a:pt x="744" y="43"/>
                    </a:cubicBezTo>
                    <a:cubicBezTo>
                      <a:pt x="694" y="83"/>
                      <a:pt x="665" y="133"/>
                      <a:pt x="635" y="182"/>
                    </a:cubicBezTo>
                    <a:cubicBezTo>
                      <a:pt x="595" y="242"/>
                      <a:pt x="565" y="301"/>
                      <a:pt x="546" y="361"/>
                    </a:cubicBezTo>
                    <a:cubicBezTo>
                      <a:pt x="526" y="420"/>
                      <a:pt x="506" y="470"/>
                      <a:pt x="486" y="519"/>
                    </a:cubicBezTo>
                    <a:cubicBezTo>
                      <a:pt x="476" y="529"/>
                      <a:pt x="466" y="529"/>
                      <a:pt x="456" y="529"/>
                    </a:cubicBezTo>
                    <a:lnTo>
                      <a:pt x="298" y="529"/>
                    </a:lnTo>
                    <a:lnTo>
                      <a:pt x="248" y="519"/>
                    </a:lnTo>
                    <a:lnTo>
                      <a:pt x="189" y="509"/>
                    </a:lnTo>
                    <a:cubicBezTo>
                      <a:pt x="182" y="508"/>
                      <a:pt x="174" y="507"/>
                      <a:pt x="167" y="507"/>
                    </a:cubicBezTo>
                    <a:cubicBezTo>
                      <a:pt x="132" y="507"/>
                      <a:pt x="94" y="525"/>
                      <a:pt x="70" y="549"/>
                    </a:cubicBezTo>
                    <a:cubicBezTo>
                      <a:pt x="40" y="589"/>
                      <a:pt x="10" y="628"/>
                      <a:pt x="10" y="678"/>
                    </a:cubicBezTo>
                    <a:cubicBezTo>
                      <a:pt x="0" y="718"/>
                      <a:pt x="10" y="757"/>
                      <a:pt x="30" y="797"/>
                    </a:cubicBezTo>
                    <a:cubicBezTo>
                      <a:pt x="40" y="817"/>
                      <a:pt x="70" y="847"/>
                      <a:pt x="99" y="856"/>
                    </a:cubicBezTo>
                    <a:cubicBezTo>
                      <a:pt x="129" y="876"/>
                      <a:pt x="169" y="886"/>
                      <a:pt x="198" y="896"/>
                    </a:cubicBezTo>
                    <a:cubicBezTo>
                      <a:pt x="238" y="896"/>
                      <a:pt x="278" y="906"/>
                      <a:pt x="308" y="906"/>
                    </a:cubicBezTo>
                    <a:cubicBezTo>
                      <a:pt x="347" y="916"/>
                      <a:pt x="367" y="916"/>
                      <a:pt x="397" y="926"/>
                    </a:cubicBezTo>
                    <a:cubicBezTo>
                      <a:pt x="417" y="926"/>
                      <a:pt x="436" y="936"/>
                      <a:pt x="436" y="946"/>
                    </a:cubicBezTo>
                    <a:cubicBezTo>
                      <a:pt x="446" y="1015"/>
                      <a:pt x="446" y="1075"/>
                      <a:pt x="456" y="1144"/>
                    </a:cubicBezTo>
                    <a:cubicBezTo>
                      <a:pt x="466" y="1203"/>
                      <a:pt x="486" y="1263"/>
                      <a:pt x="506" y="1322"/>
                    </a:cubicBezTo>
                    <a:cubicBezTo>
                      <a:pt x="536" y="1372"/>
                      <a:pt x="565" y="1422"/>
                      <a:pt x="615" y="1451"/>
                    </a:cubicBezTo>
                    <a:cubicBezTo>
                      <a:pt x="674" y="1501"/>
                      <a:pt x="744" y="1521"/>
                      <a:pt x="813" y="1531"/>
                    </a:cubicBezTo>
                    <a:cubicBezTo>
                      <a:pt x="834" y="1533"/>
                      <a:pt x="856" y="1534"/>
                      <a:pt x="878" y="1534"/>
                    </a:cubicBezTo>
                    <a:cubicBezTo>
                      <a:pt x="948" y="1534"/>
                      <a:pt x="1020" y="1521"/>
                      <a:pt x="1081" y="1491"/>
                    </a:cubicBezTo>
                    <a:cubicBezTo>
                      <a:pt x="1160" y="1451"/>
                      <a:pt x="1240" y="1402"/>
                      <a:pt x="1299" y="1332"/>
                    </a:cubicBezTo>
                    <a:cubicBezTo>
                      <a:pt x="1368" y="1273"/>
                      <a:pt x="1428" y="1194"/>
                      <a:pt x="1487" y="1114"/>
                    </a:cubicBezTo>
                    <a:cubicBezTo>
                      <a:pt x="1537" y="1035"/>
                      <a:pt x="1587" y="966"/>
                      <a:pt x="1636" y="896"/>
                    </a:cubicBezTo>
                    <a:cubicBezTo>
                      <a:pt x="1676" y="837"/>
                      <a:pt x="1716" y="777"/>
                      <a:pt x="1765" y="728"/>
                    </a:cubicBezTo>
                    <a:cubicBezTo>
                      <a:pt x="1795" y="688"/>
                      <a:pt x="1844" y="668"/>
                      <a:pt x="1894" y="668"/>
                    </a:cubicBezTo>
                    <a:cubicBezTo>
                      <a:pt x="1914" y="678"/>
                      <a:pt x="1934" y="688"/>
                      <a:pt x="1953" y="708"/>
                    </a:cubicBezTo>
                    <a:cubicBezTo>
                      <a:pt x="1973" y="728"/>
                      <a:pt x="1983" y="747"/>
                      <a:pt x="1993" y="777"/>
                    </a:cubicBezTo>
                    <a:cubicBezTo>
                      <a:pt x="2003" y="807"/>
                      <a:pt x="2003" y="837"/>
                      <a:pt x="2003" y="866"/>
                    </a:cubicBezTo>
                    <a:cubicBezTo>
                      <a:pt x="2003" y="886"/>
                      <a:pt x="2003" y="916"/>
                      <a:pt x="2003" y="936"/>
                    </a:cubicBezTo>
                    <a:cubicBezTo>
                      <a:pt x="2003" y="985"/>
                      <a:pt x="1983" y="1035"/>
                      <a:pt x="1963" y="1084"/>
                    </a:cubicBezTo>
                    <a:cubicBezTo>
                      <a:pt x="1944" y="1124"/>
                      <a:pt x="1924" y="1164"/>
                      <a:pt x="1904" y="1203"/>
                    </a:cubicBezTo>
                    <a:lnTo>
                      <a:pt x="1854" y="1313"/>
                    </a:lnTo>
                    <a:cubicBezTo>
                      <a:pt x="1835" y="1342"/>
                      <a:pt x="1825" y="1382"/>
                      <a:pt x="1815" y="1422"/>
                    </a:cubicBezTo>
                    <a:cubicBezTo>
                      <a:pt x="1815" y="1451"/>
                      <a:pt x="1815" y="1481"/>
                      <a:pt x="1815" y="1511"/>
                    </a:cubicBezTo>
                    <a:cubicBezTo>
                      <a:pt x="1825" y="1541"/>
                      <a:pt x="1825" y="1570"/>
                      <a:pt x="1835" y="1600"/>
                    </a:cubicBezTo>
                    <a:cubicBezTo>
                      <a:pt x="1844" y="1630"/>
                      <a:pt x="1864" y="1650"/>
                      <a:pt x="1884" y="1670"/>
                    </a:cubicBezTo>
                    <a:cubicBezTo>
                      <a:pt x="1904" y="1689"/>
                      <a:pt x="1934" y="1709"/>
                      <a:pt x="1963" y="1709"/>
                    </a:cubicBezTo>
                    <a:cubicBezTo>
                      <a:pt x="1983" y="1699"/>
                      <a:pt x="1993" y="1689"/>
                      <a:pt x="2003" y="1679"/>
                    </a:cubicBezTo>
                    <a:lnTo>
                      <a:pt x="2053" y="1670"/>
                    </a:lnTo>
                    <a:cubicBezTo>
                      <a:pt x="2102" y="1650"/>
                      <a:pt x="2142" y="1620"/>
                      <a:pt x="2182" y="1580"/>
                    </a:cubicBezTo>
                    <a:cubicBezTo>
                      <a:pt x="2221" y="1551"/>
                      <a:pt x="2261" y="1501"/>
                      <a:pt x="2291" y="1461"/>
                    </a:cubicBezTo>
                    <a:cubicBezTo>
                      <a:pt x="2320" y="1412"/>
                      <a:pt x="2350" y="1362"/>
                      <a:pt x="2380" y="1313"/>
                    </a:cubicBezTo>
                    <a:cubicBezTo>
                      <a:pt x="2400" y="1263"/>
                      <a:pt x="2420" y="1213"/>
                      <a:pt x="2439" y="1164"/>
                    </a:cubicBezTo>
                    <a:lnTo>
                      <a:pt x="2588" y="1203"/>
                    </a:lnTo>
                    <a:cubicBezTo>
                      <a:pt x="2638" y="1223"/>
                      <a:pt x="2687" y="1233"/>
                      <a:pt x="2737" y="1233"/>
                    </a:cubicBezTo>
                    <a:cubicBezTo>
                      <a:pt x="2744" y="1236"/>
                      <a:pt x="2752" y="1237"/>
                      <a:pt x="2760" y="1237"/>
                    </a:cubicBezTo>
                    <a:cubicBezTo>
                      <a:pt x="2785" y="1237"/>
                      <a:pt x="2809" y="1226"/>
                      <a:pt x="2816" y="1203"/>
                    </a:cubicBezTo>
                    <a:cubicBezTo>
                      <a:pt x="2846" y="1174"/>
                      <a:pt x="2856" y="1144"/>
                      <a:pt x="2856" y="1114"/>
                    </a:cubicBezTo>
                    <a:cubicBezTo>
                      <a:pt x="2876" y="1045"/>
                      <a:pt x="2836" y="975"/>
                      <a:pt x="2776" y="946"/>
                    </a:cubicBezTo>
                    <a:cubicBezTo>
                      <a:pt x="2727" y="926"/>
                      <a:pt x="2667" y="906"/>
                      <a:pt x="2618" y="886"/>
                    </a:cubicBezTo>
                    <a:lnTo>
                      <a:pt x="2459" y="847"/>
                    </a:lnTo>
                    <a:cubicBezTo>
                      <a:pt x="2469" y="767"/>
                      <a:pt x="2459" y="688"/>
                      <a:pt x="2439" y="609"/>
                    </a:cubicBezTo>
                    <a:cubicBezTo>
                      <a:pt x="2420" y="529"/>
                      <a:pt x="2390" y="460"/>
                      <a:pt x="2350" y="390"/>
                    </a:cubicBezTo>
                    <a:cubicBezTo>
                      <a:pt x="2310" y="331"/>
                      <a:pt x="2261" y="271"/>
                      <a:pt x="2191" y="232"/>
                    </a:cubicBezTo>
                    <a:cubicBezTo>
                      <a:pt x="2132" y="192"/>
                      <a:pt x="2053" y="162"/>
                      <a:pt x="1973" y="152"/>
                    </a:cubicBezTo>
                    <a:cubicBezTo>
                      <a:pt x="1951" y="150"/>
                      <a:pt x="1929" y="149"/>
                      <a:pt x="1907" y="149"/>
                    </a:cubicBezTo>
                    <a:cubicBezTo>
                      <a:pt x="1840" y="149"/>
                      <a:pt x="1775" y="160"/>
                      <a:pt x="1716" y="182"/>
                    </a:cubicBezTo>
                    <a:cubicBezTo>
                      <a:pt x="1636" y="222"/>
                      <a:pt x="1567" y="271"/>
                      <a:pt x="1497" y="331"/>
                    </a:cubicBezTo>
                    <a:cubicBezTo>
                      <a:pt x="1438" y="390"/>
                      <a:pt x="1378" y="460"/>
                      <a:pt x="1329" y="529"/>
                    </a:cubicBezTo>
                    <a:cubicBezTo>
                      <a:pt x="1269" y="609"/>
                      <a:pt x="1230" y="678"/>
                      <a:pt x="1190" y="747"/>
                    </a:cubicBezTo>
                    <a:cubicBezTo>
                      <a:pt x="1180" y="767"/>
                      <a:pt x="1170" y="797"/>
                      <a:pt x="1150" y="827"/>
                    </a:cubicBezTo>
                    <a:cubicBezTo>
                      <a:pt x="1131" y="856"/>
                      <a:pt x="1111" y="886"/>
                      <a:pt x="1091" y="916"/>
                    </a:cubicBezTo>
                    <a:cubicBezTo>
                      <a:pt x="1071" y="936"/>
                      <a:pt x="1051" y="966"/>
                      <a:pt x="1021" y="985"/>
                    </a:cubicBezTo>
                    <a:cubicBezTo>
                      <a:pt x="1002" y="1005"/>
                      <a:pt x="982" y="1015"/>
                      <a:pt x="952" y="1015"/>
                    </a:cubicBezTo>
                    <a:cubicBezTo>
                      <a:pt x="922" y="1005"/>
                      <a:pt x="902" y="995"/>
                      <a:pt x="883" y="975"/>
                    </a:cubicBezTo>
                    <a:cubicBezTo>
                      <a:pt x="873" y="956"/>
                      <a:pt x="863" y="926"/>
                      <a:pt x="853" y="906"/>
                    </a:cubicBezTo>
                    <a:cubicBezTo>
                      <a:pt x="843" y="876"/>
                      <a:pt x="843" y="847"/>
                      <a:pt x="843" y="817"/>
                    </a:cubicBezTo>
                    <a:lnTo>
                      <a:pt x="843" y="747"/>
                    </a:lnTo>
                    <a:cubicBezTo>
                      <a:pt x="853" y="698"/>
                      <a:pt x="863" y="648"/>
                      <a:pt x="883" y="609"/>
                    </a:cubicBezTo>
                    <a:cubicBezTo>
                      <a:pt x="902" y="559"/>
                      <a:pt x="922" y="519"/>
                      <a:pt x="952" y="470"/>
                    </a:cubicBezTo>
                    <a:lnTo>
                      <a:pt x="1012" y="351"/>
                    </a:lnTo>
                    <a:cubicBezTo>
                      <a:pt x="1031" y="311"/>
                      <a:pt x="1041" y="271"/>
                      <a:pt x="1051" y="222"/>
                    </a:cubicBezTo>
                    <a:cubicBezTo>
                      <a:pt x="1061" y="172"/>
                      <a:pt x="1051" y="123"/>
                      <a:pt x="1021" y="83"/>
                    </a:cubicBezTo>
                    <a:cubicBezTo>
                      <a:pt x="992" y="33"/>
                      <a:pt x="942" y="4"/>
                      <a:pt x="893" y="4"/>
                    </a:cubicBezTo>
                    <a:cubicBezTo>
                      <a:pt x="881" y="1"/>
                      <a:pt x="869" y="0"/>
                      <a:pt x="8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38"/>
              <p:cNvSpPr/>
              <p:nvPr/>
            </p:nvSpPr>
            <p:spPr>
              <a:xfrm>
                <a:off x="5044324" y="1405889"/>
                <a:ext cx="189011" cy="188362"/>
              </a:xfrm>
              <a:custGeom>
                <a:avLst/>
                <a:gdLst/>
                <a:ahLst/>
                <a:cxnLst/>
                <a:rect l="l" t="t" r="r" b="b"/>
                <a:pathLst>
                  <a:path w="3064" h="3085" extrusionOk="0">
                    <a:moveTo>
                      <a:pt x="1509" y="1"/>
                    </a:moveTo>
                    <a:cubicBezTo>
                      <a:pt x="1509" y="1"/>
                      <a:pt x="1508" y="1"/>
                      <a:pt x="1507" y="1"/>
                    </a:cubicBezTo>
                    <a:cubicBezTo>
                      <a:pt x="1358" y="11"/>
                      <a:pt x="1230" y="1101"/>
                      <a:pt x="1160" y="1181"/>
                    </a:cubicBezTo>
                    <a:cubicBezTo>
                      <a:pt x="1021" y="1320"/>
                      <a:pt x="0" y="1429"/>
                      <a:pt x="10" y="1567"/>
                    </a:cubicBezTo>
                    <a:cubicBezTo>
                      <a:pt x="20" y="1706"/>
                      <a:pt x="1021" y="1766"/>
                      <a:pt x="1160" y="1905"/>
                    </a:cubicBezTo>
                    <a:cubicBezTo>
                      <a:pt x="1240" y="1984"/>
                      <a:pt x="1408" y="3084"/>
                      <a:pt x="1557" y="3084"/>
                    </a:cubicBezTo>
                    <a:cubicBezTo>
                      <a:pt x="1696" y="3075"/>
                      <a:pt x="1825" y="1984"/>
                      <a:pt x="1904" y="1905"/>
                    </a:cubicBezTo>
                    <a:cubicBezTo>
                      <a:pt x="2033" y="1766"/>
                      <a:pt x="3064" y="1657"/>
                      <a:pt x="3054" y="1518"/>
                    </a:cubicBezTo>
                    <a:cubicBezTo>
                      <a:pt x="3044" y="1379"/>
                      <a:pt x="2043" y="1310"/>
                      <a:pt x="1904" y="1171"/>
                    </a:cubicBezTo>
                    <a:cubicBezTo>
                      <a:pt x="1815" y="1092"/>
                      <a:pt x="1657" y="1"/>
                      <a:pt x="1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38"/>
              <p:cNvSpPr/>
              <p:nvPr/>
            </p:nvSpPr>
            <p:spPr>
              <a:xfrm>
                <a:off x="6426001" y="2181442"/>
                <a:ext cx="188455" cy="187752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75" extrusionOk="0">
                    <a:moveTo>
                      <a:pt x="1510" y="0"/>
                    </a:moveTo>
                    <a:cubicBezTo>
                      <a:pt x="1509" y="0"/>
                      <a:pt x="1509" y="0"/>
                      <a:pt x="1508" y="0"/>
                    </a:cubicBezTo>
                    <a:cubicBezTo>
                      <a:pt x="1359" y="10"/>
                      <a:pt x="1230" y="1101"/>
                      <a:pt x="1161" y="1170"/>
                    </a:cubicBezTo>
                    <a:cubicBezTo>
                      <a:pt x="1022" y="1319"/>
                      <a:pt x="1" y="1418"/>
                      <a:pt x="11" y="1557"/>
                    </a:cubicBezTo>
                    <a:cubicBezTo>
                      <a:pt x="11" y="1706"/>
                      <a:pt x="1012" y="1765"/>
                      <a:pt x="1161" y="1904"/>
                    </a:cubicBezTo>
                    <a:cubicBezTo>
                      <a:pt x="1240" y="1983"/>
                      <a:pt x="1407" y="3074"/>
                      <a:pt x="1546" y="3074"/>
                    </a:cubicBezTo>
                    <a:cubicBezTo>
                      <a:pt x="1546" y="3074"/>
                      <a:pt x="1547" y="3074"/>
                      <a:pt x="1548" y="3074"/>
                    </a:cubicBezTo>
                    <a:cubicBezTo>
                      <a:pt x="1696" y="3074"/>
                      <a:pt x="1825" y="1973"/>
                      <a:pt x="1895" y="1904"/>
                    </a:cubicBezTo>
                    <a:cubicBezTo>
                      <a:pt x="2033" y="1765"/>
                      <a:pt x="3055" y="1656"/>
                      <a:pt x="3045" y="1517"/>
                    </a:cubicBezTo>
                    <a:cubicBezTo>
                      <a:pt x="3045" y="1369"/>
                      <a:pt x="2033" y="1299"/>
                      <a:pt x="1895" y="1170"/>
                    </a:cubicBezTo>
                    <a:cubicBezTo>
                      <a:pt x="1816" y="1091"/>
                      <a:pt x="1648" y="0"/>
                      <a:pt x="151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38"/>
              <p:cNvSpPr/>
              <p:nvPr/>
            </p:nvSpPr>
            <p:spPr>
              <a:xfrm>
                <a:off x="5241848" y="1180709"/>
                <a:ext cx="579307" cy="687202"/>
              </a:xfrm>
              <a:custGeom>
                <a:avLst/>
                <a:gdLst/>
                <a:ahLst/>
                <a:cxnLst/>
                <a:rect l="l" t="t" r="r" b="b"/>
                <a:pathLst>
                  <a:path w="9391" h="11255" extrusionOk="0">
                    <a:moveTo>
                      <a:pt x="9341" y="8716"/>
                    </a:moveTo>
                    <a:cubicBezTo>
                      <a:pt x="9391" y="8855"/>
                      <a:pt x="9321" y="9013"/>
                      <a:pt x="9182" y="9073"/>
                    </a:cubicBezTo>
                    <a:lnTo>
                      <a:pt x="3739" y="11205"/>
                    </a:lnTo>
                    <a:cubicBezTo>
                      <a:pt x="3600" y="11254"/>
                      <a:pt x="3441" y="11185"/>
                      <a:pt x="3382" y="11046"/>
                    </a:cubicBezTo>
                    <a:lnTo>
                      <a:pt x="50" y="2539"/>
                    </a:lnTo>
                    <a:cubicBezTo>
                      <a:pt x="1" y="2400"/>
                      <a:pt x="70" y="2241"/>
                      <a:pt x="209" y="2182"/>
                    </a:cubicBezTo>
                    <a:lnTo>
                      <a:pt x="5643" y="50"/>
                    </a:lnTo>
                    <a:cubicBezTo>
                      <a:pt x="5791" y="0"/>
                      <a:pt x="5950" y="70"/>
                      <a:pt x="6000" y="20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38"/>
              <p:cNvSpPr/>
              <p:nvPr/>
            </p:nvSpPr>
            <p:spPr>
              <a:xfrm>
                <a:off x="5441900" y="1596022"/>
                <a:ext cx="107706" cy="109598"/>
              </a:xfrm>
              <a:custGeom>
                <a:avLst/>
                <a:gdLst/>
                <a:ahLst/>
                <a:cxnLst/>
                <a:rect l="l" t="t" r="r" b="b"/>
                <a:pathLst>
                  <a:path w="1746" h="1795" extrusionOk="0">
                    <a:moveTo>
                      <a:pt x="1190" y="1567"/>
                    </a:moveTo>
                    <a:cubicBezTo>
                      <a:pt x="585" y="1795"/>
                      <a:pt x="0" y="1190"/>
                      <a:pt x="258" y="595"/>
                    </a:cubicBezTo>
                    <a:cubicBezTo>
                      <a:pt x="516" y="0"/>
                      <a:pt x="1358" y="20"/>
                      <a:pt x="1596" y="625"/>
                    </a:cubicBezTo>
                    <a:cubicBezTo>
                      <a:pt x="1745" y="992"/>
                      <a:pt x="1557" y="1418"/>
                      <a:pt x="1190" y="156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38"/>
              <p:cNvSpPr/>
              <p:nvPr/>
            </p:nvSpPr>
            <p:spPr>
              <a:xfrm>
                <a:off x="5467562" y="1660194"/>
                <a:ext cx="107706" cy="109598"/>
              </a:xfrm>
              <a:custGeom>
                <a:avLst/>
                <a:gdLst/>
                <a:ahLst/>
                <a:cxnLst/>
                <a:rect l="l" t="t" r="r" b="b"/>
                <a:pathLst>
                  <a:path w="1746" h="1795" extrusionOk="0">
                    <a:moveTo>
                      <a:pt x="1180" y="1567"/>
                    </a:moveTo>
                    <a:cubicBezTo>
                      <a:pt x="586" y="1795"/>
                      <a:pt x="0" y="1190"/>
                      <a:pt x="258" y="595"/>
                    </a:cubicBezTo>
                    <a:cubicBezTo>
                      <a:pt x="516" y="0"/>
                      <a:pt x="1359" y="20"/>
                      <a:pt x="1597" y="625"/>
                    </a:cubicBezTo>
                    <a:cubicBezTo>
                      <a:pt x="1746" y="992"/>
                      <a:pt x="1557" y="1418"/>
                      <a:pt x="1180" y="156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38"/>
              <p:cNvSpPr/>
              <p:nvPr/>
            </p:nvSpPr>
            <p:spPr>
              <a:xfrm>
                <a:off x="5657189" y="1385923"/>
                <a:ext cx="64278" cy="131457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2153" extrusionOk="0">
                    <a:moveTo>
                      <a:pt x="992" y="1924"/>
                    </a:moveTo>
                    <a:cubicBezTo>
                      <a:pt x="754" y="1329"/>
                      <a:pt x="506" y="734"/>
                      <a:pt x="268" y="129"/>
                    </a:cubicBezTo>
                    <a:cubicBezTo>
                      <a:pt x="208" y="1"/>
                      <a:pt x="0" y="80"/>
                      <a:pt x="50" y="219"/>
                    </a:cubicBezTo>
                    <a:cubicBezTo>
                      <a:pt x="288" y="814"/>
                      <a:pt x="536" y="1409"/>
                      <a:pt x="774" y="2013"/>
                    </a:cubicBezTo>
                    <a:cubicBezTo>
                      <a:pt x="833" y="2152"/>
                      <a:pt x="1041" y="2073"/>
                      <a:pt x="992" y="192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38"/>
              <p:cNvSpPr/>
              <p:nvPr/>
            </p:nvSpPr>
            <p:spPr>
              <a:xfrm>
                <a:off x="5377067" y="1336284"/>
                <a:ext cx="63045" cy="13084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2143" extrusionOk="0">
                    <a:moveTo>
                      <a:pt x="972" y="1914"/>
                    </a:moveTo>
                    <a:cubicBezTo>
                      <a:pt x="734" y="1319"/>
                      <a:pt x="486" y="724"/>
                      <a:pt x="258" y="129"/>
                    </a:cubicBezTo>
                    <a:cubicBezTo>
                      <a:pt x="188" y="1"/>
                      <a:pt x="0" y="70"/>
                      <a:pt x="40" y="209"/>
                    </a:cubicBezTo>
                    <a:cubicBezTo>
                      <a:pt x="278" y="814"/>
                      <a:pt x="526" y="1399"/>
                      <a:pt x="754" y="2003"/>
                    </a:cubicBezTo>
                    <a:cubicBezTo>
                      <a:pt x="813" y="2142"/>
                      <a:pt x="1021" y="2053"/>
                      <a:pt x="972" y="191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38"/>
              <p:cNvSpPr/>
              <p:nvPr/>
            </p:nvSpPr>
            <p:spPr>
              <a:xfrm>
                <a:off x="5573973" y="1260023"/>
                <a:ext cx="48425" cy="96288"/>
              </a:xfrm>
              <a:custGeom>
                <a:avLst/>
                <a:gdLst/>
                <a:ahLst/>
                <a:cxnLst/>
                <a:rect l="l" t="t" r="r" b="b"/>
                <a:pathLst>
                  <a:path w="785" h="1577" extrusionOk="0">
                    <a:moveTo>
                      <a:pt x="744" y="1398"/>
                    </a:moveTo>
                    <a:cubicBezTo>
                      <a:pt x="586" y="962"/>
                      <a:pt x="407" y="526"/>
                      <a:pt x="249" y="99"/>
                    </a:cubicBezTo>
                    <a:cubicBezTo>
                      <a:pt x="209" y="0"/>
                      <a:pt x="1" y="80"/>
                      <a:pt x="31" y="179"/>
                    </a:cubicBezTo>
                    <a:cubicBezTo>
                      <a:pt x="189" y="615"/>
                      <a:pt x="368" y="1041"/>
                      <a:pt x="536" y="1478"/>
                    </a:cubicBezTo>
                    <a:cubicBezTo>
                      <a:pt x="566" y="1577"/>
                      <a:pt x="784" y="1497"/>
                      <a:pt x="744" y="1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38"/>
              <p:cNvSpPr/>
              <p:nvPr/>
            </p:nvSpPr>
            <p:spPr>
              <a:xfrm>
                <a:off x="5334194" y="1350815"/>
                <a:ext cx="81428" cy="174441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2857" extrusionOk="0">
                    <a:moveTo>
                      <a:pt x="1250" y="2588"/>
                    </a:moveTo>
                    <a:cubicBezTo>
                      <a:pt x="933" y="1785"/>
                      <a:pt x="606" y="992"/>
                      <a:pt x="288" y="189"/>
                    </a:cubicBezTo>
                    <a:cubicBezTo>
                      <a:pt x="209" y="0"/>
                      <a:pt x="1" y="80"/>
                      <a:pt x="70" y="268"/>
                    </a:cubicBezTo>
                    <a:cubicBezTo>
                      <a:pt x="388" y="1071"/>
                      <a:pt x="715" y="1865"/>
                      <a:pt x="1032" y="2668"/>
                    </a:cubicBezTo>
                    <a:cubicBezTo>
                      <a:pt x="1102" y="2856"/>
                      <a:pt x="1320" y="2777"/>
                      <a:pt x="1250" y="258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38"/>
              <p:cNvSpPr/>
              <p:nvPr/>
            </p:nvSpPr>
            <p:spPr>
              <a:xfrm>
                <a:off x="5717088" y="1530019"/>
                <a:ext cx="19061" cy="22469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68" extrusionOk="0">
                    <a:moveTo>
                      <a:pt x="259" y="149"/>
                    </a:moveTo>
                    <a:lnTo>
                      <a:pt x="239" y="90"/>
                    </a:lnTo>
                    <a:cubicBezTo>
                      <a:pt x="209" y="30"/>
                      <a:pt x="150" y="0"/>
                      <a:pt x="90" y="20"/>
                    </a:cubicBezTo>
                    <a:cubicBezTo>
                      <a:pt x="31" y="50"/>
                      <a:pt x="1" y="109"/>
                      <a:pt x="21" y="169"/>
                    </a:cubicBezTo>
                    <a:lnTo>
                      <a:pt x="51" y="228"/>
                    </a:lnTo>
                    <a:cubicBezTo>
                      <a:pt x="100" y="367"/>
                      <a:pt x="308" y="288"/>
                      <a:pt x="259" y="1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38"/>
              <p:cNvSpPr/>
              <p:nvPr/>
            </p:nvSpPr>
            <p:spPr>
              <a:xfrm>
                <a:off x="5647381" y="1353868"/>
                <a:ext cx="17211" cy="19416"/>
              </a:xfrm>
              <a:custGeom>
                <a:avLst/>
                <a:gdLst/>
                <a:ahLst/>
                <a:cxnLst/>
                <a:rect l="l" t="t" r="r" b="b"/>
                <a:pathLst>
                  <a:path w="279" h="318" extrusionOk="0">
                    <a:moveTo>
                      <a:pt x="258" y="149"/>
                    </a:moveTo>
                    <a:lnTo>
                      <a:pt x="239" y="79"/>
                    </a:lnTo>
                    <a:cubicBezTo>
                      <a:pt x="209" y="20"/>
                      <a:pt x="149" y="0"/>
                      <a:pt x="90" y="20"/>
                    </a:cubicBezTo>
                    <a:cubicBezTo>
                      <a:pt x="30" y="40"/>
                      <a:pt x="1" y="109"/>
                      <a:pt x="20" y="169"/>
                    </a:cubicBezTo>
                    <a:lnTo>
                      <a:pt x="50" y="228"/>
                    </a:lnTo>
                    <a:cubicBezTo>
                      <a:pt x="70" y="288"/>
                      <a:pt x="139" y="317"/>
                      <a:pt x="199" y="298"/>
                    </a:cubicBezTo>
                    <a:cubicBezTo>
                      <a:pt x="258" y="278"/>
                      <a:pt x="278" y="208"/>
                      <a:pt x="258" y="1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38"/>
              <p:cNvSpPr/>
              <p:nvPr/>
            </p:nvSpPr>
            <p:spPr>
              <a:xfrm>
                <a:off x="5597846" y="1757031"/>
                <a:ext cx="77726" cy="40054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656" extrusionOk="0">
                    <a:moveTo>
                      <a:pt x="1051" y="40"/>
                    </a:moveTo>
                    <a:lnTo>
                      <a:pt x="119" y="407"/>
                    </a:lnTo>
                    <a:cubicBezTo>
                      <a:pt x="0" y="477"/>
                      <a:pt x="70" y="655"/>
                      <a:pt x="209" y="625"/>
                    </a:cubicBezTo>
                    <a:lnTo>
                      <a:pt x="1131" y="258"/>
                    </a:lnTo>
                    <a:cubicBezTo>
                      <a:pt x="1260" y="199"/>
                      <a:pt x="1190" y="1"/>
                      <a:pt x="1051" y="4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38"/>
              <p:cNvSpPr/>
              <p:nvPr/>
            </p:nvSpPr>
            <p:spPr>
              <a:xfrm>
                <a:off x="5572184" y="1789758"/>
                <a:ext cx="18383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98" h="338" extrusionOk="0">
                    <a:moveTo>
                      <a:pt x="248" y="129"/>
                    </a:moveTo>
                    <a:cubicBezTo>
                      <a:pt x="188" y="0"/>
                      <a:pt x="0" y="70"/>
                      <a:pt x="40" y="208"/>
                    </a:cubicBezTo>
                    <a:cubicBezTo>
                      <a:pt x="99" y="337"/>
                      <a:pt x="297" y="258"/>
                      <a:pt x="248" y="12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38"/>
              <p:cNvSpPr/>
              <p:nvPr/>
            </p:nvSpPr>
            <p:spPr>
              <a:xfrm>
                <a:off x="5493224" y="1276325"/>
                <a:ext cx="137686" cy="218647"/>
              </a:xfrm>
              <a:custGeom>
                <a:avLst/>
                <a:gdLst/>
                <a:ahLst/>
                <a:cxnLst/>
                <a:rect l="l" t="t" r="r" b="b"/>
                <a:pathLst>
                  <a:path w="2232" h="3581" extrusionOk="0">
                    <a:moveTo>
                      <a:pt x="1498" y="3531"/>
                    </a:moveTo>
                    <a:cubicBezTo>
                      <a:pt x="1349" y="3580"/>
                      <a:pt x="1191" y="3511"/>
                      <a:pt x="1141" y="3372"/>
                    </a:cubicBezTo>
                    <a:lnTo>
                      <a:pt x="60" y="626"/>
                    </a:lnTo>
                    <a:cubicBezTo>
                      <a:pt x="1" y="477"/>
                      <a:pt x="70" y="318"/>
                      <a:pt x="219" y="269"/>
                    </a:cubicBezTo>
                    <a:lnTo>
                      <a:pt x="735" y="60"/>
                    </a:lnTo>
                    <a:cubicBezTo>
                      <a:pt x="883" y="1"/>
                      <a:pt x="1042" y="70"/>
                      <a:pt x="1092" y="219"/>
                    </a:cubicBezTo>
                    <a:lnTo>
                      <a:pt x="2172" y="2966"/>
                    </a:lnTo>
                    <a:cubicBezTo>
                      <a:pt x="2232" y="3104"/>
                      <a:pt x="2162" y="3263"/>
                      <a:pt x="2014" y="33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38"/>
              <p:cNvSpPr/>
              <p:nvPr/>
            </p:nvSpPr>
            <p:spPr>
              <a:xfrm>
                <a:off x="5181949" y="1522753"/>
                <a:ext cx="1119998" cy="827634"/>
              </a:xfrm>
              <a:custGeom>
                <a:avLst/>
                <a:gdLst/>
                <a:ahLst/>
                <a:cxnLst/>
                <a:rect l="l" t="t" r="r" b="b"/>
                <a:pathLst>
                  <a:path w="18156" h="13555" extrusionOk="0">
                    <a:moveTo>
                      <a:pt x="17848" y="11750"/>
                    </a:moveTo>
                    <a:cubicBezTo>
                      <a:pt x="17729" y="12573"/>
                      <a:pt x="17064" y="13218"/>
                      <a:pt x="16231" y="13297"/>
                    </a:cubicBezTo>
                    <a:cubicBezTo>
                      <a:pt x="11462" y="13555"/>
                      <a:pt x="6693" y="13555"/>
                      <a:pt x="1924" y="13297"/>
                    </a:cubicBezTo>
                    <a:cubicBezTo>
                      <a:pt x="1091" y="13218"/>
                      <a:pt x="426" y="12573"/>
                      <a:pt x="317" y="11750"/>
                    </a:cubicBezTo>
                    <a:cubicBezTo>
                      <a:pt x="0" y="8438"/>
                      <a:pt x="0" y="5117"/>
                      <a:pt x="317" y="1815"/>
                    </a:cubicBezTo>
                    <a:cubicBezTo>
                      <a:pt x="426" y="982"/>
                      <a:pt x="1091" y="338"/>
                      <a:pt x="1924" y="268"/>
                    </a:cubicBezTo>
                    <a:cubicBezTo>
                      <a:pt x="6693" y="0"/>
                      <a:pt x="11462" y="0"/>
                      <a:pt x="16231" y="268"/>
                    </a:cubicBezTo>
                    <a:cubicBezTo>
                      <a:pt x="17064" y="338"/>
                      <a:pt x="17729" y="982"/>
                      <a:pt x="17848" y="1815"/>
                    </a:cubicBezTo>
                    <a:cubicBezTo>
                      <a:pt x="18155" y="5117"/>
                      <a:pt x="18155" y="8438"/>
                      <a:pt x="17848" y="1175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38"/>
              <p:cNvSpPr/>
              <p:nvPr/>
            </p:nvSpPr>
            <p:spPr>
              <a:xfrm>
                <a:off x="6131196" y="1935624"/>
                <a:ext cx="209244" cy="189584"/>
              </a:xfrm>
              <a:custGeom>
                <a:avLst/>
                <a:gdLst/>
                <a:ahLst/>
                <a:cxnLst/>
                <a:rect l="l" t="t" r="r" b="b"/>
                <a:pathLst>
                  <a:path w="3392" h="3105" extrusionOk="0">
                    <a:moveTo>
                      <a:pt x="3382" y="1"/>
                    </a:moveTo>
                    <a:lnTo>
                      <a:pt x="318" y="1"/>
                    </a:lnTo>
                    <a:cubicBezTo>
                      <a:pt x="130" y="1"/>
                      <a:pt x="1" y="209"/>
                      <a:pt x="30" y="467"/>
                    </a:cubicBezTo>
                    <a:lnTo>
                      <a:pt x="298" y="2628"/>
                    </a:lnTo>
                    <a:cubicBezTo>
                      <a:pt x="328" y="2886"/>
                      <a:pt x="506" y="3104"/>
                      <a:pt x="705" y="3104"/>
                    </a:cubicBezTo>
                    <a:lnTo>
                      <a:pt x="3312" y="3104"/>
                    </a:lnTo>
                    <a:cubicBezTo>
                      <a:pt x="3372" y="2063"/>
                      <a:pt x="3392" y="1032"/>
                      <a:pt x="3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38"/>
              <p:cNvSpPr/>
              <p:nvPr/>
            </p:nvSpPr>
            <p:spPr>
              <a:xfrm>
                <a:off x="5690192" y="1964993"/>
                <a:ext cx="91791" cy="73635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1206" extrusionOk="0">
                    <a:moveTo>
                      <a:pt x="169" y="1"/>
                    </a:moveTo>
                    <a:cubicBezTo>
                      <a:pt x="85" y="1"/>
                      <a:pt x="1" y="55"/>
                      <a:pt x="1" y="164"/>
                    </a:cubicBezTo>
                    <a:cubicBezTo>
                      <a:pt x="1" y="680"/>
                      <a:pt x="189" y="1205"/>
                      <a:pt x="774" y="1205"/>
                    </a:cubicBezTo>
                    <a:cubicBezTo>
                      <a:pt x="779" y="1205"/>
                      <a:pt x="785" y="1205"/>
                      <a:pt x="790" y="1205"/>
                    </a:cubicBezTo>
                    <a:cubicBezTo>
                      <a:pt x="1381" y="1205"/>
                      <a:pt x="1488" y="646"/>
                      <a:pt x="1488" y="164"/>
                    </a:cubicBezTo>
                    <a:cubicBezTo>
                      <a:pt x="1478" y="60"/>
                      <a:pt x="1399" y="8"/>
                      <a:pt x="1319" y="8"/>
                    </a:cubicBezTo>
                    <a:cubicBezTo>
                      <a:pt x="1240" y="8"/>
                      <a:pt x="1161" y="60"/>
                      <a:pt x="1151" y="164"/>
                    </a:cubicBezTo>
                    <a:cubicBezTo>
                      <a:pt x="1151" y="432"/>
                      <a:pt x="1181" y="829"/>
                      <a:pt x="834" y="868"/>
                    </a:cubicBezTo>
                    <a:cubicBezTo>
                      <a:pt x="807" y="872"/>
                      <a:pt x="782" y="874"/>
                      <a:pt x="758" y="874"/>
                    </a:cubicBezTo>
                    <a:cubicBezTo>
                      <a:pt x="398" y="874"/>
                      <a:pt x="329" y="471"/>
                      <a:pt x="338" y="164"/>
                    </a:cubicBezTo>
                    <a:cubicBezTo>
                      <a:pt x="338" y="55"/>
                      <a:pt x="254" y="1"/>
                      <a:pt x="1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38"/>
              <p:cNvSpPr/>
              <p:nvPr/>
            </p:nvSpPr>
            <p:spPr>
              <a:xfrm>
                <a:off x="5389466" y="1644380"/>
                <a:ext cx="73285" cy="56783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930" extrusionOk="0">
                    <a:moveTo>
                      <a:pt x="221" y="1"/>
                    </a:moveTo>
                    <a:cubicBezTo>
                      <a:pt x="101" y="1"/>
                      <a:pt x="1" y="149"/>
                      <a:pt x="116" y="249"/>
                    </a:cubicBezTo>
                    <a:lnTo>
                      <a:pt x="870" y="894"/>
                    </a:lnTo>
                    <a:cubicBezTo>
                      <a:pt x="899" y="919"/>
                      <a:pt x="931" y="929"/>
                      <a:pt x="963" y="929"/>
                    </a:cubicBezTo>
                    <a:cubicBezTo>
                      <a:pt x="1081" y="929"/>
                      <a:pt x="1188" y="780"/>
                      <a:pt x="1078" y="686"/>
                    </a:cubicBezTo>
                    <a:lnTo>
                      <a:pt x="325" y="41"/>
                    </a:lnTo>
                    <a:cubicBezTo>
                      <a:pt x="292" y="13"/>
                      <a:pt x="256" y="1"/>
                      <a:pt x="2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38"/>
              <p:cNvSpPr/>
              <p:nvPr/>
            </p:nvSpPr>
            <p:spPr>
              <a:xfrm>
                <a:off x="5446280" y="1597121"/>
                <a:ext cx="49782" cy="81329"/>
              </a:xfrm>
              <a:custGeom>
                <a:avLst/>
                <a:gdLst/>
                <a:ahLst/>
                <a:cxnLst/>
                <a:rect l="l" t="t" r="r" b="b"/>
                <a:pathLst>
                  <a:path w="807" h="1332" extrusionOk="0">
                    <a:moveTo>
                      <a:pt x="199" y="1"/>
                    </a:moveTo>
                    <a:cubicBezTo>
                      <a:pt x="105" y="1"/>
                      <a:pt x="1" y="109"/>
                      <a:pt x="48" y="230"/>
                    </a:cubicBezTo>
                    <a:lnTo>
                      <a:pt x="58" y="230"/>
                    </a:lnTo>
                    <a:cubicBezTo>
                      <a:pt x="207" y="567"/>
                      <a:pt x="355" y="914"/>
                      <a:pt x="504" y="1251"/>
                    </a:cubicBezTo>
                    <a:cubicBezTo>
                      <a:pt x="526" y="1308"/>
                      <a:pt x="568" y="1332"/>
                      <a:pt x="611" y="1332"/>
                    </a:cubicBezTo>
                    <a:cubicBezTo>
                      <a:pt x="704" y="1332"/>
                      <a:pt x="806" y="1224"/>
                      <a:pt x="752" y="1103"/>
                    </a:cubicBezTo>
                    <a:lnTo>
                      <a:pt x="306" y="81"/>
                    </a:lnTo>
                    <a:cubicBezTo>
                      <a:pt x="284" y="24"/>
                      <a:pt x="242" y="1"/>
                      <a:pt x="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38"/>
              <p:cNvSpPr/>
              <p:nvPr/>
            </p:nvSpPr>
            <p:spPr>
              <a:xfrm>
                <a:off x="5515555" y="1588573"/>
                <a:ext cx="24860" cy="84504"/>
              </a:xfrm>
              <a:custGeom>
                <a:avLst/>
                <a:gdLst/>
                <a:ahLst/>
                <a:cxnLst/>
                <a:rect l="l" t="t" r="r" b="b"/>
                <a:pathLst>
                  <a:path w="403" h="1384" extrusionOk="0">
                    <a:moveTo>
                      <a:pt x="260" y="1"/>
                    </a:moveTo>
                    <a:cubicBezTo>
                      <a:pt x="187" y="1"/>
                      <a:pt x="110" y="48"/>
                      <a:pt x="105" y="142"/>
                    </a:cubicBezTo>
                    <a:cubicBezTo>
                      <a:pt x="75" y="509"/>
                      <a:pt x="45" y="876"/>
                      <a:pt x="6" y="1243"/>
                    </a:cubicBezTo>
                    <a:cubicBezTo>
                      <a:pt x="1" y="1337"/>
                      <a:pt x="73" y="1384"/>
                      <a:pt x="147" y="1384"/>
                    </a:cubicBezTo>
                    <a:cubicBezTo>
                      <a:pt x="221" y="1384"/>
                      <a:pt x="298" y="1337"/>
                      <a:pt x="303" y="1243"/>
                    </a:cubicBezTo>
                    <a:cubicBezTo>
                      <a:pt x="333" y="876"/>
                      <a:pt x="363" y="509"/>
                      <a:pt x="393" y="142"/>
                    </a:cubicBezTo>
                    <a:cubicBezTo>
                      <a:pt x="402" y="48"/>
                      <a:pt x="333" y="1"/>
                      <a:pt x="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38"/>
              <p:cNvSpPr/>
              <p:nvPr/>
            </p:nvSpPr>
            <p:spPr>
              <a:xfrm>
                <a:off x="5989994" y="1644380"/>
                <a:ext cx="73778" cy="56783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30" extrusionOk="0">
                    <a:moveTo>
                      <a:pt x="971" y="1"/>
                    </a:moveTo>
                    <a:cubicBezTo>
                      <a:pt x="937" y="1"/>
                      <a:pt x="902" y="13"/>
                      <a:pt x="872" y="41"/>
                    </a:cubicBezTo>
                    <a:lnTo>
                      <a:pt x="118" y="686"/>
                    </a:lnTo>
                    <a:cubicBezTo>
                      <a:pt x="1" y="780"/>
                      <a:pt x="112" y="929"/>
                      <a:pt x="233" y="929"/>
                    </a:cubicBezTo>
                    <a:cubicBezTo>
                      <a:pt x="265" y="929"/>
                      <a:pt x="297" y="919"/>
                      <a:pt x="326" y="894"/>
                    </a:cubicBezTo>
                    <a:lnTo>
                      <a:pt x="1080" y="249"/>
                    </a:lnTo>
                    <a:cubicBezTo>
                      <a:pt x="1196" y="149"/>
                      <a:pt x="1089" y="1"/>
                      <a:pt x="9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38"/>
              <p:cNvSpPr/>
              <p:nvPr/>
            </p:nvSpPr>
            <p:spPr>
              <a:xfrm>
                <a:off x="5957237" y="1597121"/>
                <a:ext cx="49535" cy="81329"/>
              </a:xfrm>
              <a:custGeom>
                <a:avLst/>
                <a:gdLst/>
                <a:ahLst/>
                <a:cxnLst/>
                <a:rect l="l" t="t" r="r" b="b"/>
                <a:pathLst>
                  <a:path w="803" h="1332" extrusionOk="0">
                    <a:moveTo>
                      <a:pt x="604" y="1"/>
                    </a:moveTo>
                    <a:cubicBezTo>
                      <a:pt x="559" y="1"/>
                      <a:pt x="516" y="24"/>
                      <a:pt x="491" y="81"/>
                    </a:cubicBezTo>
                    <a:lnTo>
                      <a:pt x="54" y="1103"/>
                    </a:lnTo>
                    <a:cubicBezTo>
                      <a:pt x="0" y="1224"/>
                      <a:pt x="98" y="1332"/>
                      <a:pt x="191" y="1332"/>
                    </a:cubicBezTo>
                    <a:cubicBezTo>
                      <a:pt x="234" y="1332"/>
                      <a:pt x="277" y="1308"/>
                      <a:pt x="302" y="1251"/>
                    </a:cubicBezTo>
                    <a:cubicBezTo>
                      <a:pt x="451" y="914"/>
                      <a:pt x="600" y="567"/>
                      <a:pt x="738" y="230"/>
                    </a:cubicBezTo>
                    <a:lnTo>
                      <a:pt x="748" y="230"/>
                    </a:lnTo>
                    <a:cubicBezTo>
                      <a:pt x="802" y="109"/>
                      <a:pt x="700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38"/>
              <p:cNvSpPr/>
              <p:nvPr/>
            </p:nvSpPr>
            <p:spPr>
              <a:xfrm>
                <a:off x="5912206" y="1588573"/>
                <a:ext cx="24860" cy="84504"/>
              </a:xfrm>
              <a:custGeom>
                <a:avLst/>
                <a:gdLst/>
                <a:ahLst/>
                <a:cxnLst/>
                <a:rect l="l" t="t" r="r" b="b"/>
                <a:pathLst>
                  <a:path w="403" h="1384" extrusionOk="0">
                    <a:moveTo>
                      <a:pt x="143" y="1"/>
                    </a:moveTo>
                    <a:cubicBezTo>
                      <a:pt x="70" y="1"/>
                      <a:pt x="1" y="48"/>
                      <a:pt x="11" y="142"/>
                    </a:cubicBezTo>
                    <a:cubicBezTo>
                      <a:pt x="41" y="509"/>
                      <a:pt x="70" y="876"/>
                      <a:pt x="100" y="1243"/>
                    </a:cubicBezTo>
                    <a:cubicBezTo>
                      <a:pt x="105" y="1337"/>
                      <a:pt x="182" y="1384"/>
                      <a:pt x="256" y="1384"/>
                    </a:cubicBezTo>
                    <a:cubicBezTo>
                      <a:pt x="331" y="1384"/>
                      <a:pt x="403" y="1337"/>
                      <a:pt x="398" y="1243"/>
                    </a:cubicBezTo>
                    <a:cubicBezTo>
                      <a:pt x="368" y="876"/>
                      <a:pt x="338" y="509"/>
                      <a:pt x="298" y="142"/>
                    </a:cubicBezTo>
                    <a:cubicBezTo>
                      <a:pt x="293" y="48"/>
                      <a:pt x="217" y="1"/>
                      <a:pt x="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38"/>
              <p:cNvSpPr/>
              <p:nvPr/>
            </p:nvSpPr>
            <p:spPr>
              <a:xfrm>
                <a:off x="5343323" y="1629970"/>
                <a:ext cx="385485" cy="322628"/>
              </a:xfrm>
              <a:custGeom>
                <a:avLst/>
                <a:gdLst/>
                <a:ahLst/>
                <a:cxnLst/>
                <a:rect l="l" t="t" r="r" b="b"/>
                <a:pathLst>
                  <a:path w="6249" h="5284" extrusionOk="0">
                    <a:moveTo>
                      <a:pt x="3430" y="1"/>
                    </a:moveTo>
                    <a:cubicBezTo>
                      <a:pt x="1287" y="1"/>
                      <a:pt x="0" y="2534"/>
                      <a:pt x="1390" y="4283"/>
                    </a:cubicBezTo>
                    <a:cubicBezTo>
                      <a:pt x="1937" y="4971"/>
                      <a:pt x="2693" y="5284"/>
                      <a:pt x="3439" y="5284"/>
                    </a:cubicBezTo>
                    <a:cubicBezTo>
                      <a:pt x="4693" y="5284"/>
                      <a:pt x="5918" y="4401"/>
                      <a:pt x="6080" y="2934"/>
                    </a:cubicBezTo>
                    <a:cubicBezTo>
                      <a:pt x="6248" y="1487"/>
                      <a:pt x="5197" y="178"/>
                      <a:pt x="3750" y="19"/>
                    </a:cubicBezTo>
                    <a:cubicBezTo>
                      <a:pt x="3641" y="7"/>
                      <a:pt x="3535" y="1"/>
                      <a:pt x="343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8"/>
              <p:cNvSpPr/>
              <p:nvPr/>
            </p:nvSpPr>
            <p:spPr>
              <a:xfrm>
                <a:off x="5411365" y="1673260"/>
                <a:ext cx="284996" cy="238491"/>
              </a:xfrm>
              <a:custGeom>
                <a:avLst/>
                <a:gdLst/>
                <a:ahLst/>
                <a:cxnLst/>
                <a:rect l="l" t="t" r="r" b="b"/>
                <a:pathLst>
                  <a:path w="4620" h="3906" extrusionOk="0">
                    <a:moveTo>
                      <a:pt x="2547" y="1"/>
                    </a:moveTo>
                    <a:cubicBezTo>
                      <a:pt x="952" y="1"/>
                      <a:pt x="1" y="1872"/>
                      <a:pt x="1040" y="3167"/>
                    </a:cubicBezTo>
                    <a:cubicBezTo>
                      <a:pt x="1444" y="3675"/>
                      <a:pt x="2001" y="3905"/>
                      <a:pt x="2552" y="3905"/>
                    </a:cubicBezTo>
                    <a:cubicBezTo>
                      <a:pt x="3474" y="3905"/>
                      <a:pt x="4377" y="3257"/>
                      <a:pt x="4501" y="2176"/>
                    </a:cubicBezTo>
                    <a:cubicBezTo>
                      <a:pt x="4620" y="1105"/>
                      <a:pt x="3856" y="133"/>
                      <a:pt x="2785" y="14"/>
                    </a:cubicBezTo>
                    <a:cubicBezTo>
                      <a:pt x="2705" y="5"/>
                      <a:pt x="2625" y="1"/>
                      <a:pt x="25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38"/>
              <p:cNvSpPr/>
              <p:nvPr/>
            </p:nvSpPr>
            <p:spPr>
              <a:xfrm>
                <a:off x="5439433" y="1955651"/>
                <a:ext cx="108323" cy="73086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197" extrusionOk="0">
                    <a:moveTo>
                      <a:pt x="798" y="0"/>
                    </a:moveTo>
                    <a:cubicBezTo>
                      <a:pt x="403" y="0"/>
                      <a:pt x="75" y="213"/>
                      <a:pt x="40" y="506"/>
                    </a:cubicBezTo>
                    <a:cubicBezTo>
                      <a:pt x="0" y="823"/>
                      <a:pt x="347" y="1130"/>
                      <a:pt x="813" y="1190"/>
                    </a:cubicBezTo>
                    <a:cubicBezTo>
                      <a:pt x="856" y="1194"/>
                      <a:pt x="899" y="1197"/>
                      <a:pt x="941" y="1197"/>
                    </a:cubicBezTo>
                    <a:cubicBezTo>
                      <a:pt x="1351" y="1197"/>
                      <a:pt x="1689" y="982"/>
                      <a:pt x="1716" y="694"/>
                    </a:cubicBezTo>
                    <a:cubicBezTo>
                      <a:pt x="1755" y="367"/>
                      <a:pt x="1408" y="59"/>
                      <a:pt x="942" y="10"/>
                    </a:cubicBezTo>
                    <a:cubicBezTo>
                      <a:pt x="893" y="3"/>
                      <a:pt x="845" y="0"/>
                      <a:pt x="7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38"/>
              <p:cNvSpPr/>
              <p:nvPr/>
            </p:nvSpPr>
            <p:spPr>
              <a:xfrm>
                <a:off x="5917141" y="1954735"/>
                <a:ext cx="111346" cy="74612"/>
              </a:xfrm>
              <a:custGeom>
                <a:avLst/>
                <a:gdLst/>
                <a:ahLst/>
                <a:cxnLst/>
                <a:rect l="l" t="t" r="r" b="b"/>
                <a:pathLst>
                  <a:path w="1805" h="1222" extrusionOk="0">
                    <a:moveTo>
                      <a:pt x="950" y="1"/>
                    </a:moveTo>
                    <a:cubicBezTo>
                      <a:pt x="915" y="1"/>
                      <a:pt x="879" y="2"/>
                      <a:pt x="843" y="5"/>
                    </a:cubicBezTo>
                    <a:cubicBezTo>
                      <a:pt x="367" y="55"/>
                      <a:pt x="0" y="362"/>
                      <a:pt x="40" y="699"/>
                    </a:cubicBezTo>
                    <a:cubicBezTo>
                      <a:pt x="67" y="1005"/>
                      <a:pt x="413" y="1221"/>
                      <a:pt x="833" y="1221"/>
                    </a:cubicBezTo>
                    <a:cubicBezTo>
                      <a:pt x="875" y="1221"/>
                      <a:pt x="918" y="1219"/>
                      <a:pt x="962" y="1215"/>
                    </a:cubicBezTo>
                    <a:cubicBezTo>
                      <a:pt x="1438" y="1175"/>
                      <a:pt x="1805" y="868"/>
                      <a:pt x="1775" y="530"/>
                    </a:cubicBezTo>
                    <a:cubicBezTo>
                      <a:pt x="1738" y="219"/>
                      <a:pt x="1380" y="1"/>
                      <a:pt x="9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38"/>
              <p:cNvSpPr/>
              <p:nvPr/>
            </p:nvSpPr>
            <p:spPr>
              <a:xfrm>
                <a:off x="5608148" y="1704827"/>
                <a:ext cx="66376" cy="59043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7" extrusionOk="0">
                    <a:moveTo>
                      <a:pt x="179" y="1"/>
                    </a:moveTo>
                    <a:cubicBezTo>
                      <a:pt x="61" y="1"/>
                      <a:pt x="0" y="200"/>
                      <a:pt x="131" y="261"/>
                    </a:cubicBezTo>
                    <a:cubicBezTo>
                      <a:pt x="409" y="400"/>
                      <a:pt x="627" y="618"/>
                      <a:pt x="775" y="895"/>
                    </a:cubicBezTo>
                    <a:cubicBezTo>
                      <a:pt x="805" y="945"/>
                      <a:pt x="852" y="966"/>
                      <a:pt x="898" y="966"/>
                    </a:cubicBezTo>
                    <a:cubicBezTo>
                      <a:pt x="989" y="966"/>
                      <a:pt x="1076" y="885"/>
                      <a:pt x="1023" y="786"/>
                    </a:cubicBezTo>
                    <a:cubicBezTo>
                      <a:pt x="845" y="459"/>
                      <a:pt x="567" y="181"/>
                      <a:pt x="230" y="13"/>
                    </a:cubicBezTo>
                    <a:cubicBezTo>
                      <a:pt x="212" y="4"/>
                      <a:pt x="195" y="1"/>
                      <a:pt x="17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38"/>
              <p:cNvSpPr/>
              <p:nvPr/>
            </p:nvSpPr>
            <p:spPr>
              <a:xfrm>
                <a:off x="5577057" y="1689807"/>
                <a:ext cx="26341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11" extrusionOk="0">
                    <a:moveTo>
                      <a:pt x="160" y="1"/>
                    </a:moveTo>
                    <a:cubicBezTo>
                      <a:pt x="105" y="1"/>
                      <a:pt x="53" y="37"/>
                      <a:pt x="30" y="90"/>
                    </a:cubicBezTo>
                    <a:cubicBezTo>
                      <a:pt x="0" y="160"/>
                      <a:pt x="40" y="229"/>
                      <a:pt x="109" y="259"/>
                    </a:cubicBezTo>
                    <a:cubicBezTo>
                      <a:pt x="149" y="279"/>
                      <a:pt x="189" y="289"/>
                      <a:pt x="228" y="299"/>
                    </a:cubicBezTo>
                    <a:cubicBezTo>
                      <a:pt x="247" y="306"/>
                      <a:pt x="265" y="310"/>
                      <a:pt x="284" y="310"/>
                    </a:cubicBezTo>
                    <a:cubicBezTo>
                      <a:pt x="336" y="310"/>
                      <a:pt x="385" y="280"/>
                      <a:pt x="407" y="229"/>
                    </a:cubicBezTo>
                    <a:cubicBezTo>
                      <a:pt x="427" y="160"/>
                      <a:pt x="397" y="80"/>
                      <a:pt x="328" y="51"/>
                    </a:cubicBezTo>
                    <a:lnTo>
                      <a:pt x="209" y="11"/>
                    </a:lnTo>
                    <a:cubicBezTo>
                      <a:pt x="193" y="4"/>
                      <a:pt x="176" y="1"/>
                      <a:pt x="1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38"/>
              <p:cNvSpPr/>
              <p:nvPr/>
            </p:nvSpPr>
            <p:spPr>
              <a:xfrm>
                <a:off x="5662680" y="1777546"/>
                <a:ext cx="18383" cy="2076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340" extrusionOk="0">
                    <a:moveTo>
                      <a:pt x="155" y="0"/>
                    </a:moveTo>
                    <a:cubicBezTo>
                      <a:pt x="137" y="0"/>
                      <a:pt x="118" y="4"/>
                      <a:pt x="100" y="12"/>
                    </a:cubicBezTo>
                    <a:cubicBezTo>
                      <a:pt x="40" y="41"/>
                      <a:pt x="0" y="121"/>
                      <a:pt x="30" y="190"/>
                    </a:cubicBezTo>
                    <a:cubicBezTo>
                      <a:pt x="19" y="287"/>
                      <a:pt x="93" y="340"/>
                      <a:pt x="166" y="340"/>
                    </a:cubicBezTo>
                    <a:cubicBezTo>
                      <a:pt x="228" y="340"/>
                      <a:pt x="289" y="302"/>
                      <a:pt x="298" y="220"/>
                    </a:cubicBezTo>
                    <a:cubicBezTo>
                      <a:pt x="298" y="170"/>
                      <a:pt x="298" y="121"/>
                      <a:pt x="278" y="81"/>
                    </a:cubicBezTo>
                    <a:cubicBezTo>
                      <a:pt x="256" y="30"/>
                      <a:pt x="207" y="0"/>
                      <a:pt x="1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38"/>
              <p:cNvSpPr/>
              <p:nvPr/>
            </p:nvSpPr>
            <p:spPr>
              <a:xfrm>
                <a:off x="5664222" y="1787926"/>
                <a:ext cx="370" cy="1282"/>
              </a:xfrm>
              <a:custGeom>
                <a:avLst/>
                <a:gdLst/>
                <a:ahLst/>
                <a:cxnLst/>
                <a:rect l="l" t="t" r="r" b="b"/>
                <a:pathLst>
                  <a:path w="6" h="21" extrusionOk="0">
                    <a:moveTo>
                      <a:pt x="1" y="0"/>
                    </a:moveTo>
                    <a:cubicBezTo>
                      <a:pt x="1" y="0"/>
                      <a:pt x="1" y="5"/>
                      <a:pt x="5" y="20"/>
                    </a:cubicBezTo>
                    <a:cubicBezTo>
                      <a:pt x="5" y="1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38"/>
              <p:cNvSpPr/>
              <p:nvPr/>
            </p:nvSpPr>
            <p:spPr>
              <a:xfrm>
                <a:off x="5664530" y="1789147"/>
                <a:ext cx="62" cy="1282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0" y="0"/>
                    </a:moveTo>
                    <a:cubicBezTo>
                      <a:pt x="0" y="20"/>
                      <a:pt x="0" y="10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8"/>
              <p:cNvSpPr/>
              <p:nvPr/>
            </p:nvSpPr>
            <p:spPr>
              <a:xfrm>
                <a:off x="5664530" y="1789147"/>
                <a:ext cx="62" cy="6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38"/>
              <p:cNvSpPr/>
              <p:nvPr/>
            </p:nvSpPr>
            <p:spPr>
              <a:xfrm>
                <a:off x="5696731" y="1636137"/>
                <a:ext cx="386225" cy="322994"/>
              </a:xfrm>
              <a:custGeom>
                <a:avLst/>
                <a:gdLst/>
                <a:ahLst/>
                <a:cxnLst/>
                <a:rect l="l" t="t" r="r" b="b"/>
                <a:pathLst>
                  <a:path w="6261" h="5290" extrusionOk="0">
                    <a:moveTo>
                      <a:pt x="3453" y="0"/>
                    </a:moveTo>
                    <a:cubicBezTo>
                      <a:pt x="1303" y="0"/>
                      <a:pt x="0" y="2539"/>
                      <a:pt x="1402" y="4291"/>
                    </a:cubicBezTo>
                    <a:cubicBezTo>
                      <a:pt x="1952" y="4978"/>
                      <a:pt x="2707" y="5289"/>
                      <a:pt x="3451" y="5289"/>
                    </a:cubicBezTo>
                    <a:cubicBezTo>
                      <a:pt x="4706" y="5289"/>
                      <a:pt x="5930" y="4405"/>
                      <a:pt x="6092" y="2942"/>
                    </a:cubicBezTo>
                    <a:cubicBezTo>
                      <a:pt x="6260" y="1485"/>
                      <a:pt x="5219" y="186"/>
                      <a:pt x="3762" y="17"/>
                    </a:cubicBezTo>
                    <a:cubicBezTo>
                      <a:pt x="3657" y="6"/>
                      <a:pt x="3554" y="0"/>
                      <a:pt x="345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38"/>
              <p:cNvSpPr/>
              <p:nvPr/>
            </p:nvSpPr>
            <p:spPr>
              <a:xfrm>
                <a:off x="5742071" y="1679976"/>
                <a:ext cx="285243" cy="238857"/>
              </a:xfrm>
              <a:custGeom>
                <a:avLst/>
                <a:gdLst/>
                <a:ahLst/>
                <a:cxnLst/>
                <a:rect l="l" t="t" r="r" b="b"/>
                <a:pathLst>
                  <a:path w="4624" h="3912" extrusionOk="0">
                    <a:moveTo>
                      <a:pt x="2553" y="1"/>
                    </a:moveTo>
                    <a:cubicBezTo>
                      <a:pt x="960" y="1"/>
                      <a:pt x="1" y="1878"/>
                      <a:pt x="1034" y="3176"/>
                    </a:cubicBezTo>
                    <a:cubicBezTo>
                      <a:pt x="1440" y="3682"/>
                      <a:pt x="1997" y="3911"/>
                      <a:pt x="2546" y="3911"/>
                    </a:cubicBezTo>
                    <a:cubicBezTo>
                      <a:pt x="3473" y="3911"/>
                      <a:pt x="4380" y="3258"/>
                      <a:pt x="4504" y="2175"/>
                    </a:cubicBezTo>
                    <a:cubicBezTo>
                      <a:pt x="4623" y="1104"/>
                      <a:pt x="3850" y="132"/>
                      <a:pt x="2779" y="13"/>
                    </a:cubicBezTo>
                    <a:cubicBezTo>
                      <a:pt x="2702" y="5"/>
                      <a:pt x="2627" y="1"/>
                      <a:pt x="25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38"/>
              <p:cNvSpPr/>
              <p:nvPr/>
            </p:nvSpPr>
            <p:spPr>
              <a:xfrm>
                <a:off x="5938484" y="1711482"/>
                <a:ext cx="66746" cy="59043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967" extrusionOk="0">
                    <a:moveTo>
                      <a:pt x="185" y="1"/>
                    </a:moveTo>
                    <a:cubicBezTo>
                      <a:pt x="60" y="1"/>
                      <a:pt x="1" y="200"/>
                      <a:pt x="140" y="261"/>
                    </a:cubicBezTo>
                    <a:cubicBezTo>
                      <a:pt x="408" y="410"/>
                      <a:pt x="636" y="628"/>
                      <a:pt x="785" y="895"/>
                    </a:cubicBezTo>
                    <a:cubicBezTo>
                      <a:pt x="811" y="945"/>
                      <a:pt x="857" y="966"/>
                      <a:pt x="903" y="966"/>
                    </a:cubicBezTo>
                    <a:cubicBezTo>
                      <a:pt x="993" y="966"/>
                      <a:pt x="1082" y="885"/>
                      <a:pt x="1023" y="786"/>
                    </a:cubicBezTo>
                    <a:cubicBezTo>
                      <a:pt x="844" y="459"/>
                      <a:pt x="576" y="191"/>
                      <a:pt x="239" y="13"/>
                    </a:cubicBezTo>
                    <a:cubicBezTo>
                      <a:pt x="220" y="5"/>
                      <a:pt x="202" y="1"/>
                      <a:pt x="18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38"/>
              <p:cNvSpPr/>
              <p:nvPr/>
            </p:nvSpPr>
            <p:spPr>
              <a:xfrm>
                <a:off x="5907949" y="1696767"/>
                <a:ext cx="28561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463" h="311" extrusionOk="0">
                    <a:moveTo>
                      <a:pt x="157" y="0"/>
                    </a:moveTo>
                    <a:cubicBezTo>
                      <a:pt x="103" y="0"/>
                      <a:pt x="54" y="30"/>
                      <a:pt x="30" y="85"/>
                    </a:cubicBezTo>
                    <a:cubicBezTo>
                      <a:pt x="1" y="155"/>
                      <a:pt x="30" y="234"/>
                      <a:pt x="100" y="254"/>
                    </a:cubicBezTo>
                    <a:cubicBezTo>
                      <a:pt x="139" y="274"/>
                      <a:pt x="189" y="284"/>
                      <a:pt x="229" y="304"/>
                    </a:cubicBezTo>
                    <a:cubicBezTo>
                      <a:pt x="244" y="308"/>
                      <a:pt x="259" y="311"/>
                      <a:pt x="272" y="311"/>
                    </a:cubicBezTo>
                    <a:cubicBezTo>
                      <a:pt x="402" y="311"/>
                      <a:pt x="462" y="118"/>
                      <a:pt x="328" y="56"/>
                    </a:cubicBezTo>
                    <a:lnTo>
                      <a:pt x="199" y="6"/>
                    </a:lnTo>
                    <a:cubicBezTo>
                      <a:pt x="185" y="2"/>
                      <a:pt x="171" y="0"/>
                      <a:pt x="1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38"/>
              <p:cNvSpPr/>
              <p:nvPr/>
            </p:nvSpPr>
            <p:spPr>
              <a:xfrm>
                <a:off x="5992646" y="1783957"/>
                <a:ext cx="19370" cy="21065"/>
              </a:xfrm>
              <a:custGeom>
                <a:avLst/>
                <a:gdLst/>
                <a:ahLst/>
                <a:cxnLst/>
                <a:rect l="l" t="t" r="r" b="b"/>
                <a:pathLst>
                  <a:path w="314" h="345" extrusionOk="0">
                    <a:moveTo>
                      <a:pt x="175" y="1"/>
                    </a:moveTo>
                    <a:cubicBezTo>
                      <a:pt x="89" y="1"/>
                      <a:pt x="0" y="85"/>
                      <a:pt x="45" y="194"/>
                    </a:cubicBezTo>
                    <a:cubicBezTo>
                      <a:pt x="36" y="264"/>
                      <a:pt x="95" y="333"/>
                      <a:pt x="164" y="343"/>
                    </a:cubicBezTo>
                    <a:cubicBezTo>
                      <a:pt x="170" y="344"/>
                      <a:pt x="176" y="344"/>
                      <a:pt x="182" y="344"/>
                    </a:cubicBezTo>
                    <a:cubicBezTo>
                      <a:pt x="254" y="344"/>
                      <a:pt x="313" y="288"/>
                      <a:pt x="313" y="214"/>
                    </a:cubicBezTo>
                    <a:cubicBezTo>
                      <a:pt x="313" y="174"/>
                      <a:pt x="303" y="125"/>
                      <a:pt x="293" y="85"/>
                    </a:cubicBezTo>
                    <a:cubicBezTo>
                      <a:pt x="269" y="26"/>
                      <a:pt x="222" y="1"/>
                      <a:pt x="1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38"/>
              <p:cNvSpPr/>
              <p:nvPr/>
            </p:nvSpPr>
            <p:spPr>
              <a:xfrm>
                <a:off x="5995114" y="1794581"/>
                <a:ext cx="370" cy="1282"/>
              </a:xfrm>
              <a:custGeom>
                <a:avLst/>
                <a:gdLst/>
                <a:ahLst/>
                <a:cxnLst/>
                <a:rect l="l" t="t" r="r" b="b"/>
                <a:pathLst>
                  <a:path w="6" h="21" extrusionOk="0">
                    <a:moveTo>
                      <a:pt x="1" y="0"/>
                    </a:moveTo>
                    <a:cubicBezTo>
                      <a:pt x="1" y="0"/>
                      <a:pt x="2" y="5"/>
                      <a:pt x="5" y="20"/>
                    </a:cubicBezTo>
                    <a:cubicBezTo>
                      <a:pt x="5" y="14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38"/>
              <p:cNvSpPr/>
              <p:nvPr/>
            </p:nvSpPr>
            <p:spPr>
              <a:xfrm>
                <a:off x="5996039" y="1796413"/>
                <a:ext cx="62" cy="1221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extrusionOk="0">
                    <a:moveTo>
                      <a:pt x="0" y="0"/>
                    </a:moveTo>
                    <a:cubicBezTo>
                      <a:pt x="0" y="20"/>
                      <a:pt x="0" y="10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8"/>
              <p:cNvSpPr/>
              <p:nvPr/>
            </p:nvSpPr>
            <p:spPr>
              <a:xfrm>
                <a:off x="5995422" y="1795802"/>
                <a:ext cx="62" cy="6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38"/>
              <p:cNvSpPr/>
              <p:nvPr/>
            </p:nvSpPr>
            <p:spPr>
              <a:xfrm>
                <a:off x="6114109" y="1709833"/>
                <a:ext cx="104005" cy="104164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706" extrusionOk="0">
                    <a:moveTo>
                      <a:pt x="833" y="0"/>
                    </a:moveTo>
                    <a:cubicBezTo>
                      <a:pt x="754" y="10"/>
                      <a:pt x="684" y="615"/>
                      <a:pt x="645" y="655"/>
                    </a:cubicBezTo>
                    <a:cubicBezTo>
                      <a:pt x="565" y="734"/>
                      <a:pt x="0" y="784"/>
                      <a:pt x="10" y="863"/>
                    </a:cubicBezTo>
                    <a:cubicBezTo>
                      <a:pt x="10" y="942"/>
                      <a:pt x="565" y="982"/>
                      <a:pt x="645" y="1051"/>
                    </a:cubicBezTo>
                    <a:cubicBezTo>
                      <a:pt x="684" y="1091"/>
                      <a:pt x="773" y="1706"/>
                      <a:pt x="863" y="1706"/>
                    </a:cubicBezTo>
                    <a:cubicBezTo>
                      <a:pt x="942" y="1696"/>
                      <a:pt x="1011" y="1091"/>
                      <a:pt x="1051" y="1051"/>
                    </a:cubicBezTo>
                    <a:cubicBezTo>
                      <a:pt x="1120" y="972"/>
                      <a:pt x="1686" y="912"/>
                      <a:pt x="1686" y="843"/>
                    </a:cubicBezTo>
                    <a:cubicBezTo>
                      <a:pt x="1676" y="764"/>
                      <a:pt x="1120" y="724"/>
                      <a:pt x="1051" y="655"/>
                    </a:cubicBezTo>
                    <a:cubicBezTo>
                      <a:pt x="1001" y="605"/>
                      <a:pt x="912" y="0"/>
                      <a:pt x="8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38"/>
              <p:cNvSpPr/>
              <p:nvPr/>
            </p:nvSpPr>
            <p:spPr>
              <a:xfrm>
                <a:off x="5271211" y="2129359"/>
                <a:ext cx="104067" cy="103615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697" extrusionOk="0">
                    <a:moveTo>
                      <a:pt x="824" y="1"/>
                    </a:moveTo>
                    <a:cubicBezTo>
                      <a:pt x="744" y="11"/>
                      <a:pt x="675" y="605"/>
                      <a:pt x="635" y="645"/>
                    </a:cubicBezTo>
                    <a:cubicBezTo>
                      <a:pt x="556" y="724"/>
                      <a:pt x="1" y="784"/>
                      <a:pt x="1" y="863"/>
                    </a:cubicBezTo>
                    <a:cubicBezTo>
                      <a:pt x="11" y="943"/>
                      <a:pt x="556" y="972"/>
                      <a:pt x="635" y="1052"/>
                    </a:cubicBezTo>
                    <a:cubicBezTo>
                      <a:pt x="675" y="1091"/>
                      <a:pt x="772" y="1696"/>
                      <a:pt x="851" y="1696"/>
                    </a:cubicBezTo>
                    <a:cubicBezTo>
                      <a:pt x="852" y="1696"/>
                      <a:pt x="853" y="1696"/>
                      <a:pt x="853" y="1696"/>
                    </a:cubicBezTo>
                    <a:cubicBezTo>
                      <a:pt x="933" y="1696"/>
                      <a:pt x="1002" y="1091"/>
                      <a:pt x="1042" y="1052"/>
                    </a:cubicBezTo>
                    <a:cubicBezTo>
                      <a:pt x="1121" y="972"/>
                      <a:pt x="1686" y="913"/>
                      <a:pt x="1676" y="833"/>
                    </a:cubicBezTo>
                    <a:cubicBezTo>
                      <a:pt x="1676" y="764"/>
                      <a:pt x="1121" y="724"/>
                      <a:pt x="1042" y="645"/>
                    </a:cubicBezTo>
                    <a:cubicBezTo>
                      <a:pt x="1002" y="605"/>
                      <a:pt x="913" y="1"/>
                      <a:pt x="82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38"/>
              <p:cNvSpPr/>
              <p:nvPr/>
            </p:nvSpPr>
            <p:spPr>
              <a:xfrm>
                <a:off x="6095726" y="2179610"/>
                <a:ext cx="38616" cy="29124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77" extrusionOk="0">
                    <a:moveTo>
                      <a:pt x="317" y="0"/>
                    </a:moveTo>
                    <a:cubicBezTo>
                      <a:pt x="314" y="0"/>
                      <a:pt x="311" y="0"/>
                      <a:pt x="308" y="1"/>
                    </a:cubicBezTo>
                    <a:cubicBezTo>
                      <a:pt x="1" y="1"/>
                      <a:pt x="1" y="477"/>
                      <a:pt x="308" y="477"/>
                    </a:cubicBezTo>
                    <a:cubicBezTo>
                      <a:pt x="622" y="477"/>
                      <a:pt x="625" y="0"/>
                      <a:pt x="31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38"/>
              <p:cNvSpPr/>
              <p:nvPr/>
            </p:nvSpPr>
            <p:spPr>
              <a:xfrm>
                <a:off x="5325681" y="1940509"/>
                <a:ext cx="36766" cy="29063"/>
              </a:xfrm>
              <a:custGeom>
                <a:avLst/>
                <a:gdLst/>
                <a:ahLst/>
                <a:cxnLst/>
                <a:rect l="l" t="t" r="r" b="b"/>
                <a:pathLst>
                  <a:path w="596" h="476" extrusionOk="0">
                    <a:moveTo>
                      <a:pt x="298" y="0"/>
                    </a:moveTo>
                    <a:cubicBezTo>
                      <a:pt x="0" y="20"/>
                      <a:pt x="0" y="456"/>
                      <a:pt x="298" y="476"/>
                    </a:cubicBezTo>
                    <a:cubicBezTo>
                      <a:pt x="595" y="456"/>
                      <a:pt x="595" y="20"/>
                      <a:pt x="2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38"/>
              <p:cNvSpPr/>
              <p:nvPr/>
            </p:nvSpPr>
            <p:spPr>
              <a:xfrm>
                <a:off x="6129962" y="2087596"/>
                <a:ext cx="38000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616" h="507" extrusionOk="0">
                    <a:moveTo>
                      <a:pt x="1" y="0"/>
                    </a:moveTo>
                    <a:lnTo>
                      <a:pt x="487" y="506"/>
                    </a:lnTo>
                    <a:lnTo>
                      <a:pt x="616" y="8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38"/>
              <p:cNvSpPr/>
              <p:nvPr/>
            </p:nvSpPr>
            <p:spPr>
              <a:xfrm>
                <a:off x="6099427" y="1900516"/>
                <a:ext cx="310782" cy="189584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3105" extrusionOk="0">
                    <a:moveTo>
                      <a:pt x="5037" y="2628"/>
                    </a:moveTo>
                    <a:cubicBezTo>
                      <a:pt x="5037" y="2886"/>
                      <a:pt x="4888" y="3104"/>
                      <a:pt x="4700" y="3104"/>
                    </a:cubicBezTo>
                    <a:lnTo>
                      <a:pt x="645" y="3104"/>
                    </a:lnTo>
                    <a:cubicBezTo>
                      <a:pt x="456" y="3104"/>
                      <a:pt x="238" y="2896"/>
                      <a:pt x="169" y="2638"/>
                    </a:cubicBezTo>
                    <a:cubicBezTo>
                      <a:pt x="0" y="1924"/>
                      <a:pt x="0" y="1181"/>
                      <a:pt x="169" y="457"/>
                    </a:cubicBezTo>
                    <a:cubicBezTo>
                      <a:pt x="238" y="199"/>
                      <a:pt x="456" y="1"/>
                      <a:pt x="645" y="1"/>
                    </a:cubicBezTo>
                    <a:lnTo>
                      <a:pt x="4700" y="1"/>
                    </a:lnTo>
                    <a:cubicBezTo>
                      <a:pt x="4888" y="1"/>
                      <a:pt x="5027" y="209"/>
                      <a:pt x="5037" y="46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38"/>
              <p:cNvSpPr/>
              <p:nvPr/>
            </p:nvSpPr>
            <p:spPr>
              <a:xfrm>
                <a:off x="6185666" y="1940509"/>
                <a:ext cx="109495" cy="108377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1775" extrusionOk="0">
                    <a:moveTo>
                      <a:pt x="883" y="0"/>
                    </a:moveTo>
                    <a:cubicBezTo>
                      <a:pt x="397" y="0"/>
                      <a:pt x="0" y="397"/>
                      <a:pt x="0" y="892"/>
                    </a:cubicBezTo>
                    <a:cubicBezTo>
                      <a:pt x="0" y="1378"/>
                      <a:pt x="397" y="1775"/>
                      <a:pt x="883" y="1775"/>
                    </a:cubicBezTo>
                    <a:cubicBezTo>
                      <a:pt x="1368" y="1775"/>
                      <a:pt x="1775" y="1378"/>
                      <a:pt x="1775" y="892"/>
                    </a:cubicBezTo>
                    <a:cubicBezTo>
                      <a:pt x="1775" y="397"/>
                      <a:pt x="1368" y="0"/>
                      <a:pt x="8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8"/>
              <p:cNvSpPr/>
              <p:nvPr/>
            </p:nvSpPr>
            <p:spPr>
              <a:xfrm>
                <a:off x="6251117" y="1973785"/>
                <a:ext cx="3917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092" extrusionOk="0">
                    <a:moveTo>
                      <a:pt x="506" y="80"/>
                    </a:moveTo>
                    <a:cubicBezTo>
                      <a:pt x="476" y="0"/>
                      <a:pt x="337" y="30"/>
                      <a:pt x="367" y="119"/>
                    </a:cubicBezTo>
                    <a:cubicBezTo>
                      <a:pt x="476" y="427"/>
                      <a:pt x="357" y="764"/>
                      <a:pt x="79" y="922"/>
                    </a:cubicBezTo>
                    <a:cubicBezTo>
                      <a:pt x="0" y="972"/>
                      <a:pt x="79" y="1091"/>
                      <a:pt x="149" y="1051"/>
                    </a:cubicBezTo>
                    <a:cubicBezTo>
                      <a:pt x="486" y="853"/>
                      <a:pt x="635" y="447"/>
                      <a:pt x="506" y="8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38"/>
              <p:cNvSpPr/>
              <p:nvPr/>
            </p:nvSpPr>
            <p:spPr>
              <a:xfrm>
                <a:off x="6265181" y="1963466"/>
                <a:ext cx="11659" cy="8548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40" extrusionOk="0">
                    <a:moveTo>
                      <a:pt x="99" y="1"/>
                    </a:moveTo>
                    <a:cubicBezTo>
                      <a:pt x="0" y="1"/>
                      <a:pt x="0" y="140"/>
                      <a:pt x="99" y="140"/>
                    </a:cubicBezTo>
                    <a:cubicBezTo>
                      <a:pt x="188" y="140"/>
                      <a:pt x="188" y="1"/>
                      <a:pt x="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38"/>
              <p:cNvSpPr/>
              <p:nvPr/>
            </p:nvSpPr>
            <p:spPr>
              <a:xfrm>
                <a:off x="5226549" y="1687242"/>
                <a:ext cx="38308" cy="277384"/>
              </a:xfrm>
              <a:custGeom>
                <a:avLst/>
                <a:gdLst/>
                <a:ahLst/>
                <a:cxnLst/>
                <a:rect l="l" t="t" r="r" b="b"/>
                <a:pathLst>
                  <a:path w="621" h="4543" extrusionOk="0">
                    <a:moveTo>
                      <a:pt x="385" y="1"/>
                    </a:moveTo>
                    <a:cubicBezTo>
                      <a:pt x="266" y="1"/>
                      <a:pt x="145" y="78"/>
                      <a:pt x="140" y="231"/>
                    </a:cubicBezTo>
                    <a:cubicBezTo>
                      <a:pt x="90" y="1590"/>
                      <a:pt x="1" y="2948"/>
                      <a:pt x="1" y="4297"/>
                    </a:cubicBezTo>
                    <a:cubicBezTo>
                      <a:pt x="1" y="4460"/>
                      <a:pt x="120" y="4542"/>
                      <a:pt x="239" y="4542"/>
                    </a:cubicBezTo>
                    <a:cubicBezTo>
                      <a:pt x="358" y="4542"/>
                      <a:pt x="477" y="4460"/>
                      <a:pt x="477" y="4297"/>
                    </a:cubicBezTo>
                    <a:cubicBezTo>
                      <a:pt x="477" y="2948"/>
                      <a:pt x="566" y="1590"/>
                      <a:pt x="616" y="231"/>
                    </a:cubicBezTo>
                    <a:cubicBezTo>
                      <a:pt x="621" y="78"/>
                      <a:pt x="504" y="1"/>
                      <a:pt x="38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38"/>
              <p:cNvSpPr/>
              <p:nvPr/>
            </p:nvSpPr>
            <p:spPr>
              <a:xfrm>
                <a:off x="5236974" y="1632351"/>
                <a:ext cx="38616" cy="29674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86" extrusionOk="0">
                    <a:moveTo>
                      <a:pt x="318" y="0"/>
                    </a:moveTo>
                    <a:cubicBezTo>
                      <a:pt x="0" y="0"/>
                      <a:pt x="0" y="486"/>
                      <a:pt x="318" y="486"/>
                    </a:cubicBezTo>
                    <a:cubicBezTo>
                      <a:pt x="625" y="486"/>
                      <a:pt x="62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38"/>
              <p:cNvSpPr/>
              <p:nvPr/>
            </p:nvSpPr>
            <p:spPr>
              <a:xfrm>
                <a:off x="5219208" y="1994361"/>
                <a:ext cx="39233" cy="29735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87" extrusionOk="0">
                    <a:moveTo>
                      <a:pt x="318" y="0"/>
                    </a:moveTo>
                    <a:cubicBezTo>
                      <a:pt x="1" y="0"/>
                      <a:pt x="1" y="486"/>
                      <a:pt x="318" y="486"/>
                    </a:cubicBezTo>
                    <a:cubicBezTo>
                      <a:pt x="635" y="486"/>
                      <a:pt x="63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38"/>
              <p:cNvSpPr/>
              <p:nvPr/>
            </p:nvSpPr>
            <p:spPr>
              <a:xfrm>
                <a:off x="6213981" y="1601273"/>
                <a:ext cx="58603" cy="169312"/>
              </a:xfrm>
              <a:custGeom>
                <a:avLst/>
                <a:gdLst/>
                <a:ahLst/>
                <a:cxnLst/>
                <a:rect l="l" t="t" r="r" b="b"/>
                <a:pathLst>
                  <a:path w="950" h="2773" extrusionOk="0">
                    <a:moveTo>
                      <a:pt x="328" y="1"/>
                    </a:moveTo>
                    <a:cubicBezTo>
                      <a:pt x="169" y="1"/>
                      <a:pt x="1" y="176"/>
                      <a:pt x="96" y="360"/>
                    </a:cubicBezTo>
                    <a:cubicBezTo>
                      <a:pt x="433" y="1035"/>
                      <a:pt x="473" y="1798"/>
                      <a:pt x="473" y="2542"/>
                    </a:cubicBezTo>
                    <a:cubicBezTo>
                      <a:pt x="473" y="2695"/>
                      <a:pt x="592" y="2772"/>
                      <a:pt x="711" y="2772"/>
                    </a:cubicBezTo>
                    <a:cubicBezTo>
                      <a:pt x="830" y="2772"/>
                      <a:pt x="949" y="2695"/>
                      <a:pt x="949" y="2542"/>
                    </a:cubicBezTo>
                    <a:cubicBezTo>
                      <a:pt x="949" y="1709"/>
                      <a:pt x="890" y="876"/>
                      <a:pt x="513" y="122"/>
                    </a:cubicBezTo>
                    <a:cubicBezTo>
                      <a:pt x="470" y="36"/>
                      <a:pt x="400" y="1"/>
                      <a:pt x="32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38"/>
              <p:cNvSpPr/>
              <p:nvPr/>
            </p:nvSpPr>
            <p:spPr>
              <a:xfrm>
                <a:off x="6241925" y="1803679"/>
                <a:ext cx="36766" cy="29674"/>
              </a:xfrm>
              <a:custGeom>
                <a:avLst/>
                <a:gdLst/>
                <a:ahLst/>
                <a:cxnLst/>
                <a:rect l="l" t="t" r="r" b="b"/>
                <a:pathLst>
                  <a:path w="596" h="486" extrusionOk="0">
                    <a:moveTo>
                      <a:pt x="298" y="0"/>
                    </a:moveTo>
                    <a:cubicBezTo>
                      <a:pt x="0" y="30"/>
                      <a:pt x="0" y="456"/>
                      <a:pt x="298" y="486"/>
                    </a:cubicBezTo>
                    <a:cubicBezTo>
                      <a:pt x="595" y="456"/>
                      <a:pt x="595" y="30"/>
                      <a:pt x="2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38"/>
              <p:cNvSpPr/>
              <p:nvPr/>
            </p:nvSpPr>
            <p:spPr>
              <a:xfrm>
                <a:off x="5721406" y="1211543"/>
                <a:ext cx="27266" cy="7998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1310" extrusionOk="0">
                    <a:moveTo>
                      <a:pt x="285" y="1"/>
                    </a:moveTo>
                    <a:cubicBezTo>
                      <a:pt x="206" y="1"/>
                      <a:pt x="124" y="51"/>
                      <a:pt x="119" y="150"/>
                    </a:cubicBezTo>
                    <a:cubicBezTo>
                      <a:pt x="100" y="487"/>
                      <a:pt x="40" y="824"/>
                      <a:pt x="10" y="1161"/>
                    </a:cubicBezTo>
                    <a:cubicBezTo>
                      <a:pt x="0" y="1260"/>
                      <a:pt x="75" y="1310"/>
                      <a:pt x="154" y="1310"/>
                    </a:cubicBezTo>
                    <a:cubicBezTo>
                      <a:pt x="233" y="1310"/>
                      <a:pt x="318" y="1260"/>
                      <a:pt x="328" y="1161"/>
                    </a:cubicBezTo>
                    <a:cubicBezTo>
                      <a:pt x="357" y="824"/>
                      <a:pt x="417" y="487"/>
                      <a:pt x="437" y="150"/>
                    </a:cubicBezTo>
                    <a:cubicBezTo>
                      <a:pt x="442" y="51"/>
                      <a:pt x="365" y="1"/>
                      <a:pt x="28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38"/>
              <p:cNvSpPr/>
              <p:nvPr/>
            </p:nvSpPr>
            <p:spPr>
              <a:xfrm>
                <a:off x="5732387" y="1181930"/>
                <a:ext cx="23935" cy="19416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18" extrusionOk="0">
                    <a:moveTo>
                      <a:pt x="199" y="0"/>
                    </a:moveTo>
                    <a:cubicBezTo>
                      <a:pt x="1" y="20"/>
                      <a:pt x="1" y="298"/>
                      <a:pt x="199" y="317"/>
                    </a:cubicBezTo>
                    <a:cubicBezTo>
                      <a:pt x="388" y="298"/>
                      <a:pt x="388" y="20"/>
                      <a:pt x="1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38"/>
              <p:cNvSpPr/>
              <p:nvPr/>
            </p:nvSpPr>
            <p:spPr>
              <a:xfrm>
                <a:off x="6019480" y="1326087"/>
                <a:ext cx="54162" cy="80657"/>
              </a:xfrm>
              <a:custGeom>
                <a:avLst/>
                <a:gdLst/>
                <a:ahLst/>
                <a:cxnLst/>
                <a:rect l="l" t="t" r="r" b="b"/>
                <a:pathLst>
                  <a:path w="878" h="1321" extrusionOk="0">
                    <a:moveTo>
                      <a:pt x="687" y="0"/>
                    </a:moveTo>
                    <a:cubicBezTo>
                      <a:pt x="622" y="0"/>
                      <a:pt x="554" y="33"/>
                      <a:pt x="523" y="108"/>
                    </a:cubicBezTo>
                    <a:cubicBezTo>
                      <a:pt x="374" y="455"/>
                      <a:pt x="166" y="772"/>
                      <a:pt x="37" y="1129"/>
                    </a:cubicBezTo>
                    <a:cubicBezTo>
                      <a:pt x="1" y="1243"/>
                      <a:pt x="99" y="1321"/>
                      <a:pt x="195" y="1321"/>
                    </a:cubicBezTo>
                    <a:cubicBezTo>
                      <a:pt x="258" y="1321"/>
                      <a:pt x="321" y="1287"/>
                      <a:pt x="344" y="1209"/>
                    </a:cubicBezTo>
                    <a:cubicBezTo>
                      <a:pt x="473" y="852"/>
                      <a:pt x="681" y="534"/>
                      <a:pt x="830" y="187"/>
                    </a:cubicBezTo>
                    <a:cubicBezTo>
                      <a:pt x="878" y="74"/>
                      <a:pt x="786" y="0"/>
                      <a:pt x="68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38"/>
              <p:cNvSpPr/>
              <p:nvPr/>
            </p:nvSpPr>
            <p:spPr>
              <a:xfrm>
                <a:off x="6059639" y="1299954"/>
                <a:ext cx="23935" cy="19416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18" extrusionOk="0">
                    <a:moveTo>
                      <a:pt x="189" y="1"/>
                    </a:moveTo>
                    <a:cubicBezTo>
                      <a:pt x="1" y="20"/>
                      <a:pt x="1" y="308"/>
                      <a:pt x="189" y="318"/>
                    </a:cubicBezTo>
                    <a:cubicBezTo>
                      <a:pt x="387" y="308"/>
                      <a:pt x="387" y="20"/>
                      <a:pt x="18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38"/>
              <p:cNvSpPr/>
              <p:nvPr/>
            </p:nvSpPr>
            <p:spPr>
              <a:xfrm>
                <a:off x="5710618" y="1093768"/>
                <a:ext cx="80194" cy="56417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924" extrusionOk="0">
                    <a:moveTo>
                      <a:pt x="515" y="0"/>
                    </a:moveTo>
                    <a:cubicBezTo>
                      <a:pt x="410" y="0"/>
                      <a:pt x="317" y="64"/>
                      <a:pt x="278" y="165"/>
                    </a:cubicBezTo>
                    <a:lnTo>
                      <a:pt x="1" y="809"/>
                    </a:lnTo>
                    <a:cubicBezTo>
                      <a:pt x="21" y="829"/>
                      <a:pt x="40" y="839"/>
                      <a:pt x="70" y="849"/>
                    </a:cubicBezTo>
                    <a:cubicBezTo>
                      <a:pt x="189" y="900"/>
                      <a:pt x="313" y="924"/>
                      <a:pt x="435" y="924"/>
                    </a:cubicBezTo>
                    <a:cubicBezTo>
                      <a:pt x="789" y="924"/>
                      <a:pt x="1125" y="720"/>
                      <a:pt x="1280" y="373"/>
                    </a:cubicBezTo>
                    <a:cubicBezTo>
                      <a:pt x="1280" y="353"/>
                      <a:pt x="1290" y="333"/>
                      <a:pt x="1300" y="324"/>
                    </a:cubicBezTo>
                    <a:lnTo>
                      <a:pt x="606" y="16"/>
                    </a:lnTo>
                    <a:cubicBezTo>
                      <a:pt x="575" y="5"/>
                      <a:pt x="544" y="0"/>
                      <a:pt x="5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45" name="Google Shape;2145;p38"/>
          <p:cNvGrpSpPr/>
          <p:nvPr/>
        </p:nvGrpSpPr>
        <p:grpSpPr>
          <a:xfrm>
            <a:off x="712962" y="2866696"/>
            <a:ext cx="1708372" cy="1737294"/>
            <a:chOff x="712962" y="2866696"/>
            <a:chExt cx="1708372" cy="1737294"/>
          </a:xfrm>
        </p:grpSpPr>
        <p:sp>
          <p:nvSpPr>
            <p:cNvPr id="2146" name="Google Shape;2146;p38"/>
            <p:cNvSpPr/>
            <p:nvPr/>
          </p:nvSpPr>
          <p:spPr>
            <a:xfrm>
              <a:off x="712962" y="2880810"/>
              <a:ext cx="1708372" cy="1709065"/>
            </a:xfrm>
            <a:custGeom>
              <a:avLst/>
              <a:gdLst/>
              <a:ahLst/>
              <a:cxnLst/>
              <a:rect l="l" t="t" r="r" b="b"/>
              <a:pathLst>
                <a:path w="22053" h="21977" extrusionOk="0">
                  <a:moveTo>
                    <a:pt x="15253" y="0"/>
                  </a:moveTo>
                  <a:cubicBezTo>
                    <a:pt x="15206" y="0"/>
                    <a:pt x="15159" y="3"/>
                    <a:pt x="15111" y="7"/>
                  </a:cubicBezTo>
                  <a:cubicBezTo>
                    <a:pt x="15012" y="17"/>
                    <a:pt x="14943" y="97"/>
                    <a:pt x="14943" y="196"/>
                  </a:cubicBezTo>
                  <a:cubicBezTo>
                    <a:pt x="14814" y="325"/>
                    <a:pt x="14665" y="444"/>
                    <a:pt x="14497" y="543"/>
                  </a:cubicBezTo>
                  <a:cubicBezTo>
                    <a:pt x="13681" y="446"/>
                    <a:pt x="12861" y="399"/>
                    <a:pt x="12039" y="399"/>
                  </a:cubicBezTo>
                  <a:cubicBezTo>
                    <a:pt x="11262" y="399"/>
                    <a:pt x="10484" y="441"/>
                    <a:pt x="9708" y="523"/>
                  </a:cubicBezTo>
                  <a:cubicBezTo>
                    <a:pt x="9529" y="444"/>
                    <a:pt x="9360" y="354"/>
                    <a:pt x="9192" y="245"/>
                  </a:cubicBezTo>
                  <a:cubicBezTo>
                    <a:pt x="9172" y="156"/>
                    <a:pt x="9083" y="97"/>
                    <a:pt x="8994" y="97"/>
                  </a:cubicBezTo>
                  <a:cubicBezTo>
                    <a:pt x="8498" y="97"/>
                    <a:pt x="8032" y="374"/>
                    <a:pt x="7804" y="820"/>
                  </a:cubicBezTo>
                  <a:cubicBezTo>
                    <a:pt x="7467" y="880"/>
                    <a:pt x="7130" y="949"/>
                    <a:pt x="6802" y="1039"/>
                  </a:cubicBezTo>
                  <a:cubicBezTo>
                    <a:pt x="4859" y="1534"/>
                    <a:pt x="3471" y="3388"/>
                    <a:pt x="3649" y="4816"/>
                  </a:cubicBezTo>
                  <a:cubicBezTo>
                    <a:pt x="3649" y="4856"/>
                    <a:pt x="3659" y="4896"/>
                    <a:pt x="3659" y="4925"/>
                  </a:cubicBezTo>
                  <a:lnTo>
                    <a:pt x="1508" y="4925"/>
                  </a:lnTo>
                  <a:cubicBezTo>
                    <a:pt x="1359" y="4935"/>
                    <a:pt x="1230" y="6036"/>
                    <a:pt x="1160" y="6105"/>
                  </a:cubicBezTo>
                  <a:cubicBezTo>
                    <a:pt x="1022" y="6244"/>
                    <a:pt x="0" y="6353"/>
                    <a:pt x="10" y="6492"/>
                  </a:cubicBezTo>
                  <a:cubicBezTo>
                    <a:pt x="20" y="6631"/>
                    <a:pt x="1012" y="6700"/>
                    <a:pt x="1160" y="6839"/>
                  </a:cubicBezTo>
                  <a:cubicBezTo>
                    <a:pt x="1239" y="6908"/>
                    <a:pt x="1407" y="8009"/>
                    <a:pt x="1545" y="8009"/>
                  </a:cubicBezTo>
                  <a:cubicBezTo>
                    <a:pt x="1546" y="8009"/>
                    <a:pt x="1547" y="8009"/>
                    <a:pt x="1547" y="8009"/>
                  </a:cubicBezTo>
                  <a:lnTo>
                    <a:pt x="4026" y="8257"/>
                  </a:lnTo>
                  <a:cubicBezTo>
                    <a:pt x="4076" y="8654"/>
                    <a:pt x="4115" y="9050"/>
                    <a:pt x="4165" y="9447"/>
                  </a:cubicBezTo>
                  <a:cubicBezTo>
                    <a:pt x="3382" y="9833"/>
                    <a:pt x="2410" y="10250"/>
                    <a:pt x="2221" y="11192"/>
                  </a:cubicBezTo>
                  <a:cubicBezTo>
                    <a:pt x="2102" y="11737"/>
                    <a:pt x="2321" y="12312"/>
                    <a:pt x="2777" y="12649"/>
                  </a:cubicBezTo>
                  <a:cubicBezTo>
                    <a:pt x="3064" y="12858"/>
                    <a:pt x="3391" y="13006"/>
                    <a:pt x="3738" y="13115"/>
                  </a:cubicBezTo>
                  <a:cubicBezTo>
                    <a:pt x="3709" y="13631"/>
                    <a:pt x="3996" y="14276"/>
                    <a:pt x="4363" y="14513"/>
                  </a:cubicBezTo>
                  <a:cubicBezTo>
                    <a:pt x="4472" y="14583"/>
                    <a:pt x="4601" y="14613"/>
                    <a:pt x="4740" y="14613"/>
                  </a:cubicBezTo>
                  <a:cubicBezTo>
                    <a:pt x="4829" y="15505"/>
                    <a:pt x="4928" y="16387"/>
                    <a:pt x="5027" y="17290"/>
                  </a:cubicBezTo>
                  <a:cubicBezTo>
                    <a:pt x="5117" y="18073"/>
                    <a:pt x="5821" y="18886"/>
                    <a:pt x="6584" y="19035"/>
                  </a:cubicBezTo>
                  <a:cubicBezTo>
                    <a:pt x="7784" y="19273"/>
                    <a:pt x="9013" y="19431"/>
                    <a:pt x="10243" y="19511"/>
                  </a:cubicBezTo>
                  <a:cubicBezTo>
                    <a:pt x="10273" y="19878"/>
                    <a:pt x="10273" y="20254"/>
                    <a:pt x="10243" y="20621"/>
                  </a:cubicBezTo>
                  <a:cubicBezTo>
                    <a:pt x="9440" y="20859"/>
                    <a:pt x="8577" y="21444"/>
                    <a:pt x="9678" y="21851"/>
                  </a:cubicBezTo>
                  <a:cubicBezTo>
                    <a:pt x="9896" y="21937"/>
                    <a:pt x="10095" y="21977"/>
                    <a:pt x="10271" y="21977"/>
                  </a:cubicBezTo>
                  <a:cubicBezTo>
                    <a:pt x="10966" y="21977"/>
                    <a:pt x="11293" y="21359"/>
                    <a:pt x="10977" y="20552"/>
                  </a:cubicBezTo>
                  <a:cubicBezTo>
                    <a:pt x="10996" y="20215"/>
                    <a:pt x="10996" y="19878"/>
                    <a:pt x="10977" y="19550"/>
                  </a:cubicBezTo>
                  <a:lnTo>
                    <a:pt x="10977" y="19550"/>
                  </a:lnTo>
                  <a:cubicBezTo>
                    <a:pt x="11331" y="19562"/>
                    <a:pt x="11689" y="19567"/>
                    <a:pt x="12046" y="19567"/>
                  </a:cubicBezTo>
                  <a:cubicBezTo>
                    <a:pt x="12298" y="19567"/>
                    <a:pt x="12551" y="19564"/>
                    <a:pt x="12801" y="19560"/>
                  </a:cubicBezTo>
                  <a:lnTo>
                    <a:pt x="12801" y="19560"/>
                  </a:lnTo>
                  <a:cubicBezTo>
                    <a:pt x="12771" y="19897"/>
                    <a:pt x="12761" y="20235"/>
                    <a:pt x="12771" y="20572"/>
                  </a:cubicBezTo>
                  <a:cubicBezTo>
                    <a:pt x="12539" y="21375"/>
                    <a:pt x="12869" y="21951"/>
                    <a:pt x="13494" y="21951"/>
                  </a:cubicBezTo>
                  <a:cubicBezTo>
                    <a:pt x="13695" y="21951"/>
                    <a:pt x="13926" y="21892"/>
                    <a:pt x="14179" y="21762"/>
                  </a:cubicBezTo>
                  <a:cubicBezTo>
                    <a:pt x="15250" y="21256"/>
                    <a:pt x="14328" y="20750"/>
                    <a:pt x="13495" y="20592"/>
                  </a:cubicBezTo>
                  <a:cubicBezTo>
                    <a:pt x="13485" y="20235"/>
                    <a:pt x="13495" y="19878"/>
                    <a:pt x="13525" y="19531"/>
                  </a:cubicBezTo>
                  <a:cubicBezTo>
                    <a:pt x="14863" y="19451"/>
                    <a:pt x="16202" y="19293"/>
                    <a:pt x="17521" y="19035"/>
                  </a:cubicBezTo>
                  <a:cubicBezTo>
                    <a:pt x="17670" y="19005"/>
                    <a:pt x="17808" y="18946"/>
                    <a:pt x="17937" y="18876"/>
                  </a:cubicBezTo>
                  <a:lnTo>
                    <a:pt x="18998" y="19699"/>
                  </a:lnTo>
                  <a:cubicBezTo>
                    <a:pt x="19008" y="19838"/>
                    <a:pt x="20010" y="19897"/>
                    <a:pt x="20148" y="20036"/>
                  </a:cubicBezTo>
                  <a:cubicBezTo>
                    <a:pt x="20227" y="20115"/>
                    <a:pt x="20395" y="21216"/>
                    <a:pt x="20543" y="21216"/>
                  </a:cubicBezTo>
                  <a:cubicBezTo>
                    <a:pt x="20544" y="21216"/>
                    <a:pt x="20544" y="21216"/>
                    <a:pt x="20545" y="21216"/>
                  </a:cubicBezTo>
                  <a:cubicBezTo>
                    <a:pt x="20684" y="21206"/>
                    <a:pt x="20823" y="20116"/>
                    <a:pt x="20892" y="20036"/>
                  </a:cubicBezTo>
                  <a:cubicBezTo>
                    <a:pt x="21021" y="19897"/>
                    <a:pt x="22052" y="19788"/>
                    <a:pt x="22042" y="19650"/>
                  </a:cubicBezTo>
                  <a:cubicBezTo>
                    <a:pt x="22032" y="19511"/>
                    <a:pt x="21021" y="19441"/>
                    <a:pt x="20882" y="19312"/>
                  </a:cubicBezTo>
                  <a:cubicBezTo>
                    <a:pt x="20803" y="19234"/>
                    <a:pt x="20636" y="18142"/>
                    <a:pt x="20497" y="18142"/>
                  </a:cubicBezTo>
                  <a:cubicBezTo>
                    <a:pt x="20497" y="18142"/>
                    <a:pt x="20496" y="18142"/>
                    <a:pt x="20495" y="18142"/>
                  </a:cubicBezTo>
                  <a:lnTo>
                    <a:pt x="19058" y="17339"/>
                  </a:lnTo>
                  <a:cubicBezTo>
                    <a:pt x="19058" y="17320"/>
                    <a:pt x="19068" y="17310"/>
                    <a:pt x="19068" y="17290"/>
                  </a:cubicBezTo>
                  <a:cubicBezTo>
                    <a:pt x="19167" y="16338"/>
                    <a:pt x="19276" y="15376"/>
                    <a:pt x="19385" y="14424"/>
                  </a:cubicBezTo>
                  <a:cubicBezTo>
                    <a:pt x="19430" y="14434"/>
                    <a:pt x="19477" y="14439"/>
                    <a:pt x="19524" y="14439"/>
                  </a:cubicBezTo>
                  <a:cubicBezTo>
                    <a:pt x="19662" y="14439"/>
                    <a:pt x="19802" y="14397"/>
                    <a:pt x="19920" y="14315"/>
                  </a:cubicBezTo>
                  <a:cubicBezTo>
                    <a:pt x="20267" y="14057"/>
                    <a:pt x="20515" y="13403"/>
                    <a:pt x="20456" y="12877"/>
                  </a:cubicBezTo>
                  <a:cubicBezTo>
                    <a:pt x="20793" y="12758"/>
                    <a:pt x="21100" y="12580"/>
                    <a:pt x="21378" y="12352"/>
                  </a:cubicBezTo>
                  <a:cubicBezTo>
                    <a:pt x="21814" y="11995"/>
                    <a:pt x="21993" y="11410"/>
                    <a:pt x="21844" y="10865"/>
                  </a:cubicBezTo>
                  <a:cubicBezTo>
                    <a:pt x="21616" y="9992"/>
                    <a:pt x="20714" y="9635"/>
                    <a:pt x="19950" y="9308"/>
                  </a:cubicBezTo>
                  <a:cubicBezTo>
                    <a:pt x="20109" y="7801"/>
                    <a:pt x="20277" y="6304"/>
                    <a:pt x="20446" y="4816"/>
                  </a:cubicBezTo>
                  <a:cubicBezTo>
                    <a:pt x="20614" y="3388"/>
                    <a:pt x="19236" y="1534"/>
                    <a:pt x="17293" y="1039"/>
                  </a:cubicBezTo>
                  <a:cubicBezTo>
                    <a:pt x="17015" y="969"/>
                    <a:pt x="16728" y="910"/>
                    <a:pt x="16450" y="850"/>
                  </a:cubicBezTo>
                  <a:lnTo>
                    <a:pt x="16420" y="741"/>
                  </a:lnTo>
                  <a:cubicBezTo>
                    <a:pt x="16430" y="692"/>
                    <a:pt x="16420" y="642"/>
                    <a:pt x="16390" y="602"/>
                  </a:cubicBezTo>
                  <a:cubicBezTo>
                    <a:pt x="16130" y="216"/>
                    <a:pt x="15706" y="0"/>
                    <a:pt x="15253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47" name="Google Shape;2147;p38"/>
            <p:cNvGrpSpPr/>
            <p:nvPr/>
          </p:nvGrpSpPr>
          <p:grpSpPr>
            <a:xfrm>
              <a:off x="712962" y="2866696"/>
              <a:ext cx="1708372" cy="1737294"/>
              <a:chOff x="5029706" y="3143991"/>
              <a:chExt cx="1351132" cy="1371620"/>
            </a:xfrm>
          </p:grpSpPr>
          <p:sp>
            <p:nvSpPr>
              <p:cNvPr id="2148" name="Google Shape;2148;p38"/>
              <p:cNvSpPr/>
              <p:nvPr/>
            </p:nvSpPr>
            <p:spPr>
              <a:xfrm>
                <a:off x="5650101" y="4294519"/>
                <a:ext cx="55815" cy="160984"/>
              </a:xfrm>
              <a:custGeom>
                <a:avLst/>
                <a:gdLst/>
                <a:ahLst/>
                <a:cxnLst/>
                <a:rect l="l" t="t" r="r" b="b"/>
                <a:pathLst>
                  <a:path w="911" h="2622" extrusionOk="0">
                    <a:moveTo>
                      <a:pt x="417" y="1"/>
                    </a:moveTo>
                    <a:cubicBezTo>
                      <a:pt x="209" y="1"/>
                      <a:pt x="1" y="158"/>
                      <a:pt x="58" y="418"/>
                    </a:cubicBezTo>
                    <a:cubicBezTo>
                      <a:pt x="177" y="1023"/>
                      <a:pt x="137" y="1628"/>
                      <a:pt x="97" y="2243"/>
                    </a:cubicBezTo>
                    <a:cubicBezTo>
                      <a:pt x="87" y="2489"/>
                      <a:pt x="284" y="2622"/>
                      <a:pt x="477" y="2622"/>
                    </a:cubicBezTo>
                    <a:cubicBezTo>
                      <a:pt x="649" y="2622"/>
                      <a:pt x="817" y="2516"/>
                      <a:pt x="831" y="2292"/>
                    </a:cubicBezTo>
                    <a:cubicBezTo>
                      <a:pt x="861" y="1628"/>
                      <a:pt x="910" y="944"/>
                      <a:pt x="771" y="289"/>
                    </a:cubicBezTo>
                    <a:cubicBezTo>
                      <a:pt x="729" y="89"/>
                      <a:pt x="573" y="1"/>
                      <a:pt x="4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38"/>
              <p:cNvSpPr/>
              <p:nvPr/>
            </p:nvSpPr>
            <p:spPr>
              <a:xfrm>
                <a:off x="5810928" y="4291388"/>
                <a:ext cx="55325" cy="162212"/>
              </a:xfrm>
              <a:custGeom>
                <a:avLst/>
                <a:gdLst/>
                <a:ahLst/>
                <a:cxnLst/>
                <a:rect l="l" t="t" r="r" b="b"/>
                <a:pathLst>
                  <a:path w="903" h="2642" extrusionOk="0">
                    <a:moveTo>
                      <a:pt x="502" y="1"/>
                    </a:moveTo>
                    <a:cubicBezTo>
                      <a:pt x="353" y="1"/>
                      <a:pt x="214" y="94"/>
                      <a:pt x="159" y="241"/>
                    </a:cubicBezTo>
                    <a:cubicBezTo>
                      <a:pt x="1" y="905"/>
                      <a:pt x="11" y="1570"/>
                      <a:pt x="30" y="2254"/>
                    </a:cubicBezTo>
                    <a:cubicBezTo>
                      <a:pt x="20" y="2452"/>
                      <a:pt x="169" y="2621"/>
                      <a:pt x="358" y="2641"/>
                    </a:cubicBezTo>
                    <a:cubicBezTo>
                      <a:pt x="364" y="2641"/>
                      <a:pt x="371" y="2641"/>
                      <a:pt x="377" y="2641"/>
                    </a:cubicBezTo>
                    <a:cubicBezTo>
                      <a:pt x="576" y="2641"/>
                      <a:pt x="735" y="2496"/>
                      <a:pt x="754" y="2304"/>
                    </a:cubicBezTo>
                    <a:cubicBezTo>
                      <a:pt x="734" y="1709"/>
                      <a:pt x="705" y="1084"/>
                      <a:pt x="843" y="489"/>
                    </a:cubicBezTo>
                    <a:cubicBezTo>
                      <a:pt x="903" y="301"/>
                      <a:pt x="814" y="92"/>
                      <a:pt x="625" y="23"/>
                    </a:cubicBezTo>
                    <a:cubicBezTo>
                      <a:pt x="584" y="8"/>
                      <a:pt x="543" y="1"/>
                      <a:pt x="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38"/>
              <p:cNvSpPr/>
              <p:nvPr/>
            </p:nvSpPr>
            <p:spPr>
              <a:xfrm>
                <a:off x="5532100" y="4402333"/>
                <a:ext cx="195076" cy="112726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1836" extrusionOk="0">
                    <a:moveTo>
                      <a:pt x="1488" y="1409"/>
                    </a:moveTo>
                    <a:cubicBezTo>
                      <a:pt x="2569" y="1835"/>
                      <a:pt x="3183" y="1111"/>
                      <a:pt x="2767" y="80"/>
                    </a:cubicBezTo>
                    <a:cubicBezTo>
                      <a:pt x="2043" y="1"/>
                      <a:pt x="1" y="853"/>
                      <a:pt x="1488" y="14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38"/>
              <p:cNvSpPr/>
              <p:nvPr/>
            </p:nvSpPr>
            <p:spPr>
              <a:xfrm>
                <a:off x="5792732" y="4400552"/>
                <a:ext cx="193238" cy="115059"/>
              </a:xfrm>
              <a:custGeom>
                <a:avLst/>
                <a:gdLst/>
                <a:ahLst/>
                <a:cxnLst/>
                <a:rect l="l" t="t" r="r" b="b"/>
                <a:pathLst>
                  <a:path w="3154" h="1874" extrusionOk="0">
                    <a:moveTo>
                      <a:pt x="1725" y="1348"/>
                    </a:moveTo>
                    <a:cubicBezTo>
                      <a:pt x="674" y="1874"/>
                      <a:pt x="0" y="1210"/>
                      <a:pt x="327" y="139"/>
                    </a:cubicBezTo>
                    <a:cubicBezTo>
                      <a:pt x="1041" y="0"/>
                      <a:pt x="3153" y="674"/>
                      <a:pt x="1725" y="13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38"/>
              <p:cNvSpPr/>
              <p:nvPr/>
            </p:nvSpPr>
            <p:spPr>
              <a:xfrm>
                <a:off x="6197894" y="3709585"/>
                <a:ext cx="179269" cy="237793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3873" extrusionOk="0">
                    <a:moveTo>
                      <a:pt x="489" y="1"/>
                    </a:moveTo>
                    <a:cubicBezTo>
                      <a:pt x="307" y="1"/>
                      <a:pt x="125" y="141"/>
                      <a:pt x="70" y="307"/>
                    </a:cubicBezTo>
                    <a:cubicBezTo>
                      <a:pt x="1" y="536"/>
                      <a:pt x="120" y="783"/>
                      <a:pt x="348" y="863"/>
                    </a:cubicBezTo>
                    <a:lnTo>
                      <a:pt x="358" y="863"/>
                    </a:lnTo>
                    <a:cubicBezTo>
                      <a:pt x="506" y="922"/>
                      <a:pt x="655" y="982"/>
                      <a:pt x="804" y="1051"/>
                    </a:cubicBezTo>
                    <a:cubicBezTo>
                      <a:pt x="992" y="1130"/>
                      <a:pt x="1131" y="1190"/>
                      <a:pt x="1270" y="1269"/>
                    </a:cubicBezTo>
                    <a:cubicBezTo>
                      <a:pt x="1429" y="1359"/>
                      <a:pt x="1567" y="1448"/>
                      <a:pt x="1706" y="1567"/>
                    </a:cubicBezTo>
                    <a:cubicBezTo>
                      <a:pt x="1692" y="1553"/>
                      <a:pt x="1688" y="1548"/>
                      <a:pt x="1688" y="1548"/>
                    </a:cubicBezTo>
                    <a:cubicBezTo>
                      <a:pt x="1691" y="1548"/>
                      <a:pt x="1756" y="1606"/>
                      <a:pt x="1756" y="1606"/>
                    </a:cubicBezTo>
                    <a:cubicBezTo>
                      <a:pt x="1785" y="1646"/>
                      <a:pt x="1815" y="1676"/>
                      <a:pt x="1845" y="1715"/>
                    </a:cubicBezTo>
                    <a:cubicBezTo>
                      <a:pt x="1873" y="1762"/>
                      <a:pt x="1901" y="1817"/>
                      <a:pt x="1928" y="1872"/>
                    </a:cubicBezTo>
                    <a:lnTo>
                      <a:pt x="1928" y="1872"/>
                    </a:lnTo>
                    <a:cubicBezTo>
                      <a:pt x="1929" y="1880"/>
                      <a:pt x="1931" y="1890"/>
                      <a:pt x="1934" y="1904"/>
                    </a:cubicBezTo>
                    <a:cubicBezTo>
                      <a:pt x="1944" y="1953"/>
                      <a:pt x="1954" y="2003"/>
                      <a:pt x="1954" y="2053"/>
                    </a:cubicBezTo>
                    <a:cubicBezTo>
                      <a:pt x="1964" y="2112"/>
                      <a:pt x="1954" y="2181"/>
                      <a:pt x="1934" y="2241"/>
                    </a:cubicBezTo>
                    <a:cubicBezTo>
                      <a:pt x="1914" y="2310"/>
                      <a:pt x="1885" y="2380"/>
                      <a:pt x="1835" y="2439"/>
                    </a:cubicBezTo>
                    <a:cubicBezTo>
                      <a:pt x="1785" y="2489"/>
                      <a:pt x="1726" y="2538"/>
                      <a:pt x="1666" y="2588"/>
                    </a:cubicBezTo>
                    <a:cubicBezTo>
                      <a:pt x="1409" y="2796"/>
                      <a:pt x="1002" y="2935"/>
                      <a:pt x="665" y="3044"/>
                    </a:cubicBezTo>
                    <a:cubicBezTo>
                      <a:pt x="437" y="3123"/>
                      <a:pt x="368" y="3431"/>
                      <a:pt x="457" y="3629"/>
                    </a:cubicBezTo>
                    <a:cubicBezTo>
                      <a:pt x="534" y="3798"/>
                      <a:pt x="682" y="3872"/>
                      <a:pt x="843" y="3872"/>
                    </a:cubicBezTo>
                    <a:cubicBezTo>
                      <a:pt x="909" y="3872"/>
                      <a:pt x="976" y="3860"/>
                      <a:pt x="1042" y="3837"/>
                    </a:cubicBezTo>
                    <a:cubicBezTo>
                      <a:pt x="1488" y="3679"/>
                      <a:pt x="1944" y="3500"/>
                      <a:pt x="2311" y="3193"/>
                    </a:cubicBezTo>
                    <a:cubicBezTo>
                      <a:pt x="2747" y="2826"/>
                      <a:pt x="2926" y="2241"/>
                      <a:pt x="2777" y="1696"/>
                    </a:cubicBezTo>
                    <a:cubicBezTo>
                      <a:pt x="2519" y="724"/>
                      <a:pt x="1438" y="387"/>
                      <a:pt x="625" y="30"/>
                    </a:cubicBezTo>
                    <a:cubicBezTo>
                      <a:pt x="581" y="10"/>
                      <a:pt x="535" y="1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38"/>
              <p:cNvSpPr/>
              <p:nvPr/>
            </p:nvSpPr>
            <p:spPr>
              <a:xfrm>
                <a:off x="6191216" y="3904399"/>
                <a:ext cx="106973" cy="134583"/>
              </a:xfrm>
              <a:custGeom>
                <a:avLst/>
                <a:gdLst/>
                <a:ahLst/>
                <a:cxnLst/>
                <a:rect l="l" t="t" r="r" b="b"/>
                <a:pathLst>
                  <a:path w="1746" h="2192" extrusionOk="0">
                    <a:moveTo>
                      <a:pt x="1270" y="0"/>
                    </a:moveTo>
                    <a:cubicBezTo>
                      <a:pt x="1746" y="446"/>
                      <a:pt x="1458" y="1616"/>
                      <a:pt x="962" y="1973"/>
                    </a:cubicBezTo>
                    <a:cubicBezTo>
                      <a:pt x="665" y="2191"/>
                      <a:pt x="149" y="2132"/>
                      <a:pt x="90" y="1775"/>
                    </a:cubicBezTo>
                    <a:cubicBezTo>
                      <a:pt x="1" y="1329"/>
                      <a:pt x="130" y="684"/>
                      <a:pt x="308" y="2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38"/>
              <p:cNvSpPr/>
              <p:nvPr/>
            </p:nvSpPr>
            <p:spPr>
              <a:xfrm>
                <a:off x="5159103" y="3721926"/>
                <a:ext cx="171978" cy="237915"/>
              </a:xfrm>
              <a:custGeom>
                <a:avLst/>
                <a:gdLst/>
                <a:ahLst/>
                <a:cxnLst/>
                <a:rect l="l" t="t" r="r" b="b"/>
                <a:pathLst>
                  <a:path w="2807" h="3875" extrusionOk="0">
                    <a:moveTo>
                      <a:pt x="2321" y="0"/>
                    </a:moveTo>
                    <a:cubicBezTo>
                      <a:pt x="2264" y="0"/>
                      <a:pt x="2207" y="12"/>
                      <a:pt x="2152" y="37"/>
                    </a:cubicBezTo>
                    <a:cubicBezTo>
                      <a:pt x="1359" y="444"/>
                      <a:pt x="308" y="850"/>
                      <a:pt x="110" y="1832"/>
                    </a:cubicBezTo>
                    <a:cubicBezTo>
                      <a:pt x="0" y="2387"/>
                      <a:pt x="219" y="2952"/>
                      <a:pt x="675" y="3289"/>
                    </a:cubicBezTo>
                    <a:cubicBezTo>
                      <a:pt x="1071" y="3577"/>
                      <a:pt x="1527" y="3726"/>
                      <a:pt x="1984" y="3854"/>
                    </a:cubicBezTo>
                    <a:cubicBezTo>
                      <a:pt x="2037" y="3868"/>
                      <a:pt x="2090" y="3875"/>
                      <a:pt x="2141" y="3875"/>
                    </a:cubicBezTo>
                    <a:cubicBezTo>
                      <a:pt x="2321" y="3875"/>
                      <a:pt x="2482" y="3791"/>
                      <a:pt x="2559" y="3607"/>
                    </a:cubicBezTo>
                    <a:cubicBezTo>
                      <a:pt x="2628" y="3408"/>
                      <a:pt x="2539" y="3101"/>
                      <a:pt x="2311" y="3032"/>
                    </a:cubicBezTo>
                    <a:cubicBezTo>
                      <a:pt x="1964" y="2942"/>
                      <a:pt x="1547" y="2833"/>
                      <a:pt x="1280" y="2645"/>
                    </a:cubicBezTo>
                    <a:cubicBezTo>
                      <a:pt x="1220" y="2605"/>
                      <a:pt x="1161" y="2556"/>
                      <a:pt x="1101" y="2496"/>
                    </a:cubicBezTo>
                    <a:cubicBezTo>
                      <a:pt x="1052" y="2447"/>
                      <a:pt x="1012" y="2387"/>
                      <a:pt x="982" y="2318"/>
                    </a:cubicBezTo>
                    <a:cubicBezTo>
                      <a:pt x="962" y="2258"/>
                      <a:pt x="952" y="2189"/>
                      <a:pt x="952" y="2129"/>
                    </a:cubicBezTo>
                    <a:cubicBezTo>
                      <a:pt x="952" y="2070"/>
                      <a:pt x="962" y="2020"/>
                      <a:pt x="972" y="1980"/>
                    </a:cubicBezTo>
                    <a:cubicBezTo>
                      <a:pt x="978" y="1946"/>
                      <a:pt x="980" y="1931"/>
                      <a:pt x="979" y="1931"/>
                    </a:cubicBezTo>
                    <a:cubicBezTo>
                      <a:pt x="979" y="1931"/>
                      <a:pt x="979" y="1932"/>
                      <a:pt x="979" y="1932"/>
                    </a:cubicBezTo>
                    <a:lnTo>
                      <a:pt x="979" y="1932"/>
                    </a:lnTo>
                    <a:cubicBezTo>
                      <a:pt x="998" y="1879"/>
                      <a:pt x="1025" y="1827"/>
                      <a:pt x="1052" y="1782"/>
                    </a:cubicBezTo>
                    <a:cubicBezTo>
                      <a:pt x="1081" y="1743"/>
                      <a:pt x="1101" y="1703"/>
                      <a:pt x="1131" y="1673"/>
                    </a:cubicBezTo>
                    <a:cubicBezTo>
                      <a:pt x="1131" y="1673"/>
                      <a:pt x="1186" y="1612"/>
                      <a:pt x="1189" y="1606"/>
                    </a:cubicBezTo>
                    <a:lnTo>
                      <a:pt x="1189" y="1606"/>
                    </a:lnTo>
                    <a:cubicBezTo>
                      <a:pt x="1313" y="1494"/>
                      <a:pt x="1445" y="1391"/>
                      <a:pt x="1587" y="1306"/>
                    </a:cubicBezTo>
                    <a:cubicBezTo>
                      <a:pt x="1726" y="1217"/>
                      <a:pt x="1865" y="1148"/>
                      <a:pt x="2043" y="1058"/>
                    </a:cubicBezTo>
                    <a:cubicBezTo>
                      <a:pt x="2192" y="979"/>
                      <a:pt x="2331" y="910"/>
                      <a:pt x="2479" y="840"/>
                    </a:cubicBezTo>
                    <a:cubicBezTo>
                      <a:pt x="2697" y="741"/>
                      <a:pt x="2807" y="493"/>
                      <a:pt x="2717" y="275"/>
                    </a:cubicBezTo>
                    <a:cubicBezTo>
                      <a:pt x="2651" y="104"/>
                      <a:pt x="2489" y="0"/>
                      <a:pt x="23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38"/>
              <p:cNvSpPr/>
              <p:nvPr/>
            </p:nvSpPr>
            <p:spPr>
              <a:xfrm>
                <a:off x="5243530" y="3917784"/>
                <a:ext cx="109424" cy="132127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2152" extrusionOk="0">
                    <a:moveTo>
                      <a:pt x="447" y="0"/>
                    </a:moveTo>
                    <a:cubicBezTo>
                      <a:pt x="1" y="486"/>
                      <a:pt x="358" y="1616"/>
                      <a:pt x="873" y="1953"/>
                    </a:cubicBezTo>
                    <a:cubicBezTo>
                      <a:pt x="1181" y="2152"/>
                      <a:pt x="1696" y="2063"/>
                      <a:pt x="1726" y="1706"/>
                    </a:cubicBezTo>
                    <a:cubicBezTo>
                      <a:pt x="1785" y="1249"/>
                      <a:pt x="1627" y="615"/>
                      <a:pt x="1429" y="2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38"/>
              <p:cNvSpPr/>
              <p:nvPr/>
            </p:nvSpPr>
            <p:spPr>
              <a:xfrm>
                <a:off x="5029706" y="3449014"/>
                <a:ext cx="187172" cy="189411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5" extrusionOk="0">
                    <a:moveTo>
                      <a:pt x="1510" y="0"/>
                    </a:moveTo>
                    <a:cubicBezTo>
                      <a:pt x="1509" y="0"/>
                      <a:pt x="1508" y="0"/>
                      <a:pt x="1508" y="0"/>
                    </a:cubicBezTo>
                    <a:cubicBezTo>
                      <a:pt x="1359" y="10"/>
                      <a:pt x="1230" y="1111"/>
                      <a:pt x="1161" y="1180"/>
                    </a:cubicBezTo>
                    <a:cubicBezTo>
                      <a:pt x="1022" y="1319"/>
                      <a:pt x="1" y="1428"/>
                      <a:pt x="10" y="1567"/>
                    </a:cubicBezTo>
                    <a:cubicBezTo>
                      <a:pt x="20" y="1706"/>
                      <a:pt x="1022" y="1775"/>
                      <a:pt x="1161" y="1914"/>
                    </a:cubicBezTo>
                    <a:cubicBezTo>
                      <a:pt x="1240" y="1983"/>
                      <a:pt x="1407" y="3084"/>
                      <a:pt x="1545" y="3084"/>
                    </a:cubicBezTo>
                    <a:cubicBezTo>
                      <a:pt x="1546" y="3084"/>
                      <a:pt x="1547" y="3084"/>
                      <a:pt x="1547" y="3084"/>
                    </a:cubicBezTo>
                    <a:cubicBezTo>
                      <a:pt x="1696" y="3074"/>
                      <a:pt x="1825" y="1983"/>
                      <a:pt x="1894" y="1904"/>
                    </a:cubicBezTo>
                    <a:cubicBezTo>
                      <a:pt x="2033" y="1765"/>
                      <a:pt x="3054" y="1656"/>
                      <a:pt x="3045" y="1517"/>
                    </a:cubicBezTo>
                    <a:cubicBezTo>
                      <a:pt x="3045" y="1379"/>
                      <a:pt x="2033" y="1319"/>
                      <a:pt x="1894" y="1180"/>
                    </a:cubicBezTo>
                    <a:cubicBezTo>
                      <a:pt x="1815" y="1101"/>
                      <a:pt x="1648" y="0"/>
                      <a:pt x="15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38"/>
              <p:cNvSpPr/>
              <p:nvPr/>
            </p:nvSpPr>
            <p:spPr>
              <a:xfrm>
                <a:off x="6193054" y="4260505"/>
                <a:ext cx="187785" cy="188797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3075" extrusionOk="0">
                    <a:moveTo>
                      <a:pt x="1509" y="0"/>
                    </a:moveTo>
                    <a:cubicBezTo>
                      <a:pt x="1509" y="0"/>
                      <a:pt x="1508" y="0"/>
                      <a:pt x="1508" y="0"/>
                    </a:cubicBezTo>
                    <a:cubicBezTo>
                      <a:pt x="1359" y="10"/>
                      <a:pt x="1230" y="1101"/>
                      <a:pt x="1160" y="1170"/>
                    </a:cubicBezTo>
                    <a:cubicBezTo>
                      <a:pt x="1022" y="1319"/>
                      <a:pt x="0" y="1418"/>
                      <a:pt x="10" y="1557"/>
                    </a:cubicBezTo>
                    <a:cubicBezTo>
                      <a:pt x="20" y="1706"/>
                      <a:pt x="1022" y="1765"/>
                      <a:pt x="1160" y="1904"/>
                    </a:cubicBezTo>
                    <a:cubicBezTo>
                      <a:pt x="1239" y="1983"/>
                      <a:pt x="1407" y="3074"/>
                      <a:pt x="1545" y="3074"/>
                    </a:cubicBezTo>
                    <a:cubicBezTo>
                      <a:pt x="1546" y="3074"/>
                      <a:pt x="1547" y="3074"/>
                      <a:pt x="1547" y="3074"/>
                    </a:cubicBezTo>
                    <a:cubicBezTo>
                      <a:pt x="1696" y="3074"/>
                      <a:pt x="1825" y="1974"/>
                      <a:pt x="1904" y="1904"/>
                    </a:cubicBezTo>
                    <a:cubicBezTo>
                      <a:pt x="2033" y="1765"/>
                      <a:pt x="3064" y="1656"/>
                      <a:pt x="3054" y="1518"/>
                    </a:cubicBezTo>
                    <a:cubicBezTo>
                      <a:pt x="3044" y="1369"/>
                      <a:pt x="2033" y="1299"/>
                      <a:pt x="1894" y="1170"/>
                    </a:cubicBezTo>
                    <a:cubicBezTo>
                      <a:pt x="1815" y="1092"/>
                      <a:pt x="1648" y="0"/>
                      <a:pt x="15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38"/>
              <p:cNvSpPr/>
              <p:nvPr/>
            </p:nvSpPr>
            <p:spPr>
              <a:xfrm>
                <a:off x="5242305" y="3171129"/>
                <a:ext cx="1051044" cy="1177113"/>
              </a:xfrm>
              <a:custGeom>
                <a:avLst/>
                <a:gdLst/>
                <a:ahLst/>
                <a:cxnLst/>
                <a:rect l="l" t="t" r="r" b="b"/>
                <a:pathLst>
                  <a:path w="17155" h="19172" extrusionOk="0">
                    <a:moveTo>
                      <a:pt x="8578" y="0"/>
                    </a:moveTo>
                    <a:cubicBezTo>
                      <a:pt x="6815" y="0"/>
                      <a:pt x="5053" y="213"/>
                      <a:pt x="3332" y="640"/>
                    </a:cubicBezTo>
                    <a:cubicBezTo>
                      <a:pt x="1389" y="1135"/>
                      <a:pt x="1" y="2989"/>
                      <a:pt x="179" y="4417"/>
                    </a:cubicBezTo>
                    <a:cubicBezTo>
                      <a:pt x="378" y="6162"/>
                      <a:pt x="566" y="7927"/>
                      <a:pt x="764" y="9702"/>
                    </a:cubicBezTo>
                    <a:cubicBezTo>
                      <a:pt x="784" y="9821"/>
                      <a:pt x="804" y="9950"/>
                      <a:pt x="844" y="10069"/>
                    </a:cubicBezTo>
                    <a:cubicBezTo>
                      <a:pt x="824" y="10168"/>
                      <a:pt x="824" y="10257"/>
                      <a:pt x="844" y="10357"/>
                    </a:cubicBezTo>
                    <a:cubicBezTo>
                      <a:pt x="1082" y="12518"/>
                      <a:pt x="1320" y="14690"/>
                      <a:pt x="1558" y="16881"/>
                    </a:cubicBezTo>
                    <a:cubicBezTo>
                      <a:pt x="1647" y="17674"/>
                      <a:pt x="2351" y="18487"/>
                      <a:pt x="3104" y="18636"/>
                    </a:cubicBezTo>
                    <a:cubicBezTo>
                      <a:pt x="4914" y="18993"/>
                      <a:pt x="6746" y="19171"/>
                      <a:pt x="8576" y="19171"/>
                    </a:cubicBezTo>
                    <a:cubicBezTo>
                      <a:pt x="10407" y="19171"/>
                      <a:pt x="12236" y="18993"/>
                      <a:pt x="14041" y="18636"/>
                    </a:cubicBezTo>
                    <a:cubicBezTo>
                      <a:pt x="14804" y="18487"/>
                      <a:pt x="15508" y="17674"/>
                      <a:pt x="15598" y="16881"/>
                    </a:cubicBezTo>
                    <a:cubicBezTo>
                      <a:pt x="15836" y="14690"/>
                      <a:pt x="16074" y="12518"/>
                      <a:pt x="16312" y="10357"/>
                    </a:cubicBezTo>
                    <a:cubicBezTo>
                      <a:pt x="16322" y="10257"/>
                      <a:pt x="16322" y="10168"/>
                      <a:pt x="16312" y="10069"/>
                    </a:cubicBezTo>
                    <a:cubicBezTo>
                      <a:pt x="16351" y="9950"/>
                      <a:pt x="16371" y="9821"/>
                      <a:pt x="16391" y="9702"/>
                    </a:cubicBezTo>
                    <a:cubicBezTo>
                      <a:pt x="16589" y="7927"/>
                      <a:pt x="16778" y="6162"/>
                      <a:pt x="16976" y="4417"/>
                    </a:cubicBezTo>
                    <a:cubicBezTo>
                      <a:pt x="17154" y="2989"/>
                      <a:pt x="15766" y="1135"/>
                      <a:pt x="13823" y="640"/>
                    </a:cubicBezTo>
                    <a:cubicBezTo>
                      <a:pt x="12103" y="213"/>
                      <a:pt x="10340" y="0"/>
                      <a:pt x="8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38"/>
              <p:cNvSpPr/>
              <p:nvPr/>
            </p:nvSpPr>
            <p:spPr>
              <a:xfrm>
                <a:off x="5435481" y="3651134"/>
                <a:ext cx="380349" cy="168659"/>
              </a:xfrm>
              <a:custGeom>
                <a:avLst/>
                <a:gdLst/>
                <a:ahLst/>
                <a:cxnLst/>
                <a:rect l="l" t="t" r="r" b="b"/>
                <a:pathLst>
                  <a:path w="6208" h="2747" extrusionOk="0">
                    <a:moveTo>
                      <a:pt x="6208" y="2320"/>
                    </a:moveTo>
                    <a:cubicBezTo>
                      <a:pt x="6208" y="2519"/>
                      <a:pt x="6049" y="2687"/>
                      <a:pt x="5851" y="2697"/>
                    </a:cubicBezTo>
                    <a:lnTo>
                      <a:pt x="398" y="2747"/>
                    </a:lnTo>
                    <a:cubicBezTo>
                      <a:pt x="189" y="2747"/>
                      <a:pt x="21" y="2588"/>
                      <a:pt x="21" y="2380"/>
                    </a:cubicBezTo>
                    <a:lnTo>
                      <a:pt x="1" y="437"/>
                    </a:lnTo>
                    <a:cubicBezTo>
                      <a:pt x="1" y="238"/>
                      <a:pt x="160" y="70"/>
                      <a:pt x="368" y="60"/>
                    </a:cubicBezTo>
                    <a:lnTo>
                      <a:pt x="5821" y="0"/>
                    </a:lnTo>
                    <a:cubicBezTo>
                      <a:pt x="6020" y="0"/>
                      <a:pt x="6188" y="169"/>
                      <a:pt x="6188" y="3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38"/>
              <p:cNvSpPr/>
              <p:nvPr/>
            </p:nvSpPr>
            <p:spPr>
              <a:xfrm>
                <a:off x="5547294" y="3877568"/>
                <a:ext cx="79648" cy="81659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330" extrusionOk="0">
                    <a:moveTo>
                      <a:pt x="1299" y="1032"/>
                    </a:moveTo>
                    <a:cubicBezTo>
                      <a:pt x="1299" y="1191"/>
                      <a:pt x="1170" y="1329"/>
                      <a:pt x="1002" y="1329"/>
                    </a:cubicBezTo>
                    <a:lnTo>
                      <a:pt x="298" y="1329"/>
                    </a:lnTo>
                    <a:cubicBezTo>
                      <a:pt x="139" y="1329"/>
                      <a:pt x="0" y="1191"/>
                      <a:pt x="0" y="1032"/>
                    </a:cubicBezTo>
                    <a:lnTo>
                      <a:pt x="0" y="308"/>
                    </a:lnTo>
                    <a:cubicBezTo>
                      <a:pt x="0" y="140"/>
                      <a:pt x="129" y="11"/>
                      <a:pt x="298" y="1"/>
                    </a:cubicBezTo>
                    <a:lnTo>
                      <a:pt x="1002" y="1"/>
                    </a:lnTo>
                    <a:cubicBezTo>
                      <a:pt x="1160" y="11"/>
                      <a:pt x="1299" y="140"/>
                      <a:pt x="1299" y="30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38"/>
              <p:cNvSpPr/>
              <p:nvPr/>
            </p:nvSpPr>
            <p:spPr>
              <a:xfrm>
                <a:off x="5652981" y="3877568"/>
                <a:ext cx="79648" cy="81659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330" extrusionOk="0">
                    <a:moveTo>
                      <a:pt x="1300" y="1032"/>
                    </a:moveTo>
                    <a:cubicBezTo>
                      <a:pt x="1300" y="1191"/>
                      <a:pt x="1171" y="1329"/>
                      <a:pt x="1012" y="1329"/>
                    </a:cubicBezTo>
                    <a:lnTo>
                      <a:pt x="308" y="1329"/>
                    </a:lnTo>
                    <a:cubicBezTo>
                      <a:pt x="139" y="1329"/>
                      <a:pt x="11" y="1191"/>
                      <a:pt x="11" y="1032"/>
                    </a:cubicBezTo>
                    <a:lnTo>
                      <a:pt x="11" y="308"/>
                    </a:lnTo>
                    <a:cubicBezTo>
                      <a:pt x="1" y="140"/>
                      <a:pt x="139" y="11"/>
                      <a:pt x="298" y="1"/>
                    </a:cubicBezTo>
                    <a:lnTo>
                      <a:pt x="1002" y="1"/>
                    </a:lnTo>
                    <a:cubicBezTo>
                      <a:pt x="1171" y="11"/>
                      <a:pt x="1300" y="140"/>
                      <a:pt x="1300" y="3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38"/>
              <p:cNvSpPr/>
              <p:nvPr/>
            </p:nvSpPr>
            <p:spPr>
              <a:xfrm>
                <a:off x="5759280" y="3876954"/>
                <a:ext cx="79648" cy="81659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330" extrusionOk="0">
                    <a:moveTo>
                      <a:pt x="1300" y="1022"/>
                    </a:moveTo>
                    <a:cubicBezTo>
                      <a:pt x="1300" y="1191"/>
                      <a:pt x="1171" y="1320"/>
                      <a:pt x="1002" y="1329"/>
                    </a:cubicBezTo>
                    <a:lnTo>
                      <a:pt x="298" y="1329"/>
                    </a:lnTo>
                    <a:cubicBezTo>
                      <a:pt x="140" y="1329"/>
                      <a:pt x="1" y="1191"/>
                      <a:pt x="1" y="1032"/>
                    </a:cubicBezTo>
                    <a:lnTo>
                      <a:pt x="1" y="308"/>
                    </a:lnTo>
                    <a:cubicBezTo>
                      <a:pt x="1" y="140"/>
                      <a:pt x="130" y="11"/>
                      <a:pt x="298" y="1"/>
                    </a:cubicBezTo>
                    <a:lnTo>
                      <a:pt x="1002" y="1"/>
                    </a:lnTo>
                    <a:cubicBezTo>
                      <a:pt x="1161" y="1"/>
                      <a:pt x="1300" y="140"/>
                      <a:pt x="1300" y="2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38"/>
              <p:cNvSpPr/>
              <p:nvPr/>
            </p:nvSpPr>
            <p:spPr>
              <a:xfrm>
                <a:off x="5548520" y="3998092"/>
                <a:ext cx="79648" cy="81659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330" extrusionOk="0">
                    <a:moveTo>
                      <a:pt x="1299" y="1022"/>
                    </a:moveTo>
                    <a:cubicBezTo>
                      <a:pt x="1299" y="1191"/>
                      <a:pt x="1170" y="1320"/>
                      <a:pt x="1012" y="1330"/>
                    </a:cubicBezTo>
                    <a:lnTo>
                      <a:pt x="308" y="1330"/>
                    </a:lnTo>
                    <a:cubicBezTo>
                      <a:pt x="139" y="1330"/>
                      <a:pt x="10" y="1191"/>
                      <a:pt x="10" y="1032"/>
                    </a:cubicBezTo>
                    <a:lnTo>
                      <a:pt x="10" y="308"/>
                    </a:lnTo>
                    <a:cubicBezTo>
                      <a:pt x="0" y="140"/>
                      <a:pt x="139" y="11"/>
                      <a:pt x="298" y="1"/>
                    </a:cubicBezTo>
                    <a:lnTo>
                      <a:pt x="1002" y="1"/>
                    </a:lnTo>
                    <a:cubicBezTo>
                      <a:pt x="1170" y="1"/>
                      <a:pt x="1299" y="140"/>
                      <a:pt x="1299" y="29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38"/>
              <p:cNvSpPr/>
              <p:nvPr/>
            </p:nvSpPr>
            <p:spPr>
              <a:xfrm>
                <a:off x="5656044" y="3998092"/>
                <a:ext cx="79648" cy="81659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330" extrusionOk="0">
                    <a:moveTo>
                      <a:pt x="1299" y="1022"/>
                    </a:moveTo>
                    <a:cubicBezTo>
                      <a:pt x="1299" y="1191"/>
                      <a:pt x="1170" y="1320"/>
                      <a:pt x="1002" y="1330"/>
                    </a:cubicBezTo>
                    <a:lnTo>
                      <a:pt x="298" y="1330"/>
                    </a:lnTo>
                    <a:cubicBezTo>
                      <a:pt x="129" y="1330"/>
                      <a:pt x="0" y="1191"/>
                      <a:pt x="0" y="1032"/>
                    </a:cubicBezTo>
                    <a:lnTo>
                      <a:pt x="0" y="308"/>
                    </a:lnTo>
                    <a:cubicBezTo>
                      <a:pt x="0" y="140"/>
                      <a:pt x="129" y="11"/>
                      <a:pt x="298" y="1"/>
                    </a:cubicBezTo>
                    <a:lnTo>
                      <a:pt x="1002" y="1"/>
                    </a:lnTo>
                    <a:cubicBezTo>
                      <a:pt x="1160" y="11"/>
                      <a:pt x="1289" y="140"/>
                      <a:pt x="1289" y="30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38"/>
              <p:cNvSpPr/>
              <p:nvPr/>
            </p:nvSpPr>
            <p:spPr>
              <a:xfrm>
                <a:off x="5656044" y="4120457"/>
                <a:ext cx="79035" cy="81045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1320" extrusionOk="0">
                    <a:moveTo>
                      <a:pt x="1289" y="1022"/>
                    </a:moveTo>
                    <a:cubicBezTo>
                      <a:pt x="1289" y="1181"/>
                      <a:pt x="1160" y="1320"/>
                      <a:pt x="1002" y="1320"/>
                    </a:cubicBezTo>
                    <a:lnTo>
                      <a:pt x="298" y="1320"/>
                    </a:lnTo>
                    <a:cubicBezTo>
                      <a:pt x="129" y="1320"/>
                      <a:pt x="0" y="1191"/>
                      <a:pt x="0" y="1022"/>
                    </a:cubicBezTo>
                    <a:lnTo>
                      <a:pt x="0" y="298"/>
                    </a:lnTo>
                    <a:cubicBezTo>
                      <a:pt x="0" y="140"/>
                      <a:pt x="129" y="1"/>
                      <a:pt x="288" y="1"/>
                    </a:cubicBezTo>
                    <a:lnTo>
                      <a:pt x="992" y="1"/>
                    </a:lnTo>
                    <a:cubicBezTo>
                      <a:pt x="1160" y="1"/>
                      <a:pt x="1289" y="140"/>
                      <a:pt x="1289" y="2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38"/>
              <p:cNvSpPr/>
              <p:nvPr/>
            </p:nvSpPr>
            <p:spPr>
              <a:xfrm>
                <a:off x="5438544" y="3877568"/>
                <a:ext cx="79648" cy="81659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330" extrusionOk="0">
                    <a:moveTo>
                      <a:pt x="1299" y="1032"/>
                    </a:moveTo>
                    <a:cubicBezTo>
                      <a:pt x="1299" y="1191"/>
                      <a:pt x="1171" y="1329"/>
                      <a:pt x="1002" y="1329"/>
                    </a:cubicBezTo>
                    <a:lnTo>
                      <a:pt x="298" y="1329"/>
                    </a:lnTo>
                    <a:cubicBezTo>
                      <a:pt x="139" y="1329"/>
                      <a:pt x="1" y="1191"/>
                      <a:pt x="10" y="1032"/>
                    </a:cubicBezTo>
                    <a:lnTo>
                      <a:pt x="10" y="308"/>
                    </a:lnTo>
                    <a:cubicBezTo>
                      <a:pt x="1" y="140"/>
                      <a:pt x="129" y="11"/>
                      <a:pt x="298" y="1"/>
                    </a:cubicBezTo>
                    <a:lnTo>
                      <a:pt x="1002" y="1"/>
                    </a:lnTo>
                    <a:cubicBezTo>
                      <a:pt x="1171" y="11"/>
                      <a:pt x="1299" y="140"/>
                      <a:pt x="1299" y="30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38"/>
              <p:cNvSpPr/>
              <p:nvPr/>
            </p:nvSpPr>
            <p:spPr>
              <a:xfrm>
                <a:off x="5441608" y="3998092"/>
                <a:ext cx="79648" cy="81659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330" extrusionOk="0">
                    <a:moveTo>
                      <a:pt x="1299" y="1022"/>
                    </a:moveTo>
                    <a:cubicBezTo>
                      <a:pt x="1299" y="1191"/>
                      <a:pt x="1170" y="1320"/>
                      <a:pt x="1002" y="1330"/>
                    </a:cubicBezTo>
                    <a:lnTo>
                      <a:pt x="298" y="1330"/>
                    </a:lnTo>
                    <a:cubicBezTo>
                      <a:pt x="139" y="1330"/>
                      <a:pt x="0" y="1191"/>
                      <a:pt x="0" y="1032"/>
                    </a:cubicBezTo>
                    <a:lnTo>
                      <a:pt x="0" y="308"/>
                    </a:lnTo>
                    <a:cubicBezTo>
                      <a:pt x="0" y="140"/>
                      <a:pt x="129" y="11"/>
                      <a:pt x="298" y="1"/>
                    </a:cubicBezTo>
                    <a:lnTo>
                      <a:pt x="1002" y="1"/>
                    </a:lnTo>
                    <a:cubicBezTo>
                      <a:pt x="1160" y="1"/>
                      <a:pt x="1299" y="140"/>
                      <a:pt x="1299" y="3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38"/>
              <p:cNvSpPr/>
              <p:nvPr/>
            </p:nvSpPr>
            <p:spPr>
              <a:xfrm>
                <a:off x="5441608" y="4120457"/>
                <a:ext cx="79648" cy="81045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320" extrusionOk="0">
                    <a:moveTo>
                      <a:pt x="1299" y="1022"/>
                    </a:moveTo>
                    <a:cubicBezTo>
                      <a:pt x="1299" y="1181"/>
                      <a:pt x="1170" y="1320"/>
                      <a:pt x="1002" y="1320"/>
                    </a:cubicBezTo>
                    <a:lnTo>
                      <a:pt x="298" y="1320"/>
                    </a:lnTo>
                    <a:cubicBezTo>
                      <a:pt x="139" y="1320"/>
                      <a:pt x="0" y="1191"/>
                      <a:pt x="0" y="1022"/>
                    </a:cubicBezTo>
                    <a:lnTo>
                      <a:pt x="0" y="298"/>
                    </a:lnTo>
                    <a:cubicBezTo>
                      <a:pt x="0" y="140"/>
                      <a:pt x="129" y="1"/>
                      <a:pt x="298" y="1"/>
                    </a:cubicBezTo>
                    <a:lnTo>
                      <a:pt x="1002" y="1"/>
                    </a:lnTo>
                    <a:cubicBezTo>
                      <a:pt x="1160" y="1"/>
                      <a:pt x="1299" y="140"/>
                      <a:pt x="1299" y="29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38"/>
              <p:cNvSpPr/>
              <p:nvPr/>
            </p:nvSpPr>
            <p:spPr>
              <a:xfrm>
                <a:off x="5549132" y="4120457"/>
                <a:ext cx="79648" cy="81045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320" extrusionOk="0">
                    <a:moveTo>
                      <a:pt x="1299" y="1022"/>
                    </a:moveTo>
                    <a:cubicBezTo>
                      <a:pt x="1299" y="1191"/>
                      <a:pt x="1170" y="1320"/>
                      <a:pt x="1002" y="1320"/>
                    </a:cubicBezTo>
                    <a:lnTo>
                      <a:pt x="298" y="1320"/>
                    </a:lnTo>
                    <a:cubicBezTo>
                      <a:pt x="139" y="1320"/>
                      <a:pt x="0" y="1191"/>
                      <a:pt x="10" y="1022"/>
                    </a:cubicBezTo>
                    <a:lnTo>
                      <a:pt x="10" y="298"/>
                    </a:lnTo>
                    <a:cubicBezTo>
                      <a:pt x="0" y="140"/>
                      <a:pt x="129" y="1"/>
                      <a:pt x="298" y="1"/>
                    </a:cubicBezTo>
                    <a:lnTo>
                      <a:pt x="1002" y="1"/>
                    </a:lnTo>
                    <a:cubicBezTo>
                      <a:pt x="1170" y="1"/>
                      <a:pt x="1299" y="140"/>
                      <a:pt x="1299" y="2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38"/>
              <p:cNvSpPr/>
              <p:nvPr/>
            </p:nvSpPr>
            <p:spPr>
              <a:xfrm>
                <a:off x="5759892" y="3999934"/>
                <a:ext cx="80260" cy="202182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3293" extrusionOk="0">
                    <a:moveTo>
                      <a:pt x="1310" y="2817"/>
                    </a:moveTo>
                    <a:cubicBezTo>
                      <a:pt x="1310" y="3074"/>
                      <a:pt x="1101" y="3283"/>
                      <a:pt x="844" y="3293"/>
                    </a:cubicBezTo>
                    <a:lnTo>
                      <a:pt x="467" y="3293"/>
                    </a:lnTo>
                    <a:cubicBezTo>
                      <a:pt x="209" y="3283"/>
                      <a:pt x="1" y="3074"/>
                      <a:pt x="11" y="2817"/>
                    </a:cubicBezTo>
                    <a:lnTo>
                      <a:pt x="1" y="477"/>
                    </a:lnTo>
                    <a:cubicBezTo>
                      <a:pt x="1" y="219"/>
                      <a:pt x="199" y="1"/>
                      <a:pt x="467" y="1"/>
                    </a:cubicBezTo>
                    <a:lnTo>
                      <a:pt x="834" y="1"/>
                    </a:lnTo>
                    <a:cubicBezTo>
                      <a:pt x="1091" y="1"/>
                      <a:pt x="1300" y="209"/>
                      <a:pt x="1300" y="47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38"/>
              <p:cNvSpPr/>
              <p:nvPr/>
            </p:nvSpPr>
            <p:spPr>
              <a:xfrm>
                <a:off x="5860126" y="3607297"/>
                <a:ext cx="288631" cy="247739"/>
              </a:xfrm>
              <a:custGeom>
                <a:avLst/>
                <a:gdLst/>
                <a:ahLst/>
                <a:cxnLst/>
                <a:rect l="l" t="t" r="r" b="b"/>
                <a:pathLst>
                  <a:path w="4711" h="4035" extrusionOk="0">
                    <a:moveTo>
                      <a:pt x="2698" y="0"/>
                    </a:moveTo>
                    <a:cubicBezTo>
                      <a:pt x="903" y="0"/>
                      <a:pt x="1" y="2172"/>
                      <a:pt x="1270" y="3441"/>
                    </a:cubicBezTo>
                    <a:cubicBezTo>
                      <a:pt x="1680" y="3851"/>
                      <a:pt x="2184" y="4034"/>
                      <a:pt x="2678" y="4034"/>
                    </a:cubicBezTo>
                    <a:cubicBezTo>
                      <a:pt x="3715" y="4034"/>
                      <a:pt x="4711" y="3228"/>
                      <a:pt x="4711" y="2013"/>
                    </a:cubicBezTo>
                    <a:cubicBezTo>
                      <a:pt x="4711" y="903"/>
                      <a:pt x="3808" y="0"/>
                      <a:pt x="26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38"/>
              <p:cNvSpPr/>
              <p:nvPr/>
            </p:nvSpPr>
            <p:spPr>
              <a:xfrm>
                <a:off x="5948841" y="3673667"/>
                <a:ext cx="134298" cy="115243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1877" extrusionOk="0">
                    <a:moveTo>
                      <a:pt x="1250" y="0"/>
                    </a:moveTo>
                    <a:cubicBezTo>
                      <a:pt x="417" y="0"/>
                      <a:pt x="0" y="1011"/>
                      <a:pt x="595" y="1596"/>
                    </a:cubicBezTo>
                    <a:cubicBezTo>
                      <a:pt x="785" y="1790"/>
                      <a:pt x="1020" y="1876"/>
                      <a:pt x="1251" y="1876"/>
                    </a:cubicBezTo>
                    <a:cubicBezTo>
                      <a:pt x="1730" y="1876"/>
                      <a:pt x="2192" y="1501"/>
                      <a:pt x="2192" y="932"/>
                    </a:cubicBezTo>
                    <a:cubicBezTo>
                      <a:pt x="2192" y="417"/>
                      <a:pt x="1765" y="0"/>
                      <a:pt x="12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38"/>
              <p:cNvSpPr/>
              <p:nvPr/>
            </p:nvSpPr>
            <p:spPr>
              <a:xfrm>
                <a:off x="5940938" y="3877568"/>
                <a:ext cx="140977" cy="322705"/>
              </a:xfrm>
              <a:custGeom>
                <a:avLst/>
                <a:gdLst/>
                <a:ahLst/>
                <a:cxnLst/>
                <a:rect l="l" t="t" r="r" b="b"/>
                <a:pathLst>
                  <a:path w="2301" h="5256" extrusionOk="0">
                    <a:moveTo>
                      <a:pt x="472" y="0"/>
                    </a:moveTo>
                    <a:cubicBezTo>
                      <a:pt x="197" y="0"/>
                      <a:pt x="1" y="165"/>
                      <a:pt x="10" y="368"/>
                    </a:cubicBezTo>
                    <a:lnTo>
                      <a:pt x="219" y="4830"/>
                    </a:lnTo>
                    <a:cubicBezTo>
                      <a:pt x="209" y="5028"/>
                      <a:pt x="348" y="5196"/>
                      <a:pt x="546" y="5226"/>
                    </a:cubicBezTo>
                    <a:lnTo>
                      <a:pt x="1349" y="5256"/>
                    </a:lnTo>
                    <a:cubicBezTo>
                      <a:pt x="1547" y="5236"/>
                      <a:pt x="1696" y="5087"/>
                      <a:pt x="1706" y="4889"/>
                    </a:cubicBezTo>
                    <a:cubicBezTo>
                      <a:pt x="1894" y="3412"/>
                      <a:pt x="2083" y="1934"/>
                      <a:pt x="2271" y="457"/>
                    </a:cubicBezTo>
                    <a:cubicBezTo>
                      <a:pt x="2301" y="249"/>
                      <a:pt x="2093" y="70"/>
                      <a:pt x="1815" y="60"/>
                    </a:cubicBezTo>
                    <a:lnTo>
                      <a:pt x="496" y="1"/>
                    </a:lnTo>
                    <a:cubicBezTo>
                      <a:pt x="488" y="0"/>
                      <a:pt x="480" y="0"/>
                      <a:pt x="4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38"/>
              <p:cNvSpPr/>
              <p:nvPr/>
            </p:nvSpPr>
            <p:spPr>
              <a:xfrm>
                <a:off x="5679693" y="3445330"/>
                <a:ext cx="190236" cy="130961"/>
              </a:xfrm>
              <a:custGeom>
                <a:avLst/>
                <a:gdLst/>
                <a:ahLst/>
                <a:cxnLst/>
                <a:rect l="l" t="t" r="r" b="b"/>
                <a:pathLst>
                  <a:path w="3105" h="2133" extrusionOk="0">
                    <a:moveTo>
                      <a:pt x="477" y="2133"/>
                    </a:moveTo>
                    <a:cubicBezTo>
                      <a:pt x="229" y="1944"/>
                      <a:pt x="70" y="1657"/>
                      <a:pt x="41" y="1339"/>
                    </a:cubicBezTo>
                    <a:cubicBezTo>
                      <a:pt x="11" y="1082"/>
                      <a:pt x="1" y="764"/>
                      <a:pt x="150" y="536"/>
                    </a:cubicBezTo>
                    <a:cubicBezTo>
                      <a:pt x="308" y="308"/>
                      <a:pt x="576" y="189"/>
                      <a:pt x="844" y="219"/>
                    </a:cubicBezTo>
                    <a:cubicBezTo>
                      <a:pt x="1002" y="239"/>
                      <a:pt x="1151" y="298"/>
                      <a:pt x="1280" y="397"/>
                    </a:cubicBezTo>
                    <a:cubicBezTo>
                      <a:pt x="1458" y="526"/>
                      <a:pt x="1568" y="427"/>
                      <a:pt x="1706" y="298"/>
                    </a:cubicBezTo>
                    <a:cubicBezTo>
                      <a:pt x="1825" y="169"/>
                      <a:pt x="1984" y="80"/>
                      <a:pt x="2162" y="41"/>
                    </a:cubicBezTo>
                    <a:cubicBezTo>
                      <a:pt x="2490" y="1"/>
                      <a:pt x="2827" y="259"/>
                      <a:pt x="2956" y="526"/>
                    </a:cubicBezTo>
                    <a:cubicBezTo>
                      <a:pt x="3104" y="824"/>
                      <a:pt x="3085" y="1161"/>
                      <a:pt x="2995" y="1468"/>
                    </a:cubicBezTo>
                    <a:cubicBezTo>
                      <a:pt x="2926" y="1647"/>
                      <a:pt x="2847" y="1815"/>
                      <a:pt x="2738" y="1964"/>
                    </a:cubicBezTo>
                    <a:cubicBezTo>
                      <a:pt x="1994" y="1686"/>
                      <a:pt x="1171" y="1746"/>
                      <a:pt x="477" y="21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38"/>
              <p:cNvSpPr/>
              <p:nvPr/>
            </p:nvSpPr>
            <p:spPr>
              <a:xfrm>
                <a:off x="5708857" y="3529997"/>
                <a:ext cx="138587" cy="87062"/>
              </a:xfrm>
              <a:custGeom>
                <a:avLst/>
                <a:gdLst/>
                <a:ahLst/>
                <a:cxnLst/>
                <a:rect l="l" t="t" r="r" b="b"/>
                <a:pathLst>
                  <a:path w="2262" h="1418" extrusionOk="0">
                    <a:moveTo>
                      <a:pt x="1" y="754"/>
                    </a:moveTo>
                    <a:cubicBezTo>
                      <a:pt x="754" y="50"/>
                      <a:pt x="1389" y="0"/>
                      <a:pt x="2262" y="585"/>
                    </a:cubicBezTo>
                    <a:cubicBezTo>
                      <a:pt x="1617" y="1358"/>
                      <a:pt x="774" y="1418"/>
                      <a:pt x="1" y="7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38"/>
              <p:cNvSpPr/>
              <p:nvPr/>
            </p:nvSpPr>
            <p:spPr>
              <a:xfrm>
                <a:off x="5495646" y="3210976"/>
                <a:ext cx="250952" cy="249028"/>
              </a:xfrm>
              <a:custGeom>
                <a:avLst/>
                <a:gdLst/>
                <a:ahLst/>
                <a:cxnLst/>
                <a:rect l="l" t="t" r="r" b="b"/>
                <a:pathLst>
                  <a:path w="4096" h="4056" extrusionOk="0">
                    <a:moveTo>
                      <a:pt x="4026" y="1914"/>
                    </a:moveTo>
                    <a:cubicBezTo>
                      <a:pt x="4096" y="3005"/>
                      <a:pt x="3263" y="3937"/>
                      <a:pt x="2172" y="3996"/>
                    </a:cubicBezTo>
                    <a:cubicBezTo>
                      <a:pt x="1081" y="4056"/>
                      <a:pt x="139" y="3233"/>
                      <a:pt x="60" y="2152"/>
                    </a:cubicBezTo>
                    <a:cubicBezTo>
                      <a:pt x="1" y="1061"/>
                      <a:pt x="824" y="129"/>
                      <a:pt x="1914" y="70"/>
                    </a:cubicBezTo>
                    <a:cubicBezTo>
                      <a:pt x="3005" y="0"/>
                      <a:pt x="3947" y="823"/>
                      <a:pt x="4026" y="191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38"/>
              <p:cNvSpPr/>
              <p:nvPr/>
            </p:nvSpPr>
            <p:spPr>
              <a:xfrm>
                <a:off x="5557587" y="3223132"/>
                <a:ext cx="187785" cy="218636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3561" extrusionOk="0">
                    <a:moveTo>
                      <a:pt x="1756" y="1"/>
                    </a:moveTo>
                    <a:cubicBezTo>
                      <a:pt x="1131" y="110"/>
                      <a:pt x="616" y="526"/>
                      <a:pt x="378" y="1111"/>
                    </a:cubicBezTo>
                    <a:cubicBezTo>
                      <a:pt x="1" y="2033"/>
                      <a:pt x="457" y="3075"/>
                      <a:pt x="1379" y="3431"/>
                    </a:cubicBezTo>
                    <a:cubicBezTo>
                      <a:pt x="1577" y="3511"/>
                      <a:pt x="1786" y="3550"/>
                      <a:pt x="2004" y="3560"/>
                    </a:cubicBezTo>
                    <a:cubicBezTo>
                      <a:pt x="2668" y="3194"/>
                      <a:pt x="3065" y="2480"/>
                      <a:pt x="3015" y="1716"/>
                    </a:cubicBezTo>
                    <a:cubicBezTo>
                      <a:pt x="2966" y="953"/>
                      <a:pt x="2470" y="278"/>
                      <a:pt x="17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38"/>
              <p:cNvSpPr/>
              <p:nvPr/>
            </p:nvSpPr>
            <p:spPr>
              <a:xfrm>
                <a:off x="5781765" y="3190899"/>
                <a:ext cx="264921" cy="263027"/>
              </a:xfrm>
              <a:custGeom>
                <a:avLst/>
                <a:gdLst/>
                <a:ahLst/>
                <a:cxnLst/>
                <a:rect l="l" t="t" r="r" b="b"/>
                <a:pathLst>
                  <a:path w="4324" h="4284" extrusionOk="0">
                    <a:moveTo>
                      <a:pt x="4116" y="1765"/>
                    </a:moveTo>
                    <a:cubicBezTo>
                      <a:pt x="4324" y="2836"/>
                      <a:pt x="3620" y="3867"/>
                      <a:pt x="2549" y="4075"/>
                    </a:cubicBezTo>
                    <a:cubicBezTo>
                      <a:pt x="1478" y="4284"/>
                      <a:pt x="427" y="3590"/>
                      <a:pt x="209" y="2519"/>
                    </a:cubicBezTo>
                    <a:cubicBezTo>
                      <a:pt x="1" y="1448"/>
                      <a:pt x="705" y="407"/>
                      <a:pt x="1776" y="208"/>
                    </a:cubicBezTo>
                    <a:cubicBezTo>
                      <a:pt x="2846" y="0"/>
                      <a:pt x="3888" y="694"/>
                      <a:pt x="4116" y="17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38"/>
              <p:cNvSpPr/>
              <p:nvPr/>
            </p:nvSpPr>
            <p:spPr>
              <a:xfrm>
                <a:off x="5852835" y="3205511"/>
                <a:ext cx="189623" cy="215567"/>
              </a:xfrm>
              <a:custGeom>
                <a:avLst/>
                <a:gdLst/>
                <a:ahLst/>
                <a:cxnLst/>
                <a:rect l="l" t="t" r="r" b="b"/>
                <a:pathLst>
                  <a:path w="3095" h="3511" extrusionOk="0">
                    <a:moveTo>
                      <a:pt x="1478" y="0"/>
                    </a:moveTo>
                    <a:cubicBezTo>
                      <a:pt x="873" y="179"/>
                      <a:pt x="407" y="665"/>
                      <a:pt x="249" y="1269"/>
                    </a:cubicBezTo>
                    <a:cubicBezTo>
                      <a:pt x="1" y="2231"/>
                      <a:pt x="596" y="3213"/>
                      <a:pt x="1558" y="3441"/>
                    </a:cubicBezTo>
                    <a:cubicBezTo>
                      <a:pt x="1756" y="3490"/>
                      <a:pt x="1974" y="3510"/>
                      <a:pt x="2182" y="3490"/>
                    </a:cubicBezTo>
                    <a:cubicBezTo>
                      <a:pt x="2797" y="3034"/>
                      <a:pt x="3094" y="2271"/>
                      <a:pt x="2956" y="1527"/>
                    </a:cubicBezTo>
                    <a:cubicBezTo>
                      <a:pt x="2797" y="774"/>
                      <a:pt x="2222" y="179"/>
                      <a:pt x="14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38"/>
              <p:cNvSpPr/>
              <p:nvPr/>
            </p:nvSpPr>
            <p:spPr>
              <a:xfrm>
                <a:off x="5939713" y="3143991"/>
                <a:ext cx="103971" cy="67660"/>
              </a:xfrm>
              <a:custGeom>
                <a:avLst/>
                <a:gdLst/>
                <a:ahLst/>
                <a:cxnLst/>
                <a:rect l="l" t="t" r="r" b="b"/>
                <a:pathLst>
                  <a:path w="1697" h="1102" extrusionOk="0">
                    <a:moveTo>
                      <a:pt x="1538" y="645"/>
                    </a:moveTo>
                    <a:cubicBezTo>
                      <a:pt x="1260" y="219"/>
                      <a:pt x="764" y="1"/>
                      <a:pt x="268" y="50"/>
                    </a:cubicBezTo>
                    <a:cubicBezTo>
                      <a:pt x="1" y="80"/>
                      <a:pt x="70" y="477"/>
                      <a:pt x="328" y="447"/>
                    </a:cubicBezTo>
                    <a:cubicBezTo>
                      <a:pt x="685" y="417"/>
                      <a:pt x="1032" y="586"/>
                      <a:pt x="1220" y="893"/>
                    </a:cubicBezTo>
                    <a:cubicBezTo>
                      <a:pt x="1379" y="1101"/>
                      <a:pt x="1696" y="854"/>
                      <a:pt x="1538" y="6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38"/>
              <p:cNvSpPr/>
              <p:nvPr/>
            </p:nvSpPr>
            <p:spPr>
              <a:xfrm>
                <a:off x="5499322" y="3152525"/>
                <a:ext cx="99682" cy="69441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1131" extrusionOk="0">
                    <a:moveTo>
                      <a:pt x="1329" y="1"/>
                    </a:moveTo>
                    <a:cubicBezTo>
                      <a:pt x="823" y="1"/>
                      <a:pt x="367" y="288"/>
                      <a:pt x="129" y="734"/>
                    </a:cubicBezTo>
                    <a:cubicBezTo>
                      <a:pt x="0" y="962"/>
                      <a:pt x="367" y="1131"/>
                      <a:pt x="496" y="903"/>
                    </a:cubicBezTo>
                    <a:cubicBezTo>
                      <a:pt x="664" y="586"/>
                      <a:pt x="1002" y="397"/>
                      <a:pt x="1358" y="407"/>
                    </a:cubicBezTo>
                    <a:cubicBezTo>
                      <a:pt x="1626" y="397"/>
                      <a:pt x="1596" y="1"/>
                      <a:pt x="13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38"/>
              <p:cNvSpPr/>
              <p:nvPr/>
            </p:nvSpPr>
            <p:spPr>
              <a:xfrm>
                <a:off x="5541229" y="3468477"/>
                <a:ext cx="97232" cy="68888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1122" extrusionOk="0">
                    <a:moveTo>
                      <a:pt x="793" y="1"/>
                    </a:moveTo>
                    <a:cubicBezTo>
                      <a:pt x="357" y="1"/>
                      <a:pt x="0" y="249"/>
                      <a:pt x="0" y="566"/>
                    </a:cubicBezTo>
                    <a:cubicBezTo>
                      <a:pt x="0" y="873"/>
                      <a:pt x="357" y="1121"/>
                      <a:pt x="793" y="1121"/>
                    </a:cubicBezTo>
                    <a:cubicBezTo>
                      <a:pt x="1240" y="1121"/>
                      <a:pt x="1587" y="863"/>
                      <a:pt x="1587" y="556"/>
                    </a:cubicBezTo>
                    <a:cubicBezTo>
                      <a:pt x="1587" y="258"/>
                      <a:pt x="1230" y="1"/>
                      <a:pt x="79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38"/>
              <p:cNvSpPr/>
              <p:nvPr/>
            </p:nvSpPr>
            <p:spPr>
              <a:xfrm>
                <a:off x="5928194" y="3450856"/>
                <a:ext cx="97232" cy="68827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1121" extrusionOk="0">
                    <a:moveTo>
                      <a:pt x="794" y="0"/>
                    </a:moveTo>
                    <a:cubicBezTo>
                      <a:pt x="347" y="0"/>
                      <a:pt x="0" y="248"/>
                      <a:pt x="0" y="565"/>
                    </a:cubicBezTo>
                    <a:cubicBezTo>
                      <a:pt x="0" y="873"/>
                      <a:pt x="347" y="1121"/>
                      <a:pt x="794" y="1121"/>
                    </a:cubicBezTo>
                    <a:cubicBezTo>
                      <a:pt x="1230" y="1121"/>
                      <a:pt x="1587" y="873"/>
                      <a:pt x="1587" y="565"/>
                    </a:cubicBezTo>
                    <a:cubicBezTo>
                      <a:pt x="1587" y="248"/>
                      <a:pt x="1230" y="0"/>
                      <a:pt x="7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38"/>
              <p:cNvSpPr/>
              <p:nvPr/>
            </p:nvSpPr>
            <p:spPr>
              <a:xfrm>
                <a:off x="5678345" y="3255673"/>
                <a:ext cx="46441" cy="47644"/>
              </a:xfrm>
              <a:custGeom>
                <a:avLst/>
                <a:gdLst/>
                <a:ahLst/>
                <a:cxnLst/>
                <a:rect l="l" t="t" r="r" b="b"/>
                <a:pathLst>
                  <a:path w="758" h="776" extrusionOk="0">
                    <a:moveTo>
                      <a:pt x="138" y="0"/>
                    </a:moveTo>
                    <a:cubicBezTo>
                      <a:pt x="49" y="0"/>
                      <a:pt x="0" y="136"/>
                      <a:pt x="92" y="195"/>
                    </a:cubicBezTo>
                    <a:cubicBezTo>
                      <a:pt x="291" y="314"/>
                      <a:pt x="439" y="502"/>
                      <a:pt x="529" y="710"/>
                    </a:cubicBezTo>
                    <a:cubicBezTo>
                      <a:pt x="551" y="756"/>
                      <a:pt x="593" y="775"/>
                      <a:pt x="633" y="775"/>
                    </a:cubicBezTo>
                    <a:cubicBezTo>
                      <a:pt x="697" y="775"/>
                      <a:pt x="758" y="724"/>
                      <a:pt x="727" y="651"/>
                    </a:cubicBezTo>
                    <a:cubicBezTo>
                      <a:pt x="618" y="383"/>
                      <a:pt x="429" y="165"/>
                      <a:pt x="191" y="16"/>
                    </a:cubicBezTo>
                    <a:cubicBezTo>
                      <a:pt x="173" y="5"/>
                      <a:pt x="155" y="0"/>
                      <a:pt x="13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38"/>
              <p:cNvSpPr/>
              <p:nvPr/>
            </p:nvSpPr>
            <p:spPr>
              <a:xfrm>
                <a:off x="5654696" y="3241674"/>
                <a:ext cx="21444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242" extrusionOk="0">
                    <a:moveTo>
                      <a:pt x="139" y="1"/>
                    </a:moveTo>
                    <a:cubicBezTo>
                      <a:pt x="49" y="1"/>
                      <a:pt x="1" y="144"/>
                      <a:pt x="102" y="195"/>
                    </a:cubicBezTo>
                    <a:lnTo>
                      <a:pt x="191" y="234"/>
                    </a:lnTo>
                    <a:cubicBezTo>
                      <a:pt x="204" y="239"/>
                      <a:pt x="217" y="242"/>
                      <a:pt x="231" y="242"/>
                    </a:cubicBezTo>
                    <a:cubicBezTo>
                      <a:pt x="269" y="242"/>
                      <a:pt x="308" y="221"/>
                      <a:pt x="330" y="185"/>
                    </a:cubicBezTo>
                    <a:cubicBezTo>
                      <a:pt x="349" y="135"/>
                      <a:pt x="330" y="76"/>
                      <a:pt x="280" y="56"/>
                    </a:cubicBezTo>
                    <a:lnTo>
                      <a:pt x="191" y="16"/>
                    </a:lnTo>
                    <a:cubicBezTo>
                      <a:pt x="173" y="6"/>
                      <a:pt x="155" y="1"/>
                      <a:pt x="1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38"/>
              <p:cNvSpPr/>
              <p:nvPr/>
            </p:nvSpPr>
            <p:spPr>
              <a:xfrm>
                <a:off x="5714983" y="3314369"/>
                <a:ext cx="13418" cy="15718"/>
              </a:xfrm>
              <a:custGeom>
                <a:avLst/>
                <a:gdLst/>
                <a:ahLst/>
                <a:cxnLst/>
                <a:rect l="l" t="t" r="r" b="b"/>
                <a:pathLst>
                  <a:path w="219" h="256" extrusionOk="0">
                    <a:moveTo>
                      <a:pt x="98" y="0"/>
                    </a:moveTo>
                    <a:cubicBezTo>
                      <a:pt x="92" y="0"/>
                      <a:pt x="86" y="1"/>
                      <a:pt x="79" y="2"/>
                    </a:cubicBezTo>
                    <a:cubicBezTo>
                      <a:pt x="30" y="22"/>
                      <a:pt x="0" y="81"/>
                      <a:pt x="10" y="131"/>
                    </a:cubicBezTo>
                    <a:cubicBezTo>
                      <a:pt x="0" y="190"/>
                      <a:pt x="40" y="240"/>
                      <a:pt x="89" y="250"/>
                    </a:cubicBezTo>
                    <a:cubicBezTo>
                      <a:pt x="100" y="253"/>
                      <a:pt x="110" y="255"/>
                      <a:pt x="120" y="255"/>
                    </a:cubicBezTo>
                    <a:cubicBezTo>
                      <a:pt x="165" y="255"/>
                      <a:pt x="202" y="220"/>
                      <a:pt x="218" y="171"/>
                    </a:cubicBezTo>
                    <a:cubicBezTo>
                      <a:pt x="218" y="141"/>
                      <a:pt x="208" y="101"/>
                      <a:pt x="198" y="71"/>
                    </a:cubicBezTo>
                    <a:cubicBezTo>
                      <a:pt x="181" y="28"/>
                      <a:pt x="141" y="0"/>
                      <a:pt x="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38"/>
              <p:cNvSpPr/>
              <p:nvPr/>
            </p:nvSpPr>
            <p:spPr>
              <a:xfrm>
                <a:off x="5714983" y="3320570"/>
                <a:ext cx="613" cy="1842"/>
              </a:xfrm>
              <a:custGeom>
                <a:avLst/>
                <a:gdLst/>
                <a:ahLst/>
                <a:cxnLst/>
                <a:rect l="l" t="t" r="r" b="b"/>
                <a:pathLst>
                  <a:path w="10" h="30" extrusionOk="0">
                    <a:moveTo>
                      <a:pt x="10" y="30"/>
                    </a:moveTo>
                    <a:lnTo>
                      <a:pt x="10" y="30"/>
                    </a:lnTo>
                    <a:cubicBezTo>
                      <a:pt x="0" y="0"/>
                      <a:pt x="10" y="30"/>
                      <a:pt x="10" y="3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38"/>
              <p:cNvSpPr/>
              <p:nvPr/>
            </p:nvSpPr>
            <p:spPr>
              <a:xfrm>
                <a:off x="5715535" y="3322965"/>
                <a:ext cx="61" cy="675"/>
              </a:xfrm>
              <a:custGeom>
                <a:avLst/>
                <a:gdLst/>
                <a:ahLst/>
                <a:cxnLst/>
                <a:rect l="l" t="t" r="r" b="b"/>
                <a:pathLst>
                  <a:path w="1" h="11" extrusionOk="0">
                    <a:moveTo>
                      <a:pt x="1" y="1"/>
                    </a:moveTo>
                    <a:cubicBezTo>
                      <a:pt x="1" y="11"/>
                      <a:pt x="1" y="11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38"/>
              <p:cNvSpPr/>
              <p:nvPr/>
            </p:nvSpPr>
            <p:spPr>
              <a:xfrm>
                <a:off x="5715535" y="3322351"/>
                <a:ext cx="61" cy="6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38"/>
              <p:cNvSpPr/>
              <p:nvPr/>
            </p:nvSpPr>
            <p:spPr>
              <a:xfrm>
                <a:off x="5966303" y="3237991"/>
                <a:ext cx="45215" cy="48872"/>
              </a:xfrm>
              <a:custGeom>
                <a:avLst/>
                <a:gdLst/>
                <a:ahLst/>
                <a:cxnLst/>
                <a:rect l="l" t="t" r="r" b="b"/>
                <a:pathLst>
                  <a:path w="738" h="796" extrusionOk="0">
                    <a:moveTo>
                      <a:pt x="141" y="1"/>
                    </a:moveTo>
                    <a:cubicBezTo>
                      <a:pt x="56" y="1"/>
                      <a:pt x="0" y="137"/>
                      <a:pt x="92" y="195"/>
                    </a:cubicBezTo>
                    <a:cubicBezTo>
                      <a:pt x="281" y="324"/>
                      <a:pt x="429" y="512"/>
                      <a:pt x="509" y="730"/>
                    </a:cubicBezTo>
                    <a:cubicBezTo>
                      <a:pt x="531" y="776"/>
                      <a:pt x="573" y="795"/>
                      <a:pt x="613" y="795"/>
                    </a:cubicBezTo>
                    <a:cubicBezTo>
                      <a:pt x="677" y="795"/>
                      <a:pt x="738" y="745"/>
                      <a:pt x="707" y="671"/>
                    </a:cubicBezTo>
                    <a:cubicBezTo>
                      <a:pt x="608" y="403"/>
                      <a:pt x="419" y="175"/>
                      <a:pt x="191" y="17"/>
                    </a:cubicBezTo>
                    <a:cubicBezTo>
                      <a:pt x="174" y="6"/>
                      <a:pt x="157" y="1"/>
                      <a:pt x="1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38"/>
              <p:cNvSpPr/>
              <p:nvPr/>
            </p:nvSpPr>
            <p:spPr>
              <a:xfrm>
                <a:off x="5944614" y="3223501"/>
                <a:ext cx="19483" cy="15165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47" extrusionOk="0">
                    <a:moveTo>
                      <a:pt x="119" y="1"/>
                    </a:moveTo>
                    <a:cubicBezTo>
                      <a:pt x="84" y="1"/>
                      <a:pt x="50" y="21"/>
                      <a:pt x="30" y="54"/>
                    </a:cubicBezTo>
                    <a:cubicBezTo>
                      <a:pt x="0" y="104"/>
                      <a:pt x="20" y="163"/>
                      <a:pt x="69" y="193"/>
                    </a:cubicBezTo>
                    <a:lnTo>
                      <a:pt x="159" y="233"/>
                    </a:lnTo>
                    <a:cubicBezTo>
                      <a:pt x="175" y="242"/>
                      <a:pt x="191" y="247"/>
                      <a:pt x="208" y="247"/>
                    </a:cubicBezTo>
                    <a:cubicBezTo>
                      <a:pt x="243" y="247"/>
                      <a:pt x="277" y="227"/>
                      <a:pt x="297" y="193"/>
                    </a:cubicBezTo>
                    <a:cubicBezTo>
                      <a:pt x="317" y="144"/>
                      <a:pt x="307" y="84"/>
                      <a:pt x="258" y="54"/>
                    </a:cubicBezTo>
                    <a:lnTo>
                      <a:pt x="169" y="15"/>
                    </a:lnTo>
                    <a:cubicBezTo>
                      <a:pt x="153" y="5"/>
                      <a:pt x="136" y="1"/>
                      <a:pt x="11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38"/>
              <p:cNvSpPr/>
              <p:nvPr/>
            </p:nvSpPr>
            <p:spPr>
              <a:xfrm>
                <a:off x="6000490" y="3297915"/>
                <a:ext cx="13418" cy="15534"/>
              </a:xfrm>
              <a:custGeom>
                <a:avLst/>
                <a:gdLst/>
                <a:ahLst/>
                <a:cxnLst/>
                <a:rect l="l" t="t" r="r" b="b"/>
                <a:pathLst>
                  <a:path w="219" h="253" extrusionOk="0">
                    <a:moveTo>
                      <a:pt x="109" y="0"/>
                    </a:moveTo>
                    <a:cubicBezTo>
                      <a:pt x="102" y="0"/>
                      <a:pt x="96" y="1"/>
                      <a:pt x="89" y="2"/>
                    </a:cubicBezTo>
                    <a:cubicBezTo>
                      <a:pt x="40" y="22"/>
                      <a:pt x="10" y="72"/>
                      <a:pt x="20" y="121"/>
                    </a:cubicBezTo>
                    <a:cubicBezTo>
                      <a:pt x="0" y="181"/>
                      <a:pt x="40" y="230"/>
                      <a:pt x="89" y="250"/>
                    </a:cubicBezTo>
                    <a:cubicBezTo>
                      <a:pt x="97" y="252"/>
                      <a:pt x="104" y="252"/>
                      <a:pt x="112" y="252"/>
                    </a:cubicBezTo>
                    <a:cubicBezTo>
                      <a:pt x="161" y="252"/>
                      <a:pt x="201" y="223"/>
                      <a:pt x="218" y="171"/>
                    </a:cubicBezTo>
                    <a:cubicBezTo>
                      <a:pt x="218" y="141"/>
                      <a:pt x="218" y="102"/>
                      <a:pt x="208" y="72"/>
                    </a:cubicBezTo>
                    <a:cubicBezTo>
                      <a:pt x="200" y="29"/>
                      <a:pt x="154" y="0"/>
                      <a:pt x="10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38"/>
              <p:cNvSpPr/>
              <p:nvPr/>
            </p:nvSpPr>
            <p:spPr>
              <a:xfrm>
                <a:off x="6001715" y="3305958"/>
                <a:ext cx="61" cy="6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38"/>
              <p:cNvSpPr/>
              <p:nvPr/>
            </p:nvSpPr>
            <p:spPr>
              <a:xfrm>
                <a:off x="6001715" y="3305958"/>
                <a:ext cx="61" cy="1289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0" y="0"/>
                    </a:moveTo>
                    <a:cubicBezTo>
                      <a:pt x="0" y="20"/>
                      <a:pt x="0" y="10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38"/>
              <p:cNvSpPr/>
              <p:nvPr/>
            </p:nvSpPr>
            <p:spPr>
              <a:xfrm>
                <a:off x="6001103" y="3305958"/>
                <a:ext cx="61" cy="6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38"/>
              <p:cNvSpPr/>
              <p:nvPr/>
            </p:nvSpPr>
            <p:spPr>
              <a:xfrm>
                <a:off x="6129274" y="3515998"/>
                <a:ext cx="38905" cy="2922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76" extrusionOk="0">
                    <a:moveTo>
                      <a:pt x="318" y="0"/>
                    </a:moveTo>
                    <a:cubicBezTo>
                      <a:pt x="0" y="0"/>
                      <a:pt x="0" y="476"/>
                      <a:pt x="318" y="476"/>
                    </a:cubicBezTo>
                    <a:cubicBezTo>
                      <a:pt x="635" y="476"/>
                      <a:pt x="63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38"/>
              <p:cNvSpPr/>
              <p:nvPr/>
            </p:nvSpPr>
            <p:spPr>
              <a:xfrm>
                <a:off x="5354118" y="3300493"/>
                <a:ext cx="35903" cy="2922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76" extrusionOk="0">
                    <a:moveTo>
                      <a:pt x="298" y="0"/>
                    </a:moveTo>
                    <a:cubicBezTo>
                      <a:pt x="0" y="20"/>
                      <a:pt x="0" y="456"/>
                      <a:pt x="298" y="476"/>
                    </a:cubicBezTo>
                    <a:cubicBezTo>
                      <a:pt x="585" y="456"/>
                      <a:pt x="585" y="20"/>
                      <a:pt x="2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38"/>
              <p:cNvSpPr/>
              <p:nvPr/>
            </p:nvSpPr>
            <p:spPr>
              <a:xfrm>
                <a:off x="6107402" y="4122299"/>
                <a:ext cx="38292" cy="29287"/>
              </a:xfrm>
              <a:custGeom>
                <a:avLst/>
                <a:gdLst/>
                <a:ahLst/>
                <a:cxnLst/>
                <a:rect l="l" t="t" r="r" b="b"/>
                <a:pathLst>
                  <a:path w="625" h="477" extrusionOk="0">
                    <a:moveTo>
                      <a:pt x="317" y="1"/>
                    </a:moveTo>
                    <a:cubicBezTo>
                      <a:pt x="314" y="1"/>
                      <a:pt x="311" y="1"/>
                      <a:pt x="308" y="1"/>
                    </a:cubicBezTo>
                    <a:cubicBezTo>
                      <a:pt x="0" y="1"/>
                      <a:pt x="0" y="477"/>
                      <a:pt x="308" y="477"/>
                    </a:cubicBezTo>
                    <a:cubicBezTo>
                      <a:pt x="622" y="477"/>
                      <a:pt x="625" y="1"/>
                      <a:pt x="3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38"/>
              <p:cNvSpPr/>
              <p:nvPr/>
            </p:nvSpPr>
            <p:spPr>
              <a:xfrm>
                <a:off x="5300080" y="3508938"/>
                <a:ext cx="60348" cy="289489"/>
              </a:xfrm>
              <a:custGeom>
                <a:avLst/>
                <a:gdLst/>
                <a:ahLst/>
                <a:cxnLst/>
                <a:rect l="l" t="t" r="r" b="b"/>
                <a:pathLst>
                  <a:path w="985" h="4715" extrusionOk="0">
                    <a:moveTo>
                      <a:pt x="284" y="1"/>
                    </a:moveTo>
                    <a:cubicBezTo>
                      <a:pt x="147" y="1"/>
                      <a:pt x="1" y="110"/>
                      <a:pt x="30" y="284"/>
                    </a:cubicBezTo>
                    <a:cubicBezTo>
                      <a:pt x="238" y="1692"/>
                      <a:pt x="347" y="3109"/>
                      <a:pt x="496" y="4527"/>
                    </a:cubicBezTo>
                    <a:cubicBezTo>
                      <a:pt x="508" y="4657"/>
                      <a:pt x="600" y="4714"/>
                      <a:pt x="699" y="4714"/>
                    </a:cubicBezTo>
                    <a:cubicBezTo>
                      <a:pt x="835" y="4714"/>
                      <a:pt x="985" y="4606"/>
                      <a:pt x="962" y="4428"/>
                    </a:cubicBezTo>
                    <a:cubicBezTo>
                      <a:pt x="813" y="3010"/>
                      <a:pt x="704" y="1592"/>
                      <a:pt x="496" y="184"/>
                    </a:cubicBezTo>
                    <a:cubicBezTo>
                      <a:pt x="475" y="56"/>
                      <a:pt x="382" y="1"/>
                      <a:pt x="2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38"/>
              <p:cNvSpPr/>
              <p:nvPr/>
            </p:nvSpPr>
            <p:spPr>
              <a:xfrm>
                <a:off x="5330591" y="3831336"/>
                <a:ext cx="39150" cy="29901"/>
              </a:xfrm>
              <a:custGeom>
                <a:avLst/>
                <a:gdLst/>
                <a:ahLst/>
                <a:cxnLst/>
                <a:rect l="l" t="t" r="r" b="b"/>
                <a:pathLst>
                  <a:path w="639" h="487" extrusionOk="0">
                    <a:moveTo>
                      <a:pt x="325" y="0"/>
                    </a:moveTo>
                    <a:cubicBezTo>
                      <a:pt x="27" y="0"/>
                      <a:pt x="1" y="466"/>
                      <a:pt x="305" y="486"/>
                    </a:cubicBezTo>
                    <a:cubicBezTo>
                      <a:pt x="308" y="486"/>
                      <a:pt x="311" y="486"/>
                      <a:pt x="314" y="486"/>
                    </a:cubicBezTo>
                    <a:cubicBezTo>
                      <a:pt x="613" y="486"/>
                      <a:pt x="639" y="20"/>
                      <a:pt x="335" y="0"/>
                    </a:cubicBezTo>
                    <a:cubicBezTo>
                      <a:pt x="332" y="0"/>
                      <a:pt x="328" y="0"/>
                      <a:pt x="3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38"/>
              <p:cNvSpPr/>
              <p:nvPr/>
            </p:nvSpPr>
            <p:spPr>
              <a:xfrm>
                <a:off x="5285866" y="3454417"/>
                <a:ext cx="38782" cy="29409"/>
              </a:xfrm>
              <a:custGeom>
                <a:avLst/>
                <a:gdLst/>
                <a:ahLst/>
                <a:cxnLst/>
                <a:rect l="l" t="t" r="r" b="b"/>
                <a:pathLst>
                  <a:path w="633" h="479" extrusionOk="0">
                    <a:moveTo>
                      <a:pt x="313" y="1"/>
                    </a:moveTo>
                    <a:cubicBezTo>
                      <a:pt x="23" y="1"/>
                      <a:pt x="0" y="458"/>
                      <a:pt x="301" y="478"/>
                    </a:cubicBezTo>
                    <a:cubicBezTo>
                      <a:pt x="308" y="478"/>
                      <a:pt x="314" y="478"/>
                      <a:pt x="320" y="478"/>
                    </a:cubicBezTo>
                    <a:cubicBezTo>
                      <a:pt x="610" y="478"/>
                      <a:pt x="632" y="21"/>
                      <a:pt x="331" y="2"/>
                    </a:cubicBezTo>
                    <a:cubicBezTo>
                      <a:pt x="325" y="1"/>
                      <a:pt x="319" y="1"/>
                      <a:pt x="31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38"/>
              <p:cNvSpPr/>
              <p:nvPr/>
            </p:nvSpPr>
            <p:spPr>
              <a:xfrm>
                <a:off x="6124985" y="3269549"/>
                <a:ext cx="114877" cy="148459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2418" extrusionOk="0">
                    <a:moveTo>
                      <a:pt x="262" y="1"/>
                    </a:moveTo>
                    <a:cubicBezTo>
                      <a:pt x="202" y="1"/>
                      <a:pt x="140" y="23"/>
                      <a:pt x="90" y="68"/>
                    </a:cubicBezTo>
                    <a:cubicBezTo>
                      <a:pt x="1" y="157"/>
                      <a:pt x="1" y="306"/>
                      <a:pt x="90" y="405"/>
                    </a:cubicBezTo>
                    <a:cubicBezTo>
                      <a:pt x="655" y="851"/>
                      <a:pt x="1300" y="1416"/>
                      <a:pt x="1399" y="2180"/>
                    </a:cubicBezTo>
                    <a:cubicBezTo>
                      <a:pt x="1399" y="2309"/>
                      <a:pt x="1498" y="2408"/>
                      <a:pt x="1637" y="2418"/>
                    </a:cubicBezTo>
                    <a:cubicBezTo>
                      <a:pt x="1766" y="2418"/>
                      <a:pt x="1875" y="2309"/>
                      <a:pt x="1875" y="2180"/>
                    </a:cubicBezTo>
                    <a:cubicBezTo>
                      <a:pt x="1756" y="1268"/>
                      <a:pt x="1121" y="613"/>
                      <a:pt x="427" y="68"/>
                    </a:cubicBezTo>
                    <a:cubicBezTo>
                      <a:pt x="383" y="23"/>
                      <a:pt x="323" y="1"/>
                      <a:pt x="2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38"/>
              <p:cNvSpPr/>
              <p:nvPr/>
            </p:nvSpPr>
            <p:spPr>
              <a:xfrm>
                <a:off x="6219154" y="3447172"/>
                <a:ext cx="38353" cy="29287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77" extrusionOk="0">
                    <a:moveTo>
                      <a:pt x="318" y="1"/>
                    </a:moveTo>
                    <a:cubicBezTo>
                      <a:pt x="1" y="1"/>
                      <a:pt x="1" y="477"/>
                      <a:pt x="318" y="477"/>
                    </a:cubicBezTo>
                    <a:cubicBezTo>
                      <a:pt x="625" y="477"/>
                      <a:pt x="625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38"/>
              <p:cNvSpPr/>
              <p:nvPr/>
            </p:nvSpPr>
            <p:spPr>
              <a:xfrm>
                <a:off x="6070947" y="3245665"/>
                <a:ext cx="38353" cy="29287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77" extrusionOk="0">
                    <a:moveTo>
                      <a:pt x="318" y="1"/>
                    </a:moveTo>
                    <a:cubicBezTo>
                      <a:pt x="0" y="1"/>
                      <a:pt x="0" y="477"/>
                      <a:pt x="318" y="477"/>
                    </a:cubicBezTo>
                    <a:cubicBezTo>
                      <a:pt x="625" y="477"/>
                      <a:pt x="625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38"/>
              <p:cNvSpPr/>
              <p:nvPr/>
            </p:nvSpPr>
            <p:spPr>
              <a:xfrm>
                <a:off x="5694888" y="4280950"/>
                <a:ext cx="253647" cy="38189"/>
              </a:xfrm>
              <a:custGeom>
                <a:avLst/>
                <a:gdLst/>
                <a:ahLst/>
                <a:cxnLst/>
                <a:rect l="l" t="t" r="r" b="b"/>
                <a:pathLst>
                  <a:path w="4140" h="622" extrusionOk="0">
                    <a:moveTo>
                      <a:pt x="3765" y="1"/>
                    </a:moveTo>
                    <a:cubicBezTo>
                      <a:pt x="3750" y="1"/>
                      <a:pt x="3735" y="2"/>
                      <a:pt x="3719" y="5"/>
                    </a:cubicBezTo>
                    <a:cubicBezTo>
                      <a:pt x="2943" y="128"/>
                      <a:pt x="2158" y="147"/>
                      <a:pt x="1370" y="147"/>
                    </a:cubicBezTo>
                    <a:cubicBezTo>
                      <a:pt x="1020" y="147"/>
                      <a:pt x="669" y="143"/>
                      <a:pt x="318" y="143"/>
                    </a:cubicBezTo>
                    <a:cubicBezTo>
                      <a:pt x="1" y="143"/>
                      <a:pt x="1" y="619"/>
                      <a:pt x="318" y="619"/>
                    </a:cubicBezTo>
                    <a:cubicBezTo>
                      <a:pt x="601" y="619"/>
                      <a:pt x="884" y="621"/>
                      <a:pt x="1168" y="621"/>
                    </a:cubicBezTo>
                    <a:cubicBezTo>
                      <a:pt x="2064" y="621"/>
                      <a:pt x="2959" y="604"/>
                      <a:pt x="3848" y="461"/>
                    </a:cubicBezTo>
                    <a:cubicBezTo>
                      <a:pt x="4140" y="414"/>
                      <a:pt x="4039" y="1"/>
                      <a:pt x="376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38"/>
              <p:cNvSpPr/>
              <p:nvPr/>
            </p:nvSpPr>
            <p:spPr>
              <a:xfrm>
                <a:off x="5956745" y="4271433"/>
                <a:ext cx="39518" cy="29287"/>
              </a:xfrm>
              <a:custGeom>
                <a:avLst/>
                <a:gdLst/>
                <a:ahLst/>
                <a:cxnLst/>
                <a:rect l="l" t="t" r="r" b="b"/>
                <a:pathLst>
                  <a:path w="645" h="477" extrusionOk="0">
                    <a:moveTo>
                      <a:pt x="328" y="1"/>
                    </a:moveTo>
                    <a:cubicBezTo>
                      <a:pt x="0" y="1"/>
                      <a:pt x="0" y="477"/>
                      <a:pt x="328" y="477"/>
                    </a:cubicBezTo>
                    <a:cubicBezTo>
                      <a:pt x="645" y="477"/>
                      <a:pt x="645" y="1"/>
                      <a:pt x="32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38"/>
              <p:cNvSpPr/>
              <p:nvPr/>
            </p:nvSpPr>
            <p:spPr>
              <a:xfrm>
                <a:off x="5640237" y="4284265"/>
                <a:ext cx="38966" cy="29287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0"/>
                    </a:moveTo>
                    <a:cubicBezTo>
                      <a:pt x="0" y="0"/>
                      <a:pt x="0" y="476"/>
                      <a:pt x="318" y="476"/>
                    </a:cubicBezTo>
                    <a:cubicBezTo>
                      <a:pt x="635" y="476"/>
                      <a:pt x="63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38"/>
              <p:cNvSpPr/>
              <p:nvPr/>
            </p:nvSpPr>
            <p:spPr>
              <a:xfrm>
                <a:off x="6019912" y="3727206"/>
                <a:ext cx="105135" cy="10302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1678" extrusionOk="0">
                    <a:moveTo>
                      <a:pt x="1561" y="1"/>
                    </a:moveTo>
                    <a:cubicBezTo>
                      <a:pt x="1485" y="1"/>
                      <a:pt x="1408" y="50"/>
                      <a:pt x="1399" y="149"/>
                    </a:cubicBezTo>
                    <a:cubicBezTo>
                      <a:pt x="1389" y="750"/>
                      <a:pt x="878" y="1360"/>
                      <a:pt x="253" y="1360"/>
                    </a:cubicBezTo>
                    <a:cubicBezTo>
                      <a:pt x="238" y="1360"/>
                      <a:pt x="224" y="1360"/>
                      <a:pt x="209" y="1359"/>
                    </a:cubicBezTo>
                    <a:cubicBezTo>
                      <a:pt x="206" y="1359"/>
                      <a:pt x="202" y="1359"/>
                      <a:pt x="199" y="1359"/>
                    </a:cubicBezTo>
                    <a:cubicBezTo>
                      <a:pt x="1" y="1359"/>
                      <a:pt x="4" y="1667"/>
                      <a:pt x="209" y="1676"/>
                    </a:cubicBezTo>
                    <a:cubicBezTo>
                      <a:pt x="229" y="1677"/>
                      <a:pt x="248" y="1678"/>
                      <a:pt x="268" y="1678"/>
                    </a:cubicBezTo>
                    <a:cubicBezTo>
                      <a:pt x="1055" y="1678"/>
                      <a:pt x="1706" y="914"/>
                      <a:pt x="1716" y="149"/>
                    </a:cubicBezTo>
                    <a:cubicBezTo>
                      <a:pt x="1711" y="50"/>
                      <a:pt x="1637" y="1"/>
                      <a:pt x="156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38"/>
              <p:cNvSpPr/>
              <p:nvPr/>
            </p:nvSpPr>
            <p:spPr>
              <a:xfrm>
                <a:off x="6098885" y="3693744"/>
                <a:ext cx="24384" cy="19524"/>
              </a:xfrm>
              <a:custGeom>
                <a:avLst/>
                <a:gdLst/>
                <a:ahLst/>
                <a:cxnLst/>
                <a:rect l="l" t="t" r="r" b="b"/>
                <a:pathLst>
                  <a:path w="398" h="318" extrusionOk="0">
                    <a:moveTo>
                      <a:pt x="199" y="0"/>
                    </a:moveTo>
                    <a:cubicBezTo>
                      <a:pt x="1" y="10"/>
                      <a:pt x="1" y="298"/>
                      <a:pt x="199" y="318"/>
                    </a:cubicBezTo>
                    <a:cubicBezTo>
                      <a:pt x="397" y="298"/>
                      <a:pt x="397" y="10"/>
                      <a:pt x="1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38"/>
              <p:cNvSpPr/>
              <p:nvPr/>
            </p:nvSpPr>
            <p:spPr>
              <a:xfrm>
                <a:off x="5986521" y="3804505"/>
                <a:ext cx="26161" cy="20200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29" extrusionOk="0">
                    <a:moveTo>
                      <a:pt x="208" y="1"/>
                    </a:moveTo>
                    <a:cubicBezTo>
                      <a:pt x="0" y="1"/>
                      <a:pt x="0" y="328"/>
                      <a:pt x="208" y="328"/>
                    </a:cubicBezTo>
                    <a:cubicBezTo>
                      <a:pt x="427" y="318"/>
                      <a:pt x="427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38"/>
              <p:cNvSpPr/>
              <p:nvPr/>
            </p:nvSpPr>
            <p:spPr>
              <a:xfrm>
                <a:off x="5363798" y="3433173"/>
                <a:ext cx="103358" cy="104192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697" extrusionOk="0">
                    <a:moveTo>
                      <a:pt x="834" y="1"/>
                    </a:moveTo>
                    <a:cubicBezTo>
                      <a:pt x="755" y="1"/>
                      <a:pt x="675" y="605"/>
                      <a:pt x="645" y="645"/>
                    </a:cubicBezTo>
                    <a:cubicBezTo>
                      <a:pt x="566" y="724"/>
                      <a:pt x="1" y="784"/>
                      <a:pt x="11" y="863"/>
                    </a:cubicBezTo>
                    <a:cubicBezTo>
                      <a:pt x="11" y="943"/>
                      <a:pt x="566" y="972"/>
                      <a:pt x="645" y="1052"/>
                    </a:cubicBezTo>
                    <a:cubicBezTo>
                      <a:pt x="685" y="1091"/>
                      <a:pt x="773" y="1696"/>
                      <a:pt x="852" y="1696"/>
                    </a:cubicBezTo>
                    <a:cubicBezTo>
                      <a:pt x="852" y="1696"/>
                      <a:pt x="853" y="1696"/>
                      <a:pt x="854" y="1696"/>
                    </a:cubicBezTo>
                    <a:cubicBezTo>
                      <a:pt x="943" y="1696"/>
                      <a:pt x="1012" y="1091"/>
                      <a:pt x="1052" y="1052"/>
                    </a:cubicBezTo>
                    <a:cubicBezTo>
                      <a:pt x="1121" y="972"/>
                      <a:pt x="1687" y="913"/>
                      <a:pt x="1687" y="833"/>
                    </a:cubicBezTo>
                    <a:cubicBezTo>
                      <a:pt x="1677" y="754"/>
                      <a:pt x="1121" y="724"/>
                      <a:pt x="1052" y="645"/>
                    </a:cubicBezTo>
                    <a:cubicBezTo>
                      <a:pt x="1002" y="605"/>
                      <a:pt x="913" y="1"/>
                      <a:pt x="8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38"/>
              <p:cNvSpPr/>
              <p:nvPr/>
            </p:nvSpPr>
            <p:spPr>
              <a:xfrm>
                <a:off x="5526034" y="3674281"/>
                <a:ext cx="68681" cy="123593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013" extrusionOk="0">
                    <a:moveTo>
                      <a:pt x="516" y="0"/>
                    </a:moveTo>
                    <a:cubicBezTo>
                      <a:pt x="466" y="0"/>
                      <a:pt x="427" y="40"/>
                      <a:pt x="417" y="89"/>
                    </a:cubicBezTo>
                    <a:cubicBezTo>
                      <a:pt x="407" y="129"/>
                      <a:pt x="407" y="159"/>
                      <a:pt x="407" y="198"/>
                    </a:cubicBezTo>
                    <a:cubicBezTo>
                      <a:pt x="397" y="238"/>
                      <a:pt x="397" y="278"/>
                      <a:pt x="397" y="317"/>
                    </a:cubicBezTo>
                    <a:cubicBezTo>
                      <a:pt x="337" y="327"/>
                      <a:pt x="288" y="337"/>
                      <a:pt x="238" y="367"/>
                    </a:cubicBezTo>
                    <a:cubicBezTo>
                      <a:pt x="189" y="387"/>
                      <a:pt x="149" y="426"/>
                      <a:pt x="109" y="456"/>
                    </a:cubicBezTo>
                    <a:cubicBezTo>
                      <a:pt x="80" y="496"/>
                      <a:pt x="50" y="545"/>
                      <a:pt x="30" y="595"/>
                    </a:cubicBezTo>
                    <a:cubicBezTo>
                      <a:pt x="10" y="645"/>
                      <a:pt x="0" y="704"/>
                      <a:pt x="10" y="754"/>
                    </a:cubicBezTo>
                    <a:cubicBezTo>
                      <a:pt x="10" y="813"/>
                      <a:pt x="30" y="873"/>
                      <a:pt x="70" y="922"/>
                    </a:cubicBezTo>
                    <a:cubicBezTo>
                      <a:pt x="100" y="972"/>
                      <a:pt x="149" y="1011"/>
                      <a:pt x="199" y="1051"/>
                    </a:cubicBezTo>
                    <a:cubicBezTo>
                      <a:pt x="248" y="1081"/>
                      <a:pt x="308" y="1111"/>
                      <a:pt x="367" y="1140"/>
                    </a:cubicBezTo>
                    <a:cubicBezTo>
                      <a:pt x="427" y="1160"/>
                      <a:pt x="486" y="1180"/>
                      <a:pt x="536" y="1200"/>
                    </a:cubicBezTo>
                    <a:lnTo>
                      <a:pt x="595" y="1220"/>
                    </a:lnTo>
                    <a:cubicBezTo>
                      <a:pt x="615" y="1220"/>
                      <a:pt x="635" y="1230"/>
                      <a:pt x="665" y="1239"/>
                    </a:cubicBezTo>
                    <a:cubicBezTo>
                      <a:pt x="685" y="1249"/>
                      <a:pt x="704" y="1259"/>
                      <a:pt x="724" y="1269"/>
                    </a:cubicBezTo>
                    <a:cubicBezTo>
                      <a:pt x="764" y="1289"/>
                      <a:pt x="764" y="1339"/>
                      <a:pt x="734" y="1368"/>
                    </a:cubicBezTo>
                    <a:cubicBezTo>
                      <a:pt x="724" y="1378"/>
                      <a:pt x="714" y="1388"/>
                      <a:pt x="694" y="1398"/>
                    </a:cubicBezTo>
                    <a:cubicBezTo>
                      <a:pt x="675" y="1408"/>
                      <a:pt x="655" y="1418"/>
                      <a:pt x="635" y="1418"/>
                    </a:cubicBezTo>
                    <a:lnTo>
                      <a:pt x="595" y="1428"/>
                    </a:lnTo>
                    <a:lnTo>
                      <a:pt x="486" y="1428"/>
                    </a:lnTo>
                    <a:cubicBezTo>
                      <a:pt x="456" y="1418"/>
                      <a:pt x="417" y="1408"/>
                      <a:pt x="387" y="1408"/>
                    </a:cubicBezTo>
                    <a:lnTo>
                      <a:pt x="288" y="1378"/>
                    </a:lnTo>
                    <a:cubicBezTo>
                      <a:pt x="258" y="1368"/>
                      <a:pt x="228" y="1368"/>
                      <a:pt x="199" y="1368"/>
                    </a:cubicBezTo>
                    <a:cubicBezTo>
                      <a:pt x="159" y="1378"/>
                      <a:pt x="129" y="1388"/>
                      <a:pt x="100" y="1418"/>
                    </a:cubicBezTo>
                    <a:cubicBezTo>
                      <a:pt x="80" y="1438"/>
                      <a:pt x="70" y="1477"/>
                      <a:pt x="70" y="1517"/>
                    </a:cubicBezTo>
                    <a:cubicBezTo>
                      <a:pt x="70" y="1547"/>
                      <a:pt x="90" y="1586"/>
                      <a:pt x="119" y="1606"/>
                    </a:cubicBezTo>
                    <a:cubicBezTo>
                      <a:pt x="159" y="1636"/>
                      <a:pt x="189" y="1656"/>
                      <a:pt x="228" y="1666"/>
                    </a:cubicBezTo>
                    <a:cubicBezTo>
                      <a:pt x="278" y="1676"/>
                      <a:pt x="318" y="1686"/>
                      <a:pt x="367" y="1696"/>
                    </a:cubicBezTo>
                    <a:cubicBezTo>
                      <a:pt x="417" y="1705"/>
                      <a:pt x="456" y="1715"/>
                      <a:pt x="486" y="1715"/>
                    </a:cubicBezTo>
                    <a:cubicBezTo>
                      <a:pt x="486" y="1715"/>
                      <a:pt x="496" y="1725"/>
                      <a:pt x="496" y="1735"/>
                    </a:cubicBezTo>
                    <a:cubicBezTo>
                      <a:pt x="506" y="1745"/>
                      <a:pt x="506" y="1755"/>
                      <a:pt x="506" y="1775"/>
                    </a:cubicBezTo>
                    <a:cubicBezTo>
                      <a:pt x="516" y="1785"/>
                      <a:pt x="516" y="1795"/>
                      <a:pt x="516" y="1815"/>
                    </a:cubicBezTo>
                    <a:lnTo>
                      <a:pt x="516" y="1834"/>
                    </a:lnTo>
                    <a:lnTo>
                      <a:pt x="516" y="1874"/>
                    </a:lnTo>
                    <a:lnTo>
                      <a:pt x="516" y="1914"/>
                    </a:lnTo>
                    <a:cubicBezTo>
                      <a:pt x="516" y="1943"/>
                      <a:pt x="536" y="1973"/>
                      <a:pt x="566" y="1993"/>
                    </a:cubicBezTo>
                    <a:cubicBezTo>
                      <a:pt x="585" y="2013"/>
                      <a:pt x="615" y="2013"/>
                      <a:pt x="655" y="2013"/>
                    </a:cubicBezTo>
                    <a:cubicBezTo>
                      <a:pt x="675" y="2013"/>
                      <a:pt x="704" y="2003"/>
                      <a:pt x="724" y="1983"/>
                    </a:cubicBezTo>
                    <a:cubicBezTo>
                      <a:pt x="744" y="1963"/>
                      <a:pt x="754" y="1943"/>
                      <a:pt x="764" y="1924"/>
                    </a:cubicBezTo>
                    <a:cubicBezTo>
                      <a:pt x="764" y="1904"/>
                      <a:pt x="774" y="1874"/>
                      <a:pt x="774" y="1844"/>
                    </a:cubicBezTo>
                    <a:lnTo>
                      <a:pt x="774" y="1775"/>
                    </a:lnTo>
                    <a:lnTo>
                      <a:pt x="774" y="1715"/>
                    </a:lnTo>
                    <a:cubicBezTo>
                      <a:pt x="774" y="1696"/>
                      <a:pt x="774" y="1686"/>
                      <a:pt x="784" y="1686"/>
                    </a:cubicBezTo>
                    <a:lnTo>
                      <a:pt x="903" y="1636"/>
                    </a:lnTo>
                    <a:cubicBezTo>
                      <a:pt x="942" y="1616"/>
                      <a:pt x="982" y="1596"/>
                      <a:pt x="1022" y="1577"/>
                    </a:cubicBezTo>
                    <a:cubicBezTo>
                      <a:pt x="1051" y="1547"/>
                      <a:pt x="1071" y="1517"/>
                      <a:pt x="1091" y="1477"/>
                    </a:cubicBezTo>
                    <a:cubicBezTo>
                      <a:pt x="1111" y="1438"/>
                      <a:pt x="1121" y="1378"/>
                      <a:pt x="1111" y="1329"/>
                    </a:cubicBezTo>
                    <a:cubicBezTo>
                      <a:pt x="1111" y="1269"/>
                      <a:pt x="1081" y="1210"/>
                      <a:pt x="1051" y="1150"/>
                    </a:cubicBezTo>
                    <a:cubicBezTo>
                      <a:pt x="1002" y="1101"/>
                      <a:pt x="962" y="1061"/>
                      <a:pt x="903" y="1031"/>
                    </a:cubicBezTo>
                    <a:cubicBezTo>
                      <a:pt x="853" y="992"/>
                      <a:pt x="794" y="962"/>
                      <a:pt x="734" y="942"/>
                    </a:cubicBezTo>
                    <a:cubicBezTo>
                      <a:pt x="665" y="912"/>
                      <a:pt x="605" y="892"/>
                      <a:pt x="556" y="873"/>
                    </a:cubicBezTo>
                    <a:cubicBezTo>
                      <a:pt x="506" y="853"/>
                      <a:pt x="466" y="833"/>
                      <a:pt x="417" y="813"/>
                    </a:cubicBezTo>
                    <a:cubicBezTo>
                      <a:pt x="387" y="793"/>
                      <a:pt x="367" y="764"/>
                      <a:pt x="357" y="734"/>
                    </a:cubicBezTo>
                    <a:cubicBezTo>
                      <a:pt x="357" y="714"/>
                      <a:pt x="367" y="694"/>
                      <a:pt x="377" y="684"/>
                    </a:cubicBezTo>
                    <a:cubicBezTo>
                      <a:pt x="387" y="664"/>
                      <a:pt x="397" y="654"/>
                      <a:pt x="417" y="645"/>
                    </a:cubicBezTo>
                    <a:cubicBezTo>
                      <a:pt x="437" y="635"/>
                      <a:pt x="456" y="635"/>
                      <a:pt x="476" y="625"/>
                    </a:cubicBezTo>
                    <a:cubicBezTo>
                      <a:pt x="486" y="625"/>
                      <a:pt x="506" y="615"/>
                      <a:pt x="526" y="615"/>
                    </a:cubicBezTo>
                    <a:lnTo>
                      <a:pt x="635" y="615"/>
                    </a:lnTo>
                    <a:lnTo>
                      <a:pt x="724" y="635"/>
                    </a:lnTo>
                    <a:lnTo>
                      <a:pt x="803" y="654"/>
                    </a:lnTo>
                    <a:cubicBezTo>
                      <a:pt x="823" y="664"/>
                      <a:pt x="853" y="664"/>
                      <a:pt x="883" y="664"/>
                    </a:cubicBezTo>
                    <a:cubicBezTo>
                      <a:pt x="903" y="664"/>
                      <a:pt x="922" y="654"/>
                      <a:pt x="942" y="654"/>
                    </a:cubicBezTo>
                    <a:cubicBezTo>
                      <a:pt x="962" y="645"/>
                      <a:pt x="982" y="635"/>
                      <a:pt x="1002" y="625"/>
                    </a:cubicBezTo>
                    <a:cubicBezTo>
                      <a:pt x="1012" y="615"/>
                      <a:pt x="1032" y="595"/>
                      <a:pt x="1041" y="585"/>
                    </a:cubicBezTo>
                    <a:cubicBezTo>
                      <a:pt x="1051" y="565"/>
                      <a:pt x="1061" y="545"/>
                      <a:pt x="1051" y="526"/>
                    </a:cubicBezTo>
                    <a:cubicBezTo>
                      <a:pt x="1051" y="516"/>
                      <a:pt x="1051" y="506"/>
                      <a:pt x="1041" y="496"/>
                    </a:cubicBezTo>
                    <a:cubicBezTo>
                      <a:pt x="1041" y="486"/>
                      <a:pt x="1032" y="476"/>
                      <a:pt x="1032" y="466"/>
                    </a:cubicBezTo>
                    <a:cubicBezTo>
                      <a:pt x="1002" y="436"/>
                      <a:pt x="982" y="407"/>
                      <a:pt x="952" y="387"/>
                    </a:cubicBezTo>
                    <a:cubicBezTo>
                      <a:pt x="913" y="367"/>
                      <a:pt x="883" y="347"/>
                      <a:pt x="843" y="337"/>
                    </a:cubicBezTo>
                    <a:cubicBezTo>
                      <a:pt x="803" y="317"/>
                      <a:pt x="774" y="307"/>
                      <a:pt x="734" y="297"/>
                    </a:cubicBezTo>
                    <a:cubicBezTo>
                      <a:pt x="694" y="288"/>
                      <a:pt x="655" y="278"/>
                      <a:pt x="625" y="278"/>
                    </a:cubicBezTo>
                    <a:lnTo>
                      <a:pt x="625" y="169"/>
                    </a:lnTo>
                    <a:cubicBezTo>
                      <a:pt x="625" y="139"/>
                      <a:pt x="625" y="99"/>
                      <a:pt x="625" y="69"/>
                    </a:cubicBezTo>
                    <a:cubicBezTo>
                      <a:pt x="625" y="40"/>
                      <a:pt x="605" y="20"/>
                      <a:pt x="585" y="10"/>
                    </a:cubicBezTo>
                    <a:cubicBezTo>
                      <a:pt x="566" y="0"/>
                      <a:pt x="546" y="0"/>
                      <a:pt x="5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38"/>
              <p:cNvSpPr/>
              <p:nvPr/>
            </p:nvSpPr>
            <p:spPr>
              <a:xfrm>
                <a:off x="5646915" y="3674281"/>
                <a:ext cx="68681" cy="123593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013" extrusionOk="0">
                    <a:moveTo>
                      <a:pt x="526" y="0"/>
                    </a:moveTo>
                    <a:cubicBezTo>
                      <a:pt x="476" y="0"/>
                      <a:pt x="437" y="30"/>
                      <a:pt x="427" y="79"/>
                    </a:cubicBezTo>
                    <a:cubicBezTo>
                      <a:pt x="417" y="119"/>
                      <a:pt x="417" y="159"/>
                      <a:pt x="407" y="198"/>
                    </a:cubicBezTo>
                    <a:cubicBezTo>
                      <a:pt x="407" y="238"/>
                      <a:pt x="407" y="278"/>
                      <a:pt x="407" y="317"/>
                    </a:cubicBezTo>
                    <a:cubicBezTo>
                      <a:pt x="348" y="317"/>
                      <a:pt x="298" y="337"/>
                      <a:pt x="248" y="367"/>
                    </a:cubicBezTo>
                    <a:cubicBezTo>
                      <a:pt x="199" y="387"/>
                      <a:pt x="149" y="416"/>
                      <a:pt x="110" y="456"/>
                    </a:cubicBezTo>
                    <a:cubicBezTo>
                      <a:pt x="80" y="496"/>
                      <a:pt x="50" y="535"/>
                      <a:pt x="30" y="585"/>
                    </a:cubicBezTo>
                    <a:cubicBezTo>
                      <a:pt x="10" y="645"/>
                      <a:pt x="1" y="694"/>
                      <a:pt x="10" y="754"/>
                    </a:cubicBezTo>
                    <a:cubicBezTo>
                      <a:pt x="10" y="813"/>
                      <a:pt x="30" y="873"/>
                      <a:pt x="70" y="922"/>
                    </a:cubicBezTo>
                    <a:cubicBezTo>
                      <a:pt x="110" y="972"/>
                      <a:pt x="149" y="1011"/>
                      <a:pt x="199" y="1051"/>
                    </a:cubicBezTo>
                    <a:cubicBezTo>
                      <a:pt x="248" y="1081"/>
                      <a:pt x="308" y="1111"/>
                      <a:pt x="367" y="1130"/>
                    </a:cubicBezTo>
                    <a:cubicBezTo>
                      <a:pt x="427" y="1160"/>
                      <a:pt x="486" y="1180"/>
                      <a:pt x="536" y="1200"/>
                    </a:cubicBezTo>
                    <a:lnTo>
                      <a:pt x="595" y="1210"/>
                    </a:lnTo>
                    <a:cubicBezTo>
                      <a:pt x="615" y="1220"/>
                      <a:pt x="635" y="1230"/>
                      <a:pt x="665" y="1239"/>
                    </a:cubicBezTo>
                    <a:cubicBezTo>
                      <a:pt x="685" y="1249"/>
                      <a:pt x="704" y="1259"/>
                      <a:pt x="724" y="1269"/>
                    </a:cubicBezTo>
                    <a:cubicBezTo>
                      <a:pt x="744" y="1279"/>
                      <a:pt x="754" y="1299"/>
                      <a:pt x="754" y="1319"/>
                    </a:cubicBezTo>
                    <a:cubicBezTo>
                      <a:pt x="754" y="1339"/>
                      <a:pt x="754" y="1349"/>
                      <a:pt x="734" y="1368"/>
                    </a:cubicBezTo>
                    <a:cubicBezTo>
                      <a:pt x="724" y="1378"/>
                      <a:pt x="704" y="1388"/>
                      <a:pt x="695" y="1398"/>
                    </a:cubicBezTo>
                    <a:cubicBezTo>
                      <a:pt x="675" y="1408"/>
                      <a:pt x="655" y="1418"/>
                      <a:pt x="635" y="1418"/>
                    </a:cubicBezTo>
                    <a:lnTo>
                      <a:pt x="586" y="1428"/>
                    </a:lnTo>
                    <a:lnTo>
                      <a:pt x="486" y="1428"/>
                    </a:lnTo>
                    <a:cubicBezTo>
                      <a:pt x="447" y="1418"/>
                      <a:pt x="417" y="1408"/>
                      <a:pt x="387" y="1408"/>
                    </a:cubicBezTo>
                    <a:lnTo>
                      <a:pt x="288" y="1378"/>
                    </a:lnTo>
                    <a:cubicBezTo>
                      <a:pt x="258" y="1368"/>
                      <a:pt x="229" y="1368"/>
                      <a:pt x="189" y="1368"/>
                    </a:cubicBezTo>
                    <a:cubicBezTo>
                      <a:pt x="159" y="1378"/>
                      <a:pt x="129" y="1388"/>
                      <a:pt x="100" y="1418"/>
                    </a:cubicBezTo>
                    <a:cubicBezTo>
                      <a:pt x="70" y="1438"/>
                      <a:pt x="60" y="1477"/>
                      <a:pt x="70" y="1517"/>
                    </a:cubicBezTo>
                    <a:cubicBezTo>
                      <a:pt x="70" y="1557"/>
                      <a:pt x="90" y="1586"/>
                      <a:pt x="119" y="1606"/>
                    </a:cubicBezTo>
                    <a:cubicBezTo>
                      <a:pt x="149" y="1636"/>
                      <a:pt x="189" y="1656"/>
                      <a:pt x="229" y="1666"/>
                    </a:cubicBezTo>
                    <a:cubicBezTo>
                      <a:pt x="278" y="1676"/>
                      <a:pt x="318" y="1686"/>
                      <a:pt x="367" y="1696"/>
                    </a:cubicBezTo>
                    <a:cubicBezTo>
                      <a:pt x="407" y="1705"/>
                      <a:pt x="447" y="1715"/>
                      <a:pt x="476" y="1715"/>
                    </a:cubicBezTo>
                    <a:cubicBezTo>
                      <a:pt x="486" y="1715"/>
                      <a:pt x="496" y="1725"/>
                      <a:pt x="496" y="1735"/>
                    </a:cubicBezTo>
                    <a:cubicBezTo>
                      <a:pt x="496" y="1745"/>
                      <a:pt x="506" y="1755"/>
                      <a:pt x="506" y="1775"/>
                    </a:cubicBezTo>
                    <a:cubicBezTo>
                      <a:pt x="516" y="1785"/>
                      <a:pt x="516" y="1795"/>
                      <a:pt x="516" y="1815"/>
                    </a:cubicBezTo>
                    <a:lnTo>
                      <a:pt x="516" y="1834"/>
                    </a:lnTo>
                    <a:lnTo>
                      <a:pt x="516" y="1874"/>
                    </a:lnTo>
                    <a:lnTo>
                      <a:pt x="516" y="1914"/>
                    </a:lnTo>
                    <a:cubicBezTo>
                      <a:pt x="516" y="1943"/>
                      <a:pt x="536" y="1973"/>
                      <a:pt x="556" y="1993"/>
                    </a:cubicBezTo>
                    <a:cubicBezTo>
                      <a:pt x="586" y="2013"/>
                      <a:pt x="615" y="2013"/>
                      <a:pt x="645" y="2013"/>
                    </a:cubicBezTo>
                    <a:cubicBezTo>
                      <a:pt x="675" y="2013"/>
                      <a:pt x="704" y="2003"/>
                      <a:pt x="724" y="1983"/>
                    </a:cubicBezTo>
                    <a:cubicBezTo>
                      <a:pt x="744" y="1963"/>
                      <a:pt x="754" y="1943"/>
                      <a:pt x="754" y="1924"/>
                    </a:cubicBezTo>
                    <a:cubicBezTo>
                      <a:pt x="764" y="1904"/>
                      <a:pt x="764" y="1874"/>
                      <a:pt x="764" y="1844"/>
                    </a:cubicBezTo>
                    <a:lnTo>
                      <a:pt x="764" y="1775"/>
                    </a:lnTo>
                    <a:lnTo>
                      <a:pt x="764" y="1715"/>
                    </a:lnTo>
                    <a:cubicBezTo>
                      <a:pt x="764" y="1696"/>
                      <a:pt x="774" y="1686"/>
                      <a:pt x="774" y="1686"/>
                    </a:cubicBezTo>
                    <a:lnTo>
                      <a:pt x="903" y="1636"/>
                    </a:lnTo>
                    <a:cubicBezTo>
                      <a:pt x="942" y="1616"/>
                      <a:pt x="982" y="1596"/>
                      <a:pt x="1012" y="1577"/>
                    </a:cubicBezTo>
                    <a:cubicBezTo>
                      <a:pt x="1052" y="1547"/>
                      <a:pt x="1071" y="1517"/>
                      <a:pt x="1091" y="1477"/>
                    </a:cubicBezTo>
                    <a:cubicBezTo>
                      <a:pt x="1111" y="1438"/>
                      <a:pt x="1121" y="1378"/>
                      <a:pt x="1111" y="1329"/>
                    </a:cubicBezTo>
                    <a:cubicBezTo>
                      <a:pt x="1111" y="1269"/>
                      <a:pt x="1081" y="1210"/>
                      <a:pt x="1042" y="1150"/>
                    </a:cubicBezTo>
                    <a:cubicBezTo>
                      <a:pt x="1002" y="1101"/>
                      <a:pt x="962" y="1061"/>
                      <a:pt x="903" y="1031"/>
                    </a:cubicBezTo>
                    <a:cubicBezTo>
                      <a:pt x="843" y="992"/>
                      <a:pt x="794" y="962"/>
                      <a:pt x="724" y="942"/>
                    </a:cubicBezTo>
                    <a:lnTo>
                      <a:pt x="556" y="873"/>
                    </a:lnTo>
                    <a:cubicBezTo>
                      <a:pt x="506" y="853"/>
                      <a:pt x="457" y="833"/>
                      <a:pt x="417" y="813"/>
                    </a:cubicBezTo>
                    <a:cubicBezTo>
                      <a:pt x="387" y="793"/>
                      <a:pt x="367" y="764"/>
                      <a:pt x="357" y="734"/>
                    </a:cubicBezTo>
                    <a:cubicBezTo>
                      <a:pt x="357" y="714"/>
                      <a:pt x="357" y="694"/>
                      <a:pt x="377" y="684"/>
                    </a:cubicBezTo>
                    <a:cubicBezTo>
                      <a:pt x="387" y="664"/>
                      <a:pt x="397" y="654"/>
                      <a:pt x="417" y="645"/>
                    </a:cubicBezTo>
                    <a:cubicBezTo>
                      <a:pt x="437" y="635"/>
                      <a:pt x="457" y="635"/>
                      <a:pt x="476" y="625"/>
                    </a:cubicBezTo>
                    <a:cubicBezTo>
                      <a:pt x="486" y="625"/>
                      <a:pt x="506" y="615"/>
                      <a:pt x="526" y="615"/>
                    </a:cubicBezTo>
                    <a:lnTo>
                      <a:pt x="625" y="615"/>
                    </a:lnTo>
                    <a:cubicBezTo>
                      <a:pt x="665" y="625"/>
                      <a:pt x="695" y="635"/>
                      <a:pt x="714" y="635"/>
                    </a:cubicBezTo>
                    <a:lnTo>
                      <a:pt x="804" y="654"/>
                    </a:lnTo>
                    <a:cubicBezTo>
                      <a:pt x="823" y="664"/>
                      <a:pt x="853" y="664"/>
                      <a:pt x="883" y="664"/>
                    </a:cubicBezTo>
                    <a:cubicBezTo>
                      <a:pt x="903" y="664"/>
                      <a:pt x="923" y="654"/>
                      <a:pt x="942" y="654"/>
                    </a:cubicBezTo>
                    <a:cubicBezTo>
                      <a:pt x="962" y="645"/>
                      <a:pt x="982" y="635"/>
                      <a:pt x="1002" y="625"/>
                    </a:cubicBezTo>
                    <a:cubicBezTo>
                      <a:pt x="1012" y="615"/>
                      <a:pt x="1032" y="595"/>
                      <a:pt x="1042" y="585"/>
                    </a:cubicBezTo>
                    <a:cubicBezTo>
                      <a:pt x="1052" y="565"/>
                      <a:pt x="1052" y="545"/>
                      <a:pt x="1052" y="526"/>
                    </a:cubicBezTo>
                    <a:cubicBezTo>
                      <a:pt x="1052" y="516"/>
                      <a:pt x="1052" y="506"/>
                      <a:pt x="1052" y="496"/>
                    </a:cubicBezTo>
                    <a:cubicBezTo>
                      <a:pt x="1042" y="486"/>
                      <a:pt x="1042" y="476"/>
                      <a:pt x="1032" y="466"/>
                    </a:cubicBezTo>
                    <a:cubicBezTo>
                      <a:pt x="1012" y="436"/>
                      <a:pt x="992" y="407"/>
                      <a:pt x="952" y="387"/>
                    </a:cubicBezTo>
                    <a:cubicBezTo>
                      <a:pt x="923" y="367"/>
                      <a:pt x="893" y="347"/>
                      <a:pt x="853" y="327"/>
                    </a:cubicBezTo>
                    <a:cubicBezTo>
                      <a:pt x="814" y="317"/>
                      <a:pt x="774" y="307"/>
                      <a:pt x="744" y="297"/>
                    </a:cubicBezTo>
                    <a:cubicBezTo>
                      <a:pt x="704" y="288"/>
                      <a:pt x="665" y="278"/>
                      <a:pt x="625" y="278"/>
                    </a:cubicBezTo>
                    <a:lnTo>
                      <a:pt x="625" y="169"/>
                    </a:lnTo>
                    <a:cubicBezTo>
                      <a:pt x="635" y="129"/>
                      <a:pt x="635" y="99"/>
                      <a:pt x="625" y="60"/>
                    </a:cubicBezTo>
                    <a:cubicBezTo>
                      <a:pt x="625" y="40"/>
                      <a:pt x="615" y="20"/>
                      <a:pt x="595" y="10"/>
                    </a:cubicBezTo>
                    <a:cubicBezTo>
                      <a:pt x="576" y="0"/>
                      <a:pt x="546" y="0"/>
                      <a:pt x="5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14" name="Google Shape;2214;p38"/>
          <p:cNvGrpSpPr/>
          <p:nvPr/>
        </p:nvGrpSpPr>
        <p:grpSpPr>
          <a:xfrm>
            <a:off x="576491" y="2434594"/>
            <a:ext cx="273484" cy="274317"/>
            <a:chOff x="5885615" y="165400"/>
            <a:chExt cx="364743" cy="365756"/>
          </a:xfrm>
        </p:grpSpPr>
        <p:sp>
          <p:nvSpPr>
            <p:cNvPr id="2215" name="Google Shape;2215;p3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3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7" name="Google Shape;2217;p38"/>
          <p:cNvGrpSpPr/>
          <p:nvPr/>
        </p:nvGrpSpPr>
        <p:grpSpPr>
          <a:xfrm>
            <a:off x="3407710" y="3807263"/>
            <a:ext cx="274452" cy="274317"/>
            <a:chOff x="2167548" y="1796250"/>
            <a:chExt cx="274452" cy="274317"/>
          </a:xfrm>
        </p:grpSpPr>
        <p:sp>
          <p:nvSpPr>
            <p:cNvPr id="2218" name="Google Shape;2218;p3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3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0" name="Google Shape;2220;p38"/>
          <p:cNvGrpSpPr/>
          <p:nvPr/>
        </p:nvGrpSpPr>
        <p:grpSpPr>
          <a:xfrm>
            <a:off x="7822055" y="1179694"/>
            <a:ext cx="273484" cy="274317"/>
            <a:chOff x="5885615" y="165400"/>
            <a:chExt cx="364743" cy="365756"/>
          </a:xfrm>
        </p:grpSpPr>
        <p:sp>
          <p:nvSpPr>
            <p:cNvPr id="2221" name="Google Shape;2221;p3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3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3" name="Google Shape;2223;p38"/>
          <p:cNvGrpSpPr/>
          <p:nvPr/>
        </p:nvGrpSpPr>
        <p:grpSpPr>
          <a:xfrm>
            <a:off x="1068856" y="878982"/>
            <a:ext cx="273484" cy="274317"/>
            <a:chOff x="5885615" y="165400"/>
            <a:chExt cx="364743" cy="365756"/>
          </a:xfrm>
        </p:grpSpPr>
        <p:sp>
          <p:nvSpPr>
            <p:cNvPr id="2224" name="Google Shape;2224;p3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3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6" name="Google Shape;2226;p38"/>
          <p:cNvGrpSpPr/>
          <p:nvPr/>
        </p:nvGrpSpPr>
        <p:grpSpPr>
          <a:xfrm>
            <a:off x="7266480" y="813600"/>
            <a:ext cx="274452" cy="274317"/>
            <a:chOff x="2167548" y="1796250"/>
            <a:chExt cx="274452" cy="274317"/>
          </a:xfrm>
        </p:grpSpPr>
        <p:sp>
          <p:nvSpPr>
            <p:cNvPr id="2227" name="Google Shape;2227;p3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3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9" name="Google Shape;2229;p38"/>
          <p:cNvGrpSpPr/>
          <p:nvPr/>
        </p:nvGrpSpPr>
        <p:grpSpPr>
          <a:xfrm>
            <a:off x="712745" y="539275"/>
            <a:ext cx="274452" cy="274317"/>
            <a:chOff x="2167548" y="1796250"/>
            <a:chExt cx="274452" cy="274317"/>
          </a:xfrm>
        </p:grpSpPr>
        <p:sp>
          <p:nvSpPr>
            <p:cNvPr id="2230" name="Google Shape;2230;p3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3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2" name="Google Shape;2232;p38"/>
          <p:cNvGrpSpPr/>
          <p:nvPr/>
        </p:nvGrpSpPr>
        <p:grpSpPr>
          <a:xfrm>
            <a:off x="533642" y="1153300"/>
            <a:ext cx="359149" cy="274320"/>
            <a:chOff x="1684504" y="2090725"/>
            <a:chExt cx="359149" cy="274320"/>
          </a:xfrm>
        </p:grpSpPr>
        <p:sp>
          <p:nvSpPr>
            <p:cNvPr id="2233" name="Google Shape;2233;p38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38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5" name="Google Shape;2235;p38"/>
          <p:cNvGrpSpPr/>
          <p:nvPr/>
        </p:nvGrpSpPr>
        <p:grpSpPr>
          <a:xfrm flipH="1">
            <a:off x="2682804" y="2846038"/>
            <a:ext cx="359149" cy="274320"/>
            <a:chOff x="1684504" y="2090725"/>
            <a:chExt cx="359149" cy="274320"/>
          </a:xfrm>
        </p:grpSpPr>
        <p:sp>
          <p:nvSpPr>
            <p:cNvPr id="2236" name="Google Shape;2236;p38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38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8" name="Google Shape;2238;p38"/>
          <p:cNvGrpSpPr/>
          <p:nvPr/>
        </p:nvGrpSpPr>
        <p:grpSpPr>
          <a:xfrm flipH="1">
            <a:off x="7658192" y="539272"/>
            <a:ext cx="376078" cy="365766"/>
            <a:chOff x="1243851" y="2712376"/>
            <a:chExt cx="376078" cy="365766"/>
          </a:xfrm>
        </p:grpSpPr>
        <p:sp>
          <p:nvSpPr>
            <p:cNvPr id="2239" name="Google Shape;2239;p38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38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1" name="Google Shape;2241;p38"/>
          <p:cNvGrpSpPr/>
          <p:nvPr/>
        </p:nvGrpSpPr>
        <p:grpSpPr>
          <a:xfrm>
            <a:off x="996738" y="1427613"/>
            <a:ext cx="376078" cy="365766"/>
            <a:chOff x="1243851" y="2712376"/>
            <a:chExt cx="376078" cy="365766"/>
          </a:xfrm>
        </p:grpSpPr>
        <p:sp>
          <p:nvSpPr>
            <p:cNvPr id="2242" name="Google Shape;2242;p38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8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4" name="Google Shape;2244;p38"/>
          <p:cNvSpPr/>
          <p:nvPr/>
        </p:nvSpPr>
        <p:spPr>
          <a:xfrm rot="1800006">
            <a:off x="8190230" y="935858"/>
            <a:ext cx="481084" cy="1605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12+4</a:t>
            </a:r>
          </a:p>
        </p:txBody>
      </p:sp>
      <p:sp>
        <p:nvSpPr>
          <p:cNvPr id="2245" name="Google Shape;2245;p38"/>
          <p:cNvSpPr/>
          <p:nvPr/>
        </p:nvSpPr>
        <p:spPr>
          <a:xfrm rot="-1800006">
            <a:off x="1275835" y="463156"/>
            <a:ext cx="232122" cy="15269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p3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education in schools</a:t>
            </a:r>
            <a:endParaRPr/>
          </a:p>
        </p:txBody>
      </p:sp>
      <p:sp>
        <p:nvSpPr>
          <p:cNvPr id="2251" name="Google Shape;2251;p39"/>
          <p:cNvSpPr txBox="1">
            <a:spLocks noGrp="1"/>
          </p:cNvSpPr>
          <p:nvPr>
            <p:ph type="subTitle" idx="1"/>
          </p:nvPr>
        </p:nvSpPr>
        <p:spPr>
          <a:xfrm>
            <a:off x="4755903" y="2023050"/>
            <a:ext cx="3017400" cy="19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a lot of craters and plains. Speaking of craters, many of them were named after artists or authors who made significant contributions to their respective fields. Mercury takes a little more than</a:t>
            </a:r>
            <a:r>
              <a:rPr lang="en" b="1"/>
              <a:t>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58 days to complete its rotation</a:t>
            </a:r>
            <a:endParaRPr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252" name="Google Shape;2252;p39"/>
          <p:cNvSpPr txBox="1">
            <a:spLocks noGrp="1"/>
          </p:cNvSpPr>
          <p:nvPr>
            <p:ph type="subTitle" idx="2"/>
          </p:nvPr>
        </p:nvSpPr>
        <p:spPr>
          <a:xfrm>
            <a:off x="1370647" y="2023050"/>
            <a:ext cx="3017400" cy="19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smallest one in the Solar System</a:t>
            </a:r>
            <a:r>
              <a:rPr lang="en"/>
              <a:t>. This planet's name has nothing to do with the liquid metal, since Mercury was named after a Roman god. Its surface is similar to that of Earth’s Moon</a:t>
            </a:r>
            <a:endParaRPr/>
          </a:p>
        </p:txBody>
      </p:sp>
      <p:grpSp>
        <p:nvGrpSpPr>
          <p:cNvPr id="2253" name="Google Shape;2253;p39"/>
          <p:cNvGrpSpPr/>
          <p:nvPr/>
        </p:nvGrpSpPr>
        <p:grpSpPr>
          <a:xfrm>
            <a:off x="7454794" y="4147099"/>
            <a:ext cx="537441" cy="456890"/>
            <a:chOff x="3824894" y="3938349"/>
            <a:chExt cx="537441" cy="456890"/>
          </a:xfrm>
        </p:grpSpPr>
        <p:sp>
          <p:nvSpPr>
            <p:cNvPr id="2254" name="Google Shape;2254;p39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55" name="Google Shape;2255;p39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2256" name="Google Shape;2256;p39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39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39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39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60" name="Google Shape;2260;p39"/>
          <p:cNvGrpSpPr/>
          <p:nvPr/>
        </p:nvGrpSpPr>
        <p:grpSpPr>
          <a:xfrm>
            <a:off x="713226" y="1362456"/>
            <a:ext cx="683711" cy="640033"/>
            <a:chOff x="4230151" y="3601344"/>
            <a:chExt cx="683711" cy="640033"/>
          </a:xfrm>
        </p:grpSpPr>
        <p:sp>
          <p:nvSpPr>
            <p:cNvPr id="2261" name="Google Shape;2261;p39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62" name="Google Shape;2262;p39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2263" name="Google Shape;2263;p39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39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39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39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39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39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39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39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39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39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73" name="Google Shape;2273;p39"/>
          <p:cNvGrpSpPr/>
          <p:nvPr/>
        </p:nvGrpSpPr>
        <p:grpSpPr>
          <a:xfrm rot="1800044">
            <a:off x="7815138" y="3566372"/>
            <a:ext cx="537429" cy="456880"/>
            <a:chOff x="3824894" y="3938349"/>
            <a:chExt cx="537441" cy="456890"/>
          </a:xfrm>
        </p:grpSpPr>
        <p:sp>
          <p:nvSpPr>
            <p:cNvPr id="2274" name="Google Shape;2274;p39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5" name="Google Shape;2275;p39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2276" name="Google Shape;2276;p39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39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39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39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80" name="Google Shape;2280;p39"/>
          <p:cNvGrpSpPr/>
          <p:nvPr/>
        </p:nvGrpSpPr>
        <p:grpSpPr>
          <a:xfrm>
            <a:off x="6992987" y="4329682"/>
            <a:ext cx="273484" cy="274317"/>
            <a:chOff x="5885615" y="165400"/>
            <a:chExt cx="364743" cy="365756"/>
          </a:xfrm>
        </p:grpSpPr>
        <p:sp>
          <p:nvSpPr>
            <p:cNvPr id="2281" name="Google Shape;2281;p3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3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3" name="Google Shape;2283;p39"/>
          <p:cNvGrpSpPr/>
          <p:nvPr/>
        </p:nvGrpSpPr>
        <p:grpSpPr>
          <a:xfrm>
            <a:off x="815481" y="2434594"/>
            <a:ext cx="273484" cy="274317"/>
            <a:chOff x="5885615" y="165400"/>
            <a:chExt cx="364743" cy="365756"/>
          </a:xfrm>
        </p:grpSpPr>
        <p:sp>
          <p:nvSpPr>
            <p:cNvPr id="2284" name="Google Shape;2284;p3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3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6" name="Google Shape;2286;p39"/>
          <p:cNvGrpSpPr/>
          <p:nvPr/>
        </p:nvGrpSpPr>
        <p:grpSpPr>
          <a:xfrm>
            <a:off x="8293555" y="4238388"/>
            <a:ext cx="274452" cy="274317"/>
            <a:chOff x="2167548" y="1796250"/>
            <a:chExt cx="274452" cy="274317"/>
          </a:xfrm>
        </p:grpSpPr>
        <p:sp>
          <p:nvSpPr>
            <p:cNvPr id="2287" name="Google Shape;2287;p39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39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9" name="Google Shape;2289;p39"/>
          <p:cNvGrpSpPr/>
          <p:nvPr/>
        </p:nvGrpSpPr>
        <p:grpSpPr>
          <a:xfrm>
            <a:off x="438778" y="2071250"/>
            <a:ext cx="274452" cy="274317"/>
            <a:chOff x="2167548" y="1796250"/>
            <a:chExt cx="274452" cy="274317"/>
          </a:xfrm>
        </p:grpSpPr>
        <p:sp>
          <p:nvSpPr>
            <p:cNvPr id="2290" name="Google Shape;2290;p39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39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2" name="Google Shape;2292;p39"/>
          <p:cNvGrpSpPr/>
          <p:nvPr/>
        </p:nvGrpSpPr>
        <p:grpSpPr>
          <a:xfrm>
            <a:off x="8242726" y="3040963"/>
            <a:ext cx="376078" cy="365766"/>
            <a:chOff x="1243851" y="2712376"/>
            <a:chExt cx="376078" cy="365766"/>
          </a:xfrm>
        </p:grpSpPr>
        <p:sp>
          <p:nvSpPr>
            <p:cNvPr id="2293" name="Google Shape;2293;p39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39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4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6750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can make a difference!</a:t>
            </a:r>
            <a:endParaRPr/>
          </a:p>
        </p:txBody>
      </p:sp>
      <p:sp>
        <p:nvSpPr>
          <p:cNvPr id="2300" name="Google Shape;2300;p40"/>
          <p:cNvSpPr txBox="1">
            <a:spLocks noGrp="1"/>
          </p:cNvSpPr>
          <p:nvPr>
            <p:ph type="subTitle" idx="1"/>
          </p:nvPr>
        </p:nvSpPr>
        <p:spPr>
          <a:xfrm>
            <a:off x="713225" y="2002525"/>
            <a:ext cx="3675000" cy="26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183C"/>
              </a:buClr>
              <a:buSzPts val="1100"/>
              <a:buFont typeface="Arial"/>
              <a:buNone/>
            </a:pPr>
            <a:r>
              <a:rPr lang="en"/>
              <a:t>Do you know what helps you make your point clear?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Lists like this one</a:t>
            </a:r>
            <a:r>
              <a:rPr lang="en" b="1"/>
              <a:t>:</a:t>
            </a:r>
            <a:endParaRPr b="1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They’re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simple </a:t>
            </a:r>
            <a:endParaRPr>
              <a:latin typeface="Lato Black"/>
              <a:ea typeface="Lato Black"/>
              <a:cs typeface="Lato Black"/>
              <a:sym typeface="Lato Black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You can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organize your ideas clearly</a:t>
            </a:r>
            <a:endParaRPr>
              <a:latin typeface="Lato Black"/>
              <a:ea typeface="Lato Black"/>
              <a:cs typeface="Lato Black"/>
              <a:sym typeface="Lato Black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You’ll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never forget</a:t>
            </a:r>
            <a:r>
              <a:rPr lang="en"/>
              <a:t> to buy milk!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And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most important thing</a:t>
            </a:r>
            <a:r>
              <a:rPr lang="en"/>
              <a:t>: the audience won’t miss the point of your presentation</a:t>
            </a:r>
            <a:endParaRPr/>
          </a:p>
        </p:txBody>
      </p:sp>
      <p:grpSp>
        <p:nvGrpSpPr>
          <p:cNvPr id="2301" name="Google Shape;2301;p40"/>
          <p:cNvGrpSpPr/>
          <p:nvPr/>
        </p:nvGrpSpPr>
        <p:grpSpPr>
          <a:xfrm>
            <a:off x="5509202" y="1819609"/>
            <a:ext cx="2170794" cy="1828058"/>
            <a:chOff x="5509202" y="1819609"/>
            <a:chExt cx="2170794" cy="1828058"/>
          </a:xfrm>
        </p:grpSpPr>
        <p:sp>
          <p:nvSpPr>
            <p:cNvPr id="2302" name="Google Shape;2302;p40"/>
            <p:cNvSpPr/>
            <p:nvPr/>
          </p:nvSpPr>
          <p:spPr>
            <a:xfrm>
              <a:off x="5530231" y="1823108"/>
              <a:ext cx="2128736" cy="1821061"/>
            </a:xfrm>
            <a:custGeom>
              <a:avLst/>
              <a:gdLst/>
              <a:ahLst/>
              <a:cxnLst/>
              <a:rect l="l" t="t" r="r" b="b"/>
              <a:pathLst>
                <a:path w="28091" h="23944" extrusionOk="0">
                  <a:moveTo>
                    <a:pt x="20238" y="1"/>
                  </a:moveTo>
                  <a:cubicBezTo>
                    <a:pt x="20089" y="11"/>
                    <a:pt x="19960" y="1111"/>
                    <a:pt x="19891" y="1181"/>
                  </a:cubicBezTo>
                  <a:cubicBezTo>
                    <a:pt x="19752" y="1329"/>
                    <a:pt x="18731" y="1429"/>
                    <a:pt x="18741" y="1567"/>
                  </a:cubicBezTo>
                  <a:cubicBezTo>
                    <a:pt x="18741" y="1577"/>
                    <a:pt x="18751" y="1587"/>
                    <a:pt x="18760" y="1597"/>
                  </a:cubicBezTo>
                  <a:lnTo>
                    <a:pt x="2856" y="1597"/>
                  </a:lnTo>
                  <a:cubicBezTo>
                    <a:pt x="2628" y="1617"/>
                    <a:pt x="2420" y="1756"/>
                    <a:pt x="2321" y="1964"/>
                  </a:cubicBezTo>
                  <a:cubicBezTo>
                    <a:pt x="249" y="6674"/>
                    <a:pt x="2836" y="11393"/>
                    <a:pt x="3372" y="16103"/>
                  </a:cubicBezTo>
                  <a:lnTo>
                    <a:pt x="1508" y="16103"/>
                  </a:lnTo>
                  <a:cubicBezTo>
                    <a:pt x="1349" y="16113"/>
                    <a:pt x="1230" y="17214"/>
                    <a:pt x="1161" y="17283"/>
                  </a:cubicBezTo>
                  <a:cubicBezTo>
                    <a:pt x="1022" y="17422"/>
                    <a:pt x="1" y="17531"/>
                    <a:pt x="11" y="17670"/>
                  </a:cubicBezTo>
                  <a:cubicBezTo>
                    <a:pt x="20" y="17809"/>
                    <a:pt x="1012" y="17878"/>
                    <a:pt x="1161" y="18017"/>
                  </a:cubicBezTo>
                  <a:cubicBezTo>
                    <a:pt x="1230" y="18076"/>
                    <a:pt x="1369" y="18979"/>
                    <a:pt x="1508" y="19157"/>
                  </a:cubicBezTo>
                  <a:lnTo>
                    <a:pt x="1508" y="19187"/>
                  </a:lnTo>
                  <a:lnTo>
                    <a:pt x="3362" y="19187"/>
                  </a:lnTo>
                  <a:cubicBezTo>
                    <a:pt x="3243" y="20020"/>
                    <a:pt x="3015" y="20833"/>
                    <a:pt x="2678" y="21606"/>
                  </a:cubicBezTo>
                  <a:cubicBezTo>
                    <a:pt x="2579" y="21814"/>
                    <a:pt x="2658" y="21983"/>
                    <a:pt x="2866" y="21983"/>
                  </a:cubicBezTo>
                  <a:lnTo>
                    <a:pt x="13833" y="21983"/>
                  </a:lnTo>
                  <a:cubicBezTo>
                    <a:pt x="14130" y="22082"/>
                    <a:pt x="14437" y="22171"/>
                    <a:pt x="14755" y="22221"/>
                  </a:cubicBezTo>
                  <a:cubicBezTo>
                    <a:pt x="15060" y="22271"/>
                    <a:pt x="15366" y="22295"/>
                    <a:pt x="15671" y="22295"/>
                  </a:cubicBezTo>
                  <a:cubicBezTo>
                    <a:pt x="16885" y="22295"/>
                    <a:pt x="18078" y="21907"/>
                    <a:pt x="19068" y="21170"/>
                  </a:cubicBezTo>
                  <a:lnTo>
                    <a:pt x="21626" y="22806"/>
                  </a:lnTo>
                  <a:cubicBezTo>
                    <a:pt x="22221" y="23143"/>
                    <a:pt x="22806" y="23500"/>
                    <a:pt x="23421" y="23817"/>
                  </a:cubicBezTo>
                  <a:cubicBezTo>
                    <a:pt x="23583" y="23902"/>
                    <a:pt x="23759" y="23943"/>
                    <a:pt x="23935" y="23943"/>
                  </a:cubicBezTo>
                  <a:cubicBezTo>
                    <a:pt x="24231" y="23943"/>
                    <a:pt x="24525" y="23827"/>
                    <a:pt x="24749" y="23609"/>
                  </a:cubicBezTo>
                  <a:cubicBezTo>
                    <a:pt x="25116" y="23252"/>
                    <a:pt x="25305" y="22608"/>
                    <a:pt x="25017" y="22132"/>
                  </a:cubicBezTo>
                  <a:cubicBezTo>
                    <a:pt x="24769" y="21715"/>
                    <a:pt x="24343" y="21438"/>
                    <a:pt x="23936" y="21200"/>
                  </a:cubicBezTo>
                  <a:lnTo>
                    <a:pt x="22300" y="20178"/>
                  </a:lnTo>
                  <a:lnTo>
                    <a:pt x="25295" y="20178"/>
                  </a:lnTo>
                  <a:cubicBezTo>
                    <a:pt x="25483" y="20169"/>
                    <a:pt x="25652" y="20050"/>
                    <a:pt x="25731" y="19881"/>
                  </a:cubicBezTo>
                  <a:cubicBezTo>
                    <a:pt x="28091" y="14666"/>
                    <a:pt x="23093" y="9440"/>
                    <a:pt x="25453" y="4215"/>
                  </a:cubicBezTo>
                  <a:cubicBezTo>
                    <a:pt x="25523" y="4046"/>
                    <a:pt x="25463" y="3917"/>
                    <a:pt x="25295" y="3917"/>
                  </a:cubicBezTo>
                  <a:lnTo>
                    <a:pt x="21785" y="3917"/>
                  </a:lnTo>
                  <a:lnTo>
                    <a:pt x="21785" y="1597"/>
                  </a:lnTo>
                  <a:lnTo>
                    <a:pt x="21695" y="1597"/>
                  </a:lnTo>
                  <a:cubicBezTo>
                    <a:pt x="21745" y="1577"/>
                    <a:pt x="21785" y="1548"/>
                    <a:pt x="21785" y="1518"/>
                  </a:cubicBezTo>
                  <a:cubicBezTo>
                    <a:pt x="21775" y="1379"/>
                    <a:pt x="20763" y="1310"/>
                    <a:pt x="20625" y="1181"/>
                  </a:cubicBezTo>
                  <a:cubicBezTo>
                    <a:pt x="20545" y="1101"/>
                    <a:pt x="20377" y="1"/>
                    <a:pt x="2023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03" name="Google Shape;2303;p40"/>
            <p:cNvGrpSpPr/>
            <p:nvPr/>
          </p:nvGrpSpPr>
          <p:grpSpPr>
            <a:xfrm>
              <a:off x="5509202" y="1819609"/>
              <a:ext cx="2170794" cy="1828058"/>
              <a:chOff x="5129653" y="1900168"/>
              <a:chExt cx="2170794" cy="1828058"/>
            </a:xfrm>
          </p:grpSpPr>
          <p:sp>
            <p:nvSpPr>
              <p:cNvPr id="2304" name="Google Shape;2304;p40"/>
              <p:cNvSpPr/>
              <p:nvPr/>
            </p:nvSpPr>
            <p:spPr>
              <a:xfrm>
                <a:off x="6524232" y="3249308"/>
                <a:ext cx="565091" cy="478918"/>
              </a:xfrm>
              <a:custGeom>
                <a:avLst/>
                <a:gdLst/>
                <a:ahLst/>
                <a:cxnLst/>
                <a:rect l="l" t="t" r="r" b="b"/>
                <a:pathLst>
                  <a:path w="7457" h="6297" extrusionOk="0">
                    <a:moveTo>
                      <a:pt x="7169" y="4383"/>
                    </a:moveTo>
                    <a:cubicBezTo>
                      <a:pt x="6921" y="3966"/>
                      <a:pt x="6495" y="3689"/>
                      <a:pt x="6088" y="3451"/>
                    </a:cubicBezTo>
                    <a:lnTo>
                      <a:pt x="2618" y="1279"/>
                    </a:lnTo>
                    <a:lnTo>
                      <a:pt x="1627" y="635"/>
                    </a:lnTo>
                    <a:lnTo>
                      <a:pt x="1131" y="317"/>
                    </a:lnTo>
                    <a:cubicBezTo>
                      <a:pt x="1051" y="268"/>
                      <a:pt x="764" y="0"/>
                      <a:pt x="665" y="20"/>
                    </a:cubicBezTo>
                    <a:lnTo>
                      <a:pt x="50" y="109"/>
                    </a:lnTo>
                    <a:cubicBezTo>
                      <a:pt x="40" y="308"/>
                      <a:pt x="20" y="516"/>
                      <a:pt x="0" y="714"/>
                    </a:cubicBezTo>
                    <a:cubicBezTo>
                      <a:pt x="80" y="1408"/>
                      <a:pt x="169" y="2112"/>
                      <a:pt x="248" y="2806"/>
                    </a:cubicBezTo>
                    <a:lnTo>
                      <a:pt x="3778" y="5057"/>
                    </a:lnTo>
                    <a:cubicBezTo>
                      <a:pt x="4373" y="5394"/>
                      <a:pt x="4968" y="5751"/>
                      <a:pt x="5573" y="6068"/>
                    </a:cubicBezTo>
                    <a:cubicBezTo>
                      <a:pt x="6019" y="6296"/>
                      <a:pt x="6554" y="6207"/>
                      <a:pt x="6902" y="5860"/>
                    </a:cubicBezTo>
                    <a:cubicBezTo>
                      <a:pt x="7268" y="5503"/>
                      <a:pt x="7457" y="4859"/>
                      <a:pt x="7169" y="43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40"/>
              <p:cNvSpPr/>
              <p:nvPr/>
            </p:nvSpPr>
            <p:spPr>
              <a:xfrm>
                <a:off x="5978692" y="2197315"/>
                <a:ext cx="1321755" cy="1236806"/>
              </a:xfrm>
              <a:custGeom>
                <a:avLst/>
                <a:gdLst/>
                <a:ahLst/>
                <a:cxnLst/>
                <a:rect l="l" t="t" r="r" b="b"/>
                <a:pathLst>
                  <a:path w="17442" h="16262" extrusionOk="0">
                    <a:moveTo>
                      <a:pt x="2797" y="0"/>
                    </a:moveTo>
                    <a:cubicBezTo>
                      <a:pt x="2609" y="10"/>
                      <a:pt x="2440" y="129"/>
                      <a:pt x="2361" y="298"/>
                    </a:cubicBezTo>
                    <a:cubicBezTo>
                      <a:pt x="1" y="5523"/>
                      <a:pt x="4998" y="10749"/>
                      <a:pt x="2638" y="15964"/>
                    </a:cubicBezTo>
                    <a:cubicBezTo>
                      <a:pt x="2569" y="16133"/>
                      <a:pt x="2628" y="16261"/>
                      <a:pt x="2797" y="16261"/>
                    </a:cubicBezTo>
                    <a:lnTo>
                      <a:pt x="14646" y="16261"/>
                    </a:lnTo>
                    <a:cubicBezTo>
                      <a:pt x="14834" y="16252"/>
                      <a:pt x="15003" y="16133"/>
                      <a:pt x="15092" y="15964"/>
                    </a:cubicBezTo>
                    <a:cubicBezTo>
                      <a:pt x="17442" y="10739"/>
                      <a:pt x="12455" y="5523"/>
                      <a:pt x="14804" y="298"/>
                    </a:cubicBezTo>
                    <a:cubicBezTo>
                      <a:pt x="14884" y="129"/>
                      <a:pt x="14814" y="0"/>
                      <a:pt x="146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40"/>
              <p:cNvSpPr/>
              <p:nvPr/>
            </p:nvSpPr>
            <p:spPr>
              <a:xfrm>
                <a:off x="6252258" y="2374523"/>
                <a:ext cx="731883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9658" h="526" extrusionOk="0">
                    <a:moveTo>
                      <a:pt x="615" y="0"/>
                    </a:moveTo>
                    <a:lnTo>
                      <a:pt x="8894" y="0"/>
                    </a:lnTo>
                    <a:cubicBezTo>
                      <a:pt x="9509" y="0"/>
                      <a:pt x="9658" y="526"/>
                      <a:pt x="9043" y="526"/>
                    </a:cubicBezTo>
                    <a:lnTo>
                      <a:pt x="773" y="526"/>
                    </a:lnTo>
                    <a:cubicBezTo>
                      <a:pt x="149" y="526"/>
                      <a:pt x="0" y="0"/>
                      <a:pt x="61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40"/>
              <p:cNvSpPr/>
              <p:nvPr/>
            </p:nvSpPr>
            <p:spPr>
              <a:xfrm>
                <a:off x="6355167" y="2565269"/>
                <a:ext cx="567365" cy="40081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527" extrusionOk="0">
                    <a:moveTo>
                      <a:pt x="476" y="1"/>
                    </a:moveTo>
                    <a:lnTo>
                      <a:pt x="6902" y="1"/>
                    </a:lnTo>
                    <a:cubicBezTo>
                      <a:pt x="7377" y="1"/>
                      <a:pt x="7487" y="526"/>
                      <a:pt x="7011" y="526"/>
                    </a:cubicBezTo>
                    <a:lnTo>
                      <a:pt x="605" y="526"/>
                    </a:lnTo>
                    <a:cubicBezTo>
                      <a:pt x="119" y="526"/>
                      <a:pt x="0" y="1"/>
                      <a:pt x="47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40"/>
              <p:cNvSpPr/>
              <p:nvPr/>
            </p:nvSpPr>
            <p:spPr>
              <a:xfrm>
                <a:off x="6449058" y="2756091"/>
                <a:ext cx="484765" cy="39320"/>
              </a:xfrm>
              <a:custGeom>
                <a:avLst/>
                <a:gdLst/>
                <a:ahLst/>
                <a:cxnLst/>
                <a:rect l="l" t="t" r="r" b="b"/>
                <a:pathLst>
                  <a:path w="6397" h="517" extrusionOk="0">
                    <a:moveTo>
                      <a:pt x="407" y="1"/>
                    </a:moveTo>
                    <a:lnTo>
                      <a:pt x="5891" y="1"/>
                    </a:lnTo>
                    <a:cubicBezTo>
                      <a:pt x="6297" y="1"/>
                      <a:pt x="6396" y="516"/>
                      <a:pt x="5990" y="516"/>
                    </a:cubicBezTo>
                    <a:lnTo>
                      <a:pt x="507" y="516"/>
                    </a:lnTo>
                    <a:cubicBezTo>
                      <a:pt x="110" y="516"/>
                      <a:pt x="1" y="1"/>
                      <a:pt x="40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40"/>
              <p:cNvSpPr/>
              <p:nvPr/>
            </p:nvSpPr>
            <p:spPr>
              <a:xfrm>
                <a:off x="6252258" y="2946152"/>
                <a:ext cx="731883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9658" h="526" extrusionOk="0">
                    <a:moveTo>
                      <a:pt x="615" y="0"/>
                    </a:moveTo>
                    <a:lnTo>
                      <a:pt x="8894" y="0"/>
                    </a:lnTo>
                    <a:cubicBezTo>
                      <a:pt x="9509" y="0"/>
                      <a:pt x="9658" y="526"/>
                      <a:pt x="9043" y="526"/>
                    </a:cubicBezTo>
                    <a:lnTo>
                      <a:pt x="773" y="526"/>
                    </a:lnTo>
                    <a:cubicBezTo>
                      <a:pt x="149" y="526"/>
                      <a:pt x="0" y="0"/>
                      <a:pt x="61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40"/>
              <p:cNvSpPr/>
              <p:nvPr/>
            </p:nvSpPr>
            <p:spPr>
              <a:xfrm>
                <a:off x="6481416" y="3136898"/>
                <a:ext cx="567365" cy="40081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527" extrusionOk="0">
                    <a:moveTo>
                      <a:pt x="476" y="1"/>
                    </a:moveTo>
                    <a:lnTo>
                      <a:pt x="6891" y="1"/>
                    </a:lnTo>
                    <a:cubicBezTo>
                      <a:pt x="7367" y="1"/>
                      <a:pt x="7486" y="526"/>
                      <a:pt x="7010" y="526"/>
                    </a:cubicBezTo>
                    <a:lnTo>
                      <a:pt x="585" y="526"/>
                    </a:lnTo>
                    <a:cubicBezTo>
                      <a:pt x="109" y="526"/>
                      <a:pt x="0" y="1"/>
                      <a:pt x="47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40"/>
              <p:cNvSpPr/>
              <p:nvPr/>
            </p:nvSpPr>
            <p:spPr>
              <a:xfrm>
                <a:off x="5171711" y="3124121"/>
                <a:ext cx="232266" cy="234554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3084" extrusionOk="0">
                    <a:moveTo>
                      <a:pt x="1510" y="0"/>
                    </a:moveTo>
                    <a:cubicBezTo>
                      <a:pt x="1509" y="0"/>
                      <a:pt x="1509" y="0"/>
                      <a:pt x="1508" y="0"/>
                    </a:cubicBezTo>
                    <a:cubicBezTo>
                      <a:pt x="1359" y="10"/>
                      <a:pt x="1230" y="1111"/>
                      <a:pt x="1161" y="1180"/>
                    </a:cubicBezTo>
                    <a:cubicBezTo>
                      <a:pt x="1022" y="1319"/>
                      <a:pt x="1" y="1428"/>
                      <a:pt x="11" y="1567"/>
                    </a:cubicBezTo>
                    <a:cubicBezTo>
                      <a:pt x="21" y="1706"/>
                      <a:pt x="1022" y="1775"/>
                      <a:pt x="1161" y="1914"/>
                    </a:cubicBezTo>
                    <a:cubicBezTo>
                      <a:pt x="1240" y="1983"/>
                      <a:pt x="1407" y="3084"/>
                      <a:pt x="1556" y="3084"/>
                    </a:cubicBezTo>
                    <a:cubicBezTo>
                      <a:pt x="1556" y="3084"/>
                      <a:pt x="1557" y="3084"/>
                      <a:pt x="1558" y="3084"/>
                    </a:cubicBezTo>
                    <a:cubicBezTo>
                      <a:pt x="1696" y="3074"/>
                      <a:pt x="1825" y="1983"/>
                      <a:pt x="1905" y="1914"/>
                    </a:cubicBezTo>
                    <a:cubicBezTo>
                      <a:pt x="2033" y="1765"/>
                      <a:pt x="3065" y="1666"/>
                      <a:pt x="3055" y="1517"/>
                    </a:cubicBezTo>
                    <a:cubicBezTo>
                      <a:pt x="3045" y="1378"/>
                      <a:pt x="2033" y="1309"/>
                      <a:pt x="1895" y="1180"/>
                    </a:cubicBezTo>
                    <a:cubicBezTo>
                      <a:pt x="1816" y="1101"/>
                      <a:pt x="1648" y="0"/>
                      <a:pt x="15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40"/>
              <p:cNvSpPr/>
              <p:nvPr/>
            </p:nvSpPr>
            <p:spPr>
              <a:xfrm>
                <a:off x="6591070" y="1900168"/>
                <a:ext cx="232266" cy="233869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3075" extrusionOk="0">
                    <a:moveTo>
                      <a:pt x="1510" y="1"/>
                    </a:moveTo>
                    <a:cubicBezTo>
                      <a:pt x="1509" y="1"/>
                      <a:pt x="1509" y="1"/>
                      <a:pt x="1508" y="1"/>
                    </a:cubicBezTo>
                    <a:cubicBezTo>
                      <a:pt x="1359" y="1"/>
                      <a:pt x="1230" y="1101"/>
                      <a:pt x="1161" y="1171"/>
                    </a:cubicBezTo>
                    <a:cubicBezTo>
                      <a:pt x="1022" y="1319"/>
                      <a:pt x="1" y="1419"/>
                      <a:pt x="11" y="1557"/>
                    </a:cubicBezTo>
                    <a:cubicBezTo>
                      <a:pt x="21" y="1696"/>
                      <a:pt x="1022" y="1766"/>
                      <a:pt x="1161" y="1904"/>
                    </a:cubicBezTo>
                    <a:cubicBezTo>
                      <a:pt x="1240" y="1974"/>
                      <a:pt x="1407" y="3074"/>
                      <a:pt x="1556" y="3074"/>
                    </a:cubicBezTo>
                    <a:cubicBezTo>
                      <a:pt x="1556" y="3074"/>
                      <a:pt x="1557" y="3074"/>
                      <a:pt x="1558" y="3074"/>
                    </a:cubicBezTo>
                    <a:cubicBezTo>
                      <a:pt x="1696" y="3064"/>
                      <a:pt x="1825" y="1974"/>
                      <a:pt x="1905" y="1904"/>
                    </a:cubicBezTo>
                    <a:cubicBezTo>
                      <a:pt x="2034" y="1766"/>
                      <a:pt x="3065" y="1657"/>
                      <a:pt x="3055" y="1518"/>
                    </a:cubicBezTo>
                    <a:cubicBezTo>
                      <a:pt x="3045" y="1369"/>
                      <a:pt x="2034" y="1300"/>
                      <a:pt x="1905" y="1171"/>
                    </a:cubicBezTo>
                    <a:cubicBezTo>
                      <a:pt x="1816" y="1092"/>
                      <a:pt x="1658" y="1"/>
                      <a:pt x="15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40"/>
              <p:cNvSpPr/>
              <p:nvPr/>
            </p:nvSpPr>
            <p:spPr>
              <a:xfrm>
                <a:off x="5129653" y="2020867"/>
                <a:ext cx="1617827" cy="1550533"/>
              </a:xfrm>
              <a:custGeom>
                <a:avLst/>
                <a:gdLst/>
                <a:ahLst/>
                <a:cxnLst/>
                <a:rect l="l" t="t" r="r" b="b"/>
                <a:pathLst>
                  <a:path w="21349" h="20387" extrusionOk="0">
                    <a:moveTo>
                      <a:pt x="3421" y="0"/>
                    </a:moveTo>
                    <a:cubicBezTo>
                      <a:pt x="3183" y="20"/>
                      <a:pt x="2985" y="159"/>
                      <a:pt x="2886" y="377"/>
                    </a:cubicBezTo>
                    <a:cubicBezTo>
                      <a:pt x="1" y="6931"/>
                      <a:pt x="6118" y="13465"/>
                      <a:pt x="3223" y="20019"/>
                    </a:cubicBezTo>
                    <a:cubicBezTo>
                      <a:pt x="3134" y="20217"/>
                      <a:pt x="3213" y="20386"/>
                      <a:pt x="3421" y="20386"/>
                    </a:cubicBezTo>
                    <a:lnTo>
                      <a:pt x="17927" y="20386"/>
                    </a:lnTo>
                    <a:cubicBezTo>
                      <a:pt x="18165" y="20366"/>
                      <a:pt x="18364" y="20227"/>
                      <a:pt x="18463" y="20019"/>
                    </a:cubicBezTo>
                    <a:cubicBezTo>
                      <a:pt x="21348" y="13465"/>
                      <a:pt x="15240" y="6921"/>
                      <a:pt x="18116" y="377"/>
                    </a:cubicBezTo>
                    <a:cubicBezTo>
                      <a:pt x="18205" y="169"/>
                      <a:pt x="18126" y="0"/>
                      <a:pt x="179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40"/>
              <p:cNvSpPr/>
              <p:nvPr/>
            </p:nvSpPr>
            <p:spPr>
              <a:xfrm>
                <a:off x="5476043" y="2762860"/>
                <a:ext cx="952858" cy="40081"/>
              </a:xfrm>
              <a:custGeom>
                <a:avLst/>
                <a:gdLst/>
                <a:ahLst/>
                <a:cxnLst/>
                <a:rect l="l" t="t" r="r" b="b"/>
                <a:pathLst>
                  <a:path w="12574" h="527" extrusionOk="0">
                    <a:moveTo>
                      <a:pt x="11770" y="1"/>
                    </a:moveTo>
                    <a:lnTo>
                      <a:pt x="992" y="1"/>
                    </a:lnTo>
                    <a:cubicBezTo>
                      <a:pt x="199" y="1"/>
                      <a:pt x="1" y="526"/>
                      <a:pt x="804" y="526"/>
                    </a:cubicBezTo>
                    <a:lnTo>
                      <a:pt x="11572" y="526"/>
                    </a:lnTo>
                    <a:cubicBezTo>
                      <a:pt x="12375" y="526"/>
                      <a:pt x="12573" y="1"/>
                      <a:pt x="117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40"/>
              <p:cNvSpPr/>
              <p:nvPr/>
            </p:nvSpPr>
            <p:spPr>
              <a:xfrm>
                <a:off x="5480590" y="2918240"/>
                <a:ext cx="739385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9757" h="526" extrusionOk="0">
                    <a:moveTo>
                      <a:pt x="9132" y="0"/>
                    </a:moveTo>
                    <a:lnTo>
                      <a:pt x="773" y="0"/>
                    </a:lnTo>
                    <a:cubicBezTo>
                      <a:pt x="159" y="0"/>
                      <a:pt x="0" y="526"/>
                      <a:pt x="625" y="526"/>
                    </a:cubicBezTo>
                    <a:lnTo>
                      <a:pt x="8983" y="526"/>
                    </a:lnTo>
                    <a:cubicBezTo>
                      <a:pt x="9608" y="526"/>
                      <a:pt x="9757" y="0"/>
                      <a:pt x="91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40"/>
              <p:cNvSpPr/>
              <p:nvPr/>
            </p:nvSpPr>
            <p:spPr>
              <a:xfrm>
                <a:off x="5515146" y="3074305"/>
                <a:ext cx="630490" cy="40081"/>
              </a:xfrm>
              <a:custGeom>
                <a:avLst/>
                <a:gdLst/>
                <a:ahLst/>
                <a:cxnLst/>
                <a:rect l="l" t="t" r="r" b="b"/>
                <a:pathLst>
                  <a:path w="8320" h="527" extrusionOk="0">
                    <a:moveTo>
                      <a:pt x="7784" y="1"/>
                    </a:moveTo>
                    <a:lnTo>
                      <a:pt x="655" y="1"/>
                    </a:lnTo>
                    <a:cubicBezTo>
                      <a:pt x="129" y="1"/>
                      <a:pt x="0" y="526"/>
                      <a:pt x="536" y="526"/>
                    </a:cubicBezTo>
                    <a:lnTo>
                      <a:pt x="7655" y="526"/>
                    </a:lnTo>
                    <a:cubicBezTo>
                      <a:pt x="8190" y="526"/>
                      <a:pt x="8319" y="1"/>
                      <a:pt x="77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40"/>
              <p:cNvSpPr/>
              <p:nvPr/>
            </p:nvSpPr>
            <p:spPr>
              <a:xfrm>
                <a:off x="5512872" y="3229685"/>
                <a:ext cx="952858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2574" h="526" extrusionOk="0">
                    <a:moveTo>
                      <a:pt x="11770" y="0"/>
                    </a:moveTo>
                    <a:lnTo>
                      <a:pt x="992" y="0"/>
                    </a:lnTo>
                    <a:cubicBezTo>
                      <a:pt x="189" y="0"/>
                      <a:pt x="0" y="526"/>
                      <a:pt x="804" y="526"/>
                    </a:cubicBezTo>
                    <a:lnTo>
                      <a:pt x="11572" y="526"/>
                    </a:lnTo>
                    <a:cubicBezTo>
                      <a:pt x="12375" y="526"/>
                      <a:pt x="12573" y="0"/>
                      <a:pt x="117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40"/>
              <p:cNvSpPr/>
              <p:nvPr/>
            </p:nvSpPr>
            <p:spPr>
              <a:xfrm>
                <a:off x="5487334" y="3385750"/>
                <a:ext cx="739385" cy="39320"/>
              </a:xfrm>
              <a:custGeom>
                <a:avLst/>
                <a:gdLst/>
                <a:ahLst/>
                <a:cxnLst/>
                <a:rect l="l" t="t" r="r" b="b"/>
                <a:pathLst>
                  <a:path w="9757" h="517" extrusionOk="0">
                    <a:moveTo>
                      <a:pt x="9132" y="1"/>
                    </a:moveTo>
                    <a:lnTo>
                      <a:pt x="774" y="1"/>
                    </a:lnTo>
                    <a:cubicBezTo>
                      <a:pt x="159" y="1"/>
                      <a:pt x="0" y="516"/>
                      <a:pt x="625" y="516"/>
                    </a:cubicBezTo>
                    <a:lnTo>
                      <a:pt x="8984" y="516"/>
                    </a:lnTo>
                    <a:cubicBezTo>
                      <a:pt x="9598" y="516"/>
                      <a:pt x="9757" y="1"/>
                      <a:pt x="91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40"/>
              <p:cNvSpPr/>
              <p:nvPr/>
            </p:nvSpPr>
            <p:spPr>
              <a:xfrm>
                <a:off x="5780300" y="2499710"/>
                <a:ext cx="218777" cy="210748"/>
              </a:xfrm>
              <a:custGeom>
                <a:avLst/>
                <a:gdLst/>
                <a:ahLst/>
                <a:cxnLst/>
                <a:rect l="l" t="t" r="r" b="b"/>
                <a:pathLst>
                  <a:path w="2887" h="2771" extrusionOk="0">
                    <a:moveTo>
                      <a:pt x="2460" y="0"/>
                    </a:moveTo>
                    <a:lnTo>
                      <a:pt x="2460" y="0"/>
                    </a:lnTo>
                    <a:cubicBezTo>
                      <a:pt x="2460" y="0"/>
                      <a:pt x="1713" y="88"/>
                      <a:pt x="964" y="88"/>
                    </a:cubicBezTo>
                    <a:cubicBezTo>
                      <a:pt x="706" y="88"/>
                      <a:pt x="448" y="78"/>
                      <a:pt x="219" y="50"/>
                    </a:cubicBezTo>
                    <a:lnTo>
                      <a:pt x="219" y="50"/>
                    </a:lnTo>
                    <a:cubicBezTo>
                      <a:pt x="219" y="50"/>
                      <a:pt x="1" y="2770"/>
                      <a:pt x="1417" y="2770"/>
                    </a:cubicBezTo>
                    <a:cubicBezTo>
                      <a:pt x="1447" y="2770"/>
                      <a:pt x="1477" y="2769"/>
                      <a:pt x="1508" y="2767"/>
                    </a:cubicBezTo>
                    <a:cubicBezTo>
                      <a:pt x="2887" y="2658"/>
                      <a:pt x="2460" y="0"/>
                      <a:pt x="24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40"/>
              <p:cNvSpPr/>
              <p:nvPr/>
            </p:nvSpPr>
            <p:spPr>
              <a:xfrm>
                <a:off x="5808187" y="2624744"/>
                <a:ext cx="133827" cy="85714"/>
              </a:xfrm>
              <a:custGeom>
                <a:avLst/>
                <a:gdLst/>
                <a:ahLst/>
                <a:cxnLst/>
                <a:rect l="l" t="t" r="r" b="b"/>
                <a:pathLst>
                  <a:path w="1766" h="1127" extrusionOk="0">
                    <a:moveTo>
                      <a:pt x="515" y="1"/>
                    </a:moveTo>
                    <a:cubicBezTo>
                      <a:pt x="337" y="1"/>
                      <a:pt x="161" y="40"/>
                      <a:pt x="0" y="111"/>
                    </a:cubicBezTo>
                    <a:cubicBezTo>
                      <a:pt x="161" y="659"/>
                      <a:pt x="465" y="1126"/>
                      <a:pt x="1051" y="1126"/>
                    </a:cubicBezTo>
                    <a:cubicBezTo>
                      <a:pt x="1080" y="1126"/>
                      <a:pt x="1110" y="1125"/>
                      <a:pt x="1140" y="1123"/>
                    </a:cubicBezTo>
                    <a:cubicBezTo>
                      <a:pt x="1388" y="1103"/>
                      <a:pt x="1606" y="984"/>
                      <a:pt x="1765" y="796"/>
                    </a:cubicBezTo>
                    <a:cubicBezTo>
                      <a:pt x="1596" y="329"/>
                      <a:pt x="1160" y="22"/>
                      <a:pt x="575" y="2"/>
                    </a:cubicBezTo>
                    <a:cubicBezTo>
                      <a:pt x="555" y="1"/>
                      <a:pt x="535" y="1"/>
                      <a:pt x="5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40"/>
              <p:cNvSpPr/>
              <p:nvPr/>
            </p:nvSpPr>
            <p:spPr>
              <a:xfrm>
                <a:off x="5941939" y="2783243"/>
                <a:ext cx="808497" cy="780857"/>
              </a:xfrm>
              <a:custGeom>
                <a:avLst/>
                <a:gdLst/>
                <a:ahLst/>
                <a:cxnLst/>
                <a:rect l="l" t="t" r="r" b="b"/>
                <a:pathLst>
                  <a:path w="10669" h="10267" extrusionOk="0">
                    <a:moveTo>
                      <a:pt x="5543" y="1"/>
                    </a:moveTo>
                    <a:cubicBezTo>
                      <a:pt x="3460" y="1"/>
                      <a:pt x="1596" y="1250"/>
                      <a:pt x="793" y="3163"/>
                    </a:cubicBezTo>
                    <a:cubicBezTo>
                      <a:pt x="0" y="5087"/>
                      <a:pt x="446" y="7288"/>
                      <a:pt x="1904" y="8756"/>
                    </a:cubicBezTo>
                    <a:cubicBezTo>
                      <a:pt x="2886" y="9744"/>
                      <a:pt x="4200" y="10267"/>
                      <a:pt x="5536" y="10267"/>
                    </a:cubicBezTo>
                    <a:cubicBezTo>
                      <a:pt x="6197" y="10267"/>
                      <a:pt x="6863" y="10139"/>
                      <a:pt x="7496" y="9876"/>
                    </a:cubicBezTo>
                    <a:cubicBezTo>
                      <a:pt x="9420" y="9083"/>
                      <a:pt x="10669" y="7209"/>
                      <a:pt x="10669" y="5137"/>
                    </a:cubicBezTo>
                    <a:cubicBezTo>
                      <a:pt x="10669" y="2301"/>
                      <a:pt x="8379" y="1"/>
                      <a:pt x="5543" y="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40"/>
              <p:cNvSpPr/>
              <p:nvPr/>
            </p:nvSpPr>
            <p:spPr>
              <a:xfrm>
                <a:off x="5906625" y="2739131"/>
                <a:ext cx="882155" cy="856912"/>
              </a:xfrm>
              <a:custGeom>
                <a:avLst/>
                <a:gdLst/>
                <a:ahLst/>
                <a:cxnLst/>
                <a:rect l="l" t="t" r="r" b="b"/>
                <a:pathLst>
                  <a:path w="11641" h="11267" extrusionOk="0">
                    <a:moveTo>
                      <a:pt x="6029" y="931"/>
                    </a:moveTo>
                    <a:cubicBezTo>
                      <a:pt x="6460" y="931"/>
                      <a:pt x="6894" y="988"/>
                      <a:pt x="7318" y="1106"/>
                    </a:cubicBezTo>
                    <a:cubicBezTo>
                      <a:pt x="9320" y="1671"/>
                      <a:pt x="10699" y="3565"/>
                      <a:pt x="10709" y="5637"/>
                    </a:cubicBezTo>
                    <a:cubicBezTo>
                      <a:pt x="10709" y="8312"/>
                      <a:pt x="8517" y="10339"/>
                      <a:pt x="6017" y="10339"/>
                    </a:cubicBezTo>
                    <a:cubicBezTo>
                      <a:pt x="5552" y="10339"/>
                      <a:pt x="5075" y="10268"/>
                      <a:pt x="4601" y="10119"/>
                    </a:cubicBezTo>
                    <a:cubicBezTo>
                      <a:pt x="1567" y="9177"/>
                      <a:pt x="317" y="5558"/>
                      <a:pt x="2132" y="2950"/>
                    </a:cubicBezTo>
                    <a:cubicBezTo>
                      <a:pt x="3006" y="1651"/>
                      <a:pt x="4501" y="931"/>
                      <a:pt x="6029" y="931"/>
                    </a:cubicBezTo>
                    <a:close/>
                    <a:moveTo>
                      <a:pt x="6001" y="1"/>
                    </a:moveTo>
                    <a:cubicBezTo>
                      <a:pt x="4678" y="1"/>
                      <a:pt x="3371" y="466"/>
                      <a:pt x="2330" y="1364"/>
                    </a:cubicBezTo>
                    <a:cubicBezTo>
                      <a:pt x="664" y="2762"/>
                      <a:pt x="0" y="5112"/>
                      <a:pt x="595" y="7194"/>
                    </a:cubicBezTo>
                    <a:cubicBezTo>
                      <a:pt x="1294" y="9631"/>
                      <a:pt x="3523" y="11267"/>
                      <a:pt x="5994" y="11267"/>
                    </a:cubicBezTo>
                    <a:cubicBezTo>
                      <a:pt x="6258" y="11267"/>
                      <a:pt x="6524" y="11248"/>
                      <a:pt x="6792" y="11210"/>
                    </a:cubicBezTo>
                    <a:cubicBezTo>
                      <a:pt x="9568" y="10823"/>
                      <a:pt x="11641" y="8443"/>
                      <a:pt x="11641" y="5637"/>
                    </a:cubicBezTo>
                    <a:cubicBezTo>
                      <a:pt x="11641" y="5599"/>
                      <a:pt x="11637" y="5563"/>
                      <a:pt x="11630" y="5530"/>
                    </a:cubicBezTo>
                    <a:lnTo>
                      <a:pt x="11630" y="5530"/>
                    </a:lnTo>
                    <a:cubicBezTo>
                      <a:pt x="11589" y="3371"/>
                      <a:pt x="10319" y="1418"/>
                      <a:pt x="8349" y="511"/>
                    </a:cubicBezTo>
                    <a:cubicBezTo>
                      <a:pt x="7597" y="169"/>
                      <a:pt x="6796" y="1"/>
                      <a:pt x="60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40"/>
              <p:cNvSpPr/>
              <p:nvPr/>
            </p:nvSpPr>
            <p:spPr>
              <a:xfrm>
                <a:off x="6180115" y="2908125"/>
                <a:ext cx="335933" cy="498160"/>
              </a:xfrm>
              <a:custGeom>
                <a:avLst/>
                <a:gdLst/>
                <a:ahLst/>
                <a:cxnLst/>
                <a:rect l="l" t="t" r="r" b="b"/>
                <a:pathLst>
                  <a:path w="4433" h="6550" extrusionOk="0">
                    <a:moveTo>
                      <a:pt x="1214" y="1"/>
                    </a:moveTo>
                    <a:cubicBezTo>
                      <a:pt x="1151" y="1"/>
                      <a:pt x="1093" y="12"/>
                      <a:pt x="1041" y="34"/>
                    </a:cubicBezTo>
                    <a:cubicBezTo>
                      <a:pt x="873" y="84"/>
                      <a:pt x="764" y="252"/>
                      <a:pt x="793" y="421"/>
                    </a:cubicBezTo>
                    <a:cubicBezTo>
                      <a:pt x="813" y="550"/>
                      <a:pt x="833" y="679"/>
                      <a:pt x="873" y="818"/>
                    </a:cubicBezTo>
                    <a:cubicBezTo>
                      <a:pt x="903" y="946"/>
                      <a:pt x="932" y="1075"/>
                      <a:pt x="962" y="1204"/>
                    </a:cubicBezTo>
                    <a:cubicBezTo>
                      <a:pt x="793" y="1284"/>
                      <a:pt x="625" y="1393"/>
                      <a:pt x="486" y="1531"/>
                    </a:cubicBezTo>
                    <a:cubicBezTo>
                      <a:pt x="357" y="1650"/>
                      <a:pt x="238" y="1799"/>
                      <a:pt x="159" y="1968"/>
                    </a:cubicBezTo>
                    <a:cubicBezTo>
                      <a:pt x="70" y="2126"/>
                      <a:pt x="30" y="2305"/>
                      <a:pt x="10" y="2493"/>
                    </a:cubicBezTo>
                    <a:cubicBezTo>
                      <a:pt x="0" y="2682"/>
                      <a:pt x="40" y="2870"/>
                      <a:pt x="109" y="3048"/>
                    </a:cubicBezTo>
                    <a:cubicBezTo>
                      <a:pt x="189" y="3247"/>
                      <a:pt x="317" y="3415"/>
                      <a:pt x="496" y="3544"/>
                    </a:cubicBezTo>
                    <a:cubicBezTo>
                      <a:pt x="665" y="3663"/>
                      <a:pt x="853" y="3752"/>
                      <a:pt x="1051" y="3812"/>
                    </a:cubicBezTo>
                    <a:cubicBezTo>
                      <a:pt x="1259" y="3871"/>
                      <a:pt x="1468" y="3911"/>
                      <a:pt x="1686" y="3931"/>
                    </a:cubicBezTo>
                    <a:cubicBezTo>
                      <a:pt x="1904" y="3941"/>
                      <a:pt x="2112" y="3951"/>
                      <a:pt x="2310" y="3951"/>
                    </a:cubicBezTo>
                    <a:lnTo>
                      <a:pt x="2509" y="3951"/>
                    </a:lnTo>
                    <a:cubicBezTo>
                      <a:pt x="2588" y="3951"/>
                      <a:pt x="2677" y="3951"/>
                      <a:pt x="2767" y="3961"/>
                    </a:cubicBezTo>
                    <a:cubicBezTo>
                      <a:pt x="2846" y="3971"/>
                      <a:pt x="2925" y="3990"/>
                      <a:pt x="2995" y="4010"/>
                    </a:cubicBezTo>
                    <a:cubicBezTo>
                      <a:pt x="3064" y="4030"/>
                      <a:pt x="3114" y="4080"/>
                      <a:pt x="3143" y="4139"/>
                    </a:cubicBezTo>
                    <a:cubicBezTo>
                      <a:pt x="3163" y="4189"/>
                      <a:pt x="3163" y="4258"/>
                      <a:pt x="3143" y="4318"/>
                    </a:cubicBezTo>
                    <a:cubicBezTo>
                      <a:pt x="3114" y="4377"/>
                      <a:pt x="3074" y="4427"/>
                      <a:pt x="3034" y="4466"/>
                    </a:cubicBezTo>
                    <a:cubicBezTo>
                      <a:pt x="2985" y="4516"/>
                      <a:pt x="2925" y="4556"/>
                      <a:pt x="2866" y="4595"/>
                    </a:cubicBezTo>
                    <a:cubicBezTo>
                      <a:pt x="2816" y="4625"/>
                      <a:pt x="2767" y="4645"/>
                      <a:pt x="2717" y="4665"/>
                    </a:cubicBezTo>
                    <a:cubicBezTo>
                      <a:pt x="2608" y="4714"/>
                      <a:pt x="2489" y="4744"/>
                      <a:pt x="2370" y="4754"/>
                    </a:cubicBezTo>
                    <a:cubicBezTo>
                      <a:pt x="2251" y="4774"/>
                      <a:pt x="2132" y="4784"/>
                      <a:pt x="2013" y="4784"/>
                    </a:cubicBezTo>
                    <a:cubicBezTo>
                      <a:pt x="1894" y="4794"/>
                      <a:pt x="1785" y="4794"/>
                      <a:pt x="1676" y="4803"/>
                    </a:cubicBezTo>
                    <a:cubicBezTo>
                      <a:pt x="1567" y="4813"/>
                      <a:pt x="1458" y="4833"/>
                      <a:pt x="1359" y="4883"/>
                    </a:cubicBezTo>
                    <a:cubicBezTo>
                      <a:pt x="1240" y="4932"/>
                      <a:pt x="1140" y="5022"/>
                      <a:pt x="1091" y="5131"/>
                    </a:cubicBezTo>
                    <a:cubicBezTo>
                      <a:pt x="1031" y="5240"/>
                      <a:pt x="1031" y="5369"/>
                      <a:pt x="1081" y="5488"/>
                    </a:cubicBezTo>
                    <a:cubicBezTo>
                      <a:pt x="1121" y="5607"/>
                      <a:pt x="1220" y="5706"/>
                      <a:pt x="1349" y="5745"/>
                    </a:cubicBezTo>
                    <a:cubicBezTo>
                      <a:pt x="1488" y="5795"/>
                      <a:pt x="1626" y="5815"/>
                      <a:pt x="1775" y="5815"/>
                    </a:cubicBezTo>
                    <a:cubicBezTo>
                      <a:pt x="1934" y="5815"/>
                      <a:pt x="2092" y="5805"/>
                      <a:pt x="2251" y="5775"/>
                    </a:cubicBezTo>
                    <a:cubicBezTo>
                      <a:pt x="2400" y="5745"/>
                      <a:pt x="2539" y="5726"/>
                      <a:pt x="2648" y="5706"/>
                    </a:cubicBezTo>
                    <a:cubicBezTo>
                      <a:pt x="2667" y="5706"/>
                      <a:pt x="2687" y="5726"/>
                      <a:pt x="2717" y="5755"/>
                    </a:cubicBezTo>
                    <a:cubicBezTo>
                      <a:pt x="2747" y="5795"/>
                      <a:pt x="2767" y="5835"/>
                      <a:pt x="2786" y="5874"/>
                    </a:cubicBezTo>
                    <a:cubicBezTo>
                      <a:pt x="2816" y="5914"/>
                      <a:pt x="2836" y="5954"/>
                      <a:pt x="2856" y="5993"/>
                    </a:cubicBezTo>
                    <a:lnTo>
                      <a:pt x="2886" y="6083"/>
                    </a:lnTo>
                    <a:cubicBezTo>
                      <a:pt x="2905" y="6122"/>
                      <a:pt x="2915" y="6162"/>
                      <a:pt x="2935" y="6202"/>
                    </a:cubicBezTo>
                    <a:cubicBezTo>
                      <a:pt x="2945" y="6251"/>
                      <a:pt x="2965" y="6291"/>
                      <a:pt x="2975" y="6330"/>
                    </a:cubicBezTo>
                    <a:cubicBezTo>
                      <a:pt x="3014" y="6430"/>
                      <a:pt x="3104" y="6509"/>
                      <a:pt x="3213" y="6529"/>
                    </a:cubicBezTo>
                    <a:cubicBezTo>
                      <a:pt x="3259" y="6543"/>
                      <a:pt x="3309" y="6550"/>
                      <a:pt x="3360" y="6550"/>
                    </a:cubicBezTo>
                    <a:cubicBezTo>
                      <a:pt x="3418" y="6550"/>
                      <a:pt x="3477" y="6540"/>
                      <a:pt x="3530" y="6519"/>
                    </a:cubicBezTo>
                    <a:cubicBezTo>
                      <a:pt x="3619" y="6489"/>
                      <a:pt x="3699" y="6420"/>
                      <a:pt x="3748" y="6340"/>
                    </a:cubicBezTo>
                    <a:cubicBezTo>
                      <a:pt x="3788" y="6261"/>
                      <a:pt x="3808" y="6182"/>
                      <a:pt x="3798" y="6102"/>
                    </a:cubicBezTo>
                    <a:cubicBezTo>
                      <a:pt x="3798" y="6013"/>
                      <a:pt x="3778" y="5924"/>
                      <a:pt x="3748" y="5845"/>
                    </a:cubicBezTo>
                    <a:cubicBezTo>
                      <a:pt x="3718" y="5755"/>
                      <a:pt x="3679" y="5676"/>
                      <a:pt x="3649" y="5597"/>
                    </a:cubicBezTo>
                    <a:cubicBezTo>
                      <a:pt x="3619" y="5527"/>
                      <a:pt x="3590" y="5458"/>
                      <a:pt x="3570" y="5398"/>
                    </a:cubicBezTo>
                    <a:cubicBezTo>
                      <a:pt x="3560" y="5349"/>
                      <a:pt x="3560" y="5309"/>
                      <a:pt x="3580" y="5289"/>
                    </a:cubicBezTo>
                    <a:cubicBezTo>
                      <a:pt x="3709" y="5200"/>
                      <a:pt x="3828" y="5101"/>
                      <a:pt x="3956" y="5012"/>
                    </a:cubicBezTo>
                    <a:cubicBezTo>
                      <a:pt x="4075" y="4913"/>
                      <a:pt x="4175" y="4813"/>
                      <a:pt x="4264" y="4684"/>
                    </a:cubicBezTo>
                    <a:cubicBezTo>
                      <a:pt x="4343" y="4575"/>
                      <a:pt x="4393" y="4437"/>
                      <a:pt x="4413" y="4298"/>
                    </a:cubicBezTo>
                    <a:cubicBezTo>
                      <a:pt x="4432" y="4129"/>
                      <a:pt x="4403" y="3951"/>
                      <a:pt x="4323" y="3802"/>
                    </a:cubicBezTo>
                    <a:cubicBezTo>
                      <a:pt x="4244" y="3594"/>
                      <a:pt x="4105" y="3405"/>
                      <a:pt x="3927" y="3286"/>
                    </a:cubicBezTo>
                    <a:cubicBezTo>
                      <a:pt x="3738" y="3158"/>
                      <a:pt x="3540" y="3068"/>
                      <a:pt x="3332" y="3019"/>
                    </a:cubicBezTo>
                    <a:cubicBezTo>
                      <a:pt x="3114" y="2959"/>
                      <a:pt x="2886" y="2920"/>
                      <a:pt x="2658" y="2900"/>
                    </a:cubicBezTo>
                    <a:cubicBezTo>
                      <a:pt x="2429" y="2880"/>
                      <a:pt x="2211" y="2870"/>
                      <a:pt x="2013" y="2860"/>
                    </a:cubicBezTo>
                    <a:cubicBezTo>
                      <a:pt x="1844" y="2850"/>
                      <a:pt x="1666" y="2830"/>
                      <a:pt x="1507" y="2791"/>
                    </a:cubicBezTo>
                    <a:cubicBezTo>
                      <a:pt x="1388" y="2781"/>
                      <a:pt x="1289" y="2711"/>
                      <a:pt x="1230" y="2602"/>
                    </a:cubicBezTo>
                    <a:cubicBezTo>
                      <a:pt x="1210" y="2543"/>
                      <a:pt x="1210" y="2483"/>
                      <a:pt x="1230" y="2424"/>
                    </a:cubicBezTo>
                    <a:cubicBezTo>
                      <a:pt x="1259" y="2364"/>
                      <a:pt x="1289" y="2305"/>
                      <a:pt x="1339" y="2265"/>
                    </a:cubicBezTo>
                    <a:cubicBezTo>
                      <a:pt x="1388" y="2216"/>
                      <a:pt x="1438" y="2166"/>
                      <a:pt x="1497" y="2136"/>
                    </a:cubicBezTo>
                    <a:cubicBezTo>
                      <a:pt x="1547" y="2097"/>
                      <a:pt x="1606" y="2067"/>
                      <a:pt x="1656" y="2047"/>
                    </a:cubicBezTo>
                    <a:cubicBezTo>
                      <a:pt x="1775" y="1997"/>
                      <a:pt x="1884" y="1968"/>
                      <a:pt x="2003" y="1958"/>
                    </a:cubicBezTo>
                    <a:cubicBezTo>
                      <a:pt x="2122" y="1948"/>
                      <a:pt x="2221" y="1938"/>
                      <a:pt x="2320" y="1928"/>
                    </a:cubicBezTo>
                    <a:cubicBezTo>
                      <a:pt x="2420" y="1928"/>
                      <a:pt x="2519" y="1928"/>
                      <a:pt x="2618" y="1918"/>
                    </a:cubicBezTo>
                    <a:cubicBezTo>
                      <a:pt x="2707" y="1908"/>
                      <a:pt x="2796" y="1888"/>
                      <a:pt x="2886" y="1859"/>
                    </a:cubicBezTo>
                    <a:cubicBezTo>
                      <a:pt x="2955" y="1829"/>
                      <a:pt x="3014" y="1799"/>
                      <a:pt x="3064" y="1759"/>
                    </a:cubicBezTo>
                    <a:cubicBezTo>
                      <a:pt x="3124" y="1710"/>
                      <a:pt x="3183" y="1660"/>
                      <a:pt x="3233" y="1601"/>
                    </a:cubicBezTo>
                    <a:cubicBezTo>
                      <a:pt x="3272" y="1551"/>
                      <a:pt x="3302" y="1482"/>
                      <a:pt x="3332" y="1412"/>
                    </a:cubicBezTo>
                    <a:cubicBezTo>
                      <a:pt x="3342" y="1343"/>
                      <a:pt x="3342" y="1274"/>
                      <a:pt x="3312" y="1214"/>
                    </a:cubicBezTo>
                    <a:cubicBezTo>
                      <a:pt x="3302" y="1174"/>
                      <a:pt x="3282" y="1155"/>
                      <a:pt x="3262" y="1125"/>
                    </a:cubicBezTo>
                    <a:cubicBezTo>
                      <a:pt x="3243" y="1105"/>
                      <a:pt x="3223" y="1075"/>
                      <a:pt x="3193" y="1055"/>
                    </a:cubicBezTo>
                    <a:cubicBezTo>
                      <a:pt x="3094" y="966"/>
                      <a:pt x="2975" y="907"/>
                      <a:pt x="2846" y="877"/>
                    </a:cubicBezTo>
                    <a:cubicBezTo>
                      <a:pt x="2717" y="837"/>
                      <a:pt x="2588" y="808"/>
                      <a:pt x="2449" y="798"/>
                    </a:cubicBezTo>
                    <a:cubicBezTo>
                      <a:pt x="2385" y="793"/>
                      <a:pt x="2318" y="790"/>
                      <a:pt x="2250" y="790"/>
                    </a:cubicBezTo>
                    <a:cubicBezTo>
                      <a:pt x="2182" y="790"/>
                      <a:pt x="2112" y="793"/>
                      <a:pt x="2043" y="798"/>
                    </a:cubicBezTo>
                    <a:cubicBezTo>
                      <a:pt x="1914" y="808"/>
                      <a:pt x="1785" y="827"/>
                      <a:pt x="1666" y="847"/>
                    </a:cubicBezTo>
                    <a:cubicBezTo>
                      <a:pt x="1626" y="738"/>
                      <a:pt x="1597" y="609"/>
                      <a:pt x="1567" y="490"/>
                    </a:cubicBezTo>
                    <a:cubicBezTo>
                      <a:pt x="1537" y="371"/>
                      <a:pt x="1497" y="252"/>
                      <a:pt x="1448" y="143"/>
                    </a:cubicBezTo>
                    <a:cubicBezTo>
                      <a:pt x="1418" y="64"/>
                      <a:pt x="1349" y="14"/>
                      <a:pt x="1279" y="4"/>
                    </a:cubicBezTo>
                    <a:cubicBezTo>
                      <a:pt x="1257" y="2"/>
                      <a:pt x="1235" y="1"/>
                      <a:pt x="1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40"/>
              <p:cNvSpPr/>
              <p:nvPr/>
            </p:nvSpPr>
            <p:spPr>
              <a:xfrm>
                <a:off x="6283782" y="2548689"/>
                <a:ext cx="127841" cy="129065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697" extrusionOk="0">
                    <a:moveTo>
                      <a:pt x="835" y="1"/>
                    </a:moveTo>
                    <a:cubicBezTo>
                      <a:pt x="835" y="1"/>
                      <a:pt x="834" y="1"/>
                      <a:pt x="833" y="1"/>
                    </a:cubicBezTo>
                    <a:cubicBezTo>
                      <a:pt x="754" y="1"/>
                      <a:pt x="675" y="606"/>
                      <a:pt x="645" y="645"/>
                    </a:cubicBezTo>
                    <a:cubicBezTo>
                      <a:pt x="566" y="725"/>
                      <a:pt x="1" y="784"/>
                      <a:pt x="10" y="863"/>
                    </a:cubicBezTo>
                    <a:cubicBezTo>
                      <a:pt x="10" y="933"/>
                      <a:pt x="566" y="973"/>
                      <a:pt x="645" y="1052"/>
                    </a:cubicBezTo>
                    <a:cubicBezTo>
                      <a:pt x="684" y="1091"/>
                      <a:pt x="772" y="1696"/>
                      <a:pt x="851" y="1696"/>
                    </a:cubicBezTo>
                    <a:cubicBezTo>
                      <a:pt x="852" y="1696"/>
                      <a:pt x="853" y="1696"/>
                      <a:pt x="853" y="1696"/>
                    </a:cubicBezTo>
                    <a:cubicBezTo>
                      <a:pt x="942" y="1696"/>
                      <a:pt x="1012" y="1092"/>
                      <a:pt x="1052" y="1052"/>
                    </a:cubicBezTo>
                    <a:cubicBezTo>
                      <a:pt x="1121" y="973"/>
                      <a:pt x="1686" y="913"/>
                      <a:pt x="1686" y="834"/>
                    </a:cubicBezTo>
                    <a:cubicBezTo>
                      <a:pt x="1676" y="754"/>
                      <a:pt x="1121" y="715"/>
                      <a:pt x="1052" y="645"/>
                    </a:cubicBezTo>
                    <a:cubicBezTo>
                      <a:pt x="1002" y="606"/>
                      <a:pt x="914" y="1"/>
                      <a:pt x="83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40"/>
              <p:cNvSpPr/>
              <p:nvPr/>
            </p:nvSpPr>
            <p:spPr>
              <a:xfrm>
                <a:off x="6936703" y="3220635"/>
                <a:ext cx="127841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706" extrusionOk="0">
                    <a:moveTo>
                      <a:pt x="824" y="0"/>
                    </a:moveTo>
                    <a:cubicBezTo>
                      <a:pt x="745" y="10"/>
                      <a:pt x="675" y="615"/>
                      <a:pt x="636" y="655"/>
                    </a:cubicBezTo>
                    <a:cubicBezTo>
                      <a:pt x="556" y="734"/>
                      <a:pt x="1" y="794"/>
                      <a:pt x="1" y="863"/>
                    </a:cubicBezTo>
                    <a:cubicBezTo>
                      <a:pt x="1" y="942"/>
                      <a:pt x="556" y="982"/>
                      <a:pt x="636" y="1051"/>
                    </a:cubicBezTo>
                    <a:cubicBezTo>
                      <a:pt x="675" y="1101"/>
                      <a:pt x="774" y="1706"/>
                      <a:pt x="854" y="1706"/>
                    </a:cubicBezTo>
                    <a:cubicBezTo>
                      <a:pt x="933" y="1696"/>
                      <a:pt x="1002" y="1091"/>
                      <a:pt x="1042" y="1051"/>
                    </a:cubicBezTo>
                    <a:cubicBezTo>
                      <a:pt x="1121" y="982"/>
                      <a:pt x="1687" y="923"/>
                      <a:pt x="1677" y="843"/>
                    </a:cubicBezTo>
                    <a:cubicBezTo>
                      <a:pt x="1677" y="764"/>
                      <a:pt x="1121" y="724"/>
                      <a:pt x="1042" y="655"/>
                    </a:cubicBezTo>
                    <a:cubicBezTo>
                      <a:pt x="1002" y="605"/>
                      <a:pt x="913" y="0"/>
                      <a:pt x="8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40"/>
              <p:cNvSpPr/>
              <p:nvPr/>
            </p:nvSpPr>
            <p:spPr>
              <a:xfrm>
                <a:off x="5951638" y="3020762"/>
                <a:ext cx="127841" cy="129065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697" extrusionOk="0">
                    <a:moveTo>
                      <a:pt x="836" y="1"/>
                    </a:moveTo>
                    <a:cubicBezTo>
                      <a:pt x="835" y="1"/>
                      <a:pt x="834" y="1"/>
                      <a:pt x="834" y="1"/>
                    </a:cubicBezTo>
                    <a:cubicBezTo>
                      <a:pt x="755" y="1"/>
                      <a:pt x="685" y="606"/>
                      <a:pt x="645" y="645"/>
                    </a:cubicBezTo>
                    <a:cubicBezTo>
                      <a:pt x="566" y="725"/>
                      <a:pt x="1" y="784"/>
                      <a:pt x="11" y="863"/>
                    </a:cubicBezTo>
                    <a:cubicBezTo>
                      <a:pt x="11" y="943"/>
                      <a:pt x="566" y="973"/>
                      <a:pt x="645" y="1052"/>
                    </a:cubicBezTo>
                    <a:cubicBezTo>
                      <a:pt x="685" y="1091"/>
                      <a:pt x="773" y="1696"/>
                      <a:pt x="861" y="1696"/>
                    </a:cubicBezTo>
                    <a:cubicBezTo>
                      <a:pt x="862" y="1696"/>
                      <a:pt x="863" y="1696"/>
                      <a:pt x="864" y="1696"/>
                    </a:cubicBezTo>
                    <a:cubicBezTo>
                      <a:pt x="943" y="1696"/>
                      <a:pt x="1012" y="1092"/>
                      <a:pt x="1052" y="1052"/>
                    </a:cubicBezTo>
                    <a:cubicBezTo>
                      <a:pt x="1121" y="973"/>
                      <a:pt x="1687" y="913"/>
                      <a:pt x="1687" y="834"/>
                    </a:cubicBezTo>
                    <a:cubicBezTo>
                      <a:pt x="1687" y="754"/>
                      <a:pt x="1121" y="725"/>
                      <a:pt x="1052" y="645"/>
                    </a:cubicBezTo>
                    <a:cubicBezTo>
                      <a:pt x="1003" y="606"/>
                      <a:pt x="915" y="1"/>
                      <a:pt x="83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40"/>
              <p:cNvSpPr/>
              <p:nvPr/>
            </p:nvSpPr>
            <p:spPr>
              <a:xfrm>
                <a:off x="6584326" y="2961363"/>
                <a:ext cx="101545" cy="324222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4263" extrusionOk="0">
                    <a:moveTo>
                      <a:pt x="260" y="1"/>
                    </a:moveTo>
                    <a:cubicBezTo>
                      <a:pt x="222" y="1"/>
                      <a:pt x="184" y="10"/>
                      <a:pt x="149" y="28"/>
                    </a:cubicBezTo>
                    <a:cubicBezTo>
                      <a:pt x="30" y="98"/>
                      <a:pt x="1" y="236"/>
                      <a:pt x="60" y="355"/>
                    </a:cubicBezTo>
                    <a:cubicBezTo>
                      <a:pt x="437" y="861"/>
                      <a:pt x="685" y="1446"/>
                      <a:pt x="794" y="2061"/>
                    </a:cubicBezTo>
                    <a:cubicBezTo>
                      <a:pt x="893" y="2695"/>
                      <a:pt x="794" y="3350"/>
                      <a:pt x="645" y="3965"/>
                    </a:cubicBezTo>
                    <a:cubicBezTo>
                      <a:pt x="603" y="4144"/>
                      <a:pt x="753" y="4262"/>
                      <a:pt x="893" y="4262"/>
                    </a:cubicBezTo>
                    <a:cubicBezTo>
                      <a:pt x="986" y="4262"/>
                      <a:pt x="1074" y="4211"/>
                      <a:pt x="1101" y="4094"/>
                    </a:cubicBezTo>
                    <a:cubicBezTo>
                      <a:pt x="1290" y="3419"/>
                      <a:pt x="1339" y="2735"/>
                      <a:pt x="1270" y="2051"/>
                    </a:cubicBezTo>
                    <a:cubicBezTo>
                      <a:pt x="1171" y="1347"/>
                      <a:pt x="893" y="683"/>
                      <a:pt x="477" y="118"/>
                    </a:cubicBezTo>
                    <a:cubicBezTo>
                      <a:pt x="429" y="43"/>
                      <a:pt x="344" y="1"/>
                      <a:pt x="2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40"/>
              <p:cNvSpPr/>
              <p:nvPr/>
            </p:nvSpPr>
            <p:spPr>
              <a:xfrm>
                <a:off x="6597132" y="3319430"/>
                <a:ext cx="48878" cy="37039"/>
              </a:xfrm>
              <a:custGeom>
                <a:avLst/>
                <a:gdLst/>
                <a:ahLst/>
                <a:cxnLst/>
                <a:rect l="l" t="t" r="r" b="b"/>
                <a:pathLst>
                  <a:path w="645" h="487" extrusionOk="0">
                    <a:moveTo>
                      <a:pt x="327" y="0"/>
                    </a:moveTo>
                    <a:cubicBezTo>
                      <a:pt x="0" y="0"/>
                      <a:pt x="0" y="486"/>
                      <a:pt x="327" y="486"/>
                    </a:cubicBezTo>
                    <a:cubicBezTo>
                      <a:pt x="645" y="486"/>
                      <a:pt x="645" y="0"/>
                      <a:pt x="32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40"/>
              <p:cNvSpPr/>
              <p:nvPr/>
            </p:nvSpPr>
            <p:spPr>
              <a:xfrm>
                <a:off x="6536963" y="2912232"/>
                <a:ext cx="48196" cy="36963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86" extrusionOk="0">
                    <a:moveTo>
                      <a:pt x="318" y="0"/>
                    </a:moveTo>
                    <a:cubicBezTo>
                      <a:pt x="1" y="0"/>
                      <a:pt x="1" y="486"/>
                      <a:pt x="318" y="486"/>
                    </a:cubicBezTo>
                    <a:cubicBezTo>
                      <a:pt x="636" y="486"/>
                      <a:pt x="636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40"/>
              <p:cNvSpPr/>
              <p:nvPr/>
            </p:nvSpPr>
            <p:spPr>
              <a:xfrm>
                <a:off x="6064020" y="3253262"/>
                <a:ext cx="258182" cy="232272"/>
              </a:xfrm>
              <a:custGeom>
                <a:avLst/>
                <a:gdLst/>
                <a:ahLst/>
                <a:cxnLst/>
                <a:rect l="l" t="t" r="r" b="b"/>
                <a:pathLst>
                  <a:path w="3407" h="3054" extrusionOk="0">
                    <a:moveTo>
                      <a:pt x="313" y="0"/>
                    </a:moveTo>
                    <a:cubicBezTo>
                      <a:pt x="158" y="0"/>
                      <a:pt x="0" y="143"/>
                      <a:pt x="85" y="325"/>
                    </a:cubicBezTo>
                    <a:cubicBezTo>
                      <a:pt x="352" y="960"/>
                      <a:pt x="739" y="1535"/>
                      <a:pt x="1225" y="2020"/>
                    </a:cubicBezTo>
                    <a:cubicBezTo>
                      <a:pt x="1740" y="2506"/>
                      <a:pt x="2365" y="2863"/>
                      <a:pt x="3049" y="3042"/>
                    </a:cubicBezTo>
                    <a:cubicBezTo>
                      <a:pt x="3076" y="3050"/>
                      <a:pt x="3103" y="3054"/>
                      <a:pt x="3129" y="3054"/>
                    </a:cubicBezTo>
                    <a:cubicBezTo>
                      <a:pt x="3229" y="3054"/>
                      <a:pt x="3319" y="2997"/>
                      <a:pt x="3367" y="2903"/>
                    </a:cubicBezTo>
                    <a:cubicBezTo>
                      <a:pt x="3406" y="2784"/>
                      <a:pt x="3347" y="2645"/>
                      <a:pt x="3228" y="2596"/>
                    </a:cubicBezTo>
                    <a:cubicBezTo>
                      <a:pt x="2623" y="2437"/>
                      <a:pt x="2058" y="2130"/>
                      <a:pt x="1592" y="1713"/>
                    </a:cubicBezTo>
                    <a:cubicBezTo>
                      <a:pt x="1126" y="1287"/>
                      <a:pt x="789" y="712"/>
                      <a:pt x="521" y="137"/>
                    </a:cubicBezTo>
                    <a:cubicBezTo>
                      <a:pt x="476" y="40"/>
                      <a:pt x="395" y="0"/>
                      <a:pt x="31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40"/>
              <p:cNvSpPr/>
              <p:nvPr/>
            </p:nvSpPr>
            <p:spPr>
              <a:xfrm>
                <a:off x="6039467" y="3179413"/>
                <a:ext cx="52061" cy="36582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81" extrusionOk="0">
                    <a:moveTo>
                      <a:pt x="339" y="0"/>
                    </a:moveTo>
                    <a:cubicBezTo>
                      <a:pt x="291" y="0"/>
                      <a:pt x="240" y="17"/>
                      <a:pt x="190" y="57"/>
                    </a:cubicBezTo>
                    <a:cubicBezTo>
                      <a:pt x="1" y="215"/>
                      <a:pt x="152" y="480"/>
                      <a:pt x="341" y="480"/>
                    </a:cubicBezTo>
                    <a:cubicBezTo>
                      <a:pt x="389" y="480"/>
                      <a:pt x="440" y="463"/>
                      <a:pt x="488" y="423"/>
                    </a:cubicBezTo>
                    <a:cubicBezTo>
                      <a:pt x="687" y="272"/>
                      <a:pt x="535" y="0"/>
                      <a:pt x="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40"/>
              <p:cNvSpPr/>
              <p:nvPr/>
            </p:nvSpPr>
            <p:spPr>
              <a:xfrm>
                <a:off x="6341526" y="3459980"/>
                <a:ext cx="50545" cy="36126"/>
              </a:xfrm>
              <a:custGeom>
                <a:avLst/>
                <a:gdLst/>
                <a:ahLst/>
                <a:cxnLst/>
                <a:rect l="l" t="t" r="r" b="b"/>
                <a:pathLst>
                  <a:path w="667" h="475" extrusionOk="0">
                    <a:moveTo>
                      <a:pt x="319" y="0"/>
                    </a:moveTo>
                    <a:cubicBezTo>
                      <a:pt x="271" y="0"/>
                      <a:pt x="220" y="17"/>
                      <a:pt x="171" y="56"/>
                    </a:cubicBezTo>
                    <a:cubicBezTo>
                      <a:pt x="0" y="218"/>
                      <a:pt x="149" y="474"/>
                      <a:pt x="339" y="474"/>
                    </a:cubicBezTo>
                    <a:cubicBezTo>
                      <a:pt x="381" y="474"/>
                      <a:pt x="425" y="462"/>
                      <a:pt x="468" y="433"/>
                    </a:cubicBezTo>
                    <a:cubicBezTo>
                      <a:pt x="667" y="274"/>
                      <a:pt x="515" y="0"/>
                      <a:pt x="3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40"/>
              <p:cNvSpPr/>
              <p:nvPr/>
            </p:nvSpPr>
            <p:spPr>
              <a:xfrm>
                <a:off x="6969743" y="3563643"/>
                <a:ext cx="49030" cy="36506"/>
              </a:xfrm>
              <a:custGeom>
                <a:avLst/>
                <a:gdLst/>
                <a:ahLst/>
                <a:cxnLst/>
                <a:rect l="l" t="t" r="r" b="b"/>
                <a:pathLst>
                  <a:path w="647" h="480" extrusionOk="0">
                    <a:moveTo>
                      <a:pt x="321" y="1"/>
                    </a:moveTo>
                    <a:cubicBezTo>
                      <a:pt x="38" y="1"/>
                      <a:pt x="1" y="449"/>
                      <a:pt x="299" y="478"/>
                    </a:cubicBezTo>
                    <a:cubicBezTo>
                      <a:pt x="308" y="479"/>
                      <a:pt x="317" y="479"/>
                      <a:pt x="326" y="479"/>
                    </a:cubicBezTo>
                    <a:cubicBezTo>
                      <a:pt x="609" y="479"/>
                      <a:pt x="646" y="31"/>
                      <a:pt x="348" y="2"/>
                    </a:cubicBezTo>
                    <a:cubicBezTo>
                      <a:pt x="339" y="1"/>
                      <a:pt x="330" y="1"/>
                      <a:pt x="32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40"/>
              <p:cNvSpPr/>
              <p:nvPr/>
            </p:nvSpPr>
            <p:spPr>
              <a:xfrm>
                <a:off x="5500065" y="2176172"/>
                <a:ext cx="351013" cy="350005"/>
              </a:xfrm>
              <a:custGeom>
                <a:avLst/>
                <a:gdLst/>
                <a:ahLst/>
                <a:cxnLst/>
                <a:rect l="l" t="t" r="r" b="b"/>
                <a:pathLst>
                  <a:path w="4632" h="4602" extrusionOk="0">
                    <a:moveTo>
                      <a:pt x="4324" y="1746"/>
                    </a:moveTo>
                    <a:cubicBezTo>
                      <a:pt x="4631" y="2846"/>
                      <a:pt x="3987" y="3987"/>
                      <a:pt x="2876" y="4284"/>
                    </a:cubicBezTo>
                    <a:cubicBezTo>
                      <a:pt x="1776" y="4601"/>
                      <a:pt x="625" y="3957"/>
                      <a:pt x="308" y="2856"/>
                    </a:cubicBezTo>
                    <a:cubicBezTo>
                      <a:pt x="1" y="1756"/>
                      <a:pt x="645" y="615"/>
                      <a:pt x="1746" y="308"/>
                    </a:cubicBezTo>
                    <a:cubicBezTo>
                      <a:pt x="2856" y="1"/>
                      <a:pt x="4007" y="635"/>
                      <a:pt x="4324" y="174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40"/>
              <p:cNvSpPr/>
              <p:nvPr/>
            </p:nvSpPr>
            <p:spPr>
              <a:xfrm>
                <a:off x="5595548" y="2195794"/>
                <a:ext cx="248786" cy="292660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3848" extrusionOk="0">
                    <a:moveTo>
                      <a:pt x="1388" y="0"/>
                    </a:moveTo>
                    <a:cubicBezTo>
                      <a:pt x="773" y="248"/>
                      <a:pt x="327" y="794"/>
                      <a:pt x="218" y="1438"/>
                    </a:cubicBezTo>
                    <a:cubicBezTo>
                      <a:pt x="0" y="2737"/>
                      <a:pt x="1130" y="3848"/>
                      <a:pt x="2419" y="3600"/>
                    </a:cubicBezTo>
                    <a:cubicBezTo>
                      <a:pt x="3034" y="3084"/>
                      <a:pt x="3282" y="2251"/>
                      <a:pt x="3064" y="1488"/>
                    </a:cubicBezTo>
                    <a:cubicBezTo>
                      <a:pt x="2846" y="704"/>
                      <a:pt x="2191" y="129"/>
                      <a:pt x="13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40"/>
              <p:cNvSpPr/>
              <p:nvPr/>
            </p:nvSpPr>
            <p:spPr>
              <a:xfrm>
                <a:off x="5882527" y="2161113"/>
                <a:ext cx="347224" cy="344681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4532" extrusionOk="0">
                    <a:moveTo>
                      <a:pt x="4334" y="1815"/>
                    </a:moveTo>
                    <a:cubicBezTo>
                      <a:pt x="4582" y="2935"/>
                      <a:pt x="3868" y="4046"/>
                      <a:pt x="2747" y="4284"/>
                    </a:cubicBezTo>
                    <a:cubicBezTo>
                      <a:pt x="1627" y="4532"/>
                      <a:pt x="516" y="3838"/>
                      <a:pt x="259" y="2717"/>
                    </a:cubicBezTo>
                    <a:cubicBezTo>
                      <a:pt x="1" y="1607"/>
                      <a:pt x="715" y="496"/>
                      <a:pt x="1835" y="258"/>
                    </a:cubicBezTo>
                    <a:cubicBezTo>
                      <a:pt x="2956" y="0"/>
                      <a:pt x="4066" y="704"/>
                      <a:pt x="4334" y="18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40"/>
              <p:cNvSpPr/>
              <p:nvPr/>
            </p:nvSpPr>
            <p:spPr>
              <a:xfrm>
                <a:off x="5977934" y="2179974"/>
                <a:ext cx="245830" cy="279806"/>
              </a:xfrm>
              <a:custGeom>
                <a:avLst/>
                <a:gdLst/>
                <a:ahLst/>
                <a:cxnLst/>
                <a:rect l="l" t="t" r="r" b="b"/>
                <a:pathLst>
                  <a:path w="3244" h="3679" extrusionOk="0">
                    <a:moveTo>
                      <a:pt x="1478" y="0"/>
                    </a:moveTo>
                    <a:cubicBezTo>
                      <a:pt x="854" y="208"/>
                      <a:pt x="378" y="734"/>
                      <a:pt x="229" y="1378"/>
                    </a:cubicBezTo>
                    <a:cubicBezTo>
                      <a:pt x="1" y="2390"/>
                      <a:pt x="645" y="3401"/>
                      <a:pt x="1657" y="3619"/>
                    </a:cubicBezTo>
                    <a:cubicBezTo>
                      <a:pt x="1875" y="3669"/>
                      <a:pt x="2103" y="3679"/>
                      <a:pt x="2321" y="3649"/>
                    </a:cubicBezTo>
                    <a:cubicBezTo>
                      <a:pt x="2956" y="3153"/>
                      <a:pt x="3243" y="2350"/>
                      <a:pt x="3065" y="1567"/>
                    </a:cubicBezTo>
                    <a:cubicBezTo>
                      <a:pt x="2886" y="784"/>
                      <a:pt x="2262" y="169"/>
                      <a:pt x="14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40"/>
              <p:cNvSpPr/>
              <p:nvPr/>
            </p:nvSpPr>
            <p:spPr>
              <a:xfrm>
                <a:off x="6089937" y="2100801"/>
                <a:ext cx="134585" cy="89060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171" extrusionOk="0">
                    <a:moveTo>
                      <a:pt x="1617" y="684"/>
                    </a:moveTo>
                    <a:cubicBezTo>
                      <a:pt x="1319" y="238"/>
                      <a:pt x="804" y="0"/>
                      <a:pt x="268" y="60"/>
                    </a:cubicBezTo>
                    <a:cubicBezTo>
                      <a:pt x="0" y="89"/>
                      <a:pt x="70" y="506"/>
                      <a:pt x="337" y="476"/>
                    </a:cubicBezTo>
                    <a:cubicBezTo>
                      <a:pt x="714" y="446"/>
                      <a:pt x="1081" y="625"/>
                      <a:pt x="1279" y="942"/>
                    </a:cubicBezTo>
                    <a:cubicBezTo>
                      <a:pt x="1438" y="1170"/>
                      <a:pt x="1775" y="902"/>
                      <a:pt x="1617" y="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40"/>
              <p:cNvSpPr/>
              <p:nvPr/>
            </p:nvSpPr>
            <p:spPr>
              <a:xfrm>
                <a:off x="5518101" y="2112057"/>
                <a:ext cx="128599" cy="91342"/>
              </a:xfrm>
              <a:custGeom>
                <a:avLst/>
                <a:gdLst/>
                <a:ahLst/>
                <a:cxnLst/>
                <a:rect l="l" t="t" r="r" b="b"/>
                <a:pathLst>
                  <a:path w="1697" h="1201" extrusionOk="0">
                    <a:moveTo>
                      <a:pt x="1389" y="11"/>
                    </a:moveTo>
                    <a:cubicBezTo>
                      <a:pt x="854" y="11"/>
                      <a:pt x="368" y="308"/>
                      <a:pt x="120" y="774"/>
                    </a:cubicBezTo>
                    <a:cubicBezTo>
                      <a:pt x="1" y="1022"/>
                      <a:pt x="378" y="1201"/>
                      <a:pt x="506" y="953"/>
                    </a:cubicBezTo>
                    <a:cubicBezTo>
                      <a:pt x="685" y="626"/>
                      <a:pt x="1042" y="417"/>
                      <a:pt x="1419" y="437"/>
                    </a:cubicBezTo>
                    <a:cubicBezTo>
                      <a:pt x="1696" y="427"/>
                      <a:pt x="1657" y="1"/>
                      <a:pt x="1389" y="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40"/>
              <p:cNvSpPr/>
              <p:nvPr/>
            </p:nvSpPr>
            <p:spPr>
              <a:xfrm>
                <a:off x="5571450" y="2523819"/>
                <a:ext cx="127083" cy="89060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1171" extrusionOk="0">
                    <a:moveTo>
                      <a:pt x="844" y="1"/>
                    </a:moveTo>
                    <a:cubicBezTo>
                      <a:pt x="378" y="1"/>
                      <a:pt x="1" y="258"/>
                      <a:pt x="1" y="586"/>
                    </a:cubicBezTo>
                    <a:cubicBezTo>
                      <a:pt x="1" y="913"/>
                      <a:pt x="378" y="1171"/>
                      <a:pt x="844" y="1171"/>
                    </a:cubicBezTo>
                    <a:cubicBezTo>
                      <a:pt x="1300" y="1171"/>
                      <a:pt x="1676" y="913"/>
                      <a:pt x="1676" y="586"/>
                    </a:cubicBezTo>
                    <a:cubicBezTo>
                      <a:pt x="1676" y="258"/>
                      <a:pt x="1300" y="1"/>
                      <a:pt x="8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40"/>
              <p:cNvSpPr/>
              <p:nvPr/>
            </p:nvSpPr>
            <p:spPr>
              <a:xfrm>
                <a:off x="6074175" y="2501231"/>
                <a:ext cx="127007" cy="89060"/>
              </a:xfrm>
              <a:custGeom>
                <a:avLst/>
                <a:gdLst/>
                <a:ahLst/>
                <a:cxnLst/>
                <a:rect l="l" t="t" r="r" b="b"/>
                <a:pathLst>
                  <a:path w="1676" h="1171" extrusionOk="0">
                    <a:moveTo>
                      <a:pt x="833" y="0"/>
                    </a:moveTo>
                    <a:cubicBezTo>
                      <a:pt x="377" y="0"/>
                      <a:pt x="0" y="258"/>
                      <a:pt x="0" y="585"/>
                    </a:cubicBezTo>
                    <a:cubicBezTo>
                      <a:pt x="0" y="912"/>
                      <a:pt x="377" y="1170"/>
                      <a:pt x="833" y="1170"/>
                    </a:cubicBezTo>
                    <a:cubicBezTo>
                      <a:pt x="1299" y="1170"/>
                      <a:pt x="1676" y="912"/>
                      <a:pt x="1676" y="585"/>
                    </a:cubicBezTo>
                    <a:cubicBezTo>
                      <a:pt x="1676" y="258"/>
                      <a:pt x="1299" y="0"/>
                      <a:pt x="8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40"/>
              <p:cNvSpPr/>
              <p:nvPr/>
            </p:nvSpPr>
            <p:spPr>
              <a:xfrm>
                <a:off x="5725056" y="2236635"/>
                <a:ext cx="69339" cy="54075"/>
              </a:xfrm>
              <a:custGeom>
                <a:avLst/>
                <a:gdLst/>
                <a:ahLst/>
                <a:cxnLst/>
                <a:rect l="l" t="t" r="r" b="b"/>
                <a:pathLst>
                  <a:path w="915" h="711" extrusionOk="0">
                    <a:moveTo>
                      <a:pt x="138" y="1"/>
                    </a:moveTo>
                    <a:cubicBezTo>
                      <a:pt x="43" y="1"/>
                      <a:pt x="1" y="163"/>
                      <a:pt x="116" y="207"/>
                    </a:cubicBezTo>
                    <a:cubicBezTo>
                      <a:pt x="344" y="306"/>
                      <a:pt x="542" y="455"/>
                      <a:pt x="671" y="663"/>
                    </a:cubicBezTo>
                    <a:cubicBezTo>
                      <a:pt x="695" y="696"/>
                      <a:pt x="729" y="710"/>
                      <a:pt x="763" y="710"/>
                    </a:cubicBezTo>
                    <a:cubicBezTo>
                      <a:pt x="840" y="710"/>
                      <a:pt x="914" y="637"/>
                      <a:pt x="859" y="554"/>
                    </a:cubicBezTo>
                    <a:cubicBezTo>
                      <a:pt x="691" y="306"/>
                      <a:pt x="453" y="118"/>
                      <a:pt x="175" y="9"/>
                    </a:cubicBezTo>
                    <a:cubicBezTo>
                      <a:pt x="162" y="3"/>
                      <a:pt x="150" y="1"/>
                      <a:pt x="1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40"/>
              <p:cNvSpPr/>
              <p:nvPr/>
            </p:nvSpPr>
            <p:spPr>
              <a:xfrm>
                <a:off x="5691410" y="2225075"/>
                <a:ext cx="30842" cy="18101"/>
              </a:xfrm>
              <a:custGeom>
                <a:avLst/>
                <a:gdLst/>
                <a:ahLst/>
                <a:cxnLst/>
                <a:rect l="l" t="t" r="r" b="b"/>
                <a:pathLst>
                  <a:path w="407" h="238" extrusionOk="0">
                    <a:moveTo>
                      <a:pt x="163" y="1"/>
                    </a:moveTo>
                    <a:cubicBezTo>
                      <a:pt x="48" y="1"/>
                      <a:pt x="1" y="163"/>
                      <a:pt x="113" y="210"/>
                    </a:cubicBezTo>
                    <a:lnTo>
                      <a:pt x="222" y="230"/>
                    </a:lnTo>
                    <a:cubicBezTo>
                      <a:pt x="236" y="235"/>
                      <a:pt x="250" y="238"/>
                      <a:pt x="262" y="238"/>
                    </a:cubicBezTo>
                    <a:cubicBezTo>
                      <a:pt x="371" y="238"/>
                      <a:pt x="407" y="59"/>
                      <a:pt x="282" y="32"/>
                    </a:cubicBezTo>
                    <a:lnTo>
                      <a:pt x="183" y="2"/>
                    </a:lnTo>
                    <a:cubicBezTo>
                      <a:pt x="176" y="1"/>
                      <a:pt x="169" y="1"/>
                      <a:pt x="1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40"/>
              <p:cNvSpPr/>
              <p:nvPr/>
            </p:nvSpPr>
            <p:spPr>
              <a:xfrm>
                <a:off x="5784847" y="2303336"/>
                <a:ext cx="18111" cy="20002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63" extrusionOk="0">
                    <a:moveTo>
                      <a:pt x="122" y="0"/>
                    </a:moveTo>
                    <a:cubicBezTo>
                      <a:pt x="104" y="0"/>
                      <a:pt x="86" y="5"/>
                      <a:pt x="70" y="14"/>
                    </a:cubicBezTo>
                    <a:cubicBezTo>
                      <a:pt x="21" y="44"/>
                      <a:pt x="1" y="104"/>
                      <a:pt x="30" y="153"/>
                    </a:cubicBezTo>
                    <a:cubicBezTo>
                      <a:pt x="30" y="213"/>
                      <a:pt x="80" y="262"/>
                      <a:pt x="130" y="262"/>
                    </a:cubicBezTo>
                    <a:cubicBezTo>
                      <a:pt x="189" y="262"/>
                      <a:pt x="239" y="222"/>
                      <a:pt x="239" y="163"/>
                    </a:cubicBezTo>
                    <a:cubicBezTo>
                      <a:pt x="239" y="123"/>
                      <a:pt x="229" y="84"/>
                      <a:pt x="219" y="54"/>
                    </a:cubicBezTo>
                    <a:cubicBezTo>
                      <a:pt x="199" y="20"/>
                      <a:pt x="160" y="0"/>
                      <a:pt x="1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40"/>
              <p:cNvSpPr/>
              <p:nvPr/>
            </p:nvSpPr>
            <p:spPr>
              <a:xfrm>
                <a:off x="5786362" y="2313451"/>
                <a:ext cx="834" cy="1597"/>
              </a:xfrm>
              <a:custGeom>
                <a:avLst/>
                <a:gdLst/>
                <a:ahLst/>
                <a:cxnLst/>
                <a:rect l="l" t="t" r="r" b="b"/>
                <a:pathLst>
                  <a:path w="11" h="21" extrusionOk="0">
                    <a:moveTo>
                      <a:pt x="10" y="20"/>
                    </a:moveTo>
                    <a:lnTo>
                      <a:pt x="10" y="20"/>
                    </a:lnTo>
                    <a:cubicBezTo>
                      <a:pt x="1" y="0"/>
                      <a:pt x="10" y="20"/>
                      <a:pt x="10" y="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40"/>
              <p:cNvSpPr/>
              <p:nvPr/>
            </p:nvSpPr>
            <p:spPr>
              <a:xfrm>
                <a:off x="5787120" y="2315732"/>
                <a:ext cx="76" cy="1521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extrusionOk="0">
                    <a:moveTo>
                      <a:pt x="0" y="0"/>
                    </a:moveTo>
                    <a:cubicBezTo>
                      <a:pt x="0" y="20"/>
                      <a:pt x="0" y="10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40"/>
              <p:cNvSpPr/>
              <p:nvPr/>
            </p:nvSpPr>
            <p:spPr>
              <a:xfrm>
                <a:off x="5787120" y="2314972"/>
                <a:ext cx="76" cy="837"/>
              </a:xfrm>
              <a:custGeom>
                <a:avLst/>
                <a:gdLst/>
                <a:ahLst/>
                <a:cxnLst/>
                <a:rect l="l" t="t" r="r" b="b"/>
                <a:pathLst>
                  <a:path w="1" h="11" extrusionOk="0">
                    <a:moveTo>
                      <a:pt x="0" y="1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40"/>
              <p:cNvSpPr/>
              <p:nvPr/>
            </p:nvSpPr>
            <p:spPr>
              <a:xfrm>
                <a:off x="6099940" y="2209560"/>
                <a:ext cx="69414" cy="53999"/>
              </a:xfrm>
              <a:custGeom>
                <a:avLst/>
                <a:gdLst/>
                <a:ahLst/>
                <a:cxnLst/>
                <a:rect l="l" t="t" r="r" b="b"/>
                <a:pathLst>
                  <a:path w="916" h="710" extrusionOk="0">
                    <a:moveTo>
                      <a:pt x="140" y="0"/>
                    </a:moveTo>
                    <a:cubicBezTo>
                      <a:pt x="44" y="0"/>
                      <a:pt x="1" y="171"/>
                      <a:pt x="116" y="206"/>
                    </a:cubicBezTo>
                    <a:cubicBezTo>
                      <a:pt x="344" y="305"/>
                      <a:pt x="533" y="454"/>
                      <a:pt x="672" y="662"/>
                    </a:cubicBezTo>
                    <a:cubicBezTo>
                      <a:pt x="696" y="695"/>
                      <a:pt x="730" y="709"/>
                      <a:pt x="763" y="709"/>
                    </a:cubicBezTo>
                    <a:cubicBezTo>
                      <a:pt x="841" y="709"/>
                      <a:pt x="915" y="636"/>
                      <a:pt x="860" y="553"/>
                    </a:cubicBezTo>
                    <a:cubicBezTo>
                      <a:pt x="691" y="305"/>
                      <a:pt x="453" y="117"/>
                      <a:pt x="176" y="8"/>
                    </a:cubicBezTo>
                    <a:cubicBezTo>
                      <a:pt x="163" y="3"/>
                      <a:pt x="151" y="0"/>
                      <a:pt x="1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40"/>
              <p:cNvSpPr/>
              <p:nvPr/>
            </p:nvSpPr>
            <p:spPr>
              <a:xfrm>
                <a:off x="6068870" y="2197695"/>
                <a:ext cx="25614" cy="17949"/>
              </a:xfrm>
              <a:custGeom>
                <a:avLst/>
                <a:gdLst/>
                <a:ahLst/>
                <a:cxnLst/>
                <a:rect l="l" t="t" r="r" b="b"/>
                <a:pathLst>
                  <a:path w="338" h="236" extrusionOk="0">
                    <a:moveTo>
                      <a:pt x="118" y="0"/>
                    </a:moveTo>
                    <a:cubicBezTo>
                      <a:pt x="70" y="0"/>
                      <a:pt x="27" y="34"/>
                      <a:pt x="11" y="75"/>
                    </a:cubicBezTo>
                    <a:cubicBezTo>
                      <a:pt x="1" y="134"/>
                      <a:pt x="30" y="194"/>
                      <a:pt x="90" y="204"/>
                    </a:cubicBezTo>
                    <a:lnTo>
                      <a:pt x="189" y="233"/>
                    </a:lnTo>
                    <a:cubicBezTo>
                      <a:pt x="195" y="235"/>
                      <a:pt x="202" y="235"/>
                      <a:pt x="208" y="235"/>
                    </a:cubicBezTo>
                    <a:cubicBezTo>
                      <a:pt x="253" y="235"/>
                      <a:pt x="301" y="206"/>
                      <a:pt x="318" y="154"/>
                    </a:cubicBezTo>
                    <a:cubicBezTo>
                      <a:pt x="338" y="104"/>
                      <a:pt x="308" y="45"/>
                      <a:pt x="249" y="25"/>
                    </a:cubicBezTo>
                    <a:lnTo>
                      <a:pt x="149" y="5"/>
                    </a:lnTo>
                    <a:cubicBezTo>
                      <a:pt x="139" y="2"/>
                      <a:pt x="128" y="0"/>
                      <a:pt x="1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40"/>
              <p:cNvSpPr/>
              <p:nvPr/>
            </p:nvSpPr>
            <p:spPr>
              <a:xfrm>
                <a:off x="6159503" y="2276488"/>
                <a:ext cx="19172" cy="1871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246" extrusionOk="0">
                    <a:moveTo>
                      <a:pt x="132" y="1"/>
                    </a:moveTo>
                    <a:cubicBezTo>
                      <a:pt x="63" y="1"/>
                      <a:pt x="0" y="68"/>
                      <a:pt x="34" y="149"/>
                    </a:cubicBezTo>
                    <a:cubicBezTo>
                      <a:pt x="44" y="214"/>
                      <a:pt x="94" y="246"/>
                      <a:pt x="143" y="246"/>
                    </a:cubicBezTo>
                    <a:cubicBezTo>
                      <a:pt x="193" y="246"/>
                      <a:pt x="242" y="214"/>
                      <a:pt x="252" y="149"/>
                    </a:cubicBezTo>
                    <a:cubicBezTo>
                      <a:pt x="242" y="119"/>
                      <a:pt x="242" y="80"/>
                      <a:pt x="223" y="50"/>
                    </a:cubicBezTo>
                    <a:cubicBezTo>
                      <a:pt x="197" y="15"/>
                      <a:pt x="164" y="1"/>
                      <a:pt x="1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40"/>
              <p:cNvSpPr/>
              <p:nvPr/>
            </p:nvSpPr>
            <p:spPr>
              <a:xfrm>
                <a:off x="6161701" y="2287364"/>
                <a:ext cx="455" cy="1293"/>
              </a:xfrm>
              <a:custGeom>
                <a:avLst/>
                <a:gdLst/>
                <a:ahLst/>
                <a:cxnLst/>
                <a:rect l="l" t="t" r="r" b="b"/>
                <a:pathLst>
                  <a:path w="6" h="17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1" y="4"/>
                      <a:pt x="5" y="16"/>
                    </a:cubicBezTo>
                    <a:cubicBezTo>
                      <a:pt x="5" y="1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40"/>
              <p:cNvSpPr/>
              <p:nvPr/>
            </p:nvSpPr>
            <p:spPr>
              <a:xfrm>
                <a:off x="6162079" y="2288581"/>
                <a:ext cx="76" cy="1521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extrusionOk="0">
                    <a:moveTo>
                      <a:pt x="0" y="0"/>
                    </a:moveTo>
                    <a:cubicBezTo>
                      <a:pt x="0" y="20"/>
                      <a:pt x="0" y="10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40"/>
              <p:cNvSpPr/>
              <p:nvPr/>
            </p:nvSpPr>
            <p:spPr>
              <a:xfrm>
                <a:off x="6162079" y="2288581"/>
                <a:ext cx="76" cy="7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40"/>
              <p:cNvSpPr/>
              <p:nvPr/>
            </p:nvSpPr>
            <p:spPr>
              <a:xfrm>
                <a:off x="5317511" y="2212526"/>
                <a:ext cx="91012" cy="421953"/>
              </a:xfrm>
              <a:custGeom>
                <a:avLst/>
                <a:gdLst/>
                <a:ahLst/>
                <a:cxnLst/>
                <a:rect l="l" t="t" r="r" b="b"/>
                <a:pathLst>
                  <a:path w="1201" h="5548" extrusionOk="0">
                    <a:moveTo>
                      <a:pt x="566" y="1"/>
                    </a:moveTo>
                    <a:cubicBezTo>
                      <a:pt x="471" y="1"/>
                      <a:pt x="381" y="54"/>
                      <a:pt x="357" y="177"/>
                    </a:cubicBezTo>
                    <a:cubicBezTo>
                      <a:pt x="0" y="1902"/>
                      <a:pt x="109" y="3707"/>
                      <a:pt x="675" y="5383"/>
                    </a:cubicBezTo>
                    <a:cubicBezTo>
                      <a:pt x="714" y="5497"/>
                      <a:pt x="812" y="5547"/>
                      <a:pt x="909" y="5547"/>
                    </a:cubicBezTo>
                    <a:cubicBezTo>
                      <a:pt x="1055" y="5547"/>
                      <a:pt x="1200" y="5433"/>
                      <a:pt x="1141" y="5254"/>
                    </a:cubicBezTo>
                    <a:cubicBezTo>
                      <a:pt x="585" y="3657"/>
                      <a:pt x="476" y="1952"/>
                      <a:pt x="823" y="296"/>
                    </a:cubicBezTo>
                    <a:cubicBezTo>
                      <a:pt x="859" y="118"/>
                      <a:pt x="707" y="1"/>
                      <a:pt x="56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40"/>
              <p:cNvSpPr/>
              <p:nvPr/>
            </p:nvSpPr>
            <p:spPr>
              <a:xfrm>
                <a:off x="5385107" y="2667107"/>
                <a:ext cx="44407" cy="3627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77" extrusionOk="0">
                    <a:moveTo>
                      <a:pt x="288" y="1"/>
                    </a:moveTo>
                    <a:cubicBezTo>
                      <a:pt x="1" y="20"/>
                      <a:pt x="1" y="457"/>
                      <a:pt x="288" y="476"/>
                    </a:cubicBezTo>
                    <a:cubicBezTo>
                      <a:pt x="586" y="457"/>
                      <a:pt x="586" y="20"/>
                      <a:pt x="28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40"/>
              <p:cNvSpPr/>
              <p:nvPr/>
            </p:nvSpPr>
            <p:spPr>
              <a:xfrm>
                <a:off x="5346080" y="2146054"/>
                <a:ext cx="47363" cy="36963"/>
              </a:xfrm>
              <a:custGeom>
                <a:avLst/>
                <a:gdLst/>
                <a:ahLst/>
                <a:cxnLst/>
                <a:rect l="l" t="t" r="r" b="b"/>
                <a:pathLst>
                  <a:path w="625" h="486" extrusionOk="0">
                    <a:moveTo>
                      <a:pt x="317" y="0"/>
                    </a:moveTo>
                    <a:cubicBezTo>
                      <a:pt x="0" y="0"/>
                      <a:pt x="0" y="486"/>
                      <a:pt x="317" y="486"/>
                    </a:cubicBezTo>
                    <a:cubicBezTo>
                      <a:pt x="625" y="486"/>
                      <a:pt x="625" y="0"/>
                      <a:pt x="31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40"/>
              <p:cNvSpPr/>
              <p:nvPr/>
            </p:nvSpPr>
            <p:spPr>
              <a:xfrm>
                <a:off x="6719593" y="2244773"/>
                <a:ext cx="180432" cy="36278"/>
              </a:xfrm>
              <a:custGeom>
                <a:avLst/>
                <a:gdLst/>
                <a:ahLst/>
                <a:cxnLst/>
                <a:rect l="l" t="t" r="r" b="b"/>
                <a:pathLst>
                  <a:path w="2381" h="477" extrusionOk="0">
                    <a:moveTo>
                      <a:pt x="328" y="1"/>
                    </a:moveTo>
                    <a:cubicBezTo>
                      <a:pt x="0" y="1"/>
                      <a:pt x="0" y="477"/>
                      <a:pt x="328" y="477"/>
                    </a:cubicBezTo>
                    <a:lnTo>
                      <a:pt x="2063" y="477"/>
                    </a:lnTo>
                    <a:cubicBezTo>
                      <a:pt x="2380" y="477"/>
                      <a:pt x="2380" y="1"/>
                      <a:pt x="20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40"/>
              <p:cNvSpPr/>
              <p:nvPr/>
            </p:nvSpPr>
            <p:spPr>
              <a:xfrm>
                <a:off x="6807801" y="3456101"/>
                <a:ext cx="162624" cy="105945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393" extrusionOk="0">
                    <a:moveTo>
                      <a:pt x="332" y="0"/>
                    </a:moveTo>
                    <a:cubicBezTo>
                      <a:pt x="130" y="0"/>
                      <a:pt x="0" y="282"/>
                      <a:pt x="195" y="434"/>
                    </a:cubicBezTo>
                    <a:lnTo>
                      <a:pt x="1672" y="1356"/>
                    </a:lnTo>
                    <a:cubicBezTo>
                      <a:pt x="1713" y="1382"/>
                      <a:pt x="1754" y="1392"/>
                      <a:pt x="1793" y="1392"/>
                    </a:cubicBezTo>
                    <a:cubicBezTo>
                      <a:pt x="1998" y="1392"/>
                      <a:pt x="2145" y="1083"/>
                      <a:pt x="1920" y="950"/>
                    </a:cubicBezTo>
                    <a:lnTo>
                      <a:pt x="443" y="28"/>
                    </a:lnTo>
                    <a:cubicBezTo>
                      <a:pt x="405" y="9"/>
                      <a:pt x="367" y="0"/>
                      <a:pt x="3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40"/>
              <p:cNvSpPr/>
              <p:nvPr/>
            </p:nvSpPr>
            <p:spPr>
              <a:xfrm>
                <a:off x="6924729" y="2244773"/>
                <a:ext cx="48120" cy="36278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77" extrusionOk="0">
                    <a:moveTo>
                      <a:pt x="318" y="1"/>
                    </a:moveTo>
                    <a:cubicBezTo>
                      <a:pt x="0" y="1"/>
                      <a:pt x="0" y="477"/>
                      <a:pt x="318" y="477"/>
                    </a:cubicBezTo>
                    <a:cubicBezTo>
                      <a:pt x="635" y="477"/>
                      <a:pt x="635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40"/>
              <p:cNvSpPr/>
              <p:nvPr/>
            </p:nvSpPr>
            <p:spPr>
              <a:xfrm>
                <a:off x="6644419" y="2243328"/>
                <a:ext cx="44407" cy="3627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77" extrusionOk="0">
                    <a:moveTo>
                      <a:pt x="298" y="0"/>
                    </a:moveTo>
                    <a:cubicBezTo>
                      <a:pt x="1" y="20"/>
                      <a:pt x="1" y="456"/>
                      <a:pt x="298" y="476"/>
                    </a:cubicBezTo>
                    <a:cubicBezTo>
                      <a:pt x="586" y="456"/>
                      <a:pt x="586" y="20"/>
                      <a:pt x="2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40"/>
              <p:cNvSpPr/>
              <p:nvPr/>
            </p:nvSpPr>
            <p:spPr>
              <a:xfrm>
                <a:off x="7054919" y="2916491"/>
                <a:ext cx="85480" cy="264443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3477" extrusionOk="0">
                    <a:moveTo>
                      <a:pt x="296" y="0"/>
                    </a:moveTo>
                    <a:cubicBezTo>
                      <a:pt x="147" y="0"/>
                      <a:pt x="1" y="117"/>
                      <a:pt x="67" y="291"/>
                    </a:cubicBezTo>
                    <a:cubicBezTo>
                      <a:pt x="404" y="1223"/>
                      <a:pt x="652" y="2244"/>
                      <a:pt x="612" y="3246"/>
                    </a:cubicBezTo>
                    <a:cubicBezTo>
                      <a:pt x="607" y="3400"/>
                      <a:pt x="724" y="3476"/>
                      <a:pt x="843" y="3476"/>
                    </a:cubicBezTo>
                    <a:cubicBezTo>
                      <a:pt x="962" y="3476"/>
                      <a:pt x="1083" y="3400"/>
                      <a:pt x="1088" y="3246"/>
                    </a:cubicBezTo>
                    <a:cubicBezTo>
                      <a:pt x="1128" y="2215"/>
                      <a:pt x="880" y="1134"/>
                      <a:pt x="533" y="162"/>
                    </a:cubicBezTo>
                    <a:cubicBezTo>
                      <a:pt x="490" y="49"/>
                      <a:pt x="392" y="0"/>
                      <a:pt x="29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40"/>
              <p:cNvSpPr/>
              <p:nvPr/>
            </p:nvSpPr>
            <p:spPr>
              <a:xfrm>
                <a:off x="7030670" y="2841273"/>
                <a:ext cx="45165" cy="36278"/>
              </a:xfrm>
              <a:custGeom>
                <a:avLst/>
                <a:gdLst/>
                <a:ahLst/>
                <a:cxnLst/>
                <a:rect l="l" t="t" r="r" b="b"/>
                <a:pathLst>
                  <a:path w="596" h="477" extrusionOk="0">
                    <a:moveTo>
                      <a:pt x="298" y="1"/>
                    </a:moveTo>
                    <a:cubicBezTo>
                      <a:pt x="0" y="21"/>
                      <a:pt x="0" y="457"/>
                      <a:pt x="298" y="477"/>
                    </a:cubicBezTo>
                    <a:cubicBezTo>
                      <a:pt x="595" y="457"/>
                      <a:pt x="595" y="21"/>
                      <a:pt x="2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40"/>
              <p:cNvSpPr/>
              <p:nvPr/>
            </p:nvSpPr>
            <p:spPr>
              <a:xfrm>
                <a:off x="6325082" y="2285539"/>
                <a:ext cx="48954" cy="36278"/>
              </a:xfrm>
              <a:custGeom>
                <a:avLst/>
                <a:gdLst/>
                <a:ahLst/>
                <a:cxnLst/>
                <a:rect l="l" t="t" r="r" b="b"/>
                <a:pathLst>
                  <a:path w="646" h="477" extrusionOk="0">
                    <a:moveTo>
                      <a:pt x="318" y="0"/>
                    </a:moveTo>
                    <a:cubicBezTo>
                      <a:pt x="1" y="0"/>
                      <a:pt x="1" y="476"/>
                      <a:pt x="318" y="476"/>
                    </a:cubicBezTo>
                    <a:cubicBezTo>
                      <a:pt x="645" y="476"/>
                      <a:pt x="64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40"/>
              <p:cNvSpPr/>
              <p:nvPr/>
            </p:nvSpPr>
            <p:spPr>
              <a:xfrm>
                <a:off x="5436259" y="2483130"/>
                <a:ext cx="44407" cy="3627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77" extrusionOk="0">
                    <a:moveTo>
                      <a:pt x="297" y="0"/>
                    </a:moveTo>
                    <a:cubicBezTo>
                      <a:pt x="0" y="30"/>
                      <a:pt x="0" y="456"/>
                      <a:pt x="297" y="476"/>
                    </a:cubicBezTo>
                    <a:cubicBezTo>
                      <a:pt x="585" y="456"/>
                      <a:pt x="585" y="3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40"/>
              <p:cNvSpPr/>
              <p:nvPr/>
            </p:nvSpPr>
            <p:spPr>
              <a:xfrm>
                <a:off x="5814931" y="2123389"/>
                <a:ext cx="48120" cy="36278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77" extrusionOk="0">
                    <a:moveTo>
                      <a:pt x="318" y="1"/>
                    </a:moveTo>
                    <a:cubicBezTo>
                      <a:pt x="0" y="1"/>
                      <a:pt x="0" y="477"/>
                      <a:pt x="318" y="477"/>
                    </a:cubicBezTo>
                    <a:cubicBezTo>
                      <a:pt x="635" y="477"/>
                      <a:pt x="635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40"/>
              <p:cNvSpPr/>
              <p:nvPr/>
            </p:nvSpPr>
            <p:spPr>
              <a:xfrm>
                <a:off x="6964514" y="2621854"/>
                <a:ext cx="47438" cy="36278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77" extrusionOk="0">
                    <a:moveTo>
                      <a:pt x="318" y="1"/>
                    </a:moveTo>
                    <a:cubicBezTo>
                      <a:pt x="1" y="1"/>
                      <a:pt x="1" y="477"/>
                      <a:pt x="318" y="477"/>
                    </a:cubicBezTo>
                    <a:cubicBezTo>
                      <a:pt x="625" y="477"/>
                      <a:pt x="625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40"/>
              <p:cNvSpPr/>
              <p:nvPr/>
            </p:nvSpPr>
            <p:spPr>
              <a:xfrm>
                <a:off x="5668373" y="3482340"/>
                <a:ext cx="228552" cy="38484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506" extrusionOk="0">
                    <a:moveTo>
                      <a:pt x="2698" y="0"/>
                    </a:moveTo>
                    <a:cubicBezTo>
                      <a:pt x="1905" y="0"/>
                      <a:pt x="1101" y="30"/>
                      <a:pt x="308" y="30"/>
                    </a:cubicBezTo>
                    <a:cubicBezTo>
                      <a:pt x="4" y="30"/>
                      <a:pt x="1" y="506"/>
                      <a:pt x="299" y="506"/>
                    </a:cubicBezTo>
                    <a:cubicBezTo>
                      <a:pt x="302" y="506"/>
                      <a:pt x="305" y="506"/>
                      <a:pt x="308" y="506"/>
                    </a:cubicBezTo>
                    <a:cubicBezTo>
                      <a:pt x="1101" y="506"/>
                      <a:pt x="1905" y="476"/>
                      <a:pt x="2698" y="476"/>
                    </a:cubicBezTo>
                    <a:cubicBezTo>
                      <a:pt x="3015" y="476"/>
                      <a:pt x="3015" y="0"/>
                      <a:pt x="26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40"/>
              <p:cNvSpPr/>
              <p:nvPr/>
            </p:nvSpPr>
            <p:spPr>
              <a:xfrm>
                <a:off x="5928374" y="3480058"/>
                <a:ext cx="47438" cy="36278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77" extrusionOk="0">
                    <a:moveTo>
                      <a:pt x="318" y="0"/>
                    </a:moveTo>
                    <a:cubicBezTo>
                      <a:pt x="1" y="0"/>
                      <a:pt x="1" y="476"/>
                      <a:pt x="318" y="476"/>
                    </a:cubicBezTo>
                    <a:cubicBezTo>
                      <a:pt x="625" y="476"/>
                      <a:pt x="62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40"/>
              <p:cNvSpPr/>
              <p:nvPr/>
            </p:nvSpPr>
            <p:spPr>
              <a:xfrm>
                <a:off x="5592517" y="3482340"/>
                <a:ext cx="48120" cy="3620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76" extrusionOk="0">
                    <a:moveTo>
                      <a:pt x="318" y="0"/>
                    </a:moveTo>
                    <a:cubicBezTo>
                      <a:pt x="0" y="0"/>
                      <a:pt x="0" y="476"/>
                      <a:pt x="318" y="476"/>
                    </a:cubicBezTo>
                    <a:cubicBezTo>
                      <a:pt x="635" y="476"/>
                      <a:pt x="63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70" name="Google Shape;2370;p40"/>
          <p:cNvGrpSpPr/>
          <p:nvPr/>
        </p:nvGrpSpPr>
        <p:grpSpPr>
          <a:xfrm>
            <a:off x="7015394" y="926599"/>
            <a:ext cx="537441" cy="456890"/>
            <a:chOff x="3824894" y="3938349"/>
            <a:chExt cx="537441" cy="456890"/>
          </a:xfrm>
        </p:grpSpPr>
        <p:sp>
          <p:nvSpPr>
            <p:cNvPr id="2371" name="Google Shape;2371;p40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72" name="Google Shape;2372;p40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2373" name="Google Shape;2373;p40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40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40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40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77" name="Google Shape;2377;p40"/>
          <p:cNvGrpSpPr/>
          <p:nvPr/>
        </p:nvGrpSpPr>
        <p:grpSpPr>
          <a:xfrm rot="1800044">
            <a:off x="7647638" y="1487247"/>
            <a:ext cx="537429" cy="456880"/>
            <a:chOff x="3824894" y="3938349"/>
            <a:chExt cx="537441" cy="456890"/>
          </a:xfrm>
        </p:grpSpPr>
        <p:sp>
          <p:nvSpPr>
            <p:cNvPr id="2378" name="Google Shape;2378;p40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79" name="Google Shape;2379;p40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2380" name="Google Shape;2380;p40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40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40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40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84" name="Google Shape;2384;p40"/>
          <p:cNvGrpSpPr/>
          <p:nvPr/>
        </p:nvGrpSpPr>
        <p:grpSpPr>
          <a:xfrm>
            <a:off x="6669637" y="4066582"/>
            <a:ext cx="273484" cy="274317"/>
            <a:chOff x="5885615" y="165400"/>
            <a:chExt cx="364743" cy="365756"/>
          </a:xfrm>
        </p:grpSpPr>
        <p:sp>
          <p:nvSpPr>
            <p:cNvPr id="2385" name="Google Shape;2385;p4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4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7" name="Google Shape;2387;p40"/>
          <p:cNvGrpSpPr/>
          <p:nvPr/>
        </p:nvGrpSpPr>
        <p:grpSpPr>
          <a:xfrm>
            <a:off x="7895325" y="926607"/>
            <a:ext cx="273484" cy="274317"/>
            <a:chOff x="5885615" y="165400"/>
            <a:chExt cx="364743" cy="365756"/>
          </a:xfrm>
        </p:grpSpPr>
        <p:sp>
          <p:nvSpPr>
            <p:cNvPr id="2388" name="Google Shape;2388;p4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4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0" name="Google Shape;2390;p40"/>
          <p:cNvGrpSpPr/>
          <p:nvPr/>
        </p:nvGrpSpPr>
        <p:grpSpPr>
          <a:xfrm>
            <a:off x="6181758" y="3811750"/>
            <a:ext cx="274452" cy="274317"/>
            <a:chOff x="2167548" y="1796250"/>
            <a:chExt cx="274452" cy="274317"/>
          </a:xfrm>
        </p:grpSpPr>
        <p:sp>
          <p:nvSpPr>
            <p:cNvPr id="2391" name="Google Shape;2391;p4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4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3" name="Google Shape;2393;p40"/>
          <p:cNvGrpSpPr/>
          <p:nvPr/>
        </p:nvGrpSpPr>
        <p:grpSpPr>
          <a:xfrm>
            <a:off x="6456198" y="1225287"/>
            <a:ext cx="274452" cy="274317"/>
            <a:chOff x="2167548" y="1796250"/>
            <a:chExt cx="274452" cy="274317"/>
          </a:xfrm>
        </p:grpSpPr>
        <p:sp>
          <p:nvSpPr>
            <p:cNvPr id="2394" name="Google Shape;2394;p4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4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6" name="Google Shape;2396;p40"/>
          <p:cNvGrpSpPr/>
          <p:nvPr/>
        </p:nvGrpSpPr>
        <p:grpSpPr>
          <a:xfrm>
            <a:off x="5045987" y="1042431"/>
            <a:ext cx="683711" cy="640033"/>
            <a:chOff x="4230151" y="3601344"/>
            <a:chExt cx="683711" cy="640033"/>
          </a:xfrm>
        </p:grpSpPr>
        <p:sp>
          <p:nvSpPr>
            <p:cNvPr id="2397" name="Google Shape;2397;p40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8" name="Google Shape;2398;p40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2399" name="Google Shape;2399;p40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40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40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40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40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40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40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40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40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40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09" name="Google Shape;2409;p40"/>
          <p:cNvGrpSpPr/>
          <p:nvPr/>
        </p:nvGrpSpPr>
        <p:grpSpPr>
          <a:xfrm>
            <a:off x="5011591" y="2520275"/>
            <a:ext cx="359149" cy="274320"/>
            <a:chOff x="1684504" y="2090725"/>
            <a:chExt cx="359149" cy="274320"/>
          </a:xfrm>
        </p:grpSpPr>
        <p:sp>
          <p:nvSpPr>
            <p:cNvPr id="2410" name="Google Shape;2410;p40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40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2" name="Google Shape;2412;p40"/>
          <p:cNvGrpSpPr/>
          <p:nvPr/>
        </p:nvGrpSpPr>
        <p:grpSpPr>
          <a:xfrm flipH="1">
            <a:off x="7631663" y="2230438"/>
            <a:ext cx="376078" cy="365766"/>
            <a:chOff x="1243851" y="2712376"/>
            <a:chExt cx="376078" cy="365766"/>
          </a:xfrm>
        </p:grpSpPr>
        <p:sp>
          <p:nvSpPr>
            <p:cNvPr id="2413" name="Google Shape;2413;p40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0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5" name="Google Shape;2415;p40"/>
          <p:cNvSpPr/>
          <p:nvPr/>
        </p:nvSpPr>
        <p:spPr>
          <a:xfrm rot="1800017">
            <a:off x="5027816" y="1945239"/>
            <a:ext cx="326714" cy="15016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3x2</a:t>
            </a:r>
          </a:p>
        </p:txBody>
      </p:sp>
      <p:sp>
        <p:nvSpPr>
          <p:cNvPr id="2416" name="Google Shape;2416;p40"/>
          <p:cNvSpPr/>
          <p:nvPr/>
        </p:nvSpPr>
        <p:spPr>
          <a:xfrm rot="-1799991">
            <a:off x="7913619" y="2912464"/>
            <a:ext cx="236895" cy="14146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4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education importance</a:t>
            </a:r>
            <a:endParaRPr/>
          </a:p>
        </p:txBody>
      </p:sp>
      <p:sp>
        <p:nvSpPr>
          <p:cNvPr id="2422" name="Google Shape;2422;p41"/>
          <p:cNvSpPr txBox="1">
            <a:spLocks noGrp="1"/>
          </p:cNvSpPr>
          <p:nvPr>
            <p:ph type="subTitle" idx="1"/>
          </p:nvPr>
        </p:nvSpPr>
        <p:spPr>
          <a:xfrm>
            <a:off x="4755925" y="3415401"/>
            <a:ext cx="2743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second planet from the Sun.</a:t>
            </a:r>
            <a:r>
              <a:rPr lang="en"/>
              <a:t> It’s terribly hot and has a poisonous atmosphere</a:t>
            </a:r>
            <a:endParaRPr/>
          </a:p>
        </p:txBody>
      </p:sp>
      <p:sp>
        <p:nvSpPr>
          <p:cNvPr id="2423" name="Google Shape;2423;p41"/>
          <p:cNvSpPr txBox="1">
            <a:spLocks noGrp="1"/>
          </p:cNvSpPr>
          <p:nvPr>
            <p:ph type="subTitle" idx="2"/>
          </p:nvPr>
        </p:nvSpPr>
        <p:spPr>
          <a:xfrm>
            <a:off x="1644886" y="3415401"/>
            <a:ext cx="2743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smallest one in the Solar System</a:t>
            </a:r>
            <a:r>
              <a:rPr lang="en"/>
              <a:t>. It was named after the Roman messenger god</a:t>
            </a:r>
            <a:endParaRPr/>
          </a:p>
        </p:txBody>
      </p:sp>
      <p:sp>
        <p:nvSpPr>
          <p:cNvPr id="2424" name="Google Shape;2424;p41"/>
          <p:cNvSpPr txBox="1">
            <a:spLocks noGrp="1"/>
          </p:cNvSpPr>
          <p:nvPr>
            <p:ph type="subTitle" idx="3"/>
          </p:nvPr>
        </p:nvSpPr>
        <p:spPr>
          <a:xfrm>
            <a:off x="1644886" y="2409561"/>
            <a:ext cx="27432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Optimise your resources</a:t>
            </a:r>
            <a:endParaRPr/>
          </a:p>
        </p:txBody>
      </p:sp>
      <p:sp>
        <p:nvSpPr>
          <p:cNvPr id="2425" name="Google Shape;2425;p41"/>
          <p:cNvSpPr txBox="1">
            <a:spLocks noGrp="1"/>
          </p:cNvSpPr>
          <p:nvPr>
            <p:ph type="subTitle" idx="4"/>
          </p:nvPr>
        </p:nvSpPr>
        <p:spPr>
          <a:xfrm>
            <a:off x="4755925" y="2409561"/>
            <a:ext cx="27432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 your money</a:t>
            </a:r>
            <a:endParaRPr/>
          </a:p>
        </p:txBody>
      </p:sp>
      <p:cxnSp>
        <p:nvCxnSpPr>
          <p:cNvPr id="2426" name="Google Shape;2426;p41"/>
          <p:cNvCxnSpPr/>
          <p:nvPr/>
        </p:nvCxnSpPr>
        <p:spPr>
          <a:xfrm>
            <a:off x="5670325" y="3323956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427" name="Google Shape;2427;p41"/>
          <p:cNvCxnSpPr/>
          <p:nvPr/>
        </p:nvCxnSpPr>
        <p:spPr>
          <a:xfrm>
            <a:off x="2559286" y="3323956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2428" name="Google Shape;2428;p41"/>
          <p:cNvGrpSpPr/>
          <p:nvPr/>
        </p:nvGrpSpPr>
        <p:grpSpPr>
          <a:xfrm>
            <a:off x="2742172" y="1611667"/>
            <a:ext cx="548628" cy="548628"/>
            <a:chOff x="-65131525" y="2281350"/>
            <a:chExt cx="316650" cy="316650"/>
          </a:xfrm>
        </p:grpSpPr>
        <p:sp>
          <p:nvSpPr>
            <p:cNvPr id="2429" name="Google Shape;2429;p41"/>
            <p:cNvSpPr/>
            <p:nvPr/>
          </p:nvSpPr>
          <p:spPr>
            <a:xfrm>
              <a:off x="-65131525" y="232230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073" y="820"/>
                  </a:moveTo>
                  <a:lnTo>
                    <a:pt x="5073" y="5514"/>
                  </a:lnTo>
                  <a:cubicBezTo>
                    <a:pt x="5073" y="5766"/>
                    <a:pt x="5262" y="5923"/>
                    <a:pt x="5482" y="5923"/>
                  </a:cubicBezTo>
                  <a:lnTo>
                    <a:pt x="10145" y="5923"/>
                  </a:lnTo>
                  <a:cubicBezTo>
                    <a:pt x="9956" y="8318"/>
                    <a:pt x="7940" y="10208"/>
                    <a:pt x="5482" y="10208"/>
                  </a:cubicBezTo>
                  <a:cubicBezTo>
                    <a:pt x="2867" y="10208"/>
                    <a:pt x="788" y="8129"/>
                    <a:pt x="788" y="5514"/>
                  </a:cubicBezTo>
                  <a:cubicBezTo>
                    <a:pt x="788" y="3088"/>
                    <a:pt x="2678" y="1072"/>
                    <a:pt x="5073" y="820"/>
                  </a:cubicBezTo>
                  <a:close/>
                  <a:moveTo>
                    <a:pt x="5514" y="0"/>
                  </a:moveTo>
                  <a:cubicBezTo>
                    <a:pt x="2458" y="0"/>
                    <a:pt x="0" y="2489"/>
                    <a:pt x="0" y="5514"/>
                  </a:cubicBezTo>
                  <a:cubicBezTo>
                    <a:pt x="0" y="8538"/>
                    <a:pt x="2458" y="11027"/>
                    <a:pt x="5514" y="11027"/>
                  </a:cubicBezTo>
                  <a:cubicBezTo>
                    <a:pt x="8538" y="11027"/>
                    <a:pt x="11027" y="8538"/>
                    <a:pt x="11027" y="5514"/>
                  </a:cubicBezTo>
                  <a:cubicBezTo>
                    <a:pt x="11027" y="5293"/>
                    <a:pt x="10807" y="5104"/>
                    <a:pt x="10618" y="5104"/>
                  </a:cubicBezTo>
                  <a:lnTo>
                    <a:pt x="5923" y="5104"/>
                  </a:lnTo>
                  <a:lnTo>
                    <a:pt x="5923" y="410"/>
                  </a:lnTo>
                  <a:cubicBezTo>
                    <a:pt x="5892" y="158"/>
                    <a:pt x="5734" y="0"/>
                    <a:pt x="55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1"/>
            <p:cNvSpPr/>
            <p:nvPr/>
          </p:nvSpPr>
          <p:spPr>
            <a:xfrm>
              <a:off x="-64963775" y="2281350"/>
              <a:ext cx="148900" cy="148875"/>
            </a:xfrm>
            <a:custGeom>
              <a:avLst/>
              <a:gdLst/>
              <a:ahLst/>
              <a:cxnLst/>
              <a:rect l="l" t="t" r="r" b="b"/>
              <a:pathLst>
                <a:path w="5956" h="5955" extrusionOk="0">
                  <a:moveTo>
                    <a:pt x="852" y="819"/>
                  </a:moveTo>
                  <a:cubicBezTo>
                    <a:pt x="3088" y="1008"/>
                    <a:pt x="4884" y="2836"/>
                    <a:pt x="5105" y="5073"/>
                  </a:cubicBezTo>
                  <a:lnTo>
                    <a:pt x="852" y="5073"/>
                  </a:lnTo>
                  <a:lnTo>
                    <a:pt x="852" y="819"/>
                  </a:ln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5514"/>
                  </a:lnTo>
                  <a:cubicBezTo>
                    <a:pt x="1" y="5734"/>
                    <a:pt x="221" y="5955"/>
                    <a:pt x="442" y="5955"/>
                  </a:cubicBezTo>
                  <a:lnTo>
                    <a:pt x="5514" y="5955"/>
                  </a:lnTo>
                  <a:cubicBezTo>
                    <a:pt x="5766" y="5955"/>
                    <a:pt x="5955" y="5734"/>
                    <a:pt x="5955" y="5514"/>
                  </a:cubicBezTo>
                  <a:cubicBezTo>
                    <a:pt x="5955" y="2426"/>
                    <a:pt x="3466" y="0"/>
                    <a:pt x="4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1" name="Google Shape;2431;p41"/>
          <p:cNvGrpSpPr/>
          <p:nvPr/>
        </p:nvGrpSpPr>
        <p:grpSpPr>
          <a:xfrm>
            <a:off x="5853211" y="1611667"/>
            <a:ext cx="548628" cy="548628"/>
            <a:chOff x="-61354875" y="2671225"/>
            <a:chExt cx="316650" cy="316650"/>
          </a:xfrm>
        </p:grpSpPr>
        <p:sp>
          <p:nvSpPr>
            <p:cNvPr id="2432" name="Google Shape;2432;p41"/>
            <p:cNvSpPr/>
            <p:nvPr/>
          </p:nvSpPr>
          <p:spPr>
            <a:xfrm>
              <a:off x="-61354875" y="2671225"/>
              <a:ext cx="316650" cy="316650"/>
            </a:xfrm>
            <a:custGeom>
              <a:avLst/>
              <a:gdLst/>
              <a:ahLst/>
              <a:cxnLst/>
              <a:rect l="l" t="t" r="r" b="b"/>
              <a:pathLst>
                <a:path w="12666" h="12666" extrusionOk="0">
                  <a:moveTo>
                    <a:pt x="11405" y="1701"/>
                  </a:moveTo>
                  <a:cubicBezTo>
                    <a:pt x="11657" y="1701"/>
                    <a:pt x="11847" y="1890"/>
                    <a:pt x="11847" y="2111"/>
                  </a:cubicBezTo>
                  <a:lnTo>
                    <a:pt x="11847" y="3340"/>
                  </a:lnTo>
                  <a:lnTo>
                    <a:pt x="820" y="3340"/>
                  </a:lnTo>
                  <a:lnTo>
                    <a:pt x="820" y="2111"/>
                  </a:lnTo>
                  <a:cubicBezTo>
                    <a:pt x="820" y="1890"/>
                    <a:pt x="1009" y="1701"/>
                    <a:pt x="1198" y="1701"/>
                  </a:cubicBezTo>
                  <a:lnTo>
                    <a:pt x="1639" y="1701"/>
                  </a:lnTo>
                  <a:lnTo>
                    <a:pt x="1639" y="2111"/>
                  </a:lnTo>
                  <a:cubicBezTo>
                    <a:pt x="1639" y="2363"/>
                    <a:pt x="1828" y="2552"/>
                    <a:pt x="2048" y="2552"/>
                  </a:cubicBezTo>
                  <a:cubicBezTo>
                    <a:pt x="2237" y="2552"/>
                    <a:pt x="2427" y="2363"/>
                    <a:pt x="2427" y="2111"/>
                  </a:cubicBezTo>
                  <a:lnTo>
                    <a:pt x="2427" y="1701"/>
                  </a:lnTo>
                  <a:lnTo>
                    <a:pt x="5892" y="1701"/>
                  </a:lnTo>
                  <a:lnTo>
                    <a:pt x="5892" y="2111"/>
                  </a:lnTo>
                  <a:cubicBezTo>
                    <a:pt x="5892" y="2363"/>
                    <a:pt x="6081" y="2552"/>
                    <a:pt x="6333" y="2552"/>
                  </a:cubicBezTo>
                  <a:cubicBezTo>
                    <a:pt x="6585" y="2552"/>
                    <a:pt x="6743" y="2363"/>
                    <a:pt x="6743" y="2111"/>
                  </a:cubicBezTo>
                  <a:lnTo>
                    <a:pt x="6743" y="1701"/>
                  </a:lnTo>
                  <a:lnTo>
                    <a:pt x="10208" y="1701"/>
                  </a:lnTo>
                  <a:lnTo>
                    <a:pt x="10208" y="2111"/>
                  </a:lnTo>
                  <a:cubicBezTo>
                    <a:pt x="10208" y="2363"/>
                    <a:pt x="10397" y="2552"/>
                    <a:pt x="10618" y="2552"/>
                  </a:cubicBezTo>
                  <a:cubicBezTo>
                    <a:pt x="10870" y="2552"/>
                    <a:pt x="11027" y="2363"/>
                    <a:pt x="11027" y="2111"/>
                  </a:cubicBezTo>
                  <a:lnTo>
                    <a:pt x="11027" y="1701"/>
                  </a:lnTo>
                  <a:close/>
                  <a:moveTo>
                    <a:pt x="11878" y="4159"/>
                  </a:moveTo>
                  <a:lnTo>
                    <a:pt x="11878" y="6112"/>
                  </a:lnTo>
                  <a:lnTo>
                    <a:pt x="11847" y="6112"/>
                  </a:lnTo>
                  <a:cubicBezTo>
                    <a:pt x="11090" y="5072"/>
                    <a:pt x="9862" y="4442"/>
                    <a:pt x="8538" y="4442"/>
                  </a:cubicBezTo>
                  <a:cubicBezTo>
                    <a:pt x="6239" y="4442"/>
                    <a:pt x="4411" y="6301"/>
                    <a:pt x="4411" y="8569"/>
                  </a:cubicBezTo>
                  <a:cubicBezTo>
                    <a:pt x="4411" y="9168"/>
                    <a:pt x="4506" y="9735"/>
                    <a:pt x="4758" y="10239"/>
                  </a:cubicBezTo>
                  <a:lnTo>
                    <a:pt x="1261" y="10239"/>
                  </a:lnTo>
                  <a:cubicBezTo>
                    <a:pt x="1009" y="10239"/>
                    <a:pt x="851" y="10050"/>
                    <a:pt x="851" y="9830"/>
                  </a:cubicBezTo>
                  <a:lnTo>
                    <a:pt x="851" y="4159"/>
                  </a:lnTo>
                  <a:close/>
                  <a:moveTo>
                    <a:pt x="8538" y="5261"/>
                  </a:moveTo>
                  <a:cubicBezTo>
                    <a:pt x="10334" y="5261"/>
                    <a:pt x="11847" y="6774"/>
                    <a:pt x="11847" y="8569"/>
                  </a:cubicBezTo>
                  <a:cubicBezTo>
                    <a:pt x="11847" y="10397"/>
                    <a:pt x="10334" y="11877"/>
                    <a:pt x="8538" y="11877"/>
                  </a:cubicBezTo>
                  <a:cubicBezTo>
                    <a:pt x="6711" y="11877"/>
                    <a:pt x="5230" y="10397"/>
                    <a:pt x="5230" y="8569"/>
                  </a:cubicBezTo>
                  <a:cubicBezTo>
                    <a:pt x="5230" y="6774"/>
                    <a:pt x="6743" y="5261"/>
                    <a:pt x="8538" y="5261"/>
                  </a:cubicBezTo>
                  <a:close/>
                  <a:moveTo>
                    <a:pt x="2048" y="0"/>
                  </a:moveTo>
                  <a:cubicBezTo>
                    <a:pt x="1828" y="0"/>
                    <a:pt x="1639" y="189"/>
                    <a:pt x="1639" y="441"/>
                  </a:cubicBezTo>
                  <a:lnTo>
                    <a:pt x="1639" y="851"/>
                  </a:lnTo>
                  <a:lnTo>
                    <a:pt x="1198" y="851"/>
                  </a:lnTo>
                  <a:cubicBezTo>
                    <a:pt x="536" y="851"/>
                    <a:pt x="1" y="1418"/>
                    <a:pt x="1" y="2079"/>
                  </a:cubicBezTo>
                  <a:lnTo>
                    <a:pt x="1" y="9798"/>
                  </a:lnTo>
                  <a:cubicBezTo>
                    <a:pt x="1" y="10460"/>
                    <a:pt x="536" y="11027"/>
                    <a:pt x="1198" y="11027"/>
                  </a:cubicBezTo>
                  <a:lnTo>
                    <a:pt x="5230" y="11027"/>
                  </a:lnTo>
                  <a:cubicBezTo>
                    <a:pt x="5987" y="12003"/>
                    <a:pt x="7184" y="12665"/>
                    <a:pt x="8538" y="12665"/>
                  </a:cubicBezTo>
                  <a:cubicBezTo>
                    <a:pt x="10807" y="12665"/>
                    <a:pt x="12666" y="10838"/>
                    <a:pt x="12666" y="8538"/>
                  </a:cubicBezTo>
                  <a:lnTo>
                    <a:pt x="12666" y="2079"/>
                  </a:lnTo>
                  <a:cubicBezTo>
                    <a:pt x="12666" y="1418"/>
                    <a:pt x="12130" y="851"/>
                    <a:pt x="11405" y="851"/>
                  </a:cubicBezTo>
                  <a:lnTo>
                    <a:pt x="11027" y="851"/>
                  </a:lnTo>
                  <a:lnTo>
                    <a:pt x="11027" y="441"/>
                  </a:lnTo>
                  <a:cubicBezTo>
                    <a:pt x="11027" y="189"/>
                    <a:pt x="10807" y="0"/>
                    <a:pt x="10618" y="0"/>
                  </a:cubicBezTo>
                  <a:cubicBezTo>
                    <a:pt x="10397" y="0"/>
                    <a:pt x="10177" y="189"/>
                    <a:pt x="10177" y="441"/>
                  </a:cubicBezTo>
                  <a:lnTo>
                    <a:pt x="10177" y="851"/>
                  </a:lnTo>
                  <a:lnTo>
                    <a:pt x="6711" y="851"/>
                  </a:lnTo>
                  <a:lnTo>
                    <a:pt x="6711" y="441"/>
                  </a:lnTo>
                  <a:cubicBezTo>
                    <a:pt x="6711" y="189"/>
                    <a:pt x="6522" y="0"/>
                    <a:pt x="6333" y="0"/>
                  </a:cubicBezTo>
                  <a:cubicBezTo>
                    <a:pt x="6081" y="0"/>
                    <a:pt x="5892" y="189"/>
                    <a:pt x="5892" y="441"/>
                  </a:cubicBezTo>
                  <a:lnTo>
                    <a:pt x="5892" y="851"/>
                  </a:lnTo>
                  <a:lnTo>
                    <a:pt x="2427" y="851"/>
                  </a:lnTo>
                  <a:lnTo>
                    <a:pt x="2427" y="441"/>
                  </a:lnTo>
                  <a:cubicBezTo>
                    <a:pt x="2427" y="189"/>
                    <a:pt x="2237" y="0"/>
                    <a:pt x="2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1"/>
            <p:cNvSpPr/>
            <p:nvPr/>
          </p:nvSpPr>
          <p:spPr>
            <a:xfrm>
              <a:off x="-61172925" y="2813775"/>
              <a:ext cx="62225" cy="145725"/>
            </a:xfrm>
            <a:custGeom>
              <a:avLst/>
              <a:gdLst/>
              <a:ahLst/>
              <a:cxnLst/>
              <a:rect l="l" t="t" r="r" b="b"/>
              <a:pathLst>
                <a:path w="2489" h="5829" extrusionOk="0">
                  <a:moveTo>
                    <a:pt x="1260" y="0"/>
                  </a:moveTo>
                  <a:cubicBezTo>
                    <a:pt x="1008" y="0"/>
                    <a:pt x="819" y="190"/>
                    <a:pt x="819" y="410"/>
                  </a:cubicBezTo>
                  <a:lnTo>
                    <a:pt x="819" y="662"/>
                  </a:lnTo>
                  <a:cubicBezTo>
                    <a:pt x="347" y="820"/>
                    <a:pt x="0" y="1292"/>
                    <a:pt x="0" y="1859"/>
                  </a:cubicBezTo>
                  <a:cubicBezTo>
                    <a:pt x="0" y="2521"/>
                    <a:pt x="536" y="2899"/>
                    <a:pt x="977" y="3245"/>
                  </a:cubicBezTo>
                  <a:cubicBezTo>
                    <a:pt x="1292" y="3466"/>
                    <a:pt x="1639" y="3687"/>
                    <a:pt x="1639" y="3939"/>
                  </a:cubicBezTo>
                  <a:cubicBezTo>
                    <a:pt x="1639" y="4191"/>
                    <a:pt x="1450" y="4380"/>
                    <a:pt x="1260" y="4380"/>
                  </a:cubicBezTo>
                  <a:cubicBezTo>
                    <a:pt x="1008" y="4380"/>
                    <a:pt x="819" y="4191"/>
                    <a:pt x="819" y="3939"/>
                  </a:cubicBezTo>
                  <a:cubicBezTo>
                    <a:pt x="819" y="3718"/>
                    <a:pt x="630" y="3498"/>
                    <a:pt x="441" y="3498"/>
                  </a:cubicBezTo>
                  <a:cubicBezTo>
                    <a:pt x="189" y="3498"/>
                    <a:pt x="0" y="3718"/>
                    <a:pt x="0" y="3939"/>
                  </a:cubicBezTo>
                  <a:cubicBezTo>
                    <a:pt x="0" y="4506"/>
                    <a:pt x="347" y="4915"/>
                    <a:pt x="819" y="5136"/>
                  </a:cubicBezTo>
                  <a:lnTo>
                    <a:pt x="819" y="5388"/>
                  </a:lnTo>
                  <a:cubicBezTo>
                    <a:pt x="819" y="5640"/>
                    <a:pt x="1008" y="5829"/>
                    <a:pt x="1260" y="5829"/>
                  </a:cubicBezTo>
                  <a:cubicBezTo>
                    <a:pt x="1481" y="5829"/>
                    <a:pt x="1639" y="5640"/>
                    <a:pt x="1639" y="5388"/>
                  </a:cubicBezTo>
                  <a:lnTo>
                    <a:pt x="1639" y="5136"/>
                  </a:lnTo>
                  <a:cubicBezTo>
                    <a:pt x="2111" y="4978"/>
                    <a:pt x="2489" y="4506"/>
                    <a:pt x="2489" y="3939"/>
                  </a:cubicBezTo>
                  <a:cubicBezTo>
                    <a:pt x="2489" y="3277"/>
                    <a:pt x="1922" y="2867"/>
                    <a:pt x="1481" y="2552"/>
                  </a:cubicBezTo>
                  <a:cubicBezTo>
                    <a:pt x="1166" y="2332"/>
                    <a:pt x="819" y="2080"/>
                    <a:pt x="819" y="1859"/>
                  </a:cubicBezTo>
                  <a:cubicBezTo>
                    <a:pt x="819" y="1607"/>
                    <a:pt x="1008" y="1418"/>
                    <a:pt x="1260" y="1418"/>
                  </a:cubicBezTo>
                  <a:cubicBezTo>
                    <a:pt x="1513" y="1418"/>
                    <a:pt x="1639" y="1607"/>
                    <a:pt x="1639" y="1859"/>
                  </a:cubicBezTo>
                  <a:cubicBezTo>
                    <a:pt x="1639" y="2080"/>
                    <a:pt x="1859" y="2269"/>
                    <a:pt x="2048" y="2269"/>
                  </a:cubicBezTo>
                  <a:cubicBezTo>
                    <a:pt x="2300" y="2269"/>
                    <a:pt x="2489" y="2080"/>
                    <a:pt x="2489" y="1859"/>
                  </a:cubicBezTo>
                  <a:cubicBezTo>
                    <a:pt x="2489" y="1292"/>
                    <a:pt x="2143" y="883"/>
                    <a:pt x="1639" y="662"/>
                  </a:cubicBezTo>
                  <a:lnTo>
                    <a:pt x="1639" y="410"/>
                  </a:lnTo>
                  <a:cubicBezTo>
                    <a:pt x="1639" y="158"/>
                    <a:pt x="1450" y="0"/>
                    <a:pt x="12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1"/>
            <p:cNvSpPr/>
            <p:nvPr/>
          </p:nvSpPr>
          <p:spPr>
            <a:xfrm>
              <a:off x="-61313925" y="2796450"/>
              <a:ext cx="40975" cy="20500"/>
            </a:xfrm>
            <a:custGeom>
              <a:avLst/>
              <a:gdLst/>
              <a:ahLst/>
              <a:cxnLst/>
              <a:rect l="l" t="t" r="r" b="b"/>
              <a:pathLst>
                <a:path w="1639" h="820" extrusionOk="0">
                  <a:moveTo>
                    <a:pt x="410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58" y="820"/>
                    <a:pt x="410" y="820"/>
                  </a:cubicBezTo>
                  <a:lnTo>
                    <a:pt x="1230" y="820"/>
                  </a:lnTo>
                  <a:cubicBezTo>
                    <a:pt x="1482" y="820"/>
                    <a:pt x="1639" y="630"/>
                    <a:pt x="1639" y="378"/>
                  </a:cubicBezTo>
                  <a:cubicBezTo>
                    <a:pt x="1639" y="158"/>
                    <a:pt x="1419" y="0"/>
                    <a:pt x="1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1"/>
            <p:cNvSpPr/>
            <p:nvPr/>
          </p:nvSpPr>
          <p:spPr>
            <a:xfrm>
              <a:off x="-61313925" y="2837400"/>
              <a:ext cx="40975" cy="20500"/>
            </a:xfrm>
            <a:custGeom>
              <a:avLst/>
              <a:gdLst/>
              <a:ahLst/>
              <a:cxnLst/>
              <a:rect l="l" t="t" r="r" b="b"/>
              <a:pathLst>
                <a:path w="1639" h="820" extrusionOk="0">
                  <a:moveTo>
                    <a:pt x="410" y="1"/>
                  </a:moveTo>
                  <a:cubicBezTo>
                    <a:pt x="158" y="1"/>
                    <a:pt x="1" y="190"/>
                    <a:pt x="1" y="442"/>
                  </a:cubicBezTo>
                  <a:cubicBezTo>
                    <a:pt x="1" y="631"/>
                    <a:pt x="158" y="820"/>
                    <a:pt x="410" y="820"/>
                  </a:cubicBezTo>
                  <a:lnTo>
                    <a:pt x="1230" y="820"/>
                  </a:lnTo>
                  <a:cubicBezTo>
                    <a:pt x="1482" y="820"/>
                    <a:pt x="1639" y="631"/>
                    <a:pt x="1639" y="442"/>
                  </a:cubicBezTo>
                  <a:cubicBezTo>
                    <a:pt x="1639" y="190"/>
                    <a:pt x="1419" y="1"/>
                    <a:pt x="1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41"/>
            <p:cNvSpPr/>
            <p:nvPr/>
          </p:nvSpPr>
          <p:spPr>
            <a:xfrm>
              <a:off x="-61313925" y="2877575"/>
              <a:ext cx="40975" cy="22075"/>
            </a:xfrm>
            <a:custGeom>
              <a:avLst/>
              <a:gdLst/>
              <a:ahLst/>
              <a:cxnLst/>
              <a:rect l="l" t="t" r="r" b="b"/>
              <a:pathLst>
                <a:path w="1639" h="883" extrusionOk="0">
                  <a:moveTo>
                    <a:pt x="410" y="0"/>
                  </a:moveTo>
                  <a:cubicBezTo>
                    <a:pt x="158" y="0"/>
                    <a:pt x="1" y="221"/>
                    <a:pt x="1" y="441"/>
                  </a:cubicBezTo>
                  <a:cubicBezTo>
                    <a:pt x="1" y="693"/>
                    <a:pt x="158" y="883"/>
                    <a:pt x="410" y="883"/>
                  </a:cubicBezTo>
                  <a:lnTo>
                    <a:pt x="1230" y="883"/>
                  </a:lnTo>
                  <a:cubicBezTo>
                    <a:pt x="1482" y="883"/>
                    <a:pt x="1639" y="693"/>
                    <a:pt x="1639" y="441"/>
                  </a:cubicBezTo>
                  <a:cubicBezTo>
                    <a:pt x="1639" y="221"/>
                    <a:pt x="1419" y="0"/>
                    <a:pt x="1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7" name="Google Shape;2437;p41"/>
          <p:cNvGrpSpPr/>
          <p:nvPr/>
        </p:nvGrpSpPr>
        <p:grpSpPr>
          <a:xfrm flipH="1">
            <a:off x="8192565" y="1362459"/>
            <a:ext cx="476410" cy="639915"/>
            <a:chOff x="6732577" y="3509843"/>
            <a:chExt cx="476410" cy="639915"/>
          </a:xfrm>
        </p:grpSpPr>
        <p:sp>
          <p:nvSpPr>
            <p:cNvPr id="2438" name="Google Shape;2438;p41"/>
            <p:cNvSpPr/>
            <p:nvPr/>
          </p:nvSpPr>
          <p:spPr>
            <a:xfrm>
              <a:off x="6732577" y="3509843"/>
              <a:ext cx="476410" cy="639915"/>
            </a:xfrm>
            <a:custGeom>
              <a:avLst/>
              <a:gdLst/>
              <a:ahLst/>
              <a:cxnLst/>
              <a:rect l="l" t="t" r="r" b="b"/>
              <a:pathLst>
                <a:path w="8488" h="11344" extrusionOk="0">
                  <a:moveTo>
                    <a:pt x="8180" y="4711"/>
                  </a:moveTo>
                  <a:cubicBezTo>
                    <a:pt x="8399" y="4473"/>
                    <a:pt x="8488" y="4135"/>
                    <a:pt x="8408" y="3828"/>
                  </a:cubicBezTo>
                  <a:cubicBezTo>
                    <a:pt x="8379" y="3630"/>
                    <a:pt x="8280" y="3451"/>
                    <a:pt x="8131" y="3312"/>
                  </a:cubicBezTo>
                  <a:cubicBezTo>
                    <a:pt x="8061" y="3243"/>
                    <a:pt x="7903" y="3184"/>
                    <a:pt x="7972" y="3025"/>
                  </a:cubicBezTo>
                  <a:cubicBezTo>
                    <a:pt x="8180" y="2430"/>
                    <a:pt x="7804" y="1795"/>
                    <a:pt x="7189" y="1686"/>
                  </a:cubicBezTo>
                  <a:cubicBezTo>
                    <a:pt x="7100" y="1676"/>
                    <a:pt x="7100" y="1627"/>
                    <a:pt x="7090" y="1557"/>
                  </a:cubicBezTo>
                  <a:cubicBezTo>
                    <a:pt x="7070" y="1399"/>
                    <a:pt x="7020" y="1240"/>
                    <a:pt x="6931" y="1101"/>
                  </a:cubicBezTo>
                  <a:cubicBezTo>
                    <a:pt x="6703" y="754"/>
                    <a:pt x="6277" y="586"/>
                    <a:pt x="5870" y="665"/>
                  </a:cubicBezTo>
                  <a:cubicBezTo>
                    <a:pt x="5791" y="685"/>
                    <a:pt x="5702" y="725"/>
                    <a:pt x="5632" y="615"/>
                  </a:cubicBezTo>
                  <a:cubicBezTo>
                    <a:pt x="5355" y="120"/>
                    <a:pt x="4660" y="1"/>
                    <a:pt x="4204" y="298"/>
                  </a:cubicBezTo>
                  <a:cubicBezTo>
                    <a:pt x="4135" y="348"/>
                    <a:pt x="4036" y="358"/>
                    <a:pt x="3956" y="308"/>
                  </a:cubicBezTo>
                  <a:cubicBezTo>
                    <a:pt x="3471" y="60"/>
                    <a:pt x="2866" y="239"/>
                    <a:pt x="2598" y="725"/>
                  </a:cubicBezTo>
                  <a:cubicBezTo>
                    <a:pt x="2529" y="844"/>
                    <a:pt x="2469" y="883"/>
                    <a:pt x="2350" y="873"/>
                  </a:cubicBezTo>
                  <a:cubicBezTo>
                    <a:pt x="1755" y="784"/>
                    <a:pt x="1200" y="1329"/>
                    <a:pt x="1250" y="1875"/>
                  </a:cubicBezTo>
                  <a:cubicBezTo>
                    <a:pt x="1269" y="1934"/>
                    <a:pt x="1220" y="2004"/>
                    <a:pt x="1160" y="2014"/>
                  </a:cubicBezTo>
                  <a:cubicBezTo>
                    <a:pt x="982" y="2063"/>
                    <a:pt x="823" y="2152"/>
                    <a:pt x="694" y="2281"/>
                  </a:cubicBezTo>
                  <a:cubicBezTo>
                    <a:pt x="407" y="2599"/>
                    <a:pt x="337" y="3055"/>
                    <a:pt x="516" y="3441"/>
                  </a:cubicBezTo>
                  <a:cubicBezTo>
                    <a:pt x="556" y="3501"/>
                    <a:pt x="546" y="3570"/>
                    <a:pt x="496" y="3620"/>
                  </a:cubicBezTo>
                  <a:cubicBezTo>
                    <a:pt x="347" y="3759"/>
                    <a:pt x="238" y="3937"/>
                    <a:pt x="199" y="4135"/>
                  </a:cubicBezTo>
                  <a:cubicBezTo>
                    <a:pt x="139" y="4552"/>
                    <a:pt x="218" y="4919"/>
                    <a:pt x="565" y="5186"/>
                  </a:cubicBezTo>
                  <a:cubicBezTo>
                    <a:pt x="625" y="5236"/>
                    <a:pt x="625" y="5276"/>
                    <a:pt x="605" y="5355"/>
                  </a:cubicBezTo>
                  <a:cubicBezTo>
                    <a:pt x="496" y="5643"/>
                    <a:pt x="526" y="5950"/>
                    <a:pt x="675" y="6218"/>
                  </a:cubicBezTo>
                  <a:cubicBezTo>
                    <a:pt x="813" y="6475"/>
                    <a:pt x="1061" y="6654"/>
                    <a:pt x="1349" y="6713"/>
                  </a:cubicBezTo>
                  <a:lnTo>
                    <a:pt x="1359" y="6713"/>
                  </a:lnTo>
                  <a:lnTo>
                    <a:pt x="1210" y="7100"/>
                  </a:lnTo>
                  <a:lnTo>
                    <a:pt x="1210" y="7100"/>
                  </a:lnTo>
                  <a:lnTo>
                    <a:pt x="119" y="9896"/>
                  </a:lnTo>
                  <a:cubicBezTo>
                    <a:pt x="0" y="10214"/>
                    <a:pt x="159" y="10382"/>
                    <a:pt x="486" y="10263"/>
                  </a:cubicBezTo>
                  <a:lnTo>
                    <a:pt x="1160" y="10015"/>
                  </a:lnTo>
                  <a:cubicBezTo>
                    <a:pt x="1488" y="9906"/>
                    <a:pt x="1854" y="10055"/>
                    <a:pt x="2023" y="10362"/>
                  </a:cubicBezTo>
                  <a:lnTo>
                    <a:pt x="2350" y="10997"/>
                  </a:lnTo>
                  <a:cubicBezTo>
                    <a:pt x="2499" y="11304"/>
                    <a:pt x="2737" y="11294"/>
                    <a:pt x="2876" y="10977"/>
                  </a:cubicBezTo>
                  <a:lnTo>
                    <a:pt x="3956" y="8498"/>
                  </a:lnTo>
                  <a:lnTo>
                    <a:pt x="3996" y="8746"/>
                  </a:lnTo>
                  <a:lnTo>
                    <a:pt x="3996" y="8746"/>
                  </a:lnTo>
                  <a:lnTo>
                    <a:pt x="4403" y="10947"/>
                  </a:lnTo>
                  <a:cubicBezTo>
                    <a:pt x="4462" y="11284"/>
                    <a:pt x="4690" y="11344"/>
                    <a:pt x="4908" y="11076"/>
                  </a:cubicBezTo>
                  <a:lnTo>
                    <a:pt x="5364" y="10531"/>
                  </a:lnTo>
                  <a:cubicBezTo>
                    <a:pt x="5602" y="10273"/>
                    <a:pt x="5989" y="10214"/>
                    <a:pt x="6287" y="10392"/>
                  </a:cubicBezTo>
                  <a:lnTo>
                    <a:pt x="6891" y="10779"/>
                  </a:lnTo>
                  <a:cubicBezTo>
                    <a:pt x="7179" y="10967"/>
                    <a:pt x="7367" y="10838"/>
                    <a:pt x="7318" y="10501"/>
                  </a:cubicBezTo>
                  <a:lnTo>
                    <a:pt x="6872" y="7437"/>
                  </a:lnTo>
                  <a:cubicBezTo>
                    <a:pt x="6951" y="7398"/>
                    <a:pt x="7030" y="7338"/>
                    <a:pt x="7100" y="7279"/>
                  </a:cubicBezTo>
                  <a:cubicBezTo>
                    <a:pt x="7288" y="7080"/>
                    <a:pt x="7407" y="6813"/>
                    <a:pt x="7417" y="6535"/>
                  </a:cubicBezTo>
                  <a:cubicBezTo>
                    <a:pt x="7427" y="6456"/>
                    <a:pt x="7457" y="6426"/>
                    <a:pt x="7526" y="6386"/>
                  </a:cubicBezTo>
                  <a:cubicBezTo>
                    <a:pt x="7695" y="6307"/>
                    <a:pt x="7843" y="6218"/>
                    <a:pt x="7982" y="6099"/>
                  </a:cubicBezTo>
                  <a:cubicBezTo>
                    <a:pt x="8111" y="5960"/>
                    <a:pt x="8200" y="5781"/>
                    <a:pt x="8230" y="5583"/>
                  </a:cubicBezTo>
                  <a:cubicBezTo>
                    <a:pt x="8240" y="5385"/>
                    <a:pt x="8210" y="5177"/>
                    <a:pt x="8131" y="4988"/>
                  </a:cubicBezTo>
                  <a:cubicBezTo>
                    <a:pt x="8071" y="4899"/>
                    <a:pt x="8091" y="4780"/>
                    <a:pt x="8180" y="471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39" name="Google Shape;2439;p41"/>
            <p:cNvGrpSpPr/>
            <p:nvPr/>
          </p:nvGrpSpPr>
          <p:grpSpPr>
            <a:xfrm>
              <a:off x="6732577" y="3509843"/>
              <a:ext cx="476410" cy="639915"/>
              <a:chOff x="6278602" y="3509899"/>
              <a:chExt cx="476410" cy="639915"/>
            </a:xfrm>
          </p:grpSpPr>
          <p:sp>
            <p:nvSpPr>
              <p:cNvPr id="2440" name="Google Shape;2440;p41"/>
              <p:cNvSpPr/>
              <p:nvPr/>
            </p:nvSpPr>
            <p:spPr>
              <a:xfrm>
                <a:off x="6278602" y="3884687"/>
                <a:ext cx="238823" cy="262927"/>
              </a:xfrm>
              <a:custGeom>
                <a:avLst/>
                <a:gdLst/>
                <a:ahLst/>
                <a:cxnLst/>
                <a:rect l="l" t="t" r="r" b="b"/>
                <a:pathLst>
                  <a:path w="4255" h="4661" extrusionOk="0">
                    <a:moveTo>
                      <a:pt x="1389" y="0"/>
                    </a:moveTo>
                    <a:lnTo>
                      <a:pt x="119" y="3262"/>
                    </a:lnTo>
                    <a:cubicBezTo>
                      <a:pt x="0" y="3579"/>
                      <a:pt x="159" y="3748"/>
                      <a:pt x="476" y="3629"/>
                    </a:cubicBezTo>
                    <a:lnTo>
                      <a:pt x="1151" y="3381"/>
                    </a:lnTo>
                    <a:cubicBezTo>
                      <a:pt x="1488" y="3272"/>
                      <a:pt x="1855" y="3421"/>
                      <a:pt x="2023" y="3728"/>
                    </a:cubicBezTo>
                    <a:lnTo>
                      <a:pt x="2340" y="4363"/>
                    </a:lnTo>
                    <a:cubicBezTo>
                      <a:pt x="2499" y="4660"/>
                      <a:pt x="2737" y="4660"/>
                      <a:pt x="2876" y="4343"/>
                    </a:cubicBezTo>
                    <a:lnTo>
                      <a:pt x="4254" y="115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41"/>
              <p:cNvSpPr/>
              <p:nvPr/>
            </p:nvSpPr>
            <p:spPr>
              <a:xfrm>
                <a:off x="6489529" y="3907026"/>
                <a:ext cx="202620" cy="242789"/>
              </a:xfrm>
              <a:custGeom>
                <a:avLst/>
                <a:gdLst/>
                <a:ahLst/>
                <a:cxnLst/>
                <a:rect l="l" t="t" r="r" b="b"/>
                <a:pathLst>
                  <a:path w="3610" h="4304" extrusionOk="0">
                    <a:moveTo>
                      <a:pt x="3054" y="1"/>
                    </a:moveTo>
                    <a:lnTo>
                      <a:pt x="3560" y="3471"/>
                    </a:lnTo>
                    <a:cubicBezTo>
                      <a:pt x="3609" y="3808"/>
                      <a:pt x="3411" y="3937"/>
                      <a:pt x="3124" y="3749"/>
                    </a:cubicBezTo>
                    <a:lnTo>
                      <a:pt x="2519" y="3362"/>
                    </a:lnTo>
                    <a:cubicBezTo>
                      <a:pt x="2221" y="3183"/>
                      <a:pt x="1835" y="3243"/>
                      <a:pt x="1607" y="3501"/>
                    </a:cubicBezTo>
                    <a:lnTo>
                      <a:pt x="1150" y="4046"/>
                    </a:lnTo>
                    <a:cubicBezTo>
                      <a:pt x="932" y="4304"/>
                      <a:pt x="704" y="4244"/>
                      <a:pt x="635" y="3917"/>
                    </a:cubicBezTo>
                    <a:lnTo>
                      <a:pt x="0" y="486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41"/>
              <p:cNvSpPr/>
              <p:nvPr/>
            </p:nvSpPr>
            <p:spPr>
              <a:xfrm>
                <a:off x="6346516" y="3884123"/>
                <a:ext cx="321162" cy="124779"/>
              </a:xfrm>
              <a:custGeom>
                <a:avLst/>
                <a:gdLst/>
                <a:ahLst/>
                <a:cxnLst/>
                <a:rect l="l" t="t" r="r" b="b"/>
                <a:pathLst>
                  <a:path w="5722" h="2212" extrusionOk="0">
                    <a:moveTo>
                      <a:pt x="5602" y="407"/>
                    </a:moveTo>
                    <a:lnTo>
                      <a:pt x="2548" y="883"/>
                    </a:lnTo>
                    <a:lnTo>
                      <a:pt x="2568" y="962"/>
                    </a:lnTo>
                    <a:lnTo>
                      <a:pt x="179" y="0"/>
                    </a:lnTo>
                    <a:lnTo>
                      <a:pt x="0" y="476"/>
                    </a:lnTo>
                    <a:cubicBezTo>
                      <a:pt x="40" y="496"/>
                      <a:pt x="89" y="506"/>
                      <a:pt x="139" y="516"/>
                    </a:cubicBezTo>
                    <a:cubicBezTo>
                      <a:pt x="228" y="526"/>
                      <a:pt x="248" y="575"/>
                      <a:pt x="258" y="655"/>
                    </a:cubicBezTo>
                    <a:cubicBezTo>
                      <a:pt x="357" y="1309"/>
                      <a:pt x="863" y="1676"/>
                      <a:pt x="1527" y="1547"/>
                    </a:cubicBezTo>
                    <a:cubicBezTo>
                      <a:pt x="1606" y="1537"/>
                      <a:pt x="1636" y="1537"/>
                      <a:pt x="1676" y="1606"/>
                    </a:cubicBezTo>
                    <a:cubicBezTo>
                      <a:pt x="1745" y="1725"/>
                      <a:pt x="1844" y="1825"/>
                      <a:pt x="1943" y="1914"/>
                    </a:cubicBezTo>
                    <a:cubicBezTo>
                      <a:pt x="2033" y="1993"/>
                      <a:pt x="2132" y="2053"/>
                      <a:pt x="2231" y="2102"/>
                    </a:cubicBezTo>
                    <a:lnTo>
                      <a:pt x="2290" y="2122"/>
                    </a:lnTo>
                    <a:cubicBezTo>
                      <a:pt x="2390" y="2152"/>
                      <a:pt x="2509" y="2162"/>
                      <a:pt x="2618" y="2152"/>
                    </a:cubicBezTo>
                    <a:lnTo>
                      <a:pt x="2737" y="1874"/>
                    </a:lnTo>
                    <a:lnTo>
                      <a:pt x="2786" y="2122"/>
                    </a:lnTo>
                    <a:cubicBezTo>
                      <a:pt x="2955" y="2062"/>
                      <a:pt x="3113" y="1973"/>
                      <a:pt x="3232" y="1854"/>
                    </a:cubicBezTo>
                    <a:cubicBezTo>
                      <a:pt x="3302" y="1795"/>
                      <a:pt x="3341" y="1844"/>
                      <a:pt x="3391" y="1874"/>
                    </a:cubicBezTo>
                    <a:cubicBezTo>
                      <a:pt x="3966" y="2211"/>
                      <a:pt x="4581" y="2023"/>
                      <a:pt x="4888" y="1428"/>
                    </a:cubicBezTo>
                    <a:cubicBezTo>
                      <a:pt x="4908" y="1388"/>
                      <a:pt x="4918" y="1339"/>
                      <a:pt x="4987" y="1339"/>
                    </a:cubicBezTo>
                    <a:cubicBezTo>
                      <a:pt x="5215" y="1368"/>
                      <a:pt x="5444" y="1339"/>
                      <a:pt x="5642" y="1240"/>
                    </a:cubicBezTo>
                    <a:lnTo>
                      <a:pt x="5721" y="12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41"/>
              <p:cNvSpPr/>
              <p:nvPr/>
            </p:nvSpPr>
            <p:spPr>
              <a:xfrm>
                <a:off x="6285281" y="3509899"/>
                <a:ext cx="469731" cy="476044"/>
              </a:xfrm>
              <a:custGeom>
                <a:avLst/>
                <a:gdLst/>
                <a:ahLst/>
                <a:cxnLst/>
                <a:rect l="l" t="t" r="r" b="b"/>
                <a:pathLst>
                  <a:path w="8369" h="8439" extrusionOk="0">
                    <a:moveTo>
                      <a:pt x="3381" y="8320"/>
                    </a:moveTo>
                    <a:lnTo>
                      <a:pt x="3322" y="8300"/>
                    </a:lnTo>
                    <a:cubicBezTo>
                      <a:pt x="3094" y="8201"/>
                      <a:pt x="2896" y="8022"/>
                      <a:pt x="2767" y="7804"/>
                    </a:cubicBezTo>
                    <a:cubicBezTo>
                      <a:pt x="2727" y="7745"/>
                      <a:pt x="2687" y="7735"/>
                      <a:pt x="2618" y="7745"/>
                    </a:cubicBezTo>
                    <a:cubicBezTo>
                      <a:pt x="1954" y="7874"/>
                      <a:pt x="1448" y="7517"/>
                      <a:pt x="1349" y="6852"/>
                    </a:cubicBezTo>
                    <a:cubicBezTo>
                      <a:pt x="1339" y="6773"/>
                      <a:pt x="1319" y="6733"/>
                      <a:pt x="1220" y="6713"/>
                    </a:cubicBezTo>
                    <a:cubicBezTo>
                      <a:pt x="932" y="6664"/>
                      <a:pt x="685" y="6475"/>
                      <a:pt x="546" y="6218"/>
                    </a:cubicBezTo>
                    <a:cubicBezTo>
                      <a:pt x="397" y="5960"/>
                      <a:pt x="377" y="5643"/>
                      <a:pt x="476" y="5365"/>
                    </a:cubicBezTo>
                    <a:cubicBezTo>
                      <a:pt x="506" y="5286"/>
                      <a:pt x="506" y="5236"/>
                      <a:pt x="447" y="5196"/>
                    </a:cubicBezTo>
                    <a:cubicBezTo>
                      <a:pt x="90" y="4919"/>
                      <a:pt x="0" y="4552"/>
                      <a:pt x="70" y="4135"/>
                    </a:cubicBezTo>
                    <a:cubicBezTo>
                      <a:pt x="119" y="3937"/>
                      <a:pt x="218" y="3759"/>
                      <a:pt x="367" y="3620"/>
                    </a:cubicBezTo>
                    <a:cubicBezTo>
                      <a:pt x="417" y="3580"/>
                      <a:pt x="427" y="3501"/>
                      <a:pt x="397" y="3451"/>
                    </a:cubicBezTo>
                    <a:cubicBezTo>
                      <a:pt x="209" y="3055"/>
                      <a:pt x="288" y="2599"/>
                      <a:pt x="575" y="2281"/>
                    </a:cubicBezTo>
                    <a:cubicBezTo>
                      <a:pt x="704" y="2152"/>
                      <a:pt x="863" y="2063"/>
                      <a:pt x="1032" y="2023"/>
                    </a:cubicBezTo>
                    <a:cubicBezTo>
                      <a:pt x="1101" y="2004"/>
                      <a:pt x="1141" y="1944"/>
                      <a:pt x="1121" y="1875"/>
                    </a:cubicBezTo>
                    <a:cubicBezTo>
                      <a:pt x="1071" y="1329"/>
                      <a:pt x="1626" y="784"/>
                      <a:pt x="2221" y="873"/>
                    </a:cubicBezTo>
                    <a:cubicBezTo>
                      <a:pt x="2350" y="893"/>
                      <a:pt x="2400" y="844"/>
                      <a:pt x="2469" y="725"/>
                    </a:cubicBezTo>
                    <a:cubicBezTo>
                      <a:pt x="2747" y="249"/>
                      <a:pt x="3342" y="60"/>
                      <a:pt x="3838" y="308"/>
                    </a:cubicBezTo>
                    <a:cubicBezTo>
                      <a:pt x="3907" y="358"/>
                      <a:pt x="4006" y="358"/>
                      <a:pt x="4085" y="298"/>
                    </a:cubicBezTo>
                    <a:cubicBezTo>
                      <a:pt x="4532" y="1"/>
                      <a:pt x="5226" y="120"/>
                      <a:pt x="5513" y="615"/>
                    </a:cubicBezTo>
                    <a:cubicBezTo>
                      <a:pt x="5573" y="725"/>
                      <a:pt x="5662" y="685"/>
                      <a:pt x="5741" y="675"/>
                    </a:cubicBezTo>
                    <a:cubicBezTo>
                      <a:pt x="6336" y="546"/>
                      <a:pt x="6911" y="963"/>
                      <a:pt x="6961" y="1567"/>
                    </a:cubicBezTo>
                    <a:cubicBezTo>
                      <a:pt x="6971" y="1627"/>
                      <a:pt x="6981" y="1667"/>
                      <a:pt x="7060" y="1686"/>
                    </a:cubicBezTo>
                    <a:cubicBezTo>
                      <a:pt x="7685" y="1795"/>
                      <a:pt x="8052" y="2440"/>
                      <a:pt x="7843" y="3025"/>
                    </a:cubicBezTo>
                    <a:cubicBezTo>
                      <a:pt x="7784" y="3193"/>
                      <a:pt x="7933" y="3243"/>
                      <a:pt x="8012" y="3312"/>
                    </a:cubicBezTo>
                    <a:cubicBezTo>
                      <a:pt x="8151" y="3451"/>
                      <a:pt x="8250" y="3630"/>
                      <a:pt x="8290" y="3828"/>
                    </a:cubicBezTo>
                    <a:cubicBezTo>
                      <a:pt x="8369" y="4145"/>
                      <a:pt x="8280" y="4473"/>
                      <a:pt x="8052" y="4720"/>
                    </a:cubicBezTo>
                    <a:cubicBezTo>
                      <a:pt x="7972" y="4780"/>
                      <a:pt x="7943" y="4899"/>
                      <a:pt x="8012" y="4998"/>
                    </a:cubicBezTo>
                    <a:cubicBezTo>
                      <a:pt x="8091" y="5186"/>
                      <a:pt x="8121" y="5385"/>
                      <a:pt x="8101" y="5583"/>
                    </a:cubicBezTo>
                    <a:cubicBezTo>
                      <a:pt x="8071" y="5781"/>
                      <a:pt x="7982" y="5960"/>
                      <a:pt x="7853" y="6109"/>
                    </a:cubicBezTo>
                    <a:cubicBezTo>
                      <a:pt x="7714" y="6218"/>
                      <a:pt x="7566" y="6317"/>
                      <a:pt x="7407" y="6386"/>
                    </a:cubicBezTo>
                    <a:cubicBezTo>
                      <a:pt x="7328" y="6426"/>
                      <a:pt x="7298" y="6456"/>
                      <a:pt x="7288" y="6545"/>
                    </a:cubicBezTo>
                    <a:cubicBezTo>
                      <a:pt x="7278" y="6822"/>
                      <a:pt x="7169" y="7080"/>
                      <a:pt x="6971" y="7289"/>
                    </a:cubicBezTo>
                    <a:cubicBezTo>
                      <a:pt x="6901" y="7348"/>
                      <a:pt x="6822" y="7407"/>
                      <a:pt x="6733" y="7447"/>
                    </a:cubicBezTo>
                    <a:cubicBezTo>
                      <a:pt x="6535" y="7546"/>
                      <a:pt x="6306" y="7576"/>
                      <a:pt x="6078" y="7546"/>
                    </a:cubicBezTo>
                    <a:cubicBezTo>
                      <a:pt x="6009" y="7546"/>
                      <a:pt x="5999" y="7596"/>
                      <a:pt x="5979" y="7636"/>
                    </a:cubicBezTo>
                    <a:cubicBezTo>
                      <a:pt x="5672" y="8230"/>
                      <a:pt x="5057" y="8419"/>
                      <a:pt x="4482" y="8082"/>
                    </a:cubicBezTo>
                    <a:cubicBezTo>
                      <a:pt x="4432" y="8052"/>
                      <a:pt x="4393" y="8002"/>
                      <a:pt x="4323" y="8062"/>
                    </a:cubicBezTo>
                    <a:cubicBezTo>
                      <a:pt x="4085" y="8290"/>
                      <a:pt x="3699" y="8439"/>
                      <a:pt x="3381" y="8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41"/>
              <p:cNvSpPr/>
              <p:nvPr/>
            </p:nvSpPr>
            <p:spPr>
              <a:xfrm>
                <a:off x="6345394" y="3573135"/>
                <a:ext cx="354557" cy="354650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6287" extrusionOk="0">
                    <a:moveTo>
                      <a:pt x="6207" y="3133"/>
                    </a:moveTo>
                    <a:cubicBezTo>
                      <a:pt x="6306" y="4869"/>
                      <a:pt x="4720" y="6286"/>
                      <a:pt x="3064" y="6257"/>
                    </a:cubicBezTo>
                    <a:cubicBezTo>
                      <a:pt x="1359" y="6197"/>
                      <a:pt x="0" y="4809"/>
                      <a:pt x="0" y="3104"/>
                    </a:cubicBezTo>
                    <a:cubicBezTo>
                      <a:pt x="0" y="1448"/>
                      <a:pt x="1428" y="0"/>
                      <a:pt x="3133" y="0"/>
                    </a:cubicBezTo>
                    <a:cubicBezTo>
                      <a:pt x="4740" y="10"/>
                      <a:pt x="6316" y="1438"/>
                      <a:pt x="6207" y="31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41"/>
              <p:cNvSpPr/>
              <p:nvPr/>
            </p:nvSpPr>
            <p:spPr>
              <a:xfrm>
                <a:off x="6407134" y="3636878"/>
                <a:ext cx="229898" cy="232748"/>
              </a:xfrm>
              <a:custGeom>
                <a:avLst/>
                <a:gdLst/>
                <a:ahLst/>
                <a:cxnLst/>
                <a:rect l="l" t="t" r="r" b="b"/>
                <a:pathLst>
                  <a:path w="4096" h="4126" extrusionOk="0">
                    <a:moveTo>
                      <a:pt x="2016" y="0"/>
                    </a:moveTo>
                    <a:cubicBezTo>
                      <a:pt x="2015" y="0"/>
                      <a:pt x="2014" y="0"/>
                      <a:pt x="2014" y="1"/>
                    </a:cubicBezTo>
                    <a:cubicBezTo>
                      <a:pt x="1865" y="20"/>
                      <a:pt x="1766" y="645"/>
                      <a:pt x="1667" y="1101"/>
                    </a:cubicBezTo>
                    <a:cubicBezTo>
                      <a:pt x="1319" y="851"/>
                      <a:pt x="858" y="513"/>
                      <a:pt x="704" y="513"/>
                    </a:cubicBezTo>
                    <a:cubicBezTo>
                      <a:pt x="687" y="513"/>
                      <a:pt x="674" y="517"/>
                      <a:pt x="665" y="526"/>
                    </a:cubicBezTo>
                    <a:cubicBezTo>
                      <a:pt x="566" y="625"/>
                      <a:pt x="973" y="1309"/>
                      <a:pt x="1201" y="1726"/>
                    </a:cubicBezTo>
                    <a:cubicBezTo>
                      <a:pt x="744" y="1845"/>
                      <a:pt x="1" y="1964"/>
                      <a:pt x="1" y="2093"/>
                    </a:cubicBezTo>
                    <a:cubicBezTo>
                      <a:pt x="11" y="2231"/>
                      <a:pt x="685" y="2311"/>
                      <a:pt x="1141" y="2410"/>
                    </a:cubicBezTo>
                    <a:cubicBezTo>
                      <a:pt x="873" y="2807"/>
                      <a:pt x="437" y="3332"/>
                      <a:pt x="526" y="3421"/>
                    </a:cubicBezTo>
                    <a:cubicBezTo>
                      <a:pt x="536" y="3432"/>
                      <a:pt x="550" y="3436"/>
                      <a:pt x="570" y="3436"/>
                    </a:cubicBezTo>
                    <a:cubicBezTo>
                      <a:pt x="741" y="3436"/>
                      <a:pt x="1273" y="3081"/>
                      <a:pt x="1647" y="2886"/>
                    </a:cubicBezTo>
                    <a:cubicBezTo>
                      <a:pt x="1765" y="3349"/>
                      <a:pt x="1922" y="4125"/>
                      <a:pt x="2070" y="4125"/>
                    </a:cubicBezTo>
                    <a:cubicBezTo>
                      <a:pt x="2071" y="4125"/>
                      <a:pt x="2072" y="4125"/>
                      <a:pt x="2073" y="4125"/>
                    </a:cubicBezTo>
                    <a:cubicBezTo>
                      <a:pt x="2212" y="4105"/>
                      <a:pt x="2321" y="3481"/>
                      <a:pt x="2410" y="3025"/>
                    </a:cubicBezTo>
                    <a:cubicBezTo>
                      <a:pt x="2767" y="3275"/>
                      <a:pt x="3221" y="3613"/>
                      <a:pt x="3380" y="3613"/>
                    </a:cubicBezTo>
                    <a:cubicBezTo>
                      <a:pt x="3398" y="3613"/>
                      <a:pt x="3412" y="3609"/>
                      <a:pt x="3422" y="3600"/>
                    </a:cubicBezTo>
                    <a:cubicBezTo>
                      <a:pt x="3511" y="3501"/>
                      <a:pt x="3104" y="2816"/>
                      <a:pt x="2876" y="2410"/>
                    </a:cubicBezTo>
                    <a:cubicBezTo>
                      <a:pt x="3352" y="2291"/>
                      <a:pt x="4096" y="2182"/>
                      <a:pt x="4076" y="2033"/>
                    </a:cubicBezTo>
                    <a:cubicBezTo>
                      <a:pt x="4076" y="1904"/>
                      <a:pt x="3402" y="1815"/>
                      <a:pt x="2946" y="1716"/>
                    </a:cubicBezTo>
                    <a:cubicBezTo>
                      <a:pt x="3213" y="1319"/>
                      <a:pt x="3650" y="794"/>
                      <a:pt x="3560" y="695"/>
                    </a:cubicBezTo>
                    <a:cubicBezTo>
                      <a:pt x="3552" y="686"/>
                      <a:pt x="3539" y="682"/>
                      <a:pt x="3521" y="682"/>
                    </a:cubicBezTo>
                    <a:cubicBezTo>
                      <a:pt x="3355" y="682"/>
                      <a:pt x="2807" y="1042"/>
                      <a:pt x="2430" y="1240"/>
                    </a:cubicBezTo>
                    <a:cubicBezTo>
                      <a:pt x="2312" y="777"/>
                      <a:pt x="2154" y="0"/>
                      <a:pt x="20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41"/>
              <p:cNvSpPr/>
              <p:nvPr/>
            </p:nvSpPr>
            <p:spPr>
              <a:xfrm>
                <a:off x="6613627" y="3747047"/>
                <a:ext cx="69598" cy="120887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2143" extrusionOk="0">
                    <a:moveTo>
                      <a:pt x="1141" y="140"/>
                    </a:moveTo>
                    <a:cubicBezTo>
                      <a:pt x="1111" y="50"/>
                      <a:pt x="1022" y="1"/>
                      <a:pt x="932" y="21"/>
                    </a:cubicBezTo>
                    <a:cubicBezTo>
                      <a:pt x="843" y="50"/>
                      <a:pt x="794" y="140"/>
                      <a:pt x="813" y="229"/>
                    </a:cubicBezTo>
                    <a:cubicBezTo>
                      <a:pt x="903" y="814"/>
                      <a:pt x="566" y="1369"/>
                      <a:pt x="159" y="1756"/>
                    </a:cubicBezTo>
                    <a:cubicBezTo>
                      <a:pt x="0" y="1905"/>
                      <a:pt x="238" y="2143"/>
                      <a:pt x="387" y="1994"/>
                    </a:cubicBezTo>
                    <a:cubicBezTo>
                      <a:pt x="913" y="1518"/>
                      <a:pt x="1240" y="854"/>
                      <a:pt x="1141" y="14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47" name="Google Shape;2447;p41"/>
          <p:cNvGrpSpPr/>
          <p:nvPr/>
        </p:nvGrpSpPr>
        <p:grpSpPr>
          <a:xfrm>
            <a:off x="712951" y="2434588"/>
            <a:ext cx="274452" cy="274317"/>
            <a:chOff x="2167548" y="1796250"/>
            <a:chExt cx="274452" cy="274317"/>
          </a:xfrm>
        </p:grpSpPr>
        <p:sp>
          <p:nvSpPr>
            <p:cNvPr id="2448" name="Google Shape;2448;p41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41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0" name="Google Shape;2450;p41"/>
          <p:cNvGrpSpPr/>
          <p:nvPr/>
        </p:nvGrpSpPr>
        <p:grpSpPr>
          <a:xfrm>
            <a:off x="7762525" y="1828448"/>
            <a:ext cx="273484" cy="274317"/>
            <a:chOff x="5885615" y="165400"/>
            <a:chExt cx="364743" cy="365756"/>
          </a:xfrm>
        </p:grpSpPr>
        <p:sp>
          <p:nvSpPr>
            <p:cNvPr id="2451" name="Google Shape;2451;p41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1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3" name="Google Shape;2453;p41"/>
          <p:cNvGrpSpPr/>
          <p:nvPr/>
        </p:nvGrpSpPr>
        <p:grpSpPr>
          <a:xfrm flipH="1">
            <a:off x="8072443" y="2297425"/>
            <a:ext cx="359149" cy="274320"/>
            <a:chOff x="1684504" y="2090725"/>
            <a:chExt cx="359149" cy="274320"/>
          </a:xfrm>
        </p:grpSpPr>
        <p:sp>
          <p:nvSpPr>
            <p:cNvPr id="2454" name="Google Shape;2454;p41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41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6" name="Google Shape;2456;p41"/>
          <p:cNvGrpSpPr/>
          <p:nvPr/>
        </p:nvGrpSpPr>
        <p:grpSpPr>
          <a:xfrm flipH="1">
            <a:off x="843755" y="2891988"/>
            <a:ext cx="376078" cy="365766"/>
            <a:chOff x="1243851" y="2712376"/>
            <a:chExt cx="376078" cy="365766"/>
          </a:xfrm>
        </p:grpSpPr>
        <p:sp>
          <p:nvSpPr>
            <p:cNvPr id="2457" name="Google Shape;2457;p41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41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p4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finance</a:t>
            </a:r>
            <a:endParaRPr/>
          </a:p>
        </p:txBody>
      </p:sp>
      <p:sp>
        <p:nvSpPr>
          <p:cNvPr id="2464" name="Google Shape;2464;p42"/>
          <p:cNvSpPr txBox="1">
            <a:spLocks noGrp="1"/>
          </p:cNvSpPr>
          <p:nvPr>
            <p:ph type="subTitle" idx="1"/>
          </p:nvPr>
        </p:nvSpPr>
        <p:spPr>
          <a:xfrm>
            <a:off x="780275" y="3415406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 the closest planet to the Sun</a:t>
            </a:r>
            <a:r>
              <a:rPr lang="en"/>
              <a:t> and the smallest one in the entire Solar System</a:t>
            </a:r>
            <a:endParaRPr/>
          </a:p>
        </p:txBody>
      </p:sp>
      <p:sp>
        <p:nvSpPr>
          <p:cNvPr id="2465" name="Google Shape;2465;p42"/>
          <p:cNvSpPr txBox="1">
            <a:spLocks noGrp="1"/>
          </p:cNvSpPr>
          <p:nvPr>
            <p:ph type="subTitle" idx="2"/>
          </p:nvPr>
        </p:nvSpPr>
        <p:spPr>
          <a:xfrm>
            <a:off x="3474750" y="3415406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a beautiful name</a:t>
            </a:r>
            <a:r>
              <a:rPr lang="en"/>
              <a:t> and is the second planet from the Sun. It is a terribly hot planet</a:t>
            </a:r>
            <a:endParaRPr/>
          </a:p>
        </p:txBody>
      </p:sp>
      <p:sp>
        <p:nvSpPr>
          <p:cNvPr id="2466" name="Google Shape;2466;p42"/>
          <p:cNvSpPr txBox="1">
            <a:spLocks noGrp="1"/>
          </p:cNvSpPr>
          <p:nvPr>
            <p:ph type="subTitle" idx="3"/>
          </p:nvPr>
        </p:nvSpPr>
        <p:spPr>
          <a:xfrm>
            <a:off x="6169213" y="3415406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third planet from the Sun</a:t>
            </a:r>
            <a:r>
              <a:rPr lang="en"/>
              <a:t> and the only one that harbors life in the Solar System</a:t>
            </a:r>
            <a:endParaRPr/>
          </a:p>
        </p:txBody>
      </p:sp>
      <p:sp>
        <p:nvSpPr>
          <p:cNvPr id="2467" name="Google Shape;2467;p42"/>
          <p:cNvSpPr txBox="1">
            <a:spLocks noGrp="1"/>
          </p:cNvSpPr>
          <p:nvPr>
            <p:ph type="subTitle" idx="4"/>
          </p:nvPr>
        </p:nvSpPr>
        <p:spPr>
          <a:xfrm>
            <a:off x="780275" y="2409542"/>
            <a:ext cx="21945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finance</a:t>
            </a:r>
            <a:endParaRPr/>
          </a:p>
        </p:txBody>
      </p:sp>
      <p:sp>
        <p:nvSpPr>
          <p:cNvPr id="2468" name="Google Shape;2468;p42"/>
          <p:cNvSpPr txBox="1">
            <a:spLocks noGrp="1"/>
          </p:cNvSpPr>
          <p:nvPr>
            <p:ph type="subTitle" idx="5"/>
          </p:nvPr>
        </p:nvSpPr>
        <p:spPr>
          <a:xfrm>
            <a:off x="3474750" y="2409542"/>
            <a:ext cx="21945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Corporate finance</a:t>
            </a:r>
            <a:endParaRPr/>
          </a:p>
        </p:txBody>
      </p:sp>
      <p:sp>
        <p:nvSpPr>
          <p:cNvPr id="2469" name="Google Shape;2469;p42"/>
          <p:cNvSpPr txBox="1">
            <a:spLocks noGrp="1"/>
          </p:cNvSpPr>
          <p:nvPr>
            <p:ph type="subTitle" idx="6"/>
          </p:nvPr>
        </p:nvSpPr>
        <p:spPr>
          <a:xfrm>
            <a:off x="6169213" y="2409542"/>
            <a:ext cx="21945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finance</a:t>
            </a:r>
            <a:endParaRPr/>
          </a:p>
        </p:txBody>
      </p:sp>
      <p:cxnSp>
        <p:nvCxnSpPr>
          <p:cNvPr id="2470" name="Google Shape;2470;p42"/>
          <p:cNvCxnSpPr/>
          <p:nvPr/>
        </p:nvCxnSpPr>
        <p:spPr>
          <a:xfrm>
            <a:off x="1420325" y="3323956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471" name="Google Shape;2471;p42"/>
          <p:cNvCxnSpPr/>
          <p:nvPr/>
        </p:nvCxnSpPr>
        <p:spPr>
          <a:xfrm>
            <a:off x="4114800" y="3323956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472" name="Google Shape;2472;p42"/>
          <p:cNvCxnSpPr/>
          <p:nvPr/>
        </p:nvCxnSpPr>
        <p:spPr>
          <a:xfrm>
            <a:off x="6809263" y="3323956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2473" name="Google Shape;2473;p42"/>
          <p:cNvGrpSpPr/>
          <p:nvPr/>
        </p:nvGrpSpPr>
        <p:grpSpPr>
          <a:xfrm>
            <a:off x="1603209" y="1611654"/>
            <a:ext cx="548631" cy="548634"/>
            <a:chOff x="-60987050" y="2671400"/>
            <a:chExt cx="315850" cy="318825"/>
          </a:xfrm>
        </p:grpSpPr>
        <p:sp>
          <p:nvSpPr>
            <p:cNvPr id="2474" name="Google Shape;2474;p42"/>
            <p:cNvSpPr/>
            <p:nvPr/>
          </p:nvSpPr>
          <p:spPr>
            <a:xfrm>
              <a:off x="-60987050" y="2671400"/>
              <a:ext cx="315850" cy="318825"/>
            </a:xfrm>
            <a:custGeom>
              <a:avLst/>
              <a:gdLst/>
              <a:ahLst/>
              <a:cxnLst/>
              <a:rect l="l" t="t" r="r" b="b"/>
              <a:pathLst>
                <a:path w="12634" h="12753" extrusionOk="0">
                  <a:moveTo>
                    <a:pt x="6270" y="844"/>
                  </a:moveTo>
                  <a:lnTo>
                    <a:pt x="11783" y="3175"/>
                  </a:lnTo>
                  <a:lnTo>
                    <a:pt x="11783" y="4152"/>
                  </a:lnTo>
                  <a:lnTo>
                    <a:pt x="757" y="4152"/>
                  </a:lnTo>
                  <a:lnTo>
                    <a:pt x="757" y="3175"/>
                  </a:lnTo>
                  <a:lnTo>
                    <a:pt x="6270" y="844"/>
                  </a:lnTo>
                  <a:close/>
                  <a:moveTo>
                    <a:pt x="2552" y="5002"/>
                  </a:moveTo>
                  <a:lnTo>
                    <a:pt x="2552" y="10232"/>
                  </a:lnTo>
                  <a:lnTo>
                    <a:pt x="1733" y="10232"/>
                  </a:lnTo>
                  <a:lnTo>
                    <a:pt x="1733" y="5002"/>
                  </a:lnTo>
                  <a:close/>
                  <a:moveTo>
                    <a:pt x="5041" y="5002"/>
                  </a:moveTo>
                  <a:lnTo>
                    <a:pt x="5041" y="10232"/>
                  </a:lnTo>
                  <a:lnTo>
                    <a:pt x="3403" y="10232"/>
                  </a:lnTo>
                  <a:lnTo>
                    <a:pt x="3403" y="5002"/>
                  </a:lnTo>
                  <a:close/>
                  <a:moveTo>
                    <a:pt x="6711" y="5002"/>
                  </a:moveTo>
                  <a:lnTo>
                    <a:pt x="6711" y="10232"/>
                  </a:lnTo>
                  <a:lnTo>
                    <a:pt x="5860" y="10232"/>
                  </a:lnTo>
                  <a:lnTo>
                    <a:pt x="5860" y="5002"/>
                  </a:lnTo>
                  <a:close/>
                  <a:moveTo>
                    <a:pt x="9168" y="5002"/>
                  </a:moveTo>
                  <a:lnTo>
                    <a:pt x="9168" y="10232"/>
                  </a:lnTo>
                  <a:lnTo>
                    <a:pt x="7530" y="10232"/>
                  </a:lnTo>
                  <a:lnTo>
                    <a:pt x="7530" y="5002"/>
                  </a:lnTo>
                  <a:close/>
                  <a:moveTo>
                    <a:pt x="10838" y="5002"/>
                  </a:moveTo>
                  <a:lnTo>
                    <a:pt x="10838" y="10232"/>
                  </a:lnTo>
                  <a:lnTo>
                    <a:pt x="10019" y="10232"/>
                  </a:lnTo>
                  <a:lnTo>
                    <a:pt x="10019" y="5002"/>
                  </a:lnTo>
                  <a:close/>
                  <a:moveTo>
                    <a:pt x="11374" y="11020"/>
                  </a:moveTo>
                  <a:cubicBezTo>
                    <a:pt x="11594" y="11051"/>
                    <a:pt x="11783" y="11209"/>
                    <a:pt x="11783" y="11461"/>
                  </a:cubicBezTo>
                  <a:lnTo>
                    <a:pt x="11783" y="11870"/>
                  </a:lnTo>
                  <a:lnTo>
                    <a:pt x="757" y="11870"/>
                  </a:lnTo>
                  <a:lnTo>
                    <a:pt x="757" y="11461"/>
                  </a:lnTo>
                  <a:cubicBezTo>
                    <a:pt x="757" y="11209"/>
                    <a:pt x="946" y="11020"/>
                    <a:pt x="1198" y="11020"/>
                  </a:cubicBezTo>
                  <a:close/>
                  <a:moveTo>
                    <a:pt x="6290" y="1"/>
                  </a:moveTo>
                  <a:cubicBezTo>
                    <a:pt x="6238" y="1"/>
                    <a:pt x="6191" y="9"/>
                    <a:pt x="6144" y="25"/>
                  </a:cubicBezTo>
                  <a:lnTo>
                    <a:pt x="252" y="2514"/>
                  </a:lnTo>
                  <a:cubicBezTo>
                    <a:pt x="95" y="2577"/>
                    <a:pt x="0" y="2703"/>
                    <a:pt x="0" y="2892"/>
                  </a:cubicBezTo>
                  <a:lnTo>
                    <a:pt x="0" y="4561"/>
                  </a:lnTo>
                  <a:cubicBezTo>
                    <a:pt x="0" y="4782"/>
                    <a:pt x="189" y="5002"/>
                    <a:pt x="410" y="5002"/>
                  </a:cubicBezTo>
                  <a:lnTo>
                    <a:pt x="946" y="5002"/>
                  </a:lnTo>
                  <a:lnTo>
                    <a:pt x="946" y="10264"/>
                  </a:lnTo>
                  <a:cubicBezTo>
                    <a:pt x="410" y="10390"/>
                    <a:pt x="0" y="10894"/>
                    <a:pt x="0" y="11492"/>
                  </a:cubicBezTo>
                  <a:lnTo>
                    <a:pt x="0" y="12311"/>
                  </a:lnTo>
                  <a:cubicBezTo>
                    <a:pt x="0" y="12532"/>
                    <a:pt x="189" y="12753"/>
                    <a:pt x="410" y="12753"/>
                  </a:cubicBezTo>
                  <a:lnTo>
                    <a:pt x="12256" y="12753"/>
                  </a:lnTo>
                  <a:cubicBezTo>
                    <a:pt x="12476" y="12753"/>
                    <a:pt x="12634" y="12532"/>
                    <a:pt x="12634" y="12311"/>
                  </a:cubicBezTo>
                  <a:lnTo>
                    <a:pt x="12634" y="11492"/>
                  </a:lnTo>
                  <a:cubicBezTo>
                    <a:pt x="12634" y="10894"/>
                    <a:pt x="12256" y="10390"/>
                    <a:pt x="11689" y="10264"/>
                  </a:cubicBezTo>
                  <a:lnTo>
                    <a:pt x="11689" y="5002"/>
                  </a:lnTo>
                  <a:lnTo>
                    <a:pt x="12256" y="5002"/>
                  </a:lnTo>
                  <a:cubicBezTo>
                    <a:pt x="12476" y="5002"/>
                    <a:pt x="12634" y="4782"/>
                    <a:pt x="12634" y="4561"/>
                  </a:cubicBezTo>
                  <a:lnTo>
                    <a:pt x="12634" y="2892"/>
                  </a:lnTo>
                  <a:cubicBezTo>
                    <a:pt x="12602" y="2734"/>
                    <a:pt x="12539" y="2577"/>
                    <a:pt x="12382" y="2514"/>
                  </a:cubicBezTo>
                  <a:lnTo>
                    <a:pt x="6459" y="25"/>
                  </a:lnTo>
                  <a:cubicBezTo>
                    <a:pt x="6396" y="9"/>
                    <a:pt x="6341" y="1"/>
                    <a:pt x="62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42"/>
            <p:cNvSpPr/>
            <p:nvPr/>
          </p:nvSpPr>
          <p:spPr>
            <a:xfrm>
              <a:off x="-60839775" y="2731075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379" y="0"/>
                  </a:moveTo>
                  <a:cubicBezTo>
                    <a:pt x="158" y="0"/>
                    <a:pt x="1" y="190"/>
                    <a:pt x="1" y="379"/>
                  </a:cubicBezTo>
                  <a:cubicBezTo>
                    <a:pt x="1" y="599"/>
                    <a:pt x="158" y="788"/>
                    <a:pt x="379" y="788"/>
                  </a:cubicBezTo>
                  <a:cubicBezTo>
                    <a:pt x="599" y="788"/>
                    <a:pt x="789" y="599"/>
                    <a:pt x="789" y="379"/>
                  </a:cubicBezTo>
                  <a:cubicBezTo>
                    <a:pt x="789" y="190"/>
                    <a:pt x="599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6" name="Google Shape;2476;p42"/>
          <p:cNvGrpSpPr/>
          <p:nvPr/>
        </p:nvGrpSpPr>
        <p:grpSpPr>
          <a:xfrm>
            <a:off x="6982998" y="1611648"/>
            <a:ext cx="566930" cy="548645"/>
            <a:chOff x="6238300" y="1426975"/>
            <a:chExt cx="489450" cy="483175"/>
          </a:xfrm>
        </p:grpSpPr>
        <p:sp>
          <p:nvSpPr>
            <p:cNvPr id="2477" name="Google Shape;2477;p42"/>
            <p:cNvSpPr/>
            <p:nvPr/>
          </p:nvSpPr>
          <p:spPr>
            <a:xfrm>
              <a:off x="6238300" y="1426975"/>
              <a:ext cx="489450" cy="483175"/>
            </a:xfrm>
            <a:custGeom>
              <a:avLst/>
              <a:gdLst/>
              <a:ahLst/>
              <a:cxnLst/>
              <a:rect l="l" t="t" r="r" b="b"/>
              <a:pathLst>
                <a:path w="19578" h="19327" extrusionOk="0">
                  <a:moveTo>
                    <a:pt x="16109" y="2267"/>
                  </a:moveTo>
                  <a:lnTo>
                    <a:pt x="16109" y="4803"/>
                  </a:lnTo>
                  <a:lnTo>
                    <a:pt x="14977" y="3831"/>
                  </a:lnTo>
                  <a:lnTo>
                    <a:pt x="14977" y="2267"/>
                  </a:lnTo>
                  <a:close/>
                  <a:moveTo>
                    <a:pt x="9880" y="1135"/>
                  </a:moveTo>
                  <a:cubicBezTo>
                    <a:pt x="10011" y="1135"/>
                    <a:pt x="10142" y="1181"/>
                    <a:pt x="10248" y="1274"/>
                  </a:cubicBezTo>
                  <a:lnTo>
                    <a:pt x="18174" y="8067"/>
                  </a:lnTo>
                  <a:cubicBezTo>
                    <a:pt x="18413" y="8270"/>
                    <a:pt x="18440" y="8626"/>
                    <a:pt x="18238" y="8864"/>
                  </a:cubicBezTo>
                  <a:lnTo>
                    <a:pt x="18238" y="8861"/>
                  </a:lnTo>
                  <a:cubicBezTo>
                    <a:pt x="18129" y="8988"/>
                    <a:pt x="17972" y="9061"/>
                    <a:pt x="17809" y="9061"/>
                  </a:cubicBezTo>
                  <a:cubicBezTo>
                    <a:pt x="17673" y="9061"/>
                    <a:pt x="17540" y="9012"/>
                    <a:pt x="17440" y="8925"/>
                  </a:cubicBezTo>
                  <a:lnTo>
                    <a:pt x="10251" y="2762"/>
                  </a:lnTo>
                  <a:cubicBezTo>
                    <a:pt x="10145" y="2672"/>
                    <a:pt x="10014" y="2626"/>
                    <a:pt x="9883" y="2626"/>
                  </a:cubicBezTo>
                  <a:cubicBezTo>
                    <a:pt x="9751" y="2626"/>
                    <a:pt x="9620" y="2672"/>
                    <a:pt x="9514" y="2762"/>
                  </a:cubicBezTo>
                  <a:lnTo>
                    <a:pt x="2687" y="8553"/>
                  </a:lnTo>
                  <a:cubicBezTo>
                    <a:pt x="2657" y="8575"/>
                    <a:pt x="2633" y="8596"/>
                    <a:pt x="2609" y="8623"/>
                  </a:cubicBezTo>
                  <a:lnTo>
                    <a:pt x="2250" y="8925"/>
                  </a:lnTo>
                  <a:cubicBezTo>
                    <a:pt x="2142" y="9016"/>
                    <a:pt x="2012" y="9060"/>
                    <a:pt x="1882" y="9060"/>
                  </a:cubicBezTo>
                  <a:cubicBezTo>
                    <a:pt x="1723" y="9060"/>
                    <a:pt x="1565" y="8994"/>
                    <a:pt x="1452" y="8864"/>
                  </a:cubicBezTo>
                  <a:cubicBezTo>
                    <a:pt x="1250" y="8629"/>
                    <a:pt x="1274" y="8273"/>
                    <a:pt x="1510" y="8067"/>
                  </a:cubicBezTo>
                  <a:lnTo>
                    <a:pt x="9511" y="1274"/>
                  </a:lnTo>
                  <a:cubicBezTo>
                    <a:pt x="9617" y="1181"/>
                    <a:pt x="9748" y="1135"/>
                    <a:pt x="9880" y="1135"/>
                  </a:cubicBezTo>
                  <a:close/>
                  <a:moveTo>
                    <a:pt x="12147" y="13665"/>
                  </a:moveTo>
                  <a:lnTo>
                    <a:pt x="12147" y="18195"/>
                  </a:lnTo>
                  <a:lnTo>
                    <a:pt x="7543" y="18195"/>
                  </a:lnTo>
                  <a:lnTo>
                    <a:pt x="7543" y="13665"/>
                  </a:lnTo>
                  <a:close/>
                  <a:moveTo>
                    <a:pt x="9883" y="3937"/>
                  </a:moveTo>
                  <a:lnTo>
                    <a:pt x="16109" y="9275"/>
                  </a:lnTo>
                  <a:lnTo>
                    <a:pt x="16109" y="18195"/>
                  </a:lnTo>
                  <a:lnTo>
                    <a:pt x="13280" y="18195"/>
                  </a:lnTo>
                  <a:lnTo>
                    <a:pt x="13280" y="13101"/>
                  </a:lnTo>
                  <a:cubicBezTo>
                    <a:pt x="13280" y="12787"/>
                    <a:pt x="13026" y="12533"/>
                    <a:pt x="12712" y="12533"/>
                  </a:cubicBezTo>
                  <a:lnTo>
                    <a:pt x="6975" y="12533"/>
                  </a:lnTo>
                  <a:cubicBezTo>
                    <a:pt x="6661" y="12533"/>
                    <a:pt x="6410" y="12787"/>
                    <a:pt x="6410" y="13101"/>
                  </a:cubicBezTo>
                  <a:lnTo>
                    <a:pt x="6410" y="18195"/>
                  </a:lnTo>
                  <a:lnTo>
                    <a:pt x="3578" y="18195"/>
                  </a:lnTo>
                  <a:lnTo>
                    <a:pt x="3578" y="9281"/>
                  </a:lnTo>
                  <a:lnTo>
                    <a:pt x="9883" y="3937"/>
                  </a:lnTo>
                  <a:close/>
                  <a:moveTo>
                    <a:pt x="9883" y="0"/>
                  </a:moveTo>
                  <a:cubicBezTo>
                    <a:pt x="9489" y="0"/>
                    <a:pt x="9095" y="137"/>
                    <a:pt x="8778" y="410"/>
                  </a:cubicBezTo>
                  <a:lnTo>
                    <a:pt x="773" y="7204"/>
                  </a:lnTo>
                  <a:cubicBezTo>
                    <a:pt x="154" y="7738"/>
                    <a:pt x="0" y="8635"/>
                    <a:pt x="411" y="9345"/>
                  </a:cubicBezTo>
                  <a:cubicBezTo>
                    <a:pt x="720" y="9881"/>
                    <a:pt x="1289" y="10193"/>
                    <a:pt x="1882" y="10193"/>
                  </a:cubicBezTo>
                  <a:cubicBezTo>
                    <a:pt x="2070" y="10193"/>
                    <a:pt x="2261" y="10162"/>
                    <a:pt x="2446" y="10096"/>
                  </a:cubicBezTo>
                  <a:lnTo>
                    <a:pt x="2446" y="18762"/>
                  </a:lnTo>
                  <a:cubicBezTo>
                    <a:pt x="2446" y="19073"/>
                    <a:pt x="2699" y="19327"/>
                    <a:pt x="3010" y="19327"/>
                  </a:cubicBezTo>
                  <a:lnTo>
                    <a:pt x="16673" y="19327"/>
                  </a:lnTo>
                  <a:cubicBezTo>
                    <a:pt x="16987" y="19327"/>
                    <a:pt x="17241" y="19073"/>
                    <a:pt x="17241" y="18762"/>
                  </a:cubicBezTo>
                  <a:lnTo>
                    <a:pt x="17241" y="10096"/>
                  </a:lnTo>
                  <a:cubicBezTo>
                    <a:pt x="17431" y="10163"/>
                    <a:pt x="17623" y="10195"/>
                    <a:pt x="17809" y="10195"/>
                  </a:cubicBezTo>
                  <a:cubicBezTo>
                    <a:pt x="18756" y="10195"/>
                    <a:pt x="19578" y="9388"/>
                    <a:pt x="19500" y="8363"/>
                  </a:cubicBezTo>
                  <a:cubicBezTo>
                    <a:pt x="19466" y="7913"/>
                    <a:pt x="19255" y="7497"/>
                    <a:pt x="18914" y="7204"/>
                  </a:cubicBezTo>
                  <a:lnTo>
                    <a:pt x="17241" y="5770"/>
                  </a:lnTo>
                  <a:lnTo>
                    <a:pt x="17241" y="1702"/>
                  </a:lnTo>
                  <a:cubicBezTo>
                    <a:pt x="17241" y="1388"/>
                    <a:pt x="16987" y="1135"/>
                    <a:pt x="16676" y="1135"/>
                  </a:cubicBezTo>
                  <a:lnTo>
                    <a:pt x="14412" y="1135"/>
                  </a:lnTo>
                  <a:cubicBezTo>
                    <a:pt x="14098" y="1135"/>
                    <a:pt x="13844" y="1388"/>
                    <a:pt x="13844" y="1702"/>
                  </a:cubicBezTo>
                  <a:lnTo>
                    <a:pt x="13844" y="2862"/>
                  </a:lnTo>
                  <a:lnTo>
                    <a:pt x="10988" y="410"/>
                  </a:lnTo>
                  <a:cubicBezTo>
                    <a:pt x="10671" y="137"/>
                    <a:pt x="10277" y="0"/>
                    <a:pt x="98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78" name="Google Shape;2478;p42"/>
            <p:cNvSpPr/>
            <p:nvPr/>
          </p:nvSpPr>
          <p:spPr>
            <a:xfrm>
              <a:off x="6426850" y="1596875"/>
              <a:ext cx="115150" cy="113250"/>
            </a:xfrm>
            <a:custGeom>
              <a:avLst/>
              <a:gdLst/>
              <a:ahLst/>
              <a:cxnLst/>
              <a:rect l="l" t="t" r="r" b="b"/>
              <a:pathLst>
                <a:path w="4606" h="4530" extrusionOk="0">
                  <a:moveTo>
                    <a:pt x="3473" y="1132"/>
                  </a:moveTo>
                  <a:lnTo>
                    <a:pt x="3473" y="3397"/>
                  </a:lnTo>
                  <a:lnTo>
                    <a:pt x="1133" y="3397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lnTo>
                    <a:pt x="1" y="3965"/>
                  </a:lnTo>
                  <a:cubicBezTo>
                    <a:pt x="1" y="4276"/>
                    <a:pt x="251" y="4529"/>
                    <a:pt x="565" y="4529"/>
                  </a:cubicBezTo>
                  <a:lnTo>
                    <a:pt x="4038" y="4529"/>
                  </a:lnTo>
                  <a:cubicBezTo>
                    <a:pt x="4352" y="4529"/>
                    <a:pt x="4605" y="4276"/>
                    <a:pt x="4605" y="3965"/>
                  </a:cubicBezTo>
                  <a:lnTo>
                    <a:pt x="4605" y="568"/>
                  </a:lnTo>
                  <a:cubicBezTo>
                    <a:pt x="4605" y="254"/>
                    <a:pt x="4352" y="0"/>
                    <a:pt x="40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79" name="Google Shape;2479;p42"/>
            <p:cNvSpPr/>
            <p:nvPr/>
          </p:nvSpPr>
          <p:spPr>
            <a:xfrm>
              <a:off x="6485350" y="1796900"/>
              <a:ext cx="28325" cy="28325"/>
            </a:xfrm>
            <a:custGeom>
              <a:avLst/>
              <a:gdLst/>
              <a:ahLst/>
              <a:cxnLst/>
              <a:rect l="l" t="t" r="r" b="b"/>
              <a:pathLst>
                <a:path w="1133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cubicBezTo>
                    <a:pt x="879" y="1133"/>
                    <a:pt x="1133" y="879"/>
                    <a:pt x="1133" y="568"/>
                  </a:cubicBez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480" name="Google Shape;2480;p42"/>
          <p:cNvSpPr/>
          <p:nvPr/>
        </p:nvSpPr>
        <p:spPr>
          <a:xfrm>
            <a:off x="4297687" y="1611646"/>
            <a:ext cx="548625" cy="548649"/>
          </a:xfrm>
          <a:custGeom>
            <a:avLst/>
            <a:gdLst/>
            <a:ahLst/>
            <a:cxnLst/>
            <a:rect l="l" t="t" r="r" b="b"/>
            <a:pathLst>
              <a:path w="11658" h="11627" extrusionOk="0">
                <a:moveTo>
                  <a:pt x="6806" y="2017"/>
                </a:moveTo>
                <a:lnTo>
                  <a:pt x="6806" y="2773"/>
                </a:lnTo>
                <a:lnTo>
                  <a:pt x="4758" y="2773"/>
                </a:lnTo>
                <a:lnTo>
                  <a:pt x="4758" y="2017"/>
                </a:lnTo>
                <a:close/>
                <a:moveTo>
                  <a:pt x="7152" y="694"/>
                </a:moveTo>
                <a:cubicBezTo>
                  <a:pt x="7688" y="694"/>
                  <a:pt x="8192" y="1167"/>
                  <a:pt x="8192" y="1702"/>
                </a:cubicBezTo>
                <a:lnTo>
                  <a:pt x="8192" y="2773"/>
                </a:lnTo>
                <a:lnTo>
                  <a:pt x="7499" y="2773"/>
                </a:lnTo>
                <a:lnTo>
                  <a:pt x="7499" y="1702"/>
                </a:lnTo>
                <a:cubicBezTo>
                  <a:pt x="7499" y="1513"/>
                  <a:pt x="7341" y="1356"/>
                  <a:pt x="7152" y="1356"/>
                </a:cubicBezTo>
                <a:lnTo>
                  <a:pt x="4411" y="1356"/>
                </a:lnTo>
                <a:cubicBezTo>
                  <a:pt x="4191" y="1356"/>
                  <a:pt x="4033" y="1513"/>
                  <a:pt x="4033" y="1702"/>
                </a:cubicBezTo>
                <a:lnTo>
                  <a:pt x="4033" y="2773"/>
                </a:lnTo>
                <a:lnTo>
                  <a:pt x="3371" y="2773"/>
                </a:lnTo>
                <a:lnTo>
                  <a:pt x="3371" y="1702"/>
                </a:lnTo>
                <a:cubicBezTo>
                  <a:pt x="3371" y="1167"/>
                  <a:pt x="3844" y="694"/>
                  <a:pt x="4411" y="694"/>
                </a:cubicBezTo>
                <a:close/>
                <a:moveTo>
                  <a:pt x="10618" y="3498"/>
                </a:moveTo>
                <a:cubicBezTo>
                  <a:pt x="10807" y="3498"/>
                  <a:pt x="10964" y="3656"/>
                  <a:pt x="10964" y="3845"/>
                </a:cubicBezTo>
                <a:lnTo>
                  <a:pt x="10964" y="5010"/>
                </a:lnTo>
                <a:cubicBezTo>
                  <a:pt x="9546" y="6239"/>
                  <a:pt x="7688" y="6901"/>
                  <a:pt x="5766" y="6901"/>
                </a:cubicBezTo>
                <a:cubicBezTo>
                  <a:pt x="3876" y="6901"/>
                  <a:pt x="2080" y="6239"/>
                  <a:pt x="662" y="5010"/>
                </a:cubicBezTo>
                <a:lnTo>
                  <a:pt x="662" y="3971"/>
                </a:lnTo>
                <a:cubicBezTo>
                  <a:pt x="662" y="3687"/>
                  <a:pt x="851" y="3498"/>
                  <a:pt x="1135" y="3498"/>
                </a:cubicBezTo>
                <a:close/>
                <a:moveTo>
                  <a:pt x="6806" y="7531"/>
                </a:moveTo>
                <a:lnTo>
                  <a:pt x="6806" y="7940"/>
                </a:lnTo>
                <a:cubicBezTo>
                  <a:pt x="6806" y="8129"/>
                  <a:pt x="6648" y="8287"/>
                  <a:pt x="6459" y="8287"/>
                </a:cubicBezTo>
                <a:lnTo>
                  <a:pt x="5073" y="8287"/>
                </a:lnTo>
                <a:cubicBezTo>
                  <a:pt x="4884" y="8287"/>
                  <a:pt x="4726" y="8129"/>
                  <a:pt x="4726" y="7940"/>
                </a:cubicBezTo>
                <a:lnTo>
                  <a:pt x="4726" y="7531"/>
                </a:lnTo>
                <a:lnTo>
                  <a:pt x="4758" y="7531"/>
                </a:lnTo>
                <a:cubicBezTo>
                  <a:pt x="5104" y="7594"/>
                  <a:pt x="5419" y="7625"/>
                  <a:pt x="5766" y="7625"/>
                </a:cubicBezTo>
                <a:cubicBezTo>
                  <a:pt x="6112" y="7625"/>
                  <a:pt x="6427" y="7594"/>
                  <a:pt x="6806" y="7531"/>
                </a:cubicBezTo>
                <a:close/>
                <a:moveTo>
                  <a:pt x="10964" y="5892"/>
                </a:moveTo>
                <a:lnTo>
                  <a:pt x="10964" y="9988"/>
                </a:lnTo>
                <a:cubicBezTo>
                  <a:pt x="10964" y="10524"/>
                  <a:pt x="10492" y="10996"/>
                  <a:pt x="9956" y="10996"/>
                </a:cubicBezTo>
                <a:lnTo>
                  <a:pt x="1670" y="10996"/>
                </a:lnTo>
                <a:cubicBezTo>
                  <a:pt x="1135" y="10996"/>
                  <a:pt x="662" y="10524"/>
                  <a:pt x="662" y="9988"/>
                </a:cubicBezTo>
                <a:lnTo>
                  <a:pt x="662" y="5892"/>
                </a:lnTo>
                <a:cubicBezTo>
                  <a:pt x="1670" y="6649"/>
                  <a:pt x="2804" y="7184"/>
                  <a:pt x="4065" y="7436"/>
                </a:cubicBezTo>
                <a:lnTo>
                  <a:pt x="4065" y="7940"/>
                </a:lnTo>
                <a:cubicBezTo>
                  <a:pt x="4065" y="8476"/>
                  <a:pt x="4537" y="8948"/>
                  <a:pt x="5104" y="8948"/>
                </a:cubicBezTo>
                <a:lnTo>
                  <a:pt x="6490" y="8948"/>
                </a:lnTo>
                <a:cubicBezTo>
                  <a:pt x="7026" y="8948"/>
                  <a:pt x="7499" y="8476"/>
                  <a:pt x="7499" y="7940"/>
                </a:cubicBezTo>
                <a:lnTo>
                  <a:pt x="7499" y="7436"/>
                </a:lnTo>
                <a:cubicBezTo>
                  <a:pt x="7971" y="7342"/>
                  <a:pt x="8444" y="7184"/>
                  <a:pt x="8916" y="7027"/>
                </a:cubicBezTo>
                <a:cubicBezTo>
                  <a:pt x="9672" y="6743"/>
                  <a:pt x="10334" y="6365"/>
                  <a:pt x="10964" y="5892"/>
                </a:cubicBezTo>
                <a:close/>
                <a:moveTo>
                  <a:pt x="4411" y="1"/>
                </a:moveTo>
                <a:cubicBezTo>
                  <a:pt x="3466" y="1"/>
                  <a:pt x="2710" y="757"/>
                  <a:pt x="2710" y="1702"/>
                </a:cubicBezTo>
                <a:lnTo>
                  <a:pt x="2710" y="2773"/>
                </a:lnTo>
                <a:lnTo>
                  <a:pt x="1135" y="2773"/>
                </a:lnTo>
                <a:cubicBezTo>
                  <a:pt x="505" y="2773"/>
                  <a:pt x="0" y="3277"/>
                  <a:pt x="0" y="3908"/>
                </a:cubicBezTo>
                <a:lnTo>
                  <a:pt x="0" y="9957"/>
                </a:lnTo>
                <a:cubicBezTo>
                  <a:pt x="0" y="10902"/>
                  <a:pt x="725" y="11626"/>
                  <a:pt x="1670" y="11626"/>
                </a:cubicBezTo>
                <a:lnTo>
                  <a:pt x="9956" y="11626"/>
                </a:lnTo>
                <a:cubicBezTo>
                  <a:pt x="10901" y="11626"/>
                  <a:pt x="11657" y="10902"/>
                  <a:pt x="11657" y="9957"/>
                </a:cubicBezTo>
                <a:lnTo>
                  <a:pt x="11657" y="3813"/>
                </a:lnTo>
                <a:cubicBezTo>
                  <a:pt x="11626" y="3246"/>
                  <a:pt x="11153" y="2773"/>
                  <a:pt x="10618" y="2773"/>
                </a:cubicBezTo>
                <a:lnTo>
                  <a:pt x="8853" y="2773"/>
                </a:lnTo>
                <a:lnTo>
                  <a:pt x="8853" y="1702"/>
                </a:lnTo>
                <a:cubicBezTo>
                  <a:pt x="8853" y="757"/>
                  <a:pt x="8097" y="1"/>
                  <a:pt x="715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1" name="Google Shape;2481;p42"/>
          <p:cNvGrpSpPr/>
          <p:nvPr/>
        </p:nvGrpSpPr>
        <p:grpSpPr>
          <a:xfrm>
            <a:off x="713226" y="1184711"/>
            <a:ext cx="683711" cy="640033"/>
            <a:chOff x="4230151" y="3601344"/>
            <a:chExt cx="683711" cy="640033"/>
          </a:xfrm>
        </p:grpSpPr>
        <p:sp>
          <p:nvSpPr>
            <p:cNvPr id="2482" name="Google Shape;2482;p42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3" name="Google Shape;2483;p42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2484" name="Google Shape;2484;p42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Google Shape;2485;p42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Google Shape;2486;p42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Google Shape;2487;p42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Google Shape;2488;p42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Google Shape;2489;p42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Google Shape;2490;p42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42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42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42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94" name="Google Shape;2494;p42"/>
          <p:cNvGrpSpPr/>
          <p:nvPr/>
        </p:nvGrpSpPr>
        <p:grpSpPr>
          <a:xfrm>
            <a:off x="8157281" y="1179699"/>
            <a:ext cx="273484" cy="274317"/>
            <a:chOff x="5885615" y="165400"/>
            <a:chExt cx="364743" cy="365756"/>
          </a:xfrm>
        </p:grpSpPr>
        <p:sp>
          <p:nvSpPr>
            <p:cNvPr id="2495" name="Google Shape;2495;p42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42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7" name="Google Shape;2497;p42"/>
          <p:cNvGrpSpPr/>
          <p:nvPr/>
        </p:nvGrpSpPr>
        <p:grpSpPr>
          <a:xfrm>
            <a:off x="438778" y="1893505"/>
            <a:ext cx="274452" cy="274317"/>
            <a:chOff x="2167548" y="1796250"/>
            <a:chExt cx="274452" cy="274317"/>
          </a:xfrm>
        </p:grpSpPr>
        <p:sp>
          <p:nvSpPr>
            <p:cNvPr id="2498" name="Google Shape;2498;p42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42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0" name="Google Shape;2500;p42"/>
          <p:cNvGrpSpPr/>
          <p:nvPr/>
        </p:nvGrpSpPr>
        <p:grpSpPr>
          <a:xfrm flipH="1">
            <a:off x="8430779" y="1550425"/>
            <a:ext cx="359149" cy="274320"/>
            <a:chOff x="1684504" y="2090725"/>
            <a:chExt cx="359149" cy="274320"/>
          </a:xfrm>
        </p:grpSpPr>
        <p:sp>
          <p:nvSpPr>
            <p:cNvPr id="2501" name="Google Shape;2501;p42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42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4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literacy skills</a:t>
            </a:r>
            <a:endParaRPr/>
          </a:p>
        </p:txBody>
      </p:sp>
      <p:sp>
        <p:nvSpPr>
          <p:cNvPr id="2508" name="Google Shape;2508;p43"/>
          <p:cNvSpPr txBox="1">
            <a:spLocks noGrp="1"/>
          </p:cNvSpPr>
          <p:nvPr>
            <p:ph type="subTitle" idx="1"/>
          </p:nvPr>
        </p:nvSpPr>
        <p:spPr>
          <a:xfrm>
            <a:off x="713279" y="2160179"/>
            <a:ext cx="36747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closest planet to the Sun</a:t>
            </a:r>
            <a:r>
              <a:rPr lang="en"/>
              <a:t> and the smallest one in the Solar System</a:t>
            </a:r>
            <a:endParaRPr/>
          </a:p>
        </p:txBody>
      </p:sp>
      <p:sp>
        <p:nvSpPr>
          <p:cNvPr id="2509" name="Google Shape;2509;p43"/>
          <p:cNvSpPr txBox="1">
            <a:spLocks noGrp="1"/>
          </p:cNvSpPr>
          <p:nvPr>
            <p:ph type="subTitle" idx="2"/>
          </p:nvPr>
        </p:nvSpPr>
        <p:spPr>
          <a:xfrm>
            <a:off x="4755929" y="2160179"/>
            <a:ext cx="36747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second planet from the Sun</a:t>
            </a:r>
            <a:r>
              <a:rPr lang="en"/>
              <a:t>. It is extremely hot</a:t>
            </a:r>
            <a:endParaRPr/>
          </a:p>
        </p:txBody>
      </p:sp>
      <p:sp>
        <p:nvSpPr>
          <p:cNvPr id="2510" name="Google Shape;2510;p43"/>
          <p:cNvSpPr txBox="1">
            <a:spLocks noGrp="1"/>
          </p:cNvSpPr>
          <p:nvPr>
            <p:ph type="subTitle" idx="3"/>
          </p:nvPr>
        </p:nvSpPr>
        <p:spPr>
          <a:xfrm>
            <a:off x="713279" y="3760385"/>
            <a:ext cx="36747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third planet from the Sun</a:t>
            </a:r>
            <a:r>
              <a:rPr lang="en"/>
              <a:t> and the only planet that harbors life</a:t>
            </a:r>
            <a:endParaRPr/>
          </a:p>
        </p:txBody>
      </p:sp>
      <p:sp>
        <p:nvSpPr>
          <p:cNvPr id="2511" name="Google Shape;2511;p43"/>
          <p:cNvSpPr txBox="1">
            <a:spLocks noGrp="1"/>
          </p:cNvSpPr>
          <p:nvPr>
            <p:ph type="subTitle" idx="4"/>
          </p:nvPr>
        </p:nvSpPr>
        <p:spPr>
          <a:xfrm>
            <a:off x="4755929" y="3760385"/>
            <a:ext cx="36747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a cold place</a:t>
            </a:r>
            <a:r>
              <a:rPr lang="en"/>
              <a:t>. It is full of iron oxide dust</a:t>
            </a:r>
            <a:endParaRPr/>
          </a:p>
        </p:txBody>
      </p:sp>
      <p:sp>
        <p:nvSpPr>
          <p:cNvPr id="2512" name="Google Shape;2512;p43"/>
          <p:cNvSpPr txBox="1">
            <a:spLocks noGrp="1"/>
          </p:cNvSpPr>
          <p:nvPr>
            <p:ph type="subTitle" idx="5"/>
          </p:nvPr>
        </p:nvSpPr>
        <p:spPr>
          <a:xfrm>
            <a:off x="713279" y="1565813"/>
            <a:ext cx="3674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budget</a:t>
            </a:r>
            <a:endParaRPr/>
          </a:p>
        </p:txBody>
      </p:sp>
      <p:sp>
        <p:nvSpPr>
          <p:cNvPr id="2513" name="Google Shape;2513;p43"/>
          <p:cNvSpPr txBox="1">
            <a:spLocks noGrp="1"/>
          </p:cNvSpPr>
          <p:nvPr>
            <p:ph type="subTitle" idx="6"/>
          </p:nvPr>
        </p:nvSpPr>
        <p:spPr>
          <a:xfrm>
            <a:off x="713279" y="3166018"/>
            <a:ext cx="3674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 bills promptly</a:t>
            </a:r>
            <a:endParaRPr/>
          </a:p>
        </p:txBody>
      </p:sp>
      <p:sp>
        <p:nvSpPr>
          <p:cNvPr id="2514" name="Google Shape;2514;p43"/>
          <p:cNvSpPr txBox="1">
            <a:spLocks noGrp="1"/>
          </p:cNvSpPr>
          <p:nvPr>
            <p:ph type="subTitle" idx="7"/>
          </p:nvPr>
        </p:nvSpPr>
        <p:spPr>
          <a:xfrm>
            <a:off x="4755929" y="1565813"/>
            <a:ext cx="3674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 yourself first</a:t>
            </a:r>
            <a:endParaRPr/>
          </a:p>
        </p:txBody>
      </p:sp>
      <p:sp>
        <p:nvSpPr>
          <p:cNvPr id="2515" name="Google Shape;2515;p43"/>
          <p:cNvSpPr txBox="1">
            <a:spLocks noGrp="1"/>
          </p:cNvSpPr>
          <p:nvPr>
            <p:ph type="subTitle" idx="8"/>
          </p:nvPr>
        </p:nvSpPr>
        <p:spPr>
          <a:xfrm>
            <a:off x="4755929" y="3166018"/>
            <a:ext cx="3674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to save money</a:t>
            </a:r>
            <a:endParaRPr/>
          </a:p>
        </p:txBody>
      </p:sp>
      <p:cxnSp>
        <p:nvCxnSpPr>
          <p:cNvPr id="2516" name="Google Shape;2516;p43"/>
          <p:cNvCxnSpPr/>
          <p:nvPr/>
        </p:nvCxnSpPr>
        <p:spPr>
          <a:xfrm>
            <a:off x="1636229" y="2071322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517" name="Google Shape;2517;p43"/>
          <p:cNvCxnSpPr/>
          <p:nvPr/>
        </p:nvCxnSpPr>
        <p:spPr>
          <a:xfrm>
            <a:off x="1636229" y="3675522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518" name="Google Shape;2518;p43"/>
          <p:cNvCxnSpPr/>
          <p:nvPr/>
        </p:nvCxnSpPr>
        <p:spPr>
          <a:xfrm>
            <a:off x="5678879" y="2071322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519" name="Google Shape;2519;p43"/>
          <p:cNvCxnSpPr/>
          <p:nvPr/>
        </p:nvCxnSpPr>
        <p:spPr>
          <a:xfrm>
            <a:off x="5678879" y="3675522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2520" name="Google Shape;2520;p43"/>
          <p:cNvGrpSpPr/>
          <p:nvPr/>
        </p:nvGrpSpPr>
        <p:grpSpPr>
          <a:xfrm>
            <a:off x="444506" y="1179699"/>
            <a:ext cx="537441" cy="456890"/>
            <a:chOff x="3824894" y="3938349"/>
            <a:chExt cx="537441" cy="456890"/>
          </a:xfrm>
        </p:grpSpPr>
        <p:sp>
          <p:nvSpPr>
            <p:cNvPr id="2521" name="Google Shape;2521;p43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22" name="Google Shape;2522;p43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2523" name="Google Shape;2523;p43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43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43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43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7" name="Google Shape;2527;p43"/>
          <p:cNvGrpSpPr/>
          <p:nvPr/>
        </p:nvGrpSpPr>
        <p:grpSpPr>
          <a:xfrm>
            <a:off x="341377" y="1885857"/>
            <a:ext cx="273484" cy="274317"/>
            <a:chOff x="5885615" y="165400"/>
            <a:chExt cx="364743" cy="365756"/>
          </a:xfrm>
        </p:grpSpPr>
        <p:sp>
          <p:nvSpPr>
            <p:cNvPr id="2528" name="Google Shape;2528;p4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4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43"/>
          <p:cNvGrpSpPr/>
          <p:nvPr/>
        </p:nvGrpSpPr>
        <p:grpSpPr>
          <a:xfrm>
            <a:off x="8430908" y="4329688"/>
            <a:ext cx="274452" cy="274317"/>
            <a:chOff x="2167548" y="1796250"/>
            <a:chExt cx="274452" cy="274317"/>
          </a:xfrm>
        </p:grpSpPr>
        <p:sp>
          <p:nvSpPr>
            <p:cNvPr id="2531" name="Google Shape;2531;p4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4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p44"/>
          <p:cNvSpPr txBox="1">
            <a:spLocks noGrp="1"/>
          </p:cNvSpPr>
          <p:nvPr>
            <p:ph type="subTitle" idx="2"/>
          </p:nvPr>
        </p:nvSpPr>
        <p:spPr>
          <a:xfrm>
            <a:off x="3407700" y="2160179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a cute name</a:t>
            </a:r>
            <a:r>
              <a:rPr lang="en"/>
              <a:t> and is the second planet</a:t>
            </a:r>
            <a:endParaRPr/>
          </a:p>
        </p:txBody>
      </p:sp>
      <p:sp>
        <p:nvSpPr>
          <p:cNvPr id="2538" name="Google Shape;2538;p44"/>
          <p:cNvSpPr txBox="1">
            <a:spLocks noGrp="1"/>
          </p:cNvSpPr>
          <p:nvPr>
            <p:ph type="subTitle" idx="3"/>
          </p:nvPr>
        </p:nvSpPr>
        <p:spPr>
          <a:xfrm>
            <a:off x="6102175" y="2160179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third planet </a:t>
            </a:r>
            <a:r>
              <a:rPr lang="en"/>
              <a:t>and where all humans live</a:t>
            </a:r>
            <a:endParaRPr/>
          </a:p>
        </p:txBody>
      </p:sp>
      <p:sp>
        <p:nvSpPr>
          <p:cNvPr id="2539" name="Google Shape;2539;p4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money management</a:t>
            </a:r>
            <a:endParaRPr/>
          </a:p>
        </p:txBody>
      </p:sp>
      <p:sp>
        <p:nvSpPr>
          <p:cNvPr id="2540" name="Google Shape;2540;p44"/>
          <p:cNvSpPr txBox="1">
            <a:spLocks noGrp="1"/>
          </p:cNvSpPr>
          <p:nvPr>
            <p:ph type="subTitle" idx="1"/>
          </p:nvPr>
        </p:nvSpPr>
        <p:spPr>
          <a:xfrm>
            <a:off x="713225" y="2160179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smallest planet</a:t>
            </a:r>
            <a:r>
              <a:rPr lang="en"/>
              <a:t> in the Solar System</a:t>
            </a:r>
            <a:endParaRPr/>
          </a:p>
        </p:txBody>
      </p:sp>
      <p:sp>
        <p:nvSpPr>
          <p:cNvPr id="2541" name="Google Shape;2541;p44"/>
          <p:cNvSpPr txBox="1">
            <a:spLocks noGrp="1"/>
          </p:cNvSpPr>
          <p:nvPr>
            <p:ph type="subTitle" idx="7"/>
          </p:nvPr>
        </p:nvSpPr>
        <p:spPr>
          <a:xfrm>
            <a:off x="713225" y="3760385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 a cold place</a:t>
            </a:r>
            <a:endParaRPr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542" name="Google Shape;2542;p44"/>
          <p:cNvSpPr txBox="1">
            <a:spLocks noGrp="1"/>
          </p:cNvSpPr>
          <p:nvPr>
            <p:ph type="subTitle" idx="8"/>
          </p:nvPr>
        </p:nvSpPr>
        <p:spPr>
          <a:xfrm>
            <a:off x="3407700" y="3760385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 a gas giant</a:t>
            </a:r>
            <a:r>
              <a:rPr lang="en"/>
              <a:t> and the biggest planet </a:t>
            </a:r>
            <a:endParaRPr/>
          </a:p>
        </p:txBody>
      </p:sp>
      <p:sp>
        <p:nvSpPr>
          <p:cNvPr id="2543" name="Google Shape;2543;p44"/>
          <p:cNvSpPr txBox="1">
            <a:spLocks noGrp="1"/>
          </p:cNvSpPr>
          <p:nvPr>
            <p:ph type="subTitle" idx="14"/>
          </p:nvPr>
        </p:nvSpPr>
        <p:spPr>
          <a:xfrm>
            <a:off x="3407700" y="3166018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Investing</a:t>
            </a:r>
            <a:endParaRPr/>
          </a:p>
        </p:txBody>
      </p:sp>
      <p:sp>
        <p:nvSpPr>
          <p:cNvPr id="2544" name="Google Shape;2544;p44"/>
          <p:cNvSpPr txBox="1">
            <a:spLocks noGrp="1"/>
          </p:cNvSpPr>
          <p:nvPr>
            <p:ph type="subTitle" idx="4"/>
          </p:nvPr>
        </p:nvSpPr>
        <p:spPr>
          <a:xfrm>
            <a:off x="713225" y="1565813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Budgeting</a:t>
            </a:r>
            <a:endParaRPr/>
          </a:p>
        </p:txBody>
      </p:sp>
      <p:sp>
        <p:nvSpPr>
          <p:cNvPr id="2545" name="Google Shape;2545;p44"/>
          <p:cNvSpPr txBox="1">
            <a:spLocks noGrp="1"/>
          </p:cNvSpPr>
          <p:nvPr>
            <p:ph type="subTitle" idx="5"/>
          </p:nvPr>
        </p:nvSpPr>
        <p:spPr>
          <a:xfrm>
            <a:off x="3407700" y="1565813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</a:t>
            </a:r>
            <a:endParaRPr/>
          </a:p>
        </p:txBody>
      </p:sp>
      <p:sp>
        <p:nvSpPr>
          <p:cNvPr id="2546" name="Google Shape;2546;p44"/>
          <p:cNvSpPr txBox="1">
            <a:spLocks noGrp="1"/>
          </p:cNvSpPr>
          <p:nvPr>
            <p:ph type="subTitle" idx="6"/>
          </p:nvPr>
        </p:nvSpPr>
        <p:spPr>
          <a:xfrm>
            <a:off x="6102175" y="1565813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Debt</a:t>
            </a:r>
            <a:endParaRPr/>
          </a:p>
        </p:txBody>
      </p:sp>
      <p:sp>
        <p:nvSpPr>
          <p:cNvPr id="2547" name="Google Shape;2547;p44"/>
          <p:cNvSpPr txBox="1">
            <a:spLocks noGrp="1"/>
          </p:cNvSpPr>
          <p:nvPr>
            <p:ph type="subTitle" idx="9"/>
          </p:nvPr>
        </p:nvSpPr>
        <p:spPr>
          <a:xfrm>
            <a:off x="6102175" y="3760385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several beautiful rings</a:t>
            </a:r>
            <a:endParaRPr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548" name="Google Shape;2548;p44"/>
          <p:cNvSpPr txBox="1">
            <a:spLocks noGrp="1"/>
          </p:cNvSpPr>
          <p:nvPr>
            <p:ph type="subTitle" idx="13"/>
          </p:nvPr>
        </p:nvSpPr>
        <p:spPr>
          <a:xfrm>
            <a:off x="713225" y="3166018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Giving</a:t>
            </a:r>
            <a:endParaRPr/>
          </a:p>
        </p:txBody>
      </p:sp>
      <p:sp>
        <p:nvSpPr>
          <p:cNvPr id="2549" name="Google Shape;2549;p44"/>
          <p:cNvSpPr txBox="1">
            <a:spLocks noGrp="1"/>
          </p:cNvSpPr>
          <p:nvPr>
            <p:ph type="subTitle" idx="15"/>
          </p:nvPr>
        </p:nvSpPr>
        <p:spPr>
          <a:xfrm>
            <a:off x="6102175" y="3166018"/>
            <a:ext cx="2328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Spending</a:t>
            </a:r>
            <a:endParaRPr/>
          </a:p>
        </p:txBody>
      </p:sp>
      <p:cxnSp>
        <p:nvCxnSpPr>
          <p:cNvPr id="2550" name="Google Shape;2550;p44"/>
          <p:cNvCxnSpPr/>
          <p:nvPr/>
        </p:nvCxnSpPr>
        <p:spPr>
          <a:xfrm>
            <a:off x="1420325" y="2068631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551" name="Google Shape;2551;p44"/>
          <p:cNvCxnSpPr/>
          <p:nvPr/>
        </p:nvCxnSpPr>
        <p:spPr>
          <a:xfrm>
            <a:off x="4114800" y="2068631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552" name="Google Shape;2552;p44"/>
          <p:cNvCxnSpPr/>
          <p:nvPr/>
        </p:nvCxnSpPr>
        <p:spPr>
          <a:xfrm>
            <a:off x="6809275" y="2068631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553" name="Google Shape;2553;p44"/>
          <p:cNvCxnSpPr/>
          <p:nvPr/>
        </p:nvCxnSpPr>
        <p:spPr>
          <a:xfrm>
            <a:off x="1420325" y="3668831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554" name="Google Shape;2554;p44"/>
          <p:cNvCxnSpPr/>
          <p:nvPr/>
        </p:nvCxnSpPr>
        <p:spPr>
          <a:xfrm>
            <a:off x="4114800" y="3668831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555" name="Google Shape;2555;p44"/>
          <p:cNvCxnSpPr/>
          <p:nvPr/>
        </p:nvCxnSpPr>
        <p:spPr>
          <a:xfrm>
            <a:off x="6809275" y="3668831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2556" name="Google Shape;2556;p44"/>
          <p:cNvGrpSpPr/>
          <p:nvPr/>
        </p:nvGrpSpPr>
        <p:grpSpPr>
          <a:xfrm>
            <a:off x="533654" y="1362450"/>
            <a:ext cx="359149" cy="274320"/>
            <a:chOff x="1684504" y="2090725"/>
            <a:chExt cx="359149" cy="274320"/>
          </a:xfrm>
        </p:grpSpPr>
        <p:sp>
          <p:nvSpPr>
            <p:cNvPr id="2557" name="Google Shape;2557;p44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44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9" name="Google Shape;2559;p44"/>
          <p:cNvGrpSpPr/>
          <p:nvPr/>
        </p:nvGrpSpPr>
        <p:grpSpPr>
          <a:xfrm>
            <a:off x="337151" y="1819513"/>
            <a:ext cx="376078" cy="365766"/>
            <a:chOff x="1243851" y="2712376"/>
            <a:chExt cx="376078" cy="365766"/>
          </a:xfrm>
        </p:grpSpPr>
        <p:sp>
          <p:nvSpPr>
            <p:cNvPr id="2560" name="Google Shape;2560;p44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44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p45"/>
          <p:cNvSpPr txBox="1">
            <a:spLocks noGrp="1"/>
          </p:cNvSpPr>
          <p:nvPr>
            <p:ph type="title"/>
          </p:nvPr>
        </p:nvSpPr>
        <p:spPr>
          <a:xfrm>
            <a:off x="1828800" y="1428750"/>
            <a:ext cx="5486400" cy="22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Awesome</a:t>
            </a:r>
            <a:r>
              <a:rPr lang="en"/>
              <a:t> words</a:t>
            </a:r>
            <a:endParaRPr/>
          </a:p>
        </p:txBody>
      </p:sp>
      <p:grpSp>
        <p:nvGrpSpPr>
          <p:cNvPr id="2567" name="Google Shape;2567;p45"/>
          <p:cNvGrpSpPr/>
          <p:nvPr/>
        </p:nvGrpSpPr>
        <p:grpSpPr>
          <a:xfrm>
            <a:off x="713230" y="3049532"/>
            <a:ext cx="1398974" cy="1554478"/>
            <a:chOff x="584315" y="1428810"/>
            <a:chExt cx="1647597" cy="1828797"/>
          </a:xfrm>
        </p:grpSpPr>
        <p:sp>
          <p:nvSpPr>
            <p:cNvPr id="2568" name="Google Shape;2568;p45"/>
            <p:cNvSpPr/>
            <p:nvPr/>
          </p:nvSpPr>
          <p:spPr>
            <a:xfrm>
              <a:off x="585420" y="1431009"/>
              <a:ext cx="1645386" cy="1824401"/>
            </a:xfrm>
            <a:custGeom>
              <a:avLst/>
              <a:gdLst/>
              <a:ahLst/>
              <a:cxnLst/>
              <a:rect l="l" t="t" r="r" b="b"/>
              <a:pathLst>
                <a:path w="22330" h="24898" extrusionOk="0">
                  <a:moveTo>
                    <a:pt x="3185" y="1"/>
                  </a:moveTo>
                  <a:cubicBezTo>
                    <a:pt x="3185" y="1"/>
                    <a:pt x="3184" y="1"/>
                    <a:pt x="3183" y="1"/>
                  </a:cubicBezTo>
                  <a:cubicBezTo>
                    <a:pt x="3034" y="11"/>
                    <a:pt x="2906" y="1111"/>
                    <a:pt x="2836" y="1181"/>
                  </a:cubicBezTo>
                  <a:cubicBezTo>
                    <a:pt x="2697" y="1319"/>
                    <a:pt x="1676" y="1428"/>
                    <a:pt x="1686" y="1567"/>
                  </a:cubicBezTo>
                  <a:cubicBezTo>
                    <a:pt x="1686" y="1607"/>
                    <a:pt x="1785" y="1647"/>
                    <a:pt x="1914" y="1676"/>
                  </a:cubicBezTo>
                  <a:cubicBezTo>
                    <a:pt x="2182" y="1845"/>
                    <a:pt x="2588" y="2261"/>
                    <a:pt x="2628" y="3203"/>
                  </a:cubicBezTo>
                  <a:cubicBezTo>
                    <a:pt x="2638" y="3491"/>
                    <a:pt x="2618" y="3768"/>
                    <a:pt x="2578" y="4046"/>
                  </a:cubicBezTo>
                  <a:cubicBezTo>
                    <a:pt x="2212" y="4086"/>
                    <a:pt x="1845" y="4125"/>
                    <a:pt x="1478" y="4165"/>
                  </a:cubicBezTo>
                  <a:cubicBezTo>
                    <a:pt x="605" y="4304"/>
                    <a:pt x="0" y="5097"/>
                    <a:pt x="100" y="5970"/>
                  </a:cubicBezTo>
                  <a:cubicBezTo>
                    <a:pt x="536" y="10045"/>
                    <a:pt x="982" y="14209"/>
                    <a:pt x="1418" y="18473"/>
                  </a:cubicBezTo>
                  <a:cubicBezTo>
                    <a:pt x="1517" y="19385"/>
                    <a:pt x="2182" y="20218"/>
                    <a:pt x="2906" y="20297"/>
                  </a:cubicBezTo>
                  <a:cubicBezTo>
                    <a:pt x="4889" y="20505"/>
                    <a:pt x="6872" y="20634"/>
                    <a:pt x="8875" y="20684"/>
                  </a:cubicBezTo>
                  <a:lnTo>
                    <a:pt x="8875" y="20743"/>
                  </a:lnTo>
                  <a:lnTo>
                    <a:pt x="8875" y="20783"/>
                  </a:lnTo>
                  <a:lnTo>
                    <a:pt x="8885" y="20932"/>
                  </a:lnTo>
                  <a:lnTo>
                    <a:pt x="8885" y="20962"/>
                  </a:lnTo>
                  <a:cubicBezTo>
                    <a:pt x="8885" y="21001"/>
                    <a:pt x="8885" y="21051"/>
                    <a:pt x="8894" y="21090"/>
                  </a:cubicBezTo>
                  <a:lnTo>
                    <a:pt x="8894" y="21130"/>
                  </a:lnTo>
                  <a:lnTo>
                    <a:pt x="8894" y="21279"/>
                  </a:lnTo>
                  <a:lnTo>
                    <a:pt x="8894" y="21319"/>
                  </a:lnTo>
                  <a:lnTo>
                    <a:pt x="8894" y="21447"/>
                  </a:lnTo>
                  <a:lnTo>
                    <a:pt x="8894" y="21477"/>
                  </a:lnTo>
                  <a:cubicBezTo>
                    <a:pt x="8894" y="22161"/>
                    <a:pt x="8756" y="22776"/>
                    <a:pt x="8369" y="22964"/>
                  </a:cubicBezTo>
                  <a:cubicBezTo>
                    <a:pt x="8042" y="23113"/>
                    <a:pt x="7824" y="23074"/>
                    <a:pt x="7397" y="23351"/>
                  </a:cubicBezTo>
                  <a:cubicBezTo>
                    <a:pt x="7070" y="23569"/>
                    <a:pt x="6901" y="23956"/>
                    <a:pt x="7199" y="24283"/>
                  </a:cubicBezTo>
                  <a:cubicBezTo>
                    <a:pt x="7536" y="24650"/>
                    <a:pt x="8220" y="24690"/>
                    <a:pt x="8736" y="24749"/>
                  </a:cubicBezTo>
                  <a:cubicBezTo>
                    <a:pt x="9470" y="24848"/>
                    <a:pt x="10208" y="24898"/>
                    <a:pt x="10947" y="24898"/>
                  </a:cubicBezTo>
                  <a:cubicBezTo>
                    <a:pt x="11686" y="24898"/>
                    <a:pt x="12424" y="24848"/>
                    <a:pt x="13158" y="24749"/>
                  </a:cubicBezTo>
                  <a:cubicBezTo>
                    <a:pt x="13674" y="24690"/>
                    <a:pt x="14358" y="24650"/>
                    <a:pt x="14695" y="24283"/>
                  </a:cubicBezTo>
                  <a:cubicBezTo>
                    <a:pt x="14893" y="24085"/>
                    <a:pt x="14903" y="23768"/>
                    <a:pt x="14725" y="23559"/>
                  </a:cubicBezTo>
                  <a:cubicBezTo>
                    <a:pt x="15181" y="23123"/>
                    <a:pt x="15796" y="22875"/>
                    <a:pt x="16430" y="22865"/>
                  </a:cubicBezTo>
                  <a:cubicBezTo>
                    <a:pt x="16440" y="23004"/>
                    <a:pt x="17441" y="23074"/>
                    <a:pt x="17580" y="23212"/>
                  </a:cubicBezTo>
                  <a:cubicBezTo>
                    <a:pt x="17659" y="23281"/>
                    <a:pt x="17827" y="24382"/>
                    <a:pt x="17965" y="24382"/>
                  </a:cubicBezTo>
                  <a:cubicBezTo>
                    <a:pt x="17966" y="24382"/>
                    <a:pt x="17966" y="24382"/>
                    <a:pt x="17967" y="24382"/>
                  </a:cubicBezTo>
                  <a:cubicBezTo>
                    <a:pt x="18116" y="24372"/>
                    <a:pt x="18245" y="23282"/>
                    <a:pt x="18314" y="23202"/>
                  </a:cubicBezTo>
                  <a:cubicBezTo>
                    <a:pt x="18453" y="23064"/>
                    <a:pt x="19484" y="22955"/>
                    <a:pt x="19474" y="22816"/>
                  </a:cubicBezTo>
                  <a:cubicBezTo>
                    <a:pt x="19464" y="22677"/>
                    <a:pt x="18453" y="22608"/>
                    <a:pt x="18314" y="22479"/>
                  </a:cubicBezTo>
                  <a:cubicBezTo>
                    <a:pt x="18235" y="22400"/>
                    <a:pt x="18068" y="21299"/>
                    <a:pt x="17929" y="21299"/>
                  </a:cubicBezTo>
                  <a:cubicBezTo>
                    <a:pt x="17929" y="21299"/>
                    <a:pt x="17928" y="21299"/>
                    <a:pt x="17927" y="21299"/>
                  </a:cubicBezTo>
                  <a:cubicBezTo>
                    <a:pt x="17927" y="21031"/>
                    <a:pt x="17947" y="20724"/>
                    <a:pt x="17977" y="20426"/>
                  </a:cubicBezTo>
                  <a:cubicBezTo>
                    <a:pt x="18463" y="20387"/>
                    <a:pt x="18949" y="20337"/>
                    <a:pt x="19434" y="20287"/>
                  </a:cubicBezTo>
                  <a:cubicBezTo>
                    <a:pt x="20148" y="20218"/>
                    <a:pt x="20823" y="19385"/>
                    <a:pt x="20922" y="18463"/>
                  </a:cubicBezTo>
                  <a:cubicBezTo>
                    <a:pt x="21358" y="14209"/>
                    <a:pt x="21794" y="10045"/>
                    <a:pt x="22231" y="5960"/>
                  </a:cubicBezTo>
                  <a:cubicBezTo>
                    <a:pt x="22330" y="5097"/>
                    <a:pt x="21735" y="4304"/>
                    <a:pt x="20872" y="4175"/>
                  </a:cubicBezTo>
                  <a:cubicBezTo>
                    <a:pt x="18869" y="3927"/>
                    <a:pt x="16856" y="3759"/>
                    <a:pt x="14834" y="3669"/>
                  </a:cubicBezTo>
                  <a:lnTo>
                    <a:pt x="14834" y="3630"/>
                  </a:lnTo>
                  <a:cubicBezTo>
                    <a:pt x="14834" y="3421"/>
                    <a:pt x="14784" y="3213"/>
                    <a:pt x="14685" y="3025"/>
                  </a:cubicBezTo>
                  <a:cubicBezTo>
                    <a:pt x="14744" y="2886"/>
                    <a:pt x="14675" y="2717"/>
                    <a:pt x="14526" y="2668"/>
                  </a:cubicBezTo>
                  <a:cubicBezTo>
                    <a:pt x="14467" y="2648"/>
                    <a:pt x="14388" y="2628"/>
                    <a:pt x="14318" y="2608"/>
                  </a:cubicBezTo>
                  <a:cubicBezTo>
                    <a:pt x="14095" y="2432"/>
                    <a:pt x="13822" y="2343"/>
                    <a:pt x="13547" y="2343"/>
                  </a:cubicBezTo>
                  <a:cubicBezTo>
                    <a:pt x="13358" y="2343"/>
                    <a:pt x="13167" y="2385"/>
                    <a:pt x="12989" y="2470"/>
                  </a:cubicBezTo>
                  <a:cubicBezTo>
                    <a:pt x="12982" y="2469"/>
                    <a:pt x="12975" y="2469"/>
                    <a:pt x="12968" y="2469"/>
                  </a:cubicBezTo>
                  <a:cubicBezTo>
                    <a:pt x="12847" y="2469"/>
                    <a:pt x="12739" y="2546"/>
                    <a:pt x="12692" y="2658"/>
                  </a:cubicBezTo>
                  <a:cubicBezTo>
                    <a:pt x="12424" y="2896"/>
                    <a:pt x="12266" y="3233"/>
                    <a:pt x="12256" y="3590"/>
                  </a:cubicBezTo>
                  <a:cubicBezTo>
                    <a:pt x="11963" y="3588"/>
                    <a:pt x="11671" y="3586"/>
                    <a:pt x="11378" y="3586"/>
                  </a:cubicBezTo>
                  <a:cubicBezTo>
                    <a:pt x="10431" y="3586"/>
                    <a:pt x="9484" y="3599"/>
                    <a:pt x="8537" y="3630"/>
                  </a:cubicBezTo>
                  <a:cubicBezTo>
                    <a:pt x="8468" y="3273"/>
                    <a:pt x="8250" y="2965"/>
                    <a:pt x="7943" y="2777"/>
                  </a:cubicBezTo>
                  <a:cubicBezTo>
                    <a:pt x="7897" y="2704"/>
                    <a:pt x="7827" y="2657"/>
                    <a:pt x="7739" y="2657"/>
                  </a:cubicBezTo>
                  <a:cubicBezTo>
                    <a:pt x="7731" y="2657"/>
                    <a:pt x="7723" y="2657"/>
                    <a:pt x="7715" y="2658"/>
                  </a:cubicBezTo>
                  <a:lnTo>
                    <a:pt x="7665" y="2658"/>
                  </a:lnTo>
                  <a:cubicBezTo>
                    <a:pt x="7530" y="2614"/>
                    <a:pt x="7395" y="2593"/>
                    <a:pt x="7262" y="2593"/>
                  </a:cubicBezTo>
                  <a:cubicBezTo>
                    <a:pt x="6624" y="2593"/>
                    <a:pt x="6055" y="3077"/>
                    <a:pt x="5989" y="3759"/>
                  </a:cubicBezTo>
                  <a:lnTo>
                    <a:pt x="5781" y="3768"/>
                  </a:lnTo>
                  <a:cubicBezTo>
                    <a:pt x="5335" y="3491"/>
                    <a:pt x="4323" y="2707"/>
                    <a:pt x="4730" y="1518"/>
                  </a:cubicBezTo>
                  <a:cubicBezTo>
                    <a:pt x="4720" y="1379"/>
                    <a:pt x="3709" y="1309"/>
                    <a:pt x="3580" y="1181"/>
                  </a:cubicBezTo>
                  <a:cubicBezTo>
                    <a:pt x="3491" y="1102"/>
                    <a:pt x="3333" y="1"/>
                    <a:pt x="3185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69" name="Google Shape;2569;p45"/>
            <p:cNvGrpSpPr/>
            <p:nvPr/>
          </p:nvGrpSpPr>
          <p:grpSpPr>
            <a:xfrm>
              <a:off x="584315" y="1428810"/>
              <a:ext cx="1647597" cy="1828797"/>
              <a:chOff x="713214" y="2775196"/>
              <a:chExt cx="1647597" cy="1828797"/>
            </a:xfrm>
          </p:grpSpPr>
          <p:sp>
            <p:nvSpPr>
              <p:cNvPr id="2570" name="Google Shape;2570;p45"/>
              <p:cNvSpPr/>
              <p:nvPr/>
            </p:nvSpPr>
            <p:spPr>
              <a:xfrm>
                <a:off x="1924596" y="4336539"/>
                <a:ext cx="225108" cy="226053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5" extrusionOk="0">
                    <a:moveTo>
                      <a:pt x="1509" y="1"/>
                    </a:moveTo>
                    <a:cubicBezTo>
                      <a:pt x="1509" y="1"/>
                      <a:pt x="1508" y="1"/>
                      <a:pt x="1507" y="1"/>
                    </a:cubicBezTo>
                    <a:cubicBezTo>
                      <a:pt x="1359" y="11"/>
                      <a:pt x="1230" y="1101"/>
                      <a:pt x="1160" y="1181"/>
                    </a:cubicBezTo>
                    <a:cubicBezTo>
                      <a:pt x="1021" y="1319"/>
                      <a:pt x="0" y="1428"/>
                      <a:pt x="10" y="1567"/>
                    </a:cubicBezTo>
                    <a:cubicBezTo>
                      <a:pt x="20" y="1706"/>
                      <a:pt x="1021" y="1775"/>
                      <a:pt x="1160" y="1904"/>
                    </a:cubicBezTo>
                    <a:cubicBezTo>
                      <a:pt x="1239" y="1983"/>
                      <a:pt x="1407" y="3084"/>
                      <a:pt x="1545" y="3084"/>
                    </a:cubicBezTo>
                    <a:cubicBezTo>
                      <a:pt x="1546" y="3084"/>
                      <a:pt x="1546" y="3084"/>
                      <a:pt x="1547" y="3084"/>
                    </a:cubicBezTo>
                    <a:cubicBezTo>
                      <a:pt x="1696" y="3074"/>
                      <a:pt x="1825" y="1984"/>
                      <a:pt x="1894" y="1904"/>
                    </a:cubicBezTo>
                    <a:cubicBezTo>
                      <a:pt x="2033" y="1766"/>
                      <a:pt x="3054" y="1656"/>
                      <a:pt x="3054" y="1518"/>
                    </a:cubicBezTo>
                    <a:cubicBezTo>
                      <a:pt x="3044" y="1379"/>
                      <a:pt x="2033" y="1309"/>
                      <a:pt x="1894" y="1181"/>
                    </a:cubicBezTo>
                    <a:cubicBezTo>
                      <a:pt x="1815" y="1102"/>
                      <a:pt x="1648" y="1"/>
                      <a:pt x="15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45"/>
              <p:cNvSpPr/>
              <p:nvPr/>
            </p:nvSpPr>
            <p:spPr>
              <a:xfrm>
                <a:off x="836711" y="2775196"/>
                <a:ext cx="225108" cy="226053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5" extrusionOk="0">
                    <a:moveTo>
                      <a:pt x="1507" y="1"/>
                    </a:moveTo>
                    <a:cubicBezTo>
                      <a:pt x="1359" y="11"/>
                      <a:pt x="1230" y="1111"/>
                      <a:pt x="1160" y="1181"/>
                    </a:cubicBezTo>
                    <a:cubicBezTo>
                      <a:pt x="1012" y="1329"/>
                      <a:pt x="0" y="1428"/>
                      <a:pt x="10" y="1567"/>
                    </a:cubicBezTo>
                    <a:cubicBezTo>
                      <a:pt x="20" y="1706"/>
                      <a:pt x="1012" y="1775"/>
                      <a:pt x="1160" y="1914"/>
                    </a:cubicBezTo>
                    <a:cubicBezTo>
                      <a:pt x="1239" y="1983"/>
                      <a:pt x="1407" y="3084"/>
                      <a:pt x="1545" y="3084"/>
                    </a:cubicBezTo>
                    <a:cubicBezTo>
                      <a:pt x="1546" y="3084"/>
                      <a:pt x="1546" y="3084"/>
                      <a:pt x="1547" y="3084"/>
                    </a:cubicBezTo>
                    <a:cubicBezTo>
                      <a:pt x="1696" y="3074"/>
                      <a:pt x="1825" y="1984"/>
                      <a:pt x="1894" y="1914"/>
                    </a:cubicBezTo>
                    <a:cubicBezTo>
                      <a:pt x="2033" y="1775"/>
                      <a:pt x="3054" y="1666"/>
                      <a:pt x="3044" y="1518"/>
                    </a:cubicBezTo>
                    <a:cubicBezTo>
                      <a:pt x="3044" y="1379"/>
                      <a:pt x="2033" y="1309"/>
                      <a:pt x="1894" y="1181"/>
                    </a:cubicBezTo>
                    <a:cubicBezTo>
                      <a:pt x="1815" y="1101"/>
                      <a:pt x="1646" y="1"/>
                      <a:pt x="15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45"/>
              <p:cNvSpPr/>
              <p:nvPr/>
            </p:nvSpPr>
            <p:spPr>
              <a:xfrm>
                <a:off x="1223188" y="4163610"/>
                <a:ext cx="596259" cy="440383"/>
              </a:xfrm>
              <a:custGeom>
                <a:avLst/>
                <a:gdLst/>
                <a:ahLst/>
                <a:cxnLst/>
                <a:rect l="l" t="t" r="r" b="b"/>
                <a:pathLst>
                  <a:path w="8092" h="6010" extrusionOk="0">
                    <a:moveTo>
                      <a:pt x="7596" y="4413"/>
                    </a:moveTo>
                    <a:cubicBezTo>
                      <a:pt x="7159" y="4135"/>
                      <a:pt x="6951" y="4175"/>
                      <a:pt x="6624" y="4026"/>
                    </a:cubicBezTo>
                    <a:cubicBezTo>
                      <a:pt x="5583" y="3511"/>
                      <a:pt x="6426" y="1"/>
                      <a:pt x="6426" y="11"/>
                    </a:cubicBezTo>
                    <a:lnTo>
                      <a:pt x="1666" y="11"/>
                    </a:lnTo>
                    <a:cubicBezTo>
                      <a:pt x="1666" y="1"/>
                      <a:pt x="2509" y="3511"/>
                      <a:pt x="1468" y="4026"/>
                    </a:cubicBezTo>
                    <a:cubicBezTo>
                      <a:pt x="1141" y="4175"/>
                      <a:pt x="923" y="4135"/>
                      <a:pt x="496" y="4413"/>
                    </a:cubicBezTo>
                    <a:cubicBezTo>
                      <a:pt x="159" y="4631"/>
                      <a:pt x="0" y="5018"/>
                      <a:pt x="298" y="5345"/>
                    </a:cubicBezTo>
                    <a:cubicBezTo>
                      <a:pt x="635" y="5712"/>
                      <a:pt x="1319" y="5752"/>
                      <a:pt x="1835" y="5811"/>
                    </a:cubicBezTo>
                    <a:cubicBezTo>
                      <a:pt x="3302" y="6009"/>
                      <a:pt x="4790" y="6009"/>
                      <a:pt x="6257" y="5811"/>
                    </a:cubicBezTo>
                    <a:cubicBezTo>
                      <a:pt x="6763" y="5752"/>
                      <a:pt x="7447" y="5712"/>
                      <a:pt x="7794" y="5345"/>
                    </a:cubicBezTo>
                    <a:cubicBezTo>
                      <a:pt x="8091" y="5018"/>
                      <a:pt x="7923" y="4631"/>
                      <a:pt x="7596" y="441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45"/>
              <p:cNvSpPr/>
              <p:nvPr/>
            </p:nvSpPr>
            <p:spPr>
              <a:xfrm>
                <a:off x="1345948" y="4163610"/>
                <a:ext cx="350741" cy="187511"/>
              </a:xfrm>
              <a:custGeom>
                <a:avLst/>
                <a:gdLst/>
                <a:ahLst/>
                <a:cxnLst/>
                <a:rect l="l" t="t" r="r" b="b"/>
                <a:pathLst>
                  <a:path w="4760" h="2559" extrusionOk="0">
                    <a:moveTo>
                      <a:pt x="2380" y="11"/>
                    </a:moveTo>
                    <a:lnTo>
                      <a:pt x="0" y="11"/>
                    </a:lnTo>
                    <a:cubicBezTo>
                      <a:pt x="0" y="1"/>
                      <a:pt x="327" y="1379"/>
                      <a:pt x="318" y="2539"/>
                    </a:cubicBezTo>
                    <a:cubicBezTo>
                      <a:pt x="1696" y="2559"/>
                      <a:pt x="3064" y="2559"/>
                      <a:pt x="4432" y="2539"/>
                    </a:cubicBezTo>
                    <a:cubicBezTo>
                      <a:pt x="4422" y="1379"/>
                      <a:pt x="4760" y="1"/>
                      <a:pt x="4760" y="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45"/>
              <p:cNvSpPr/>
              <p:nvPr/>
            </p:nvSpPr>
            <p:spPr>
              <a:xfrm>
                <a:off x="713214" y="3023671"/>
                <a:ext cx="1647597" cy="1280994"/>
              </a:xfrm>
              <a:custGeom>
                <a:avLst/>
                <a:gdLst/>
                <a:ahLst/>
                <a:cxnLst/>
                <a:rect l="l" t="t" r="r" b="b"/>
                <a:pathLst>
                  <a:path w="22360" h="17482" extrusionOk="0">
                    <a:moveTo>
                      <a:pt x="20942" y="15082"/>
                    </a:moveTo>
                    <a:cubicBezTo>
                      <a:pt x="20843" y="16004"/>
                      <a:pt x="20168" y="16837"/>
                      <a:pt x="19454" y="16906"/>
                    </a:cubicBezTo>
                    <a:cubicBezTo>
                      <a:pt x="13951" y="17481"/>
                      <a:pt x="8409" y="17481"/>
                      <a:pt x="2906" y="16906"/>
                    </a:cubicBezTo>
                    <a:cubicBezTo>
                      <a:pt x="2182" y="16837"/>
                      <a:pt x="1518" y="16004"/>
                      <a:pt x="1418" y="15082"/>
                    </a:cubicBezTo>
                    <a:cubicBezTo>
                      <a:pt x="982" y="10828"/>
                      <a:pt x="546" y="6664"/>
                      <a:pt x="110" y="2579"/>
                    </a:cubicBezTo>
                    <a:cubicBezTo>
                      <a:pt x="1" y="1716"/>
                      <a:pt x="605" y="913"/>
                      <a:pt x="1468" y="784"/>
                    </a:cubicBezTo>
                    <a:cubicBezTo>
                      <a:pt x="7913" y="1"/>
                      <a:pt x="14437" y="1"/>
                      <a:pt x="20882" y="784"/>
                    </a:cubicBezTo>
                    <a:cubicBezTo>
                      <a:pt x="21745" y="913"/>
                      <a:pt x="22360" y="1706"/>
                      <a:pt x="22251" y="2579"/>
                    </a:cubicBezTo>
                    <a:cubicBezTo>
                      <a:pt x="21814" y="6654"/>
                      <a:pt x="21378" y="10828"/>
                      <a:pt x="20942" y="1508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45"/>
              <p:cNvSpPr/>
              <p:nvPr/>
            </p:nvSpPr>
            <p:spPr>
              <a:xfrm>
                <a:off x="832289" y="3153002"/>
                <a:ext cx="1404362" cy="980200"/>
              </a:xfrm>
              <a:custGeom>
                <a:avLst/>
                <a:gdLst/>
                <a:ahLst/>
                <a:cxnLst/>
                <a:rect l="l" t="t" r="r" b="b"/>
                <a:pathLst>
                  <a:path w="19059" h="13377" extrusionOk="0">
                    <a:moveTo>
                      <a:pt x="17848" y="11492"/>
                    </a:moveTo>
                    <a:cubicBezTo>
                      <a:pt x="17769" y="12177"/>
                      <a:pt x="17194" y="12821"/>
                      <a:pt x="16579" y="12881"/>
                    </a:cubicBezTo>
                    <a:cubicBezTo>
                      <a:pt x="11889" y="13376"/>
                      <a:pt x="7160" y="13376"/>
                      <a:pt x="2470" y="12881"/>
                    </a:cubicBezTo>
                    <a:cubicBezTo>
                      <a:pt x="1845" y="12821"/>
                      <a:pt x="1280" y="12177"/>
                      <a:pt x="1201" y="11492"/>
                    </a:cubicBezTo>
                    <a:cubicBezTo>
                      <a:pt x="824" y="8270"/>
                      <a:pt x="447" y="5117"/>
                      <a:pt x="80" y="2053"/>
                    </a:cubicBezTo>
                    <a:cubicBezTo>
                      <a:pt x="1" y="1399"/>
                      <a:pt x="526" y="774"/>
                      <a:pt x="1250" y="675"/>
                    </a:cubicBezTo>
                    <a:cubicBezTo>
                      <a:pt x="6753" y="1"/>
                      <a:pt x="12306" y="1"/>
                      <a:pt x="17809" y="675"/>
                    </a:cubicBezTo>
                    <a:cubicBezTo>
                      <a:pt x="18533" y="774"/>
                      <a:pt x="19058" y="1399"/>
                      <a:pt x="18979" y="2053"/>
                    </a:cubicBezTo>
                    <a:cubicBezTo>
                      <a:pt x="18592" y="5117"/>
                      <a:pt x="18215" y="8260"/>
                      <a:pt x="17848" y="1149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45"/>
              <p:cNvSpPr/>
              <p:nvPr/>
            </p:nvSpPr>
            <p:spPr>
              <a:xfrm>
                <a:off x="1093871" y="3064852"/>
                <a:ext cx="412120" cy="348130"/>
              </a:xfrm>
              <a:custGeom>
                <a:avLst/>
                <a:gdLst/>
                <a:ahLst/>
                <a:cxnLst/>
                <a:rect l="l" t="t" r="r" b="b"/>
                <a:pathLst>
                  <a:path w="5593" h="4751" extrusionOk="0">
                    <a:moveTo>
                      <a:pt x="3130" y="0"/>
                    </a:moveTo>
                    <a:cubicBezTo>
                      <a:pt x="1102" y="0"/>
                      <a:pt x="1" y="2436"/>
                      <a:pt x="1389" y="3970"/>
                    </a:cubicBezTo>
                    <a:cubicBezTo>
                      <a:pt x="1879" y="4509"/>
                      <a:pt x="2510" y="4751"/>
                      <a:pt x="3130" y="4751"/>
                    </a:cubicBezTo>
                    <a:cubicBezTo>
                      <a:pt x="4313" y="4751"/>
                      <a:pt x="5458" y="3869"/>
                      <a:pt x="5523" y="2483"/>
                    </a:cubicBezTo>
                    <a:cubicBezTo>
                      <a:pt x="5593" y="1174"/>
                      <a:pt x="4571" y="63"/>
                      <a:pt x="3263" y="4"/>
                    </a:cubicBezTo>
                    <a:cubicBezTo>
                      <a:pt x="3218" y="2"/>
                      <a:pt x="3174" y="0"/>
                      <a:pt x="313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45"/>
              <p:cNvSpPr/>
              <p:nvPr/>
            </p:nvSpPr>
            <p:spPr>
              <a:xfrm>
                <a:off x="1168514" y="3110722"/>
                <a:ext cx="303877" cy="257708"/>
              </a:xfrm>
              <a:custGeom>
                <a:avLst/>
                <a:gdLst/>
                <a:ahLst/>
                <a:cxnLst/>
                <a:rect l="l" t="t" r="r" b="b"/>
                <a:pathLst>
                  <a:path w="4124" h="3517" extrusionOk="0">
                    <a:moveTo>
                      <a:pt x="2312" y="0"/>
                    </a:moveTo>
                    <a:cubicBezTo>
                      <a:pt x="816" y="0"/>
                      <a:pt x="1" y="1801"/>
                      <a:pt x="1030" y="2937"/>
                    </a:cubicBezTo>
                    <a:cubicBezTo>
                      <a:pt x="1392" y="3337"/>
                      <a:pt x="1857" y="3516"/>
                      <a:pt x="2315" y="3516"/>
                    </a:cubicBezTo>
                    <a:cubicBezTo>
                      <a:pt x="3187" y="3516"/>
                      <a:pt x="4032" y="2864"/>
                      <a:pt x="4084" y="1837"/>
                    </a:cubicBezTo>
                    <a:cubicBezTo>
                      <a:pt x="4124" y="875"/>
                      <a:pt x="3380" y="42"/>
                      <a:pt x="2408" y="2"/>
                    </a:cubicBezTo>
                    <a:cubicBezTo>
                      <a:pt x="2376" y="1"/>
                      <a:pt x="2344" y="0"/>
                      <a:pt x="23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45"/>
              <p:cNvSpPr/>
              <p:nvPr/>
            </p:nvSpPr>
            <p:spPr>
              <a:xfrm>
                <a:off x="1419706" y="3403675"/>
                <a:ext cx="220908" cy="208687"/>
              </a:xfrm>
              <a:custGeom>
                <a:avLst/>
                <a:gdLst/>
                <a:ahLst/>
                <a:cxnLst/>
                <a:rect l="l" t="t" r="r" b="b"/>
                <a:pathLst>
                  <a:path w="2998" h="2848" extrusionOk="0">
                    <a:moveTo>
                      <a:pt x="2678" y="0"/>
                    </a:moveTo>
                    <a:cubicBezTo>
                      <a:pt x="2338" y="51"/>
                      <a:pt x="1935" y="68"/>
                      <a:pt x="1562" y="68"/>
                    </a:cubicBezTo>
                    <a:cubicBezTo>
                      <a:pt x="921" y="68"/>
                      <a:pt x="368" y="20"/>
                      <a:pt x="368" y="20"/>
                    </a:cubicBezTo>
                    <a:lnTo>
                      <a:pt x="368" y="20"/>
                    </a:lnTo>
                    <a:cubicBezTo>
                      <a:pt x="368" y="20"/>
                      <a:pt x="1" y="2777"/>
                      <a:pt x="1428" y="2846"/>
                    </a:cubicBezTo>
                    <a:cubicBezTo>
                      <a:pt x="1447" y="2847"/>
                      <a:pt x="1465" y="2847"/>
                      <a:pt x="1483" y="2847"/>
                    </a:cubicBezTo>
                    <a:cubicBezTo>
                      <a:pt x="2997" y="2847"/>
                      <a:pt x="2678" y="0"/>
                      <a:pt x="26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45"/>
              <p:cNvSpPr/>
              <p:nvPr/>
            </p:nvSpPr>
            <p:spPr>
              <a:xfrm>
                <a:off x="1178609" y="3413055"/>
                <a:ext cx="113328" cy="78624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073" extrusionOk="0">
                    <a:moveTo>
                      <a:pt x="767" y="1"/>
                    </a:moveTo>
                    <a:cubicBezTo>
                      <a:pt x="353" y="1"/>
                      <a:pt x="20" y="226"/>
                      <a:pt x="11" y="517"/>
                    </a:cubicBezTo>
                    <a:cubicBezTo>
                      <a:pt x="1" y="804"/>
                      <a:pt x="338" y="1062"/>
                      <a:pt x="754" y="1072"/>
                    </a:cubicBezTo>
                    <a:cubicBezTo>
                      <a:pt x="763" y="1072"/>
                      <a:pt x="772" y="1072"/>
                      <a:pt x="781" y="1072"/>
                    </a:cubicBezTo>
                    <a:cubicBezTo>
                      <a:pt x="1195" y="1072"/>
                      <a:pt x="1518" y="848"/>
                      <a:pt x="1528" y="557"/>
                    </a:cubicBezTo>
                    <a:cubicBezTo>
                      <a:pt x="1538" y="269"/>
                      <a:pt x="1210" y="21"/>
                      <a:pt x="794" y="1"/>
                    </a:cubicBezTo>
                    <a:cubicBezTo>
                      <a:pt x="785" y="1"/>
                      <a:pt x="776" y="1"/>
                      <a:pt x="7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45"/>
              <p:cNvSpPr/>
              <p:nvPr/>
            </p:nvSpPr>
            <p:spPr>
              <a:xfrm>
                <a:off x="1759468" y="3407193"/>
                <a:ext cx="103085" cy="70784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966" extrusionOk="0">
                    <a:moveTo>
                      <a:pt x="663" y="1"/>
                    </a:moveTo>
                    <a:cubicBezTo>
                      <a:pt x="300" y="1"/>
                      <a:pt x="10" y="202"/>
                      <a:pt x="10" y="458"/>
                    </a:cubicBezTo>
                    <a:cubicBezTo>
                      <a:pt x="0" y="726"/>
                      <a:pt x="298" y="954"/>
                      <a:pt x="684" y="964"/>
                    </a:cubicBezTo>
                    <a:cubicBezTo>
                      <a:pt x="702" y="965"/>
                      <a:pt x="719" y="965"/>
                      <a:pt x="735" y="965"/>
                    </a:cubicBezTo>
                    <a:cubicBezTo>
                      <a:pt x="1099" y="965"/>
                      <a:pt x="1388" y="763"/>
                      <a:pt x="1388" y="508"/>
                    </a:cubicBezTo>
                    <a:cubicBezTo>
                      <a:pt x="1398" y="230"/>
                      <a:pt x="1101" y="12"/>
                      <a:pt x="714" y="2"/>
                    </a:cubicBezTo>
                    <a:cubicBezTo>
                      <a:pt x="697" y="1"/>
                      <a:pt x="680" y="1"/>
                      <a:pt x="6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45"/>
              <p:cNvSpPr/>
              <p:nvPr/>
            </p:nvSpPr>
            <p:spPr>
              <a:xfrm>
                <a:off x="1476738" y="3526045"/>
                <a:ext cx="133001" cy="86318"/>
              </a:xfrm>
              <a:custGeom>
                <a:avLst/>
                <a:gdLst/>
                <a:ahLst/>
                <a:cxnLst/>
                <a:rect l="l" t="t" r="r" b="b"/>
                <a:pathLst>
                  <a:path w="1805" h="1178" extrusionOk="0">
                    <a:moveTo>
                      <a:pt x="1330" y="0"/>
                    </a:moveTo>
                    <a:cubicBezTo>
                      <a:pt x="1289" y="0"/>
                      <a:pt x="1249" y="2"/>
                      <a:pt x="1210" y="6"/>
                    </a:cubicBezTo>
                    <a:cubicBezTo>
                      <a:pt x="595" y="36"/>
                      <a:pt x="159" y="373"/>
                      <a:pt x="0" y="859"/>
                    </a:cubicBezTo>
                    <a:cubicBezTo>
                      <a:pt x="169" y="1047"/>
                      <a:pt x="407" y="1166"/>
                      <a:pt x="654" y="1176"/>
                    </a:cubicBezTo>
                    <a:cubicBezTo>
                      <a:pt x="673" y="1177"/>
                      <a:pt x="691" y="1177"/>
                      <a:pt x="710" y="1177"/>
                    </a:cubicBezTo>
                    <a:cubicBezTo>
                      <a:pt x="1346" y="1177"/>
                      <a:pt x="1650" y="674"/>
                      <a:pt x="1805" y="95"/>
                    </a:cubicBezTo>
                    <a:cubicBezTo>
                      <a:pt x="1654" y="32"/>
                      <a:pt x="1491" y="0"/>
                      <a:pt x="13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45"/>
              <p:cNvSpPr/>
              <p:nvPr/>
            </p:nvSpPr>
            <p:spPr>
              <a:xfrm>
                <a:off x="1376306" y="3141424"/>
                <a:ext cx="74348" cy="60452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825" extrusionOk="0">
                    <a:moveTo>
                      <a:pt x="157" y="0"/>
                    </a:moveTo>
                    <a:cubicBezTo>
                      <a:pt x="42" y="0"/>
                      <a:pt x="0" y="194"/>
                      <a:pt x="124" y="238"/>
                    </a:cubicBezTo>
                    <a:cubicBezTo>
                      <a:pt x="372" y="357"/>
                      <a:pt x="590" y="535"/>
                      <a:pt x="738" y="773"/>
                    </a:cubicBezTo>
                    <a:cubicBezTo>
                      <a:pt x="763" y="810"/>
                      <a:pt x="800" y="825"/>
                      <a:pt x="837" y="825"/>
                    </a:cubicBezTo>
                    <a:cubicBezTo>
                      <a:pt x="922" y="825"/>
                      <a:pt x="1009" y="747"/>
                      <a:pt x="947" y="664"/>
                    </a:cubicBezTo>
                    <a:cubicBezTo>
                      <a:pt x="768" y="377"/>
                      <a:pt x="510" y="149"/>
                      <a:pt x="203" y="10"/>
                    </a:cubicBezTo>
                    <a:cubicBezTo>
                      <a:pt x="187" y="3"/>
                      <a:pt x="171" y="0"/>
                      <a:pt x="1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45"/>
              <p:cNvSpPr/>
              <p:nvPr/>
            </p:nvSpPr>
            <p:spPr>
              <a:xfrm>
                <a:off x="1341305" y="3128161"/>
                <a:ext cx="31316" cy="19931"/>
              </a:xfrm>
              <a:custGeom>
                <a:avLst/>
                <a:gdLst/>
                <a:ahLst/>
                <a:cxnLst/>
                <a:rect l="l" t="t" r="r" b="b"/>
                <a:pathLst>
                  <a:path w="425" h="272" extrusionOk="0">
                    <a:moveTo>
                      <a:pt x="163" y="1"/>
                    </a:moveTo>
                    <a:cubicBezTo>
                      <a:pt x="48" y="1"/>
                      <a:pt x="0" y="165"/>
                      <a:pt x="113" y="230"/>
                    </a:cubicBezTo>
                    <a:lnTo>
                      <a:pt x="222" y="260"/>
                    </a:lnTo>
                    <a:cubicBezTo>
                      <a:pt x="236" y="268"/>
                      <a:pt x="249" y="271"/>
                      <a:pt x="262" y="271"/>
                    </a:cubicBezTo>
                    <a:cubicBezTo>
                      <a:pt x="367" y="271"/>
                      <a:pt x="424" y="41"/>
                      <a:pt x="291" y="32"/>
                    </a:cubicBezTo>
                    <a:lnTo>
                      <a:pt x="182" y="2"/>
                    </a:lnTo>
                    <a:cubicBezTo>
                      <a:pt x="176" y="1"/>
                      <a:pt x="169" y="1"/>
                      <a:pt x="1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45"/>
              <p:cNvSpPr/>
              <p:nvPr/>
            </p:nvSpPr>
            <p:spPr>
              <a:xfrm>
                <a:off x="1440191" y="3215945"/>
                <a:ext cx="20484" cy="22422"/>
              </a:xfrm>
              <a:custGeom>
                <a:avLst/>
                <a:gdLst/>
                <a:ahLst/>
                <a:cxnLst/>
                <a:rect l="l" t="t" r="r" b="b"/>
                <a:pathLst>
                  <a:path w="278" h="306" extrusionOk="0">
                    <a:moveTo>
                      <a:pt x="136" y="0"/>
                    </a:moveTo>
                    <a:cubicBezTo>
                      <a:pt x="117" y="0"/>
                      <a:pt x="98" y="5"/>
                      <a:pt x="80" y="14"/>
                    </a:cubicBezTo>
                    <a:cubicBezTo>
                      <a:pt x="20" y="44"/>
                      <a:pt x="0" y="113"/>
                      <a:pt x="30" y="173"/>
                    </a:cubicBezTo>
                    <a:cubicBezTo>
                      <a:pt x="25" y="261"/>
                      <a:pt x="90" y="306"/>
                      <a:pt x="155" y="306"/>
                    </a:cubicBezTo>
                    <a:cubicBezTo>
                      <a:pt x="214" y="306"/>
                      <a:pt x="273" y="268"/>
                      <a:pt x="278" y="193"/>
                    </a:cubicBezTo>
                    <a:cubicBezTo>
                      <a:pt x="268" y="143"/>
                      <a:pt x="258" y="103"/>
                      <a:pt x="238" y="64"/>
                    </a:cubicBezTo>
                    <a:cubicBezTo>
                      <a:pt x="218" y="23"/>
                      <a:pt x="178" y="0"/>
                      <a:pt x="1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45"/>
              <p:cNvSpPr/>
              <p:nvPr/>
            </p:nvSpPr>
            <p:spPr>
              <a:xfrm>
                <a:off x="1441296" y="3227815"/>
                <a:ext cx="442" cy="1539"/>
              </a:xfrm>
              <a:custGeom>
                <a:avLst/>
                <a:gdLst/>
                <a:ahLst/>
                <a:cxnLst/>
                <a:rect l="l" t="t" r="r" b="b"/>
                <a:pathLst>
                  <a:path w="6" h="21" extrusionOk="0">
                    <a:moveTo>
                      <a:pt x="1" y="0"/>
                    </a:moveTo>
                    <a:cubicBezTo>
                      <a:pt x="0" y="0"/>
                      <a:pt x="1" y="5"/>
                      <a:pt x="5" y="21"/>
                    </a:cubicBezTo>
                    <a:cubicBezTo>
                      <a:pt x="5" y="21"/>
                      <a:pt x="5" y="11"/>
                      <a:pt x="5" y="11"/>
                    </a:cubicBezTo>
                    <a:cubicBezTo>
                      <a:pt x="5" y="11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45"/>
              <p:cNvSpPr/>
              <p:nvPr/>
            </p:nvSpPr>
            <p:spPr>
              <a:xfrm>
                <a:off x="1441664" y="3229281"/>
                <a:ext cx="74" cy="1539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0" y="1"/>
                    </a:moveTo>
                    <a:cubicBezTo>
                      <a:pt x="0" y="21"/>
                      <a:pt x="0" y="11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45"/>
              <p:cNvSpPr/>
              <p:nvPr/>
            </p:nvSpPr>
            <p:spPr>
              <a:xfrm>
                <a:off x="1441664" y="3228548"/>
                <a:ext cx="74" cy="73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45"/>
              <p:cNvSpPr/>
              <p:nvPr/>
            </p:nvSpPr>
            <p:spPr>
              <a:xfrm>
                <a:off x="1473644" y="3047412"/>
                <a:ext cx="412268" cy="348642"/>
              </a:xfrm>
              <a:custGeom>
                <a:avLst/>
                <a:gdLst/>
                <a:ahLst/>
                <a:cxnLst/>
                <a:rect l="l" t="t" r="r" b="b"/>
                <a:pathLst>
                  <a:path w="5595" h="4758" extrusionOk="0">
                    <a:moveTo>
                      <a:pt x="3153" y="1"/>
                    </a:moveTo>
                    <a:cubicBezTo>
                      <a:pt x="1117" y="1"/>
                      <a:pt x="0" y="2434"/>
                      <a:pt x="1400" y="3970"/>
                    </a:cubicBezTo>
                    <a:cubicBezTo>
                      <a:pt x="1889" y="4514"/>
                      <a:pt x="2520" y="4758"/>
                      <a:pt x="3140" y="4758"/>
                    </a:cubicBezTo>
                    <a:cubicBezTo>
                      <a:pt x="4320" y="4758"/>
                      <a:pt x="5464" y="3876"/>
                      <a:pt x="5535" y="2493"/>
                    </a:cubicBezTo>
                    <a:cubicBezTo>
                      <a:pt x="5595" y="1184"/>
                      <a:pt x="4583" y="63"/>
                      <a:pt x="3274" y="4"/>
                    </a:cubicBezTo>
                    <a:cubicBezTo>
                      <a:pt x="3234" y="2"/>
                      <a:pt x="3193" y="1"/>
                      <a:pt x="315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45"/>
              <p:cNvSpPr/>
              <p:nvPr/>
            </p:nvSpPr>
            <p:spPr>
              <a:xfrm>
                <a:off x="1523602" y="3095408"/>
                <a:ext cx="303877" cy="257781"/>
              </a:xfrm>
              <a:custGeom>
                <a:avLst/>
                <a:gdLst/>
                <a:ahLst/>
                <a:cxnLst/>
                <a:rect l="l" t="t" r="r" b="b"/>
                <a:pathLst>
                  <a:path w="4124" h="3518" extrusionOk="0">
                    <a:moveTo>
                      <a:pt x="2312" y="1"/>
                    </a:moveTo>
                    <a:cubicBezTo>
                      <a:pt x="816" y="1"/>
                      <a:pt x="1" y="1802"/>
                      <a:pt x="1030" y="2938"/>
                    </a:cubicBezTo>
                    <a:cubicBezTo>
                      <a:pt x="1392" y="3338"/>
                      <a:pt x="1858" y="3518"/>
                      <a:pt x="2316" y="3518"/>
                    </a:cubicBezTo>
                    <a:cubicBezTo>
                      <a:pt x="3188" y="3518"/>
                      <a:pt x="4032" y="2868"/>
                      <a:pt x="4084" y="1848"/>
                    </a:cubicBezTo>
                    <a:cubicBezTo>
                      <a:pt x="4123" y="876"/>
                      <a:pt x="3380" y="53"/>
                      <a:pt x="2408" y="3"/>
                    </a:cubicBezTo>
                    <a:cubicBezTo>
                      <a:pt x="2376" y="2"/>
                      <a:pt x="2344" y="1"/>
                      <a:pt x="23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45"/>
              <p:cNvSpPr/>
              <p:nvPr/>
            </p:nvSpPr>
            <p:spPr>
              <a:xfrm>
                <a:off x="1731394" y="3126110"/>
                <a:ext cx="74274" cy="60965"/>
              </a:xfrm>
              <a:custGeom>
                <a:avLst/>
                <a:gdLst/>
                <a:ahLst/>
                <a:cxnLst/>
                <a:rect l="l" t="t" r="r" b="b"/>
                <a:pathLst>
                  <a:path w="1008" h="832" extrusionOk="0">
                    <a:moveTo>
                      <a:pt x="155" y="1"/>
                    </a:moveTo>
                    <a:cubicBezTo>
                      <a:pt x="41" y="1"/>
                      <a:pt x="0" y="186"/>
                      <a:pt x="124" y="239"/>
                    </a:cubicBezTo>
                    <a:cubicBezTo>
                      <a:pt x="371" y="358"/>
                      <a:pt x="590" y="536"/>
                      <a:pt x="738" y="774"/>
                    </a:cubicBezTo>
                    <a:cubicBezTo>
                      <a:pt x="763" y="815"/>
                      <a:pt x="802" y="832"/>
                      <a:pt x="840" y="832"/>
                    </a:cubicBezTo>
                    <a:cubicBezTo>
                      <a:pt x="924" y="832"/>
                      <a:pt x="1008" y="750"/>
                      <a:pt x="946" y="655"/>
                    </a:cubicBezTo>
                    <a:cubicBezTo>
                      <a:pt x="768" y="368"/>
                      <a:pt x="510" y="149"/>
                      <a:pt x="203" y="11"/>
                    </a:cubicBezTo>
                    <a:cubicBezTo>
                      <a:pt x="186" y="4"/>
                      <a:pt x="170" y="1"/>
                      <a:pt x="15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45"/>
              <p:cNvSpPr/>
              <p:nvPr/>
            </p:nvSpPr>
            <p:spPr>
              <a:xfrm>
                <a:off x="1696172" y="3112994"/>
                <a:ext cx="30211" cy="1905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260" extrusionOk="0">
                    <a:moveTo>
                      <a:pt x="174" y="1"/>
                    </a:moveTo>
                    <a:cubicBezTo>
                      <a:pt x="53" y="1"/>
                      <a:pt x="0" y="162"/>
                      <a:pt x="116" y="229"/>
                    </a:cubicBezTo>
                    <a:lnTo>
                      <a:pt x="225" y="259"/>
                    </a:lnTo>
                    <a:cubicBezTo>
                      <a:pt x="228" y="259"/>
                      <a:pt x="232" y="259"/>
                      <a:pt x="236" y="259"/>
                    </a:cubicBezTo>
                    <a:cubicBezTo>
                      <a:pt x="357" y="259"/>
                      <a:pt x="410" y="98"/>
                      <a:pt x="294" y="31"/>
                    </a:cubicBezTo>
                    <a:lnTo>
                      <a:pt x="185" y="1"/>
                    </a:lnTo>
                    <a:cubicBezTo>
                      <a:pt x="181" y="1"/>
                      <a:pt x="178" y="1"/>
                      <a:pt x="1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45"/>
              <p:cNvSpPr/>
              <p:nvPr/>
            </p:nvSpPr>
            <p:spPr>
              <a:xfrm>
                <a:off x="1794542" y="3200850"/>
                <a:ext cx="19748" cy="21983"/>
              </a:xfrm>
              <a:custGeom>
                <a:avLst/>
                <a:gdLst/>
                <a:ahLst/>
                <a:cxnLst/>
                <a:rect l="l" t="t" r="r" b="b"/>
                <a:pathLst>
                  <a:path w="268" h="300" extrusionOk="0">
                    <a:moveTo>
                      <a:pt x="136" y="0"/>
                    </a:moveTo>
                    <a:cubicBezTo>
                      <a:pt x="119" y="0"/>
                      <a:pt x="103" y="4"/>
                      <a:pt x="89" y="12"/>
                    </a:cubicBezTo>
                    <a:cubicBezTo>
                      <a:pt x="30" y="42"/>
                      <a:pt x="0" y="121"/>
                      <a:pt x="30" y="180"/>
                    </a:cubicBezTo>
                    <a:cubicBezTo>
                      <a:pt x="30" y="240"/>
                      <a:pt x="80" y="299"/>
                      <a:pt x="149" y="299"/>
                    </a:cubicBezTo>
                    <a:cubicBezTo>
                      <a:pt x="208" y="299"/>
                      <a:pt x="268" y="250"/>
                      <a:pt x="268" y="190"/>
                    </a:cubicBezTo>
                    <a:cubicBezTo>
                      <a:pt x="268" y="141"/>
                      <a:pt x="258" y="101"/>
                      <a:pt x="248" y="61"/>
                    </a:cubicBezTo>
                    <a:cubicBezTo>
                      <a:pt x="227" y="26"/>
                      <a:pt x="179" y="0"/>
                      <a:pt x="1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45"/>
              <p:cNvSpPr/>
              <p:nvPr/>
            </p:nvSpPr>
            <p:spPr>
              <a:xfrm>
                <a:off x="1796384" y="3212574"/>
                <a:ext cx="368" cy="1539"/>
              </a:xfrm>
              <a:custGeom>
                <a:avLst/>
                <a:gdLst/>
                <a:ahLst/>
                <a:cxnLst/>
                <a:rect l="l" t="t" r="r" b="b"/>
                <a:pathLst>
                  <a:path w="5" h="21" extrusionOk="0">
                    <a:moveTo>
                      <a:pt x="1" y="0"/>
                    </a:moveTo>
                    <a:cubicBezTo>
                      <a:pt x="0" y="0"/>
                      <a:pt x="1" y="5"/>
                      <a:pt x="5" y="20"/>
                    </a:cubicBezTo>
                    <a:cubicBezTo>
                      <a:pt x="5" y="1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45"/>
              <p:cNvSpPr/>
              <p:nvPr/>
            </p:nvSpPr>
            <p:spPr>
              <a:xfrm>
                <a:off x="1796679" y="3214040"/>
                <a:ext cx="74" cy="1539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0"/>
                    </a:moveTo>
                    <a:cubicBezTo>
                      <a:pt x="1" y="20"/>
                      <a:pt x="1" y="1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45"/>
              <p:cNvSpPr/>
              <p:nvPr/>
            </p:nvSpPr>
            <p:spPr>
              <a:xfrm>
                <a:off x="1796679" y="3214040"/>
                <a:ext cx="74" cy="73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45"/>
              <p:cNvSpPr/>
              <p:nvPr/>
            </p:nvSpPr>
            <p:spPr>
              <a:xfrm>
                <a:off x="1646951" y="2956038"/>
                <a:ext cx="159675" cy="54517"/>
              </a:xfrm>
              <a:custGeom>
                <a:avLst/>
                <a:gdLst/>
                <a:ahLst/>
                <a:cxnLst/>
                <a:rect l="l" t="t" r="r" b="b"/>
                <a:pathLst>
                  <a:path w="2167" h="744" extrusionOk="0">
                    <a:moveTo>
                      <a:pt x="299" y="1"/>
                    </a:moveTo>
                    <a:cubicBezTo>
                      <a:pt x="157" y="1"/>
                      <a:pt x="29" y="107"/>
                      <a:pt x="10" y="249"/>
                    </a:cubicBezTo>
                    <a:cubicBezTo>
                      <a:pt x="0" y="398"/>
                      <a:pt x="109" y="537"/>
                      <a:pt x="258" y="557"/>
                    </a:cubicBezTo>
                    <a:cubicBezTo>
                      <a:pt x="734" y="557"/>
                      <a:pt x="1220" y="557"/>
                      <a:pt x="1666" y="725"/>
                    </a:cubicBezTo>
                    <a:cubicBezTo>
                      <a:pt x="1700" y="738"/>
                      <a:pt x="1733" y="743"/>
                      <a:pt x="1764" y="743"/>
                    </a:cubicBezTo>
                    <a:cubicBezTo>
                      <a:pt x="2031" y="743"/>
                      <a:pt x="2167" y="325"/>
                      <a:pt x="1864" y="210"/>
                    </a:cubicBezTo>
                    <a:cubicBezTo>
                      <a:pt x="1369" y="21"/>
                      <a:pt x="843" y="2"/>
                      <a:pt x="318" y="2"/>
                    </a:cubicBezTo>
                    <a:cubicBezTo>
                      <a:pt x="311" y="1"/>
                      <a:pt x="305" y="1"/>
                      <a:pt x="2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45"/>
              <p:cNvSpPr/>
              <p:nvPr/>
            </p:nvSpPr>
            <p:spPr>
              <a:xfrm>
                <a:off x="1172935" y="2969887"/>
                <a:ext cx="135065" cy="5730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782" extrusionOk="0">
                    <a:moveTo>
                      <a:pt x="1476" y="1"/>
                    </a:moveTo>
                    <a:cubicBezTo>
                      <a:pt x="1069" y="1"/>
                      <a:pt x="673" y="70"/>
                      <a:pt x="296" y="229"/>
                    </a:cubicBezTo>
                    <a:cubicBezTo>
                      <a:pt x="1" y="336"/>
                      <a:pt x="93" y="782"/>
                      <a:pt x="353" y="782"/>
                    </a:cubicBezTo>
                    <a:cubicBezTo>
                      <a:pt x="382" y="782"/>
                      <a:pt x="412" y="776"/>
                      <a:pt x="444" y="764"/>
                    </a:cubicBezTo>
                    <a:cubicBezTo>
                      <a:pt x="772" y="626"/>
                      <a:pt x="1119" y="546"/>
                      <a:pt x="1476" y="546"/>
                    </a:cubicBezTo>
                    <a:cubicBezTo>
                      <a:pt x="1479" y="546"/>
                      <a:pt x="1482" y="546"/>
                      <a:pt x="1485" y="546"/>
                    </a:cubicBezTo>
                    <a:cubicBezTo>
                      <a:pt x="1833" y="546"/>
                      <a:pt x="1829" y="11"/>
                      <a:pt x="14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45"/>
              <p:cNvSpPr/>
              <p:nvPr/>
            </p:nvSpPr>
            <p:spPr>
              <a:xfrm>
                <a:off x="1467233" y="4153425"/>
                <a:ext cx="111117" cy="110572"/>
              </a:xfrm>
              <a:custGeom>
                <a:avLst/>
                <a:gdLst/>
                <a:ahLst/>
                <a:cxnLst/>
                <a:rect l="l" t="t" r="r" b="b"/>
                <a:pathLst>
                  <a:path w="1508" h="1509" extrusionOk="0">
                    <a:moveTo>
                      <a:pt x="1507" y="645"/>
                    </a:moveTo>
                    <a:cubicBezTo>
                      <a:pt x="1507" y="1221"/>
                      <a:pt x="813" y="1508"/>
                      <a:pt x="407" y="1102"/>
                    </a:cubicBezTo>
                    <a:cubicBezTo>
                      <a:pt x="0" y="695"/>
                      <a:pt x="288" y="1"/>
                      <a:pt x="863" y="1"/>
                    </a:cubicBezTo>
                    <a:cubicBezTo>
                      <a:pt x="1220" y="1"/>
                      <a:pt x="1507" y="289"/>
                      <a:pt x="1507" y="6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45"/>
              <p:cNvSpPr/>
              <p:nvPr/>
            </p:nvSpPr>
            <p:spPr>
              <a:xfrm>
                <a:off x="1916564" y="3091964"/>
                <a:ext cx="190034" cy="61844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844" extrusionOk="0">
                    <a:moveTo>
                      <a:pt x="2221" y="229"/>
                    </a:moveTo>
                    <a:cubicBezTo>
                      <a:pt x="1626" y="110"/>
                      <a:pt x="1021" y="100"/>
                      <a:pt x="417" y="40"/>
                    </a:cubicBezTo>
                    <a:cubicBezTo>
                      <a:pt x="60" y="1"/>
                      <a:pt x="0" y="546"/>
                      <a:pt x="357" y="586"/>
                    </a:cubicBezTo>
                    <a:cubicBezTo>
                      <a:pt x="962" y="645"/>
                      <a:pt x="1567" y="665"/>
                      <a:pt x="2162" y="774"/>
                    </a:cubicBezTo>
                    <a:cubicBezTo>
                      <a:pt x="2519" y="843"/>
                      <a:pt x="2578" y="298"/>
                      <a:pt x="2221" y="22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45"/>
              <p:cNvSpPr/>
              <p:nvPr/>
            </p:nvSpPr>
            <p:spPr>
              <a:xfrm>
                <a:off x="2128409" y="3126842"/>
                <a:ext cx="60716" cy="44405"/>
              </a:xfrm>
              <a:custGeom>
                <a:avLst/>
                <a:gdLst/>
                <a:ahLst/>
                <a:cxnLst/>
                <a:rect l="l" t="t" r="r" b="b"/>
                <a:pathLst>
                  <a:path w="824" h="606" extrusionOk="0">
                    <a:moveTo>
                      <a:pt x="476" y="40"/>
                    </a:moveTo>
                    <a:lnTo>
                      <a:pt x="427" y="40"/>
                    </a:lnTo>
                    <a:cubicBezTo>
                      <a:pt x="60" y="1"/>
                      <a:pt x="1" y="546"/>
                      <a:pt x="367" y="586"/>
                    </a:cubicBezTo>
                    <a:lnTo>
                      <a:pt x="427" y="596"/>
                    </a:lnTo>
                    <a:cubicBezTo>
                      <a:pt x="774" y="605"/>
                      <a:pt x="824" y="100"/>
                      <a:pt x="476" y="4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45"/>
              <p:cNvSpPr/>
              <p:nvPr/>
            </p:nvSpPr>
            <p:spPr>
              <a:xfrm>
                <a:off x="1196146" y="3739495"/>
                <a:ext cx="117012" cy="183847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2509" extrusionOk="0">
                    <a:moveTo>
                      <a:pt x="531" y="1"/>
                    </a:moveTo>
                    <a:cubicBezTo>
                      <a:pt x="516" y="1"/>
                      <a:pt x="501" y="3"/>
                      <a:pt x="486" y="8"/>
                    </a:cubicBezTo>
                    <a:cubicBezTo>
                      <a:pt x="427" y="18"/>
                      <a:pt x="377" y="78"/>
                      <a:pt x="377" y="137"/>
                    </a:cubicBezTo>
                    <a:cubicBezTo>
                      <a:pt x="387" y="187"/>
                      <a:pt x="387" y="236"/>
                      <a:pt x="397" y="286"/>
                    </a:cubicBezTo>
                    <a:cubicBezTo>
                      <a:pt x="407" y="335"/>
                      <a:pt x="417" y="385"/>
                      <a:pt x="417" y="435"/>
                    </a:cubicBezTo>
                    <a:cubicBezTo>
                      <a:pt x="348" y="454"/>
                      <a:pt x="278" y="494"/>
                      <a:pt x="229" y="534"/>
                    </a:cubicBezTo>
                    <a:cubicBezTo>
                      <a:pt x="169" y="583"/>
                      <a:pt x="120" y="633"/>
                      <a:pt x="90" y="692"/>
                    </a:cubicBezTo>
                    <a:cubicBezTo>
                      <a:pt x="50" y="742"/>
                      <a:pt x="20" y="811"/>
                      <a:pt x="11" y="881"/>
                    </a:cubicBezTo>
                    <a:cubicBezTo>
                      <a:pt x="1" y="950"/>
                      <a:pt x="11" y="1020"/>
                      <a:pt x="30" y="1089"/>
                    </a:cubicBezTo>
                    <a:cubicBezTo>
                      <a:pt x="50" y="1168"/>
                      <a:pt x="90" y="1238"/>
                      <a:pt x="149" y="1287"/>
                    </a:cubicBezTo>
                    <a:cubicBezTo>
                      <a:pt x="209" y="1337"/>
                      <a:pt x="278" y="1376"/>
                      <a:pt x="348" y="1406"/>
                    </a:cubicBezTo>
                    <a:cubicBezTo>
                      <a:pt x="417" y="1446"/>
                      <a:pt x="496" y="1466"/>
                      <a:pt x="576" y="1476"/>
                    </a:cubicBezTo>
                    <a:cubicBezTo>
                      <a:pt x="655" y="1495"/>
                      <a:pt x="734" y="1505"/>
                      <a:pt x="804" y="1515"/>
                    </a:cubicBezTo>
                    <a:lnTo>
                      <a:pt x="883" y="1515"/>
                    </a:lnTo>
                    <a:cubicBezTo>
                      <a:pt x="913" y="1525"/>
                      <a:pt x="943" y="1525"/>
                      <a:pt x="972" y="1535"/>
                    </a:cubicBezTo>
                    <a:cubicBezTo>
                      <a:pt x="1002" y="1535"/>
                      <a:pt x="1032" y="1545"/>
                      <a:pt x="1062" y="1565"/>
                    </a:cubicBezTo>
                    <a:cubicBezTo>
                      <a:pt x="1081" y="1565"/>
                      <a:pt x="1101" y="1585"/>
                      <a:pt x="1111" y="1614"/>
                    </a:cubicBezTo>
                    <a:cubicBezTo>
                      <a:pt x="1121" y="1634"/>
                      <a:pt x="1111" y="1654"/>
                      <a:pt x="1101" y="1674"/>
                    </a:cubicBezTo>
                    <a:cubicBezTo>
                      <a:pt x="1091" y="1694"/>
                      <a:pt x="1071" y="1714"/>
                      <a:pt x="1052" y="1733"/>
                    </a:cubicBezTo>
                    <a:cubicBezTo>
                      <a:pt x="1032" y="1743"/>
                      <a:pt x="1012" y="1763"/>
                      <a:pt x="992" y="1773"/>
                    </a:cubicBezTo>
                    <a:cubicBezTo>
                      <a:pt x="972" y="1773"/>
                      <a:pt x="952" y="1783"/>
                      <a:pt x="933" y="1793"/>
                    </a:cubicBezTo>
                    <a:cubicBezTo>
                      <a:pt x="893" y="1803"/>
                      <a:pt x="843" y="1813"/>
                      <a:pt x="794" y="1813"/>
                    </a:cubicBezTo>
                    <a:lnTo>
                      <a:pt x="665" y="1813"/>
                    </a:lnTo>
                    <a:lnTo>
                      <a:pt x="536" y="1803"/>
                    </a:lnTo>
                    <a:cubicBezTo>
                      <a:pt x="496" y="1803"/>
                      <a:pt x="457" y="1803"/>
                      <a:pt x="417" y="1823"/>
                    </a:cubicBezTo>
                    <a:cubicBezTo>
                      <a:pt x="377" y="1833"/>
                      <a:pt x="338" y="1862"/>
                      <a:pt x="308" y="1902"/>
                    </a:cubicBezTo>
                    <a:cubicBezTo>
                      <a:pt x="288" y="1932"/>
                      <a:pt x="278" y="1981"/>
                      <a:pt x="288" y="2021"/>
                    </a:cubicBezTo>
                    <a:cubicBezTo>
                      <a:pt x="308" y="2071"/>
                      <a:pt x="338" y="2110"/>
                      <a:pt x="377" y="2130"/>
                    </a:cubicBezTo>
                    <a:cubicBezTo>
                      <a:pt x="427" y="2160"/>
                      <a:pt x="486" y="2170"/>
                      <a:pt x="536" y="2170"/>
                    </a:cubicBezTo>
                    <a:cubicBezTo>
                      <a:pt x="566" y="2175"/>
                      <a:pt x="596" y="2177"/>
                      <a:pt x="625" y="2177"/>
                    </a:cubicBezTo>
                    <a:cubicBezTo>
                      <a:pt x="655" y="2177"/>
                      <a:pt x="685" y="2175"/>
                      <a:pt x="714" y="2170"/>
                    </a:cubicBezTo>
                    <a:lnTo>
                      <a:pt x="863" y="2170"/>
                    </a:lnTo>
                    <a:cubicBezTo>
                      <a:pt x="873" y="2170"/>
                      <a:pt x="883" y="2170"/>
                      <a:pt x="883" y="2190"/>
                    </a:cubicBezTo>
                    <a:cubicBezTo>
                      <a:pt x="893" y="2199"/>
                      <a:pt x="903" y="2219"/>
                      <a:pt x="913" y="2229"/>
                    </a:cubicBezTo>
                    <a:cubicBezTo>
                      <a:pt x="923" y="2249"/>
                      <a:pt x="923" y="2269"/>
                      <a:pt x="933" y="2279"/>
                    </a:cubicBezTo>
                    <a:cubicBezTo>
                      <a:pt x="943" y="2299"/>
                      <a:pt x="933" y="2299"/>
                      <a:pt x="943" y="2318"/>
                    </a:cubicBezTo>
                    <a:cubicBezTo>
                      <a:pt x="943" y="2328"/>
                      <a:pt x="943" y="2348"/>
                      <a:pt x="952" y="2368"/>
                    </a:cubicBezTo>
                    <a:cubicBezTo>
                      <a:pt x="952" y="2378"/>
                      <a:pt x="962" y="2398"/>
                      <a:pt x="962" y="2408"/>
                    </a:cubicBezTo>
                    <a:cubicBezTo>
                      <a:pt x="972" y="2447"/>
                      <a:pt x="1002" y="2477"/>
                      <a:pt x="1042" y="2497"/>
                    </a:cubicBezTo>
                    <a:cubicBezTo>
                      <a:pt x="1065" y="2503"/>
                      <a:pt x="1088" y="2508"/>
                      <a:pt x="1110" y="2508"/>
                    </a:cubicBezTo>
                    <a:cubicBezTo>
                      <a:pt x="1127" y="2508"/>
                      <a:pt x="1144" y="2505"/>
                      <a:pt x="1161" y="2497"/>
                    </a:cubicBezTo>
                    <a:cubicBezTo>
                      <a:pt x="1200" y="2497"/>
                      <a:pt x="1230" y="2477"/>
                      <a:pt x="1250" y="2447"/>
                    </a:cubicBezTo>
                    <a:cubicBezTo>
                      <a:pt x="1270" y="2418"/>
                      <a:pt x="1280" y="2388"/>
                      <a:pt x="1280" y="2358"/>
                    </a:cubicBezTo>
                    <a:cubicBezTo>
                      <a:pt x="1280" y="2328"/>
                      <a:pt x="1280" y="2289"/>
                      <a:pt x="1270" y="2259"/>
                    </a:cubicBezTo>
                    <a:cubicBezTo>
                      <a:pt x="1260" y="2229"/>
                      <a:pt x="1250" y="2199"/>
                      <a:pt x="1250" y="2170"/>
                    </a:cubicBezTo>
                    <a:cubicBezTo>
                      <a:pt x="1240" y="2140"/>
                      <a:pt x="1230" y="2110"/>
                      <a:pt x="1220" y="2090"/>
                    </a:cubicBezTo>
                    <a:cubicBezTo>
                      <a:pt x="1220" y="2071"/>
                      <a:pt x="1220" y="2051"/>
                      <a:pt x="1230" y="2051"/>
                    </a:cubicBezTo>
                    <a:lnTo>
                      <a:pt x="1379" y="1961"/>
                    </a:lnTo>
                    <a:cubicBezTo>
                      <a:pt x="1428" y="1932"/>
                      <a:pt x="1468" y="1892"/>
                      <a:pt x="1508" y="1852"/>
                    </a:cubicBezTo>
                    <a:cubicBezTo>
                      <a:pt x="1537" y="1813"/>
                      <a:pt x="1567" y="1763"/>
                      <a:pt x="1577" y="1714"/>
                    </a:cubicBezTo>
                    <a:cubicBezTo>
                      <a:pt x="1587" y="1654"/>
                      <a:pt x="1587" y="1585"/>
                      <a:pt x="1567" y="1525"/>
                    </a:cubicBezTo>
                    <a:cubicBezTo>
                      <a:pt x="1547" y="1446"/>
                      <a:pt x="1498" y="1376"/>
                      <a:pt x="1438" y="1317"/>
                    </a:cubicBezTo>
                    <a:cubicBezTo>
                      <a:pt x="1379" y="1267"/>
                      <a:pt x="1309" y="1218"/>
                      <a:pt x="1230" y="1188"/>
                    </a:cubicBezTo>
                    <a:cubicBezTo>
                      <a:pt x="1151" y="1158"/>
                      <a:pt x="1071" y="1138"/>
                      <a:pt x="982" y="1129"/>
                    </a:cubicBezTo>
                    <a:lnTo>
                      <a:pt x="744" y="1079"/>
                    </a:lnTo>
                    <a:cubicBezTo>
                      <a:pt x="685" y="1069"/>
                      <a:pt x="625" y="1059"/>
                      <a:pt x="556" y="1039"/>
                    </a:cubicBezTo>
                    <a:cubicBezTo>
                      <a:pt x="516" y="1029"/>
                      <a:pt x="486" y="1000"/>
                      <a:pt x="467" y="960"/>
                    </a:cubicBezTo>
                    <a:cubicBezTo>
                      <a:pt x="457" y="940"/>
                      <a:pt x="457" y="910"/>
                      <a:pt x="467" y="891"/>
                    </a:cubicBezTo>
                    <a:cubicBezTo>
                      <a:pt x="477" y="871"/>
                      <a:pt x="496" y="851"/>
                      <a:pt x="506" y="831"/>
                    </a:cubicBezTo>
                    <a:cubicBezTo>
                      <a:pt x="536" y="821"/>
                      <a:pt x="556" y="801"/>
                      <a:pt x="576" y="791"/>
                    </a:cubicBezTo>
                    <a:cubicBezTo>
                      <a:pt x="596" y="782"/>
                      <a:pt x="615" y="772"/>
                      <a:pt x="635" y="772"/>
                    </a:cubicBezTo>
                    <a:cubicBezTo>
                      <a:pt x="685" y="752"/>
                      <a:pt x="724" y="752"/>
                      <a:pt x="774" y="752"/>
                    </a:cubicBezTo>
                    <a:lnTo>
                      <a:pt x="1002" y="752"/>
                    </a:lnTo>
                    <a:cubicBezTo>
                      <a:pt x="1042" y="752"/>
                      <a:pt x="1071" y="752"/>
                      <a:pt x="1111" y="742"/>
                    </a:cubicBezTo>
                    <a:cubicBezTo>
                      <a:pt x="1131" y="732"/>
                      <a:pt x="1161" y="722"/>
                      <a:pt x="1181" y="712"/>
                    </a:cubicBezTo>
                    <a:cubicBezTo>
                      <a:pt x="1200" y="702"/>
                      <a:pt x="1230" y="682"/>
                      <a:pt x="1250" y="663"/>
                    </a:cubicBezTo>
                    <a:cubicBezTo>
                      <a:pt x="1260" y="643"/>
                      <a:pt x="1280" y="623"/>
                      <a:pt x="1290" y="593"/>
                    </a:cubicBezTo>
                    <a:cubicBezTo>
                      <a:pt x="1300" y="573"/>
                      <a:pt x="1300" y="544"/>
                      <a:pt x="1290" y="514"/>
                    </a:cubicBezTo>
                    <a:cubicBezTo>
                      <a:pt x="1290" y="514"/>
                      <a:pt x="1280" y="504"/>
                      <a:pt x="1270" y="494"/>
                    </a:cubicBezTo>
                    <a:cubicBezTo>
                      <a:pt x="1270" y="484"/>
                      <a:pt x="1260" y="474"/>
                      <a:pt x="1250" y="464"/>
                    </a:cubicBezTo>
                    <a:cubicBezTo>
                      <a:pt x="1210" y="435"/>
                      <a:pt x="1171" y="405"/>
                      <a:pt x="1121" y="385"/>
                    </a:cubicBezTo>
                    <a:cubicBezTo>
                      <a:pt x="1081" y="365"/>
                      <a:pt x="1032" y="355"/>
                      <a:pt x="982" y="345"/>
                    </a:cubicBezTo>
                    <a:cubicBezTo>
                      <a:pt x="933" y="335"/>
                      <a:pt x="883" y="335"/>
                      <a:pt x="833" y="335"/>
                    </a:cubicBezTo>
                    <a:lnTo>
                      <a:pt x="685" y="335"/>
                    </a:lnTo>
                    <a:cubicBezTo>
                      <a:pt x="675" y="286"/>
                      <a:pt x="675" y="246"/>
                      <a:pt x="665" y="197"/>
                    </a:cubicBezTo>
                    <a:cubicBezTo>
                      <a:pt x="655" y="147"/>
                      <a:pt x="645" y="107"/>
                      <a:pt x="635" y="68"/>
                    </a:cubicBezTo>
                    <a:cubicBezTo>
                      <a:pt x="625" y="38"/>
                      <a:pt x="605" y="8"/>
                      <a:pt x="576" y="8"/>
                    </a:cubicBezTo>
                    <a:cubicBezTo>
                      <a:pt x="561" y="3"/>
                      <a:pt x="546" y="1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45"/>
              <p:cNvSpPr/>
              <p:nvPr/>
            </p:nvSpPr>
            <p:spPr>
              <a:xfrm>
                <a:off x="1979344" y="3357146"/>
                <a:ext cx="124307" cy="125080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707" extrusionOk="0">
                    <a:moveTo>
                      <a:pt x="834" y="1"/>
                    </a:moveTo>
                    <a:cubicBezTo>
                      <a:pt x="744" y="11"/>
                      <a:pt x="675" y="616"/>
                      <a:pt x="635" y="655"/>
                    </a:cubicBezTo>
                    <a:cubicBezTo>
                      <a:pt x="566" y="735"/>
                      <a:pt x="1" y="794"/>
                      <a:pt x="1" y="863"/>
                    </a:cubicBezTo>
                    <a:cubicBezTo>
                      <a:pt x="11" y="943"/>
                      <a:pt x="556" y="982"/>
                      <a:pt x="635" y="1062"/>
                    </a:cubicBezTo>
                    <a:cubicBezTo>
                      <a:pt x="685" y="1101"/>
                      <a:pt x="774" y="1706"/>
                      <a:pt x="854" y="1706"/>
                    </a:cubicBezTo>
                    <a:cubicBezTo>
                      <a:pt x="933" y="1696"/>
                      <a:pt x="1002" y="1101"/>
                      <a:pt x="1042" y="1062"/>
                    </a:cubicBezTo>
                    <a:cubicBezTo>
                      <a:pt x="1121" y="982"/>
                      <a:pt x="1686" y="923"/>
                      <a:pt x="1686" y="844"/>
                    </a:cubicBezTo>
                    <a:cubicBezTo>
                      <a:pt x="1677" y="764"/>
                      <a:pt x="1121" y="725"/>
                      <a:pt x="1042" y="655"/>
                    </a:cubicBezTo>
                    <a:cubicBezTo>
                      <a:pt x="1002" y="606"/>
                      <a:pt x="913" y="1"/>
                      <a:pt x="8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45"/>
              <p:cNvSpPr/>
              <p:nvPr/>
            </p:nvSpPr>
            <p:spPr>
              <a:xfrm>
                <a:off x="1012007" y="3445809"/>
                <a:ext cx="124307" cy="124348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697" extrusionOk="0">
                    <a:moveTo>
                      <a:pt x="826" y="0"/>
                    </a:moveTo>
                    <a:cubicBezTo>
                      <a:pt x="825" y="0"/>
                      <a:pt x="825" y="0"/>
                      <a:pt x="824" y="0"/>
                    </a:cubicBezTo>
                    <a:cubicBezTo>
                      <a:pt x="745" y="0"/>
                      <a:pt x="675" y="605"/>
                      <a:pt x="636" y="645"/>
                    </a:cubicBezTo>
                    <a:cubicBezTo>
                      <a:pt x="556" y="724"/>
                      <a:pt x="1" y="784"/>
                      <a:pt x="1" y="863"/>
                    </a:cubicBezTo>
                    <a:cubicBezTo>
                      <a:pt x="11" y="942"/>
                      <a:pt x="556" y="972"/>
                      <a:pt x="636" y="1051"/>
                    </a:cubicBezTo>
                    <a:cubicBezTo>
                      <a:pt x="675" y="1091"/>
                      <a:pt x="773" y="1696"/>
                      <a:pt x="852" y="1696"/>
                    </a:cubicBezTo>
                    <a:cubicBezTo>
                      <a:pt x="852" y="1696"/>
                      <a:pt x="853" y="1696"/>
                      <a:pt x="854" y="1696"/>
                    </a:cubicBezTo>
                    <a:cubicBezTo>
                      <a:pt x="933" y="1696"/>
                      <a:pt x="1002" y="1091"/>
                      <a:pt x="1042" y="1051"/>
                    </a:cubicBezTo>
                    <a:cubicBezTo>
                      <a:pt x="1121" y="972"/>
                      <a:pt x="1687" y="913"/>
                      <a:pt x="1677" y="833"/>
                    </a:cubicBezTo>
                    <a:cubicBezTo>
                      <a:pt x="1677" y="764"/>
                      <a:pt x="1121" y="724"/>
                      <a:pt x="1042" y="645"/>
                    </a:cubicBezTo>
                    <a:cubicBezTo>
                      <a:pt x="1003" y="606"/>
                      <a:pt x="905" y="0"/>
                      <a:pt x="8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45"/>
              <p:cNvSpPr/>
              <p:nvPr/>
            </p:nvSpPr>
            <p:spPr>
              <a:xfrm>
                <a:off x="1757994" y="3546049"/>
                <a:ext cx="113328" cy="486180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6635" extrusionOk="0">
                    <a:moveTo>
                      <a:pt x="1537" y="4909"/>
                    </a:moveTo>
                    <a:lnTo>
                      <a:pt x="1537" y="278"/>
                    </a:lnTo>
                    <a:cubicBezTo>
                      <a:pt x="1537" y="70"/>
                      <a:pt x="1478" y="1"/>
                      <a:pt x="1270" y="11"/>
                    </a:cubicBezTo>
                    <a:lnTo>
                      <a:pt x="278" y="11"/>
                    </a:lnTo>
                    <a:cubicBezTo>
                      <a:pt x="60" y="1"/>
                      <a:pt x="0" y="90"/>
                      <a:pt x="0" y="298"/>
                    </a:cubicBezTo>
                    <a:cubicBezTo>
                      <a:pt x="10" y="1310"/>
                      <a:pt x="0" y="2321"/>
                      <a:pt x="0" y="3332"/>
                    </a:cubicBezTo>
                    <a:lnTo>
                      <a:pt x="0" y="6366"/>
                    </a:lnTo>
                    <a:cubicBezTo>
                      <a:pt x="0" y="6585"/>
                      <a:pt x="70" y="6634"/>
                      <a:pt x="278" y="6624"/>
                    </a:cubicBezTo>
                    <a:lnTo>
                      <a:pt x="1309" y="6624"/>
                    </a:lnTo>
                    <a:cubicBezTo>
                      <a:pt x="1488" y="6624"/>
                      <a:pt x="1537" y="6575"/>
                      <a:pt x="1537" y="6396"/>
                    </a:cubicBezTo>
                    <a:cubicBezTo>
                      <a:pt x="1537" y="5900"/>
                      <a:pt x="1537" y="5405"/>
                      <a:pt x="1537" y="490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45"/>
              <p:cNvSpPr/>
              <p:nvPr/>
            </p:nvSpPr>
            <p:spPr>
              <a:xfrm>
                <a:off x="1943533" y="3629656"/>
                <a:ext cx="112591" cy="402573"/>
              </a:xfrm>
              <a:custGeom>
                <a:avLst/>
                <a:gdLst/>
                <a:ahLst/>
                <a:cxnLst/>
                <a:rect l="l" t="t" r="r" b="b"/>
                <a:pathLst>
                  <a:path w="1528" h="5494" extrusionOk="0">
                    <a:moveTo>
                      <a:pt x="1528" y="2747"/>
                    </a:moveTo>
                    <a:lnTo>
                      <a:pt x="1528" y="228"/>
                    </a:lnTo>
                    <a:cubicBezTo>
                      <a:pt x="1528" y="60"/>
                      <a:pt x="1468" y="0"/>
                      <a:pt x="1300" y="0"/>
                    </a:cubicBezTo>
                    <a:lnTo>
                      <a:pt x="209" y="0"/>
                    </a:lnTo>
                    <a:cubicBezTo>
                      <a:pt x="70" y="0"/>
                      <a:pt x="1" y="30"/>
                      <a:pt x="1" y="198"/>
                    </a:cubicBezTo>
                    <a:lnTo>
                      <a:pt x="1" y="5275"/>
                    </a:lnTo>
                    <a:cubicBezTo>
                      <a:pt x="1" y="5434"/>
                      <a:pt x="51" y="5483"/>
                      <a:pt x="199" y="5483"/>
                    </a:cubicBezTo>
                    <a:lnTo>
                      <a:pt x="1280" y="5483"/>
                    </a:lnTo>
                    <a:cubicBezTo>
                      <a:pt x="1478" y="5493"/>
                      <a:pt x="1528" y="5424"/>
                      <a:pt x="1518" y="5235"/>
                    </a:cubicBezTo>
                    <a:cubicBezTo>
                      <a:pt x="1518" y="4412"/>
                      <a:pt x="1528" y="3579"/>
                      <a:pt x="1528" y="27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45"/>
              <p:cNvSpPr/>
              <p:nvPr/>
            </p:nvSpPr>
            <p:spPr>
              <a:xfrm>
                <a:off x="1575329" y="3781481"/>
                <a:ext cx="113328" cy="250747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3422" extrusionOk="0">
                    <a:moveTo>
                      <a:pt x="1538" y="199"/>
                    </a:moveTo>
                    <a:cubicBezTo>
                      <a:pt x="1538" y="60"/>
                      <a:pt x="1478" y="0"/>
                      <a:pt x="1339" y="10"/>
                    </a:cubicBezTo>
                    <a:lnTo>
                      <a:pt x="239" y="10"/>
                    </a:lnTo>
                    <a:cubicBezTo>
                      <a:pt x="60" y="10"/>
                      <a:pt x="1" y="70"/>
                      <a:pt x="11" y="238"/>
                    </a:cubicBezTo>
                    <a:cubicBezTo>
                      <a:pt x="11" y="724"/>
                      <a:pt x="11" y="1210"/>
                      <a:pt x="11" y="1696"/>
                    </a:cubicBezTo>
                    <a:lnTo>
                      <a:pt x="11" y="1696"/>
                    </a:lnTo>
                    <a:lnTo>
                      <a:pt x="11" y="3203"/>
                    </a:lnTo>
                    <a:cubicBezTo>
                      <a:pt x="11" y="3342"/>
                      <a:pt x="40" y="3421"/>
                      <a:pt x="199" y="3411"/>
                    </a:cubicBezTo>
                    <a:lnTo>
                      <a:pt x="1349" y="3411"/>
                    </a:lnTo>
                    <a:cubicBezTo>
                      <a:pt x="1488" y="3411"/>
                      <a:pt x="1528" y="3362"/>
                      <a:pt x="1528" y="3233"/>
                    </a:cubicBezTo>
                    <a:cubicBezTo>
                      <a:pt x="1528" y="2221"/>
                      <a:pt x="1528" y="1210"/>
                      <a:pt x="1538" y="19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45"/>
              <p:cNvSpPr/>
              <p:nvPr/>
            </p:nvSpPr>
            <p:spPr>
              <a:xfrm>
                <a:off x="1015691" y="3736417"/>
                <a:ext cx="138159" cy="235506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3214" extrusionOk="0">
                    <a:moveTo>
                      <a:pt x="1557" y="1290"/>
                    </a:moveTo>
                    <a:cubicBezTo>
                      <a:pt x="1557" y="1062"/>
                      <a:pt x="1607" y="833"/>
                      <a:pt x="1696" y="615"/>
                    </a:cubicBezTo>
                    <a:lnTo>
                      <a:pt x="506" y="1"/>
                    </a:lnTo>
                    <a:cubicBezTo>
                      <a:pt x="1" y="1062"/>
                      <a:pt x="159" y="2311"/>
                      <a:pt x="903" y="3213"/>
                    </a:cubicBezTo>
                    <a:lnTo>
                      <a:pt x="1875" y="2261"/>
                    </a:lnTo>
                    <a:cubicBezTo>
                      <a:pt x="1666" y="1984"/>
                      <a:pt x="1557" y="1637"/>
                      <a:pt x="1557" y="12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45"/>
              <p:cNvSpPr/>
              <p:nvPr/>
            </p:nvSpPr>
            <p:spPr>
              <a:xfrm>
                <a:off x="1074124" y="3609285"/>
                <a:ext cx="442110" cy="489770"/>
              </a:xfrm>
              <a:custGeom>
                <a:avLst/>
                <a:gdLst/>
                <a:ahLst/>
                <a:cxnLst/>
                <a:rect l="l" t="t" r="r" b="b"/>
                <a:pathLst>
                  <a:path w="6000" h="6684" extrusionOk="0">
                    <a:moveTo>
                      <a:pt x="2440" y="0"/>
                    </a:moveTo>
                    <a:cubicBezTo>
                      <a:pt x="1478" y="0"/>
                      <a:pt x="566" y="466"/>
                      <a:pt x="1" y="1250"/>
                    </a:cubicBezTo>
                    <a:lnTo>
                      <a:pt x="1210" y="1884"/>
                    </a:lnTo>
                    <a:cubicBezTo>
                      <a:pt x="2192" y="823"/>
                      <a:pt x="3967" y="1408"/>
                      <a:pt x="4116" y="2846"/>
                    </a:cubicBezTo>
                    <a:cubicBezTo>
                      <a:pt x="4274" y="4284"/>
                      <a:pt x="2658" y="5226"/>
                      <a:pt x="1478" y="4393"/>
                    </a:cubicBezTo>
                    <a:lnTo>
                      <a:pt x="516" y="5345"/>
                    </a:lnTo>
                    <a:cubicBezTo>
                      <a:pt x="2123" y="6683"/>
                      <a:pt x="4572" y="6019"/>
                      <a:pt x="5286" y="4046"/>
                    </a:cubicBezTo>
                    <a:cubicBezTo>
                      <a:pt x="6000" y="2083"/>
                      <a:pt x="4542" y="0"/>
                      <a:pt x="24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45"/>
              <p:cNvSpPr/>
              <p:nvPr/>
            </p:nvSpPr>
            <p:spPr>
              <a:xfrm>
                <a:off x="1036176" y="4170865"/>
                <a:ext cx="255024" cy="47336"/>
              </a:xfrm>
              <a:custGeom>
                <a:avLst/>
                <a:gdLst/>
                <a:ahLst/>
                <a:cxnLst/>
                <a:rect l="l" t="t" r="r" b="b"/>
                <a:pathLst>
                  <a:path w="3461" h="646" extrusionOk="0">
                    <a:moveTo>
                      <a:pt x="3074" y="100"/>
                    </a:moveTo>
                    <a:cubicBezTo>
                      <a:pt x="2132" y="120"/>
                      <a:pt x="1190" y="1"/>
                      <a:pt x="248" y="1"/>
                    </a:cubicBezTo>
                    <a:cubicBezTo>
                      <a:pt x="109" y="11"/>
                      <a:pt x="0" y="140"/>
                      <a:pt x="20" y="288"/>
                    </a:cubicBezTo>
                    <a:cubicBezTo>
                      <a:pt x="30" y="427"/>
                      <a:pt x="159" y="536"/>
                      <a:pt x="308" y="526"/>
                    </a:cubicBezTo>
                    <a:cubicBezTo>
                      <a:pt x="1240" y="526"/>
                      <a:pt x="2182" y="645"/>
                      <a:pt x="3123" y="626"/>
                    </a:cubicBezTo>
                    <a:cubicBezTo>
                      <a:pt x="3461" y="626"/>
                      <a:pt x="3411" y="100"/>
                      <a:pt x="3074" y="10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45"/>
              <p:cNvSpPr/>
              <p:nvPr/>
            </p:nvSpPr>
            <p:spPr>
              <a:xfrm>
                <a:off x="1308663" y="4174528"/>
                <a:ext cx="43916" cy="53857"/>
              </a:xfrm>
              <a:custGeom>
                <a:avLst/>
                <a:gdLst/>
                <a:ahLst/>
                <a:cxnLst/>
                <a:rect l="l" t="t" r="r" b="b"/>
                <a:pathLst>
                  <a:path w="596" h="735" extrusionOk="0">
                    <a:moveTo>
                      <a:pt x="566" y="348"/>
                    </a:moveTo>
                    <a:cubicBezTo>
                      <a:pt x="526" y="1"/>
                      <a:pt x="1" y="60"/>
                      <a:pt x="40" y="397"/>
                    </a:cubicBezTo>
                    <a:cubicBezTo>
                      <a:pt x="70" y="734"/>
                      <a:pt x="595" y="695"/>
                      <a:pt x="566" y="34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45"/>
              <p:cNvSpPr/>
              <p:nvPr/>
            </p:nvSpPr>
            <p:spPr>
              <a:xfrm>
                <a:off x="966028" y="4156356"/>
                <a:ext cx="44653" cy="53124"/>
              </a:xfrm>
              <a:custGeom>
                <a:avLst/>
                <a:gdLst/>
                <a:ahLst/>
                <a:cxnLst/>
                <a:rect l="l" t="t" r="r" b="b"/>
                <a:pathLst>
                  <a:path w="606" h="725" extrusionOk="0">
                    <a:moveTo>
                      <a:pt x="565" y="338"/>
                    </a:moveTo>
                    <a:cubicBezTo>
                      <a:pt x="536" y="1"/>
                      <a:pt x="0" y="50"/>
                      <a:pt x="40" y="387"/>
                    </a:cubicBezTo>
                    <a:cubicBezTo>
                      <a:pt x="70" y="724"/>
                      <a:pt x="605" y="675"/>
                      <a:pt x="565" y="3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45"/>
              <p:cNvSpPr/>
              <p:nvPr/>
            </p:nvSpPr>
            <p:spPr>
              <a:xfrm>
                <a:off x="902438" y="3410197"/>
                <a:ext cx="78990" cy="255803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3491" extrusionOk="0">
                    <a:moveTo>
                      <a:pt x="1002" y="3005"/>
                    </a:moveTo>
                    <a:cubicBezTo>
                      <a:pt x="794" y="2083"/>
                      <a:pt x="724" y="1141"/>
                      <a:pt x="546" y="219"/>
                    </a:cubicBezTo>
                    <a:cubicBezTo>
                      <a:pt x="506" y="80"/>
                      <a:pt x="358" y="1"/>
                      <a:pt x="219" y="40"/>
                    </a:cubicBezTo>
                    <a:cubicBezTo>
                      <a:pt x="80" y="90"/>
                      <a:pt x="1" y="239"/>
                      <a:pt x="40" y="377"/>
                    </a:cubicBezTo>
                    <a:cubicBezTo>
                      <a:pt x="219" y="1299"/>
                      <a:pt x="288" y="2232"/>
                      <a:pt x="496" y="3154"/>
                    </a:cubicBezTo>
                    <a:cubicBezTo>
                      <a:pt x="566" y="3491"/>
                      <a:pt x="1071" y="3332"/>
                      <a:pt x="1002" y="300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45"/>
              <p:cNvSpPr/>
              <p:nvPr/>
            </p:nvSpPr>
            <p:spPr>
              <a:xfrm>
                <a:off x="936775" y="3675379"/>
                <a:ext cx="59243" cy="51659"/>
              </a:xfrm>
              <a:custGeom>
                <a:avLst/>
                <a:gdLst/>
                <a:ahLst/>
                <a:cxnLst/>
                <a:rect l="l" t="t" r="r" b="b"/>
                <a:pathLst>
                  <a:path w="804" h="705" extrusionOk="0">
                    <a:moveTo>
                      <a:pt x="477" y="606"/>
                    </a:moveTo>
                    <a:cubicBezTo>
                      <a:pt x="804" y="506"/>
                      <a:pt x="655" y="1"/>
                      <a:pt x="328" y="100"/>
                    </a:cubicBezTo>
                    <a:cubicBezTo>
                      <a:pt x="1" y="199"/>
                      <a:pt x="149" y="705"/>
                      <a:pt x="477" y="6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45"/>
              <p:cNvSpPr/>
              <p:nvPr/>
            </p:nvSpPr>
            <p:spPr>
              <a:xfrm>
                <a:off x="887848" y="3338241"/>
                <a:ext cx="59243" cy="51659"/>
              </a:xfrm>
              <a:custGeom>
                <a:avLst/>
                <a:gdLst/>
                <a:ahLst/>
                <a:cxnLst/>
                <a:rect l="l" t="t" r="r" b="b"/>
                <a:pathLst>
                  <a:path w="804" h="705" extrusionOk="0">
                    <a:moveTo>
                      <a:pt x="476" y="606"/>
                    </a:moveTo>
                    <a:cubicBezTo>
                      <a:pt x="803" y="497"/>
                      <a:pt x="655" y="1"/>
                      <a:pt x="328" y="100"/>
                    </a:cubicBezTo>
                    <a:cubicBezTo>
                      <a:pt x="0" y="199"/>
                      <a:pt x="159" y="705"/>
                      <a:pt x="476" y="6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45"/>
              <p:cNvSpPr/>
              <p:nvPr/>
            </p:nvSpPr>
            <p:spPr>
              <a:xfrm>
                <a:off x="2113819" y="3637643"/>
                <a:ext cx="46053" cy="34952"/>
              </a:xfrm>
              <a:custGeom>
                <a:avLst/>
                <a:gdLst/>
                <a:ahLst/>
                <a:cxnLst/>
                <a:rect l="l" t="t" r="r" b="b"/>
                <a:pathLst>
                  <a:path w="625" h="477" extrusionOk="0">
                    <a:moveTo>
                      <a:pt x="318" y="0"/>
                    </a:moveTo>
                    <a:cubicBezTo>
                      <a:pt x="0" y="0"/>
                      <a:pt x="0" y="476"/>
                      <a:pt x="318" y="476"/>
                    </a:cubicBezTo>
                    <a:cubicBezTo>
                      <a:pt x="625" y="476"/>
                      <a:pt x="62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45"/>
              <p:cNvSpPr/>
              <p:nvPr/>
            </p:nvSpPr>
            <p:spPr>
              <a:xfrm>
                <a:off x="964554" y="3997276"/>
                <a:ext cx="46864" cy="3495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0"/>
                    </a:moveTo>
                    <a:cubicBezTo>
                      <a:pt x="0" y="0"/>
                      <a:pt x="0" y="476"/>
                      <a:pt x="318" y="476"/>
                    </a:cubicBezTo>
                    <a:cubicBezTo>
                      <a:pt x="635" y="476"/>
                      <a:pt x="63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45"/>
              <p:cNvSpPr/>
              <p:nvPr/>
            </p:nvSpPr>
            <p:spPr>
              <a:xfrm>
                <a:off x="906859" y="3177182"/>
                <a:ext cx="223634" cy="27698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78" extrusionOk="0">
                    <a:moveTo>
                      <a:pt x="2307" y="0"/>
                    </a:moveTo>
                    <a:cubicBezTo>
                      <a:pt x="2224" y="0"/>
                      <a:pt x="2142" y="3"/>
                      <a:pt x="2063" y="8"/>
                    </a:cubicBezTo>
                    <a:cubicBezTo>
                      <a:pt x="1884" y="18"/>
                      <a:pt x="1686" y="28"/>
                      <a:pt x="1497" y="47"/>
                    </a:cubicBezTo>
                    <a:cubicBezTo>
                      <a:pt x="1309" y="77"/>
                      <a:pt x="1121" y="107"/>
                      <a:pt x="942" y="137"/>
                    </a:cubicBezTo>
                    <a:cubicBezTo>
                      <a:pt x="774" y="166"/>
                      <a:pt x="605" y="206"/>
                      <a:pt x="466" y="236"/>
                    </a:cubicBezTo>
                    <a:cubicBezTo>
                      <a:pt x="189" y="305"/>
                      <a:pt x="0" y="365"/>
                      <a:pt x="0" y="365"/>
                    </a:cubicBezTo>
                    <a:cubicBezTo>
                      <a:pt x="0" y="365"/>
                      <a:pt x="127" y="377"/>
                      <a:pt x="330" y="377"/>
                    </a:cubicBezTo>
                    <a:cubicBezTo>
                      <a:pt x="381" y="377"/>
                      <a:pt x="436" y="377"/>
                      <a:pt x="496" y="375"/>
                    </a:cubicBezTo>
                    <a:cubicBezTo>
                      <a:pt x="635" y="375"/>
                      <a:pt x="793" y="365"/>
                      <a:pt x="982" y="345"/>
                    </a:cubicBezTo>
                    <a:cubicBezTo>
                      <a:pt x="1160" y="335"/>
                      <a:pt x="1349" y="315"/>
                      <a:pt x="1537" y="295"/>
                    </a:cubicBezTo>
                    <a:cubicBezTo>
                      <a:pt x="1725" y="275"/>
                      <a:pt x="1914" y="246"/>
                      <a:pt x="2092" y="226"/>
                    </a:cubicBezTo>
                    <a:cubicBezTo>
                      <a:pt x="2172" y="206"/>
                      <a:pt x="2251" y="186"/>
                      <a:pt x="2340" y="176"/>
                    </a:cubicBezTo>
                    <a:cubicBezTo>
                      <a:pt x="2419" y="176"/>
                      <a:pt x="2489" y="156"/>
                      <a:pt x="2558" y="147"/>
                    </a:cubicBezTo>
                    <a:cubicBezTo>
                      <a:pt x="2846" y="107"/>
                      <a:pt x="3034" y="57"/>
                      <a:pt x="3034" y="57"/>
                    </a:cubicBezTo>
                    <a:cubicBezTo>
                      <a:pt x="2876" y="28"/>
                      <a:pt x="2717" y="18"/>
                      <a:pt x="2558" y="8"/>
                    </a:cubicBezTo>
                    <a:cubicBezTo>
                      <a:pt x="2474" y="3"/>
                      <a:pt x="2390" y="0"/>
                      <a:pt x="2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45"/>
              <p:cNvSpPr/>
              <p:nvPr/>
            </p:nvSpPr>
            <p:spPr>
              <a:xfrm>
                <a:off x="1600161" y="4096784"/>
                <a:ext cx="453826" cy="36711"/>
              </a:xfrm>
              <a:custGeom>
                <a:avLst/>
                <a:gdLst/>
                <a:ahLst/>
                <a:cxnLst/>
                <a:rect l="l" t="t" r="r" b="b"/>
                <a:pathLst>
                  <a:path w="6159" h="501" extrusionOk="0">
                    <a:moveTo>
                      <a:pt x="6158" y="1"/>
                    </a:moveTo>
                    <a:lnTo>
                      <a:pt x="5890" y="30"/>
                    </a:lnTo>
                    <a:lnTo>
                      <a:pt x="5583" y="60"/>
                    </a:lnTo>
                    <a:cubicBezTo>
                      <a:pt x="5474" y="70"/>
                      <a:pt x="5335" y="80"/>
                      <a:pt x="5196" y="90"/>
                    </a:cubicBezTo>
                    <a:cubicBezTo>
                      <a:pt x="5048" y="100"/>
                      <a:pt x="4889" y="120"/>
                      <a:pt x="4730" y="129"/>
                    </a:cubicBezTo>
                    <a:cubicBezTo>
                      <a:pt x="4562" y="139"/>
                      <a:pt x="4393" y="149"/>
                      <a:pt x="4205" y="159"/>
                    </a:cubicBezTo>
                    <a:cubicBezTo>
                      <a:pt x="3848" y="189"/>
                      <a:pt x="3461" y="209"/>
                      <a:pt x="3084" y="229"/>
                    </a:cubicBezTo>
                    <a:lnTo>
                      <a:pt x="1954" y="278"/>
                    </a:lnTo>
                    <a:lnTo>
                      <a:pt x="1429" y="308"/>
                    </a:lnTo>
                    <a:cubicBezTo>
                      <a:pt x="1270" y="318"/>
                      <a:pt x="1111" y="328"/>
                      <a:pt x="963" y="338"/>
                    </a:cubicBezTo>
                    <a:cubicBezTo>
                      <a:pt x="675" y="358"/>
                      <a:pt x="437" y="367"/>
                      <a:pt x="268" y="387"/>
                    </a:cubicBezTo>
                    <a:lnTo>
                      <a:pt x="1" y="407"/>
                    </a:lnTo>
                    <a:cubicBezTo>
                      <a:pt x="1" y="407"/>
                      <a:pt x="387" y="457"/>
                      <a:pt x="963" y="477"/>
                    </a:cubicBezTo>
                    <a:cubicBezTo>
                      <a:pt x="1260" y="496"/>
                      <a:pt x="1597" y="496"/>
                      <a:pt x="1954" y="496"/>
                    </a:cubicBezTo>
                    <a:cubicBezTo>
                      <a:pt x="2080" y="496"/>
                      <a:pt x="2205" y="501"/>
                      <a:pt x="2331" y="501"/>
                    </a:cubicBezTo>
                    <a:cubicBezTo>
                      <a:pt x="2394" y="501"/>
                      <a:pt x="2456" y="500"/>
                      <a:pt x="2519" y="496"/>
                    </a:cubicBezTo>
                    <a:lnTo>
                      <a:pt x="3094" y="477"/>
                    </a:lnTo>
                    <a:lnTo>
                      <a:pt x="3669" y="437"/>
                    </a:lnTo>
                    <a:cubicBezTo>
                      <a:pt x="3858" y="427"/>
                      <a:pt x="4046" y="397"/>
                      <a:pt x="4225" y="377"/>
                    </a:cubicBezTo>
                    <a:cubicBezTo>
                      <a:pt x="4413" y="358"/>
                      <a:pt x="4582" y="338"/>
                      <a:pt x="4750" y="318"/>
                    </a:cubicBezTo>
                    <a:cubicBezTo>
                      <a:pt x="4909" y="288"/>
                      <a:pt x="5068" y="258"/>
                      <a:pt x="5216" y="229"/>
                    </a:cubicBezTo>
                    <a:cubicBezTo>
                      <a:pt x="5355" y="209"/>
                      <a:pt x="5484" y="179"/>
                      <a:pt x="5603" y="149"/>
                    </a:cubicBezTo>
                    <a:lnTo>
                      <a:pt x="5900" y="80"/>
                    </a:lnTo>
                    <a:lnTo>
                      <a:pt x="61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19" name="Google Shape;2619;p45"/>
          <p:cNvGrpSpPr/>
          <p:nvPr/>
        </p:nvGrpSpPr>
        <p:grpSpPr>
          <a:xfrm>
            <a:off x="7266695" y="539724"/>
            <a:ext cx="1398072" cy="1554017"/>
            <a:chOff x="5821221" y="2786809"/>
            <a:chExt cx="1398072" cy="1554017"/>
          </a:xfrm>
        </p:grpSpPr>
        <p:sp>
          <p:nvSpPr>
            <p:cNvPr id="2620" name="Google Shape;2620;p45"/>
            <p:cNvSpPr/>
            <p:nvPr/>
          </p:nvSpPr>
          <p:spPr>
            <a:xfrm>
              <a:off x="5821221" y="2786809"/>
              <a:ext cx="1398072" cy="1554017"/>
            </a:xfrm>
            <a:custGeom>
              <a:avLst/>
              <a:gdLst/>
              <a:ahLst/>
              <a:cxnLst/>
              <a:rect l="l" t="t" r="r" b="b"/>
              <a:pathLst>
                <a:path w="21984" h="24393" extrusionOk="0">
                  <a:moveTo>
                    <a:pt x="20823" y="18116"/>
                  </a:moveTo>
                  <a:cubicBezTo>
                    <a:pt x="20744" y="18037"/>
                    <a:pt x="20575" y="16936"/>
                    <a:pt x="20426" y="16946"/>
                  </a:cubicBezTo>
                  <a:cubicBezTo>
                    <a:pt x="19613" y="17234"/>
                    <a:pt x="18840" y="16837"/>
                    <a:pt x="18275" y="16371"/>
                  </a:cubicBezTo>
                  <a:cubicBezTo>
                    <a:pt x="18394" y="13287"/>
                    <a:pt x="18443" y="10204"/>
                    <a:pt x="18414" y="7110"/>
                  </a:cubicBezTo>
                  <a:cubicBezTo>
                    <a:pt x="18394" y="6436"/>
                    <a:pt x="18126" y="5781"/>
                    <a:pt x="17650" y="5286"/>
                  </a:cubicBezTo>
                  <a:lnTo>
                    <a:pt x="17650" y="5286"/>
                  </a:lnTo>
                  <a:cubicBezTo>
                    <a:pt x="17630" y="5256"/>
                    <a:pt x="17601" y="5236"/>
                    <a:pt x="17571" y="5206"/>
                  </a:cubicBezTo>
                  <a:cubicBezTo>
                    <a:pt x="17263" y="4879"/>
                    <a:pt x="16907" y="4552"/>
                    <a:pt x="16569" y="4225"/>
                  </a:cubicBezTo>
                  <a:cubicBezTo>
                    <a:pt x="16480" y="4116"/>
                    <a:pt x="16381" y="4017"/>
                    <a:pt x="16272" y="3927"/>
                  </a:cubicBezTo>
                  <a:lnTo>
                    <a:pt x="16252" y="3907"/>
                  </a:lnTo>
                  <a:lnTo>
                    <a:pt x="16252" y="3907"/>
                  </a:lnTo>
                  <a:cubicBezTo>
                    <a:pt x="15826" y="3531"/>
                    <a:pt x="15300" y="3303"/>
                    <a:pt x="14745" y="3253"/>
                  </a:cubicBezTo>
                  <a:cubicBezTo>
                    <a:pt x="14219" y="3213"/>
                    <a:pt x="13694" y="3184"/>
                    <a:pt x="13168" y="3164"/>
                  </a:cubicBezTo>
                  <a:cubicBezTo>
                    <a:pt x="11770" y="1577"/>
                    <a:pt x="9301" y="1577"/>
                    <a:pt x="7893" y="3164"/>
                  </a:cubicBezTo>
                  <a:cubicBezTo>
                    <a:pt x="7388" y="3184"/>
                    <a:pt x="6882" y="3213"/>
                    <a:pt x="6376" y="3253"/>
                  </a:cubicBezTo>
                  <a:cubicBezTo>
                    <a:pt x="6188" y="3263"/>
                    <a:pt x="6010" y="3303"/>
                    <a:pt x="5831" y="3362"/>
                  </a:cubicBezTo>
                  <a:cubicBezTo>
                    <a:pt x="6148" y="2301"/>
                    <a:pt x="5712" y="1161"/>
                    <a:pt x="4780" y="586"/>
                  </a:cubicBezTo>
                  <a:cubicBezTo>
                    <a:pt x="3838" y="1"/>
                    <a:pt x="2628" y="120"/>
                    <a:pt x="1815" y="883"/>
                  </a:cubicBezTo>
                  <a:cubicBezTo>
                    <a:pt x="1012" y="1637"/>
                    <a:pt x="814" y="2837"/>
                    <a:pt x="1339" y="3808"/>
                  </a:cubicBezTo>
                  <a:cubicBezTo>
                    <a:pt x="1855" y="4790"/>
                    <a:pt x="2966" y="5286"/>
                    <a:pt x="4046" y="5038"/>
                  </a:cubicBezTo>
                  <a:cubicBezTo>
                    <a:pt x="3917" y="5335"/>
                    <a:pt x="3858" y="5653"/>
                    <a:pt x="3848" y="5980"/>
                  </a:cubicBezTo>
                  <a:cubicBezTo>
                    <a:pt x="3828" y="7160"/>
                    <a:pt x="3828" y="8340"/>
                    <a:pt x="3838" y="9520"/>
                  </a:cubicBezTo>
                  <a:cubicBezTo>
                    <a:pt x="2946" y="10224"/>
                    <a:pt x="1805" y="9490"/>
                    <a:pt x="1558" y="9311"/>
                  </a:cubicBezTo>
                  <a:cubicBezTo>
                    <a:pt x="1538" y="9292"/>
                    <a:pt x="1528" y="9272"/>
                    <a:pt x="1508" y="9272"/>
                  </a:cubicBezTo>
                  <a:cubicBezTo>
                    <a:pt x="1359" y="9282"/>
                    <a:pt x="1230" y="10382"/>
                    <a:pt x="1161" y="10452"/>
                  </a:cubicBezTo>
                  <a:cubicBezTo>
                    <a:pt x="1022" y="10590"/>
                    <a:pt x="1" y="10699"/>
                    <a:pt x="11" y="10838"/>
                  </a:cubicBezTo>
                  <a:cubicBezTo>
                    <a:pt x="21" y="10977"/>
                    <a:pt x="1022" y="11047"/>
                    <a:pt x="1161" y="11175"/>
                  </a:cubicBezTo>
                  <a:cubicBezTo>
                    <a:pt x="1240" y="11255"/>
                    <a:pt x="1409" y="12365"/>
                    <a:pt x="1558" y="12355"/>
                  </a:cubicBezTo>
                  <a:cubicBezTo>
                    <a:pt x="1567" y="12355"/>
                    <a:pt x="1577" y="12345"/>
                    <a:pt x="1587" y="12336"/>
                  </a:cubicBezTo>
                  <a:cubicBezTo>
                    <a:pt x="2331" y="11860"/>
                    <a:pt x="3233" y="12167"/>
                    <a:pt x="3878" y="12554"/>
                  </a:cubicBezTo>
                  <a:cubicBezTo>
                    <a:pt x="3947" y="15151"/>
                    <a:pt x="4056" y="17749"/>
                    <a:pt x="4225" y="20357"/>
                  </a:cubicBezTo>
                  <a:cubicBezTo>
                    <a:pt x="4304" y="21160"/>
                    <a:pt x="4691" y="21914"/>
                    <a:pt x="5306" y="22439"/>
                  </a:cubicBezTo>
                  <a:cubicBezTo>
                    <a:pt x="5593" y="22747"/>
                    <a:pt x="5881" y="23044"/>
                    <a:pt x="6168" y="23351"/>
                  </a:cubicBezTo>
                  <a:lnTo>
                    <a:pt x="6168" y="23351"/>
                  </a:lnTo>
                  <a:cubicBezTo>
                    <a:pt x="6595" y="23837"/>
                    <a:pt x="7180" y="24145"/>
                    <a:pt x="7814" y="24214"/>
                  </a:cubicBezTo>
                  <a:cubicBezTo>
                    <a:pt x="10392" y="24393"/>
                    <a:pt x="12970" y="24383"/>
                    <a:pt x="15548" y="24184"/>
                  </a:cubicBezTo>
                  <a:cubicBezTo>
                    <a:pt x="16797" y="24085"/>
                    <a:pt x="17918" y="22836"/>
                    <a:pt x="18007" y="21477"/>
                  </a:cubicBezTo>
                  <a:cubicBezTo>
                    <a:pt x="18077" y="20526"/>
                    <a:pt x="18126" y="19574"/>
                    <a:pt x="18176" y="18632"/>
                  </a:cubicBezTo>
                  <a:cubicBezTo>
                    <a:pt x="18424" y="18543"/>
                    <a:pt x="18681" y="18493"/>
                    <a:pt x="18939" y="18503"/>
                  </a:cubicBezTo>
                  <a:cubicBezTo>
                    <a:pt x="18939" y="18642"/>
                    <a:pt x="19941" y="18711"/>
                    <a:pt x="20089" y="18850"/>
                  </a:cubicBezTo>
                  <a:cubicBezTo>
                    <a:pt x="20169" y="18929"/>
                    <a:pt x="20337" y="20030"/>
                    <a:pt x="20476" y="20020"/>
                  </a:cubicBezTo>
                  <a:cubicBezTo>
                    <a:pt x="20625" y="20010"/>
                    <a:pt x="20754" y="18919"/>
                    <a:pt x="20823" y="18850"/>
                  </a:cubicBezTo>
                  <a:cubicBezTo>
                    <a:pt x="20962" y="18711"/>
                    <a:pt x="21983" y="18602"/>
                    <a:pt x="21973" y="18463"/>
                  </a:cubicBezTo>
                  <a:cubicBezTo>
                    <a:pt x="21973" y="18324"/>
                    <a:pt x="20962" y="18255"/>
                    <a:pt x="20823" y="18116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1" name="Google Shape;2621;p45"/>
            <p:cNvGrpSpPr/>
            <p:nvPr/>
          </p:nvGrpSpPr>
          <p:grpSpPr>
            <a:xfrm>
              <a:off x="5821539" y="2828811"/>
              <a:ext cx="1397437" cy="1497445"/>
              <a:chOff x="4755934" y="2857297"/>
              <a:chExt cx="1397437" cy="1497445"/>
            </a:xfrm>
          </p:grpSpPr>
          <p:sp>
            <p:nvSpPr>
              <p:cNvPr id="2622" name="Google Shape;2622;p45"/>
              <p:cNvSpPr/>
              <p:nvPr/>
            </p:nvSpPr>
            <p:spPr>
              <a:xfrm>
                <a:off x="5069330" y="3048993"/>
                <a:ext cx="860186" cy="1305749"/>
              </a:xfrm>
              <a:custGeom>
                <a:avLst/>
                <a:gdLst/>
                <a:ahLst/>
                <a:cxnLst/>
                <a:rect l="l" t="t" r="r" b="b"/>
                <a:pathLst>
                  <a:path w="13526" h="20496" extrusionOk="0">
                    <a:moveTo>
                      <a:pt x="12722" y="1379"/>
                    </a:moveTo>
                    <a:lnTo>
                      <a:pt x="12722" y="1379"/>
                    </a:lnTo>
                    <a:lnTo>
                      <a:pt x="12643" y="1299"/>
                    </a:lnTo>
                    <a:cubicBezTo>
                      <a:pt x="12226" y="863"/>
                      <a:pt x="11731" y="427"/>
                      <a:pt x="11314" y="0"/>
                    </a:cubicBezTo>
                    <a:cubicBezTo>
                      <a:pt x="11404" y="219"/>
                      <a:pt x="11562" y="437"/>
                      <a:pt x="11651" y="645"/>
                    </a:cubicBezTo>
                    <a:cubicBezTo>
                      <a:pt x="11423" y="566"/>
                      <a:pt x="11185" y="506"/>
                      <a:pt x="10947" y="496"/>
                    </a:cubicBezTo>
                    <a:cubicBezTo>
                      <a:pt x="8161" y="288"/>
                      <a:pt x="5355" y="278"/>
                      <a:pt x="2569" y="467"/>
                    </a:cubicBezTo>
                    <a:cubicBezTo>
                      <a:pt x="1201" y="566"/>
                      <a:pt x="60" y="1815"/>
                      <a:pt x="50" y="3173"/>
                    </a:cubicBezTo>
                    <a:cubicBezTo>
                      <a:pt x="1" y="7992"/>
                      <a:pt x="120" y="12801"/>
                      <a:pt x="417" y="17610"/>
                    </a:cubicBezTo>
                    <a:cubicBezTo>
                      <a:pt x="437" y="17868"/>
                      <a:pt x="487" y="18126"/>
                      <a:pt x="576" y="18364"/>
                    </a:cubicBezTo>
                    <a:lnTo>
                      <a:pt x="120" y="18284"/>
                    </a:lnTo>
                    <a:cubicBezTo>
                      <a:pt x="487" y="18671"/>
                      <a:pt x="864" y="19058"/>
                      <a:pt x="1230" y="19454"/>
                    </a:cubicBezTo>
                    <a:lnTo>
                      <a:pt x="1230" y="19454"/>
                    </a:lnTo>
                    <a:cubicBezTo>
                      <a:pt x="1657" y="19940"/>
                      <a:pt x="2242" y="20248"/>
                      <a:pt x="2886" y="20317"/>
                    </a:cubicBezTo>
                    <a:cubicBezTo>
                      <a:pt x="5454" y="20495"/>
                      <a:pt x="8042" y="20486"/>
                      <a:pt x="10610" y="20287"/>
                    </a:cubicBezTo>
                    <a:cubicBezTo>
                      <a:pt x="11860" y="20188"/>
                      <a:pt x="12980" y="18939"/>
                      <a:pt x="13079" y="17580"/>
                    </a:cubicBezTo>
                    <a:cubicBezTo>
                      <a:pt x="13396" y="12791"/>
                      <a:pt x="13525" y="7992"/>
                      <a:pt x="13476" y="3203"/>
                    </a:cubicBezTo>
                    <a:cubicBezTo>
                      <a:pt x="13456" y="2529"/>
                      <a:pt x="13188" y="1874"/>
                      <a:pt x="12722" y="13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45"/>
              <p:cNvSpPr/>
              <p:nvPr/>
            </p:nvSpPr>
            <p:spPr>
              <a:xfrm>
                <a:off x="4996196" y="2994014"/>
                <a:ext cx="861458" cy="1288102"/>
              </a:xfrm>
              <a:custGeom>
                <a:avLst/>
                <a:gdLst/>
                <a:ahLst/>
                <a:cxnLst/>
                <a:rect l="l" t="t" r="r" b="b"/>
                <a:pathLst>
                  <a:path w="13546" h="20219" extrusionOk="0">
                    <a:moveTo>
                      <a:pt x="13099" y="17313"/>
                    </a:moveTo>
                    <a:cubicBezTo>
                      <a:pt x="13010" y="18671"/>
                      <a:pt x="11889" y="19921"/>
                      <a:pt x="10640" y="20020"/>
                    </a:cubicBezTo>
                    <a:cubicBezTo>
                      <a:pt x="8062" y="20218"/>
                      <a:pt x="5484" y="20218"/>
                      <a:pt x="2906" y="20020"/>
                    </a:cubicBezTo>
                    <a:cubicBezTo>
                      <a:pt x="1657" y="19921"/>
                      <a:pt x="536" y="18671"/>
                      <a:pt x="447" y="17313"/>
                    </a:cubicBezTo>
                    <a:cubicBezTo>
                      <a:pt x="130" y="12524"/>
                      <a:pt x="1" y="7735"/>
                      <a:pt x="60" y="2936"/>
                    </a:cubicBezTo>
                    <a:cubicBezTo>
                      <a:pt x="80" y="1587"/>
                      <a:pt x="1230" y="328"/>
                      <a:pt x="2589" y="209"/>
                    </a:cubicBezTo>
                    <a:cubicBezTo>
                      <a:pt x="5375" y="1"/>
                      <a:pt x="8171" y="1"/>
                      <a:pt x="10957" y="209"/>
                    </a:cubicBezTo>
                    <a:cubicBezTo>
                      <a:pt x="12325" y="318"/>
                      <a:pt x="13466" y="1577"/>
                      <a:pt x="13486" y="2936"/>
                    </a:cubicBezTo>
                    <a:cubicBezTo>
                      <a:pt x="13545" y="7735"/>
                      <a:pt x="13416" y="12524"/>
                      <a:pt x="13099" y="173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45"/>
              <p:cNvSpPr/>
              <p:nvPr/>
            </p:nvSpPr>
            <p:spPr>
              <a:xfrm>
                <a:off x="5101509" y="3111554"/>
                <a:ext cx="650831" cy="992435"/>
              </a:xfrm>
              <a:custGeom>
                <a:avLst/>
                <a:gdLst/>
                <a:ahLst/>
                <a:cxnLst/>
                <a:rect l="l" t="t" r="r" b="b"/>
                <a:pathLst>
                  <a:path w="10234" h="15578" extrusionOk="0">
                    <a:moveTo>
                      <a:pt x="9767" y="14794"/>
                    </a:moveTo>
                    <a:cubicBezTo>
                      <a:pt x="9747" y="15012"/>
                      <a:pt x="9599" y="15200"/>
                      <a:pt x="9380" y="15250"/>
                    </a:cubicBezTo>
                    <a:cubicBezTo>
                      <a:pt x="6545" y="15577"/>
                      <a:pt x="3689" y="15577"/>
                      <a:pt x="853" y="15250"/>
                    </a:cubicBezTo>
                    <a:cubicBezTo>
                      <a:pt x="635" y="15200"/>
                      <a:pt x="486" y="15012"/>
                      <a:pt x="476" y="14794"/>
                    </a:cubicBezTo>
                    <a:cubicBezTo>
                      <a:pt x="120" y="10134"/>
                      <a:pt x="1" y="5473"/>
                      <a:pt x="110" y="813"/>
                    </a:cubicBezTo>
                    <a:cubicBezTo>
                      <a:pt x="110" y="585"/>
                      <a:pt x="278" y="397"/>
                      <a:pt x="496" y="357"/>
                    </a:cubicBezTo>
                    <a:cubicBezTo>
                      <a:pt x="3570" y="0"/>
                      <a:pt x="6664" y="0"/>
                      <a:pt x="9737" y="357"/>
                    </a:cubicBezTo>
                    <a:cubicBezTo>
                      <a:pt x="9965" y="397"/>
                      <a:pt x="10124" y="585"/>
                      <a:pt x="10124" y="813"/>
                    </a:cubicBezTo>
                    <a:cubicBezTo>
                      <a:pt x="10233" y="5473"/>
                      <a:pt x="10114" y="10134"/>
                      <a:pt x="9767" y="1479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45"/>
              <p:cNvSpPr/>
              <p:nvPr/>
            </p:nvSpPr>
            <p:spPr>
              <a:xfrm>
                <a:off x="5338592" y="4135461"/>
                <a:ext cx="176667" cy="91038"/>
              </a:xfrm>
              <a:custGeom>
                <a:avLst/>
                <a:gdLst/>
                <a:ahLst/>
                <a:cxnLst/>
                <a:rect l="l" t="t" r="r" b="b"/>
                <a:pathLst>
                  <a:path w="2778" h="1429" extrusionOk="0">
                    <a:moveTo>
                      <a:pt x="2767" y="1082"/>
                    </a:moveTo>
                    <a:cubicBezTo>
                      <a:pt x="2777" y="1260"/>
                      <a:pt x="2638" y="1409"/>
                      <a:pt x="2460" y="1429"/>
                    </a:cubicBezTo>
                    <a:lnTo>
                      <a:pt x="328" y="1429"/>
                    </a:lnTo>
                    <a:cubicBezTo>
                      <a:pt x="140" y="1409"/>
                      <a:pt x="1" y="1260"/>
                      <a:pt x="11" y="1082"/>
                    </a:cubicBezTo>
                    <a:lnTo>
                      <a:pt x="11" y="358"/>
                    </a:lnTo>
                    <a:cubicBezTo>
                      <a:pt x="1" y="169"/>
                      <a:pt x="140" y="21"/>
                      <a:pt x="328" y="1"/>
                    </a:cubicBezTo>
                    <a:lnTo>
                      <a:pt x="2460" y="1"/>
                    </a:lnTo>
                    <a:cubicBezTo>
                      <a:pt x="2638" y="21"/>
                      <a:pt x="2777" y="169"/>
                      <a:pt x="2767" y="35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45"/>
              <p:cNvSpPr/>
              <p:nvPr/>
            </p:nvSpPr>
            <p:spPr>
              <a:xfrm>
                <a:off x="5285617" y="3071737"/>
                <a:ext cx="282553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467" extrusionOk="0">
                    <a:moveTo>
                      <a:pt x="4443" y="238"/>
                    </a:moveTo>
                    <a:cubicBezTo>
                      <a:pt x="4443" y="357"/>
                      <a:pt x="4373" y="466"/>
                      <a:pt x="4284" y="466"/>
                    </a:cubicBezTo>
                    <a:lnTo>
                      <a:pt x="159" y="466"/>
                    </a:lnTo>
                    <a:cubicBezTo>
                      <a:pt x="70" y="466"/>
                      <a:pt x="1" y="367"/>
                      <a:pt x="1" y="238"/>
                    </a:cubicBezTo>
                    <a:lnTo>
                      <a:pt x="1" y="238"/>
                    </a:lnTo>
                    <a:cubicBezTo>
                      <a:pt x="1" y="110"/>
                      <a:pt x="70" y="0"/>
                      <a:pt x="159" y="0"/>
                    </a:cubicBezTo>
                    <a:lnTo>
                      <a:pt x="4284" y="0"/>
                    </a:lnTo>
                    <a:cubicBezTo>
                      <a:pt x="4373" y="0"/>
                      <a:pt x="4443" y="110"/>
                      <a:pt x="4443" y="2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45"/>
              <p:cNvSpPr/>
              <p:nvPr/>
            </p:nvSpPr>
            <p:spPr>
              <a:xfrm>
                <a:off x="5677235" y="3885982"/>
                <a:ext cx="32179" cy="43640"/>
              </a:xfrm>
              <a:custGeom>
                <a:avLst/>
                <a:gdLst/>
                <a:ahLst/>
                <a:cxnLst/>
                <a:rect l="l" t="t" r="r" b="b"/>
                <a:pathLst>
                  <a:path w="506" h="685" extrusionOk="0">
                    <a:moveTo>
                      <a:pt x="30" y="288"/>
                    </a:moveTo>
                    <a:cubicBezTo>
                      <a:pt x="0" y="585"/>
                      <a:pt x="446" y="684"/>
                      <a:pt x="476" y="387"/>
                    </a:cubicBezTo>
                    <a:cubicBezTo>
                      <a:pt x="506" y="99"/>
                      <a:pt x="70" y="0"/>
                      <a:pt x="30" y="28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45"/>
              <p:cNvSpPr/>
              <p:nvPr/>
            </p:nvSpPr>
            <p:spPr>
              <a:xfrm>
                <a:off x="5680351" y="3663643"/>
                <a:ext cx="33515" cy="209152"/>
              </a:xfrm>
              <a:custGeom>
                <a:avLst/>
                <a:gdLst/>
                <a:ahLst/>
                <a:cxnLst/>
                <a:rect l="l" t="t" r="r" b="b"/>
                <a:pathLst>
                  <a:path w="527" h="3283" extrusionOk="0">
                    <a:moveTo>
                      <a:pt x="90" y="288"/>
                    </a:moveTo>
                    <a:cubicBezTo>
                      <a:pt x="60" y="1170"/>
                      <a:pt x="50" y="2053"/>
                      <a:pt x="11" y="2935"/>
                    </a:cubicBezTo>
                    <a:cubicBezTo>
                      <a:pt x="1" y="3223"/>
                      <a:pt x="437" y="3282"/>
                      <a:pt x="447" y="2995"/>
                    </a:cubicBezTo>
                    <a:cubicBezTo>
                      <a:pt x="487" y="2112"/>
                      <a:pt x="497" y="1230"/>
                      <a:pt x="526" y="347"/>
                    </a:cubicBezTo>
                    <a:cubicBezTo>
                      <a:pt x="526" y="60"/>
                      <a:pt x="90" y="0"/>
                      <a:pt x="90" y="28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45"/>
              <p:cNvSpPr/>
              <p:nvPr/>
            </p:nvSpPr>
            <p:spPr>
              <a:xfrm>
                <a:off x="5684803" y="3607389"/>
                <a:ext cx="31543" cy="41792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56" extrusionOk="0">
                    <a:moveTo>
                      <a:pt x="30" y="278"/>
                    </a:moveTo>
                    <a:cubicBezTo>
                      <a:pt x="0" y="566"/>
                      <a:pt x="437" y="655"/>
                      <a:pt x="466" y="377"/>
                    </a:cubicBezTo>
                    <a:cubicBezTo>
                      <a:pt x="496" y="90"/>
                      <a:pt x="60" y="1"/>
                      <a:pt x="30" y="27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45"/>
              <p:cNvSpPr/>
              <p:nvPr/>
            </p:nvSpPr>
            <p:spPr>
              <a:xfrm>
                <a:off x="5773709" y="3443789"/>
                <a:ext cx="30971" cy="4115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646" extrusionOk="0">
                    <a:moveTo>
                      <a:pt x="20" y="278"/>
                    </a:moveTo>
                    <a:cubicBezTo>
                      <a:pt x="0" y="566"/>
                      <a:pt x="446" y="645"/>
                      <a:pt x="466" y="358"/>
                    </a:cubicBezTo>
                    <a:cubicBezTo>
                      <a:pt x="486" y="80"/>
                      <a:pt x="40" y="1"/>
                      <a:pt x="20" y="27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45"/>
              <p:cNvSpPr/>
              <p:nvPr/>
            </p:nvSpPr>
            <p:spPr>
              <a:xfrm>
                <a:off x="5774980" y="3228394"/>
                <a:ext cx="27791" cy="201571"/>
              </a:xfrm>
              <a:custGeom>
                <a:avLst/>
                <a:gdLst/>
                <a:ahLst/>
                <a:cxnLst/>
                <a:rect l="l" t="t" r="r" b="b"/>
                <a:pathLst>
                  <a:path w="437" h="3164" extrusionOk="0">
                    <a:moveTo>
                      <a:pt x="0" y="278"/>
                    </a:moveTo>
                    <a:lnTo>
                      <a:pt x="0" y="2836"/>
                    </a:lnTo>
                    <a:cubicBezTo>
                      <a:pt x="0" y="3114"/>
                      <a:pt x="426" y="3163"/>
                      <a:pt x="436" y="2886"/>
                    </a:cubicBezTo>
                    <a:lnTo>
                      <a:pt x="436" y="328"/>
                    </a:lnTo>
                    <a:cubicBezTo>
                      <a:pt x="436" y="50"/>
                      <a:pt x="0" y="0"/>
                      <a:pt x="0" y="27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45"/>
              <p:cNvSpPr/>
              <p:nvPr/>
            </p:nvSpPr>
            <p:spPr>
              <a:xfrm>
                <a:off x="5773073" y="3174051"/>
                <a:ext cx="30335" cy="40518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36" extrusionOk="0">
                    <a:moveTo>
                      <a:pt x="20" y="278"/>
                    </a:moveTo>
                    <a:cubicBezTo>
                      <a:pt x="0" y="556"/>
                      <a:pt x="437" y="635"/>
                      <a:pt x="456" y="358"/>
                    </a:cubicBezTo>
                    <a:cubicBezTo>
                      <a:pt x="476" y="80"/>
                      <a:pt x="40" y="1"/>
                      <a:pt x="20" y="27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45"/>
              <p:cNvSpPr/>
              <p:nvPr/>
            </p:nvSpPr>
            <p:spPr>
              <a:xfrm>
                <a:off x="5056103" y="3963005"/>
                <a:ext cx="29699" cy="41155"/>
              </a:xfrm>
              <a:custGeom>
                <a:avLst/>
                <a:gdLst/>
                <a:ahLst/>
                <a:cxnLst/>
                <a:rect l="l" t="t" r="r" b="b"/>
                <a:pathLst>
                  <a:path w="467" h="646" extrusionOk="0">
                    <a:moveTo>
                      <a:pt x="11" y="289"/>
                    </a:moveTo>
                    <a:cubicBezTo>
                      <a:pt x="1" y="586"/>
                      <a:pt x="447" y="645"/>
                      <a:pt x="457" y="358"/>
                    </a:cubicBezTo>
                    <a:cubicBezTo>
                      <a:pt x="467" y="60"/>
                      <a:pt x="20" y="1"/>
                      <a:pt x="11" y="28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45"/>
              <p:cNvSpPr/>
              <p:nvPr/>
            </p:nvSpPr>
            <p:spPr>
              <a:xfrm>
                <a:off x="5044783" y="3740028"/>
                <a:ext cx="37267" cy="20787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3263" extrusionOk="0">
                    <a:moveTo>
                      <a:pt x="10" y="288"/>
                    </a:moveTo>
                    <a:cubicBezTo>
                      <a:pt x="50" y="1171"/>
                      <a:pt x="109" y="2053"/>
                      <a:pt x="139" y="2936"/>
                    </a:cubicBezTo>
                    <a:cubicBezTo>
                      <a:pt x="149" y="3233"/>
                      <a:pt x="585" y="3263"/>
                      <a:pt x="575" y="2966"/>
                    </a:cubicBezTo>
                    <a:cubicBezTo>
                      <a:pt x="546" y="2083"/>
                      <a:pt x="486" y="1201"/>
                      <a:pt x="456" y="318"/>
                    </a:cubicBezTo>
                    <a:cubicBezTo>
                      <a:pt x="446" y="31"/>
                      <a:pt x="0" y="1"/>
                      <a:pt x="10" y="28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45"/>
              <p:cNvSpPr/>
              <p:nvPr/>
            </p:nvSpPr>
            <p:spPr>
              <a:xfrm>
                <a:off x="5042239" y="3684476"/>
                <a:ext cx="28427" cy="39817"/>
              </a:xfrm>
              <a:custGeom>
                <a:avLst/>
                <a:gdLst/>
                <a:ahLst/>
                <a:cxnLst/>
                <a:rect l="l" t="t" r="r" b="b"/>
                <a:pathLst>
                  <a:path w="447" h="625" extrusionOk="0">
                    <a:moveTo>
                      <a:pt x="1" y="278"/>
                    </a:moveTo>
                    <a:cubicBezTo>
                      <a:pt x="1" y="565"/>
                      <a:pt x="437" y="625"/>
                      <a:pt x="447" y="337"/>
                    </a:cubicBezTo>
                    <a:cubicBezTo>
                      <a:pt x="447" y="50"/>
                      <a:pt x="10" y="0"/>
                      <a:pt x="1" y="27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45"/>
              <p:cNvSpPr/>
              <p:nvPr/>
            </p:nvSpPr>
            <p:spPr>
              <a:xfrm>
                <a:off x="4755934" y="3391357"/>
                <a:ext cx="194283" cy="196538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5" extrusionOk="0">
                    <a:moveTo>
                      <a:pt x="1510" y="1"/>
                    </a:moveTo>
                    <a:cubicBezTo>
                      <a:pt x="1509" y="1"/>
                      <a:pt x="1509" y="1"/>
                      <a:pt x="1508" y="1"/>
                    </a:cubicBezTo>
                    <a:cubicBezTo>
                      <a:pt x="1359" y="11"/>
                      <a:pt x="1230" y="1101"/>
                      <a:pt x="1161" y="1181"/>
                    </a:cubicBezTo>
                    <a:cubicBezTo>
                      <a:pt x="1012" y="1319"/>
                      <a:pt x="1" y="1428"/>
                      <a:pt x="11" y="1567"/>
                    </a:cubicBezTo>
                    <a:cubicBezTo>
                      <a:pt x="21" y="1706"/>
                      <a:pt x="1012" y="1766"/>
                      <a:pt x="1161" y="1904"/>
                    </a:cubicBezTo>
                    <a:cubicBezTo>
                      <a:pt x="1240" y="1983"/>
                      <a:pt x="1407" y="3084"/>
                      <a:pt x="1546" y="3084"/>
                    </a:cubicBezTo>
                    <a:cubicBezTo>
                      <a:pt x="1547" y="3084"/>
                      <a:pt x="1547" y="3084"/>
                      <a:pt x="1548" y="3084"/>
                    </a:cubicBezTo>
                    <a:cubicBezTo>
                      <a:pt x="1696" y="3074"/>
                      <a:pt x="1825" y="1984"/>
                      <a:pt x="1895" y="1904"/>
                    </a:cubicBezTo>
                    <a:cubicBezTo>
                      <a:pt x="2034" y="1766"/>
                      <a:pt x="3055" y="1656"/>
                      <a:pt x="3045" y="1518"/>
                    </a:cubicBezTo>
                    <a:cubicBezTo>
                      <a:pt x="3045" y="1379"/>
                      <a:pt x="2034" y="1309"/>
                      <a:pt x="1895" y="1181"/>
                    </a:cubicBezTo>
                    <a:cubicBezTo>
                      <a:pt x="1816" y="1102"/>
                      <a:pt x="1648" y="1"/>
                      <a:pt x="15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45"/>
              <p:cNvSpPr/>
              <p:nvPr/>
            </p:nvSpPr>
            <p:spPr>
              <a:xfrm>
                <a:off x="5959088" y="3879675"/>
                <a:ext cx="194283" cy="196474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4" extrusionOk="0">
                    <a:moveTo>
                      <a:pt x="1509" y="0"/>
                    </a:moveTo>
                    <a:cubicBezTo>
                      <a:pt x="1509" y="0"/>
                      <a:pt x="1508" y="0"/>
                      <a:pt x="1508" y="0"/>
                    </a:cubicBezTo>
                    <a:cubicBezTo>
                      <a:pt x="1359" y="10"/>
                      <a:pt x="1230" y="1101"/>
                      <a:pt x="1161" y="1170"/>
                    </a:cubicBezTo>
                    <a:cubicBezTo>
                      <a:pt x="1022" y="1319"/>
                      <a:pt x="0" y="1418"/>
                      <a:pt x="10" y="1567"/>
                    </a:cubicBezTo>
                    <a:cubicBezTo>
                      <a:pt x="10" y="1706"/>
                      <a:pt x="1012" y="1765"/>
                      <a:pt x="1161" y="1904"/>
                    </a:cubicBezTo>
                    <a:cubicBezTo>
                      <a:pt x="1240" y="1983"/>
                      <a:pt x="1408" y="3084"/>
                      <a:pt x="1547" y="3084"/>
                    </a:cubicBezTo>
                    <a:cubicBezTo>
                      <a:pt x="1696" y="3074"/>
                      <a:pt x="1825" y="1983"/>
                      <a:pt x="1894" y="1904"/>
                    </a:cubicBezTo>
                    <a:cubicBezTo>
                      <a:pt x="2033" y="1765"/>
                      <a:pt x="3054" y="1656"/>
                      <a:pt x="3044" y="1517"/>
                    </a:cubicBezTo>
                    <a:cubicBezTo>
                      <a:pt x="3034" y="1378"/>
                      <a:pt x="2033" y="1309"/>
                      <a:pt x="1894" y="1170"/>
                    </a:cubicBezTo>
                    <a:cubicBezTo>
                      <a:pt x="1815" y="1091"/>
                      <a:pt x="1648" y="0"/>
                      <a:pt x="15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45"/>
              <p:cNvSpPr/>
              <p:nvPr/>
            </p:nvSpPr>
            <p:spPr>
              <a:xfrm>
                <a:off x="5174644" y="3176599"/>
                <a:ext cx="508315" cy="72690"/>
              </a:xfrm>
              <a:custGeom>
                <a:avLst/>
                <a:gdLst/>
                <a:ahLst/>
                <a:cxnLst/>
                <a:rect l="l" t="t" r="r" b="b"/>
                <a:pathLst>
                  <a:path w="7993" h="1141" extrusionOk="0">
                    <a:moveTo>
                      <a:pt x="7992" y="685"/>
                    </a:moveTo>
                    <a:cubicBezTo>
                      <a:pt x="7992" y="932"/>
                      <a:pt x="7834" y="1141"/>
                      <a:pt x="7636" y="1141"/>
                    </a:cubicBezTo>
                    <a:lnTo>
                      <a:pt x="358" y="1141"/>
                    </a:lnTo>
                    <a:cubicBezTo>
                      <a:pt x="159" y="1141"/>
                      <a:pt x="1" y="942"/>
                      <a:pt x="1" y="685"/>
                    </a:cubicBezTo>
                    <a:lnTo>
                      <a:pt x="1" y="466"/>
                    </a:lnTo>
                    <a:cubicBezTo>
                      <a:pt x="1" y="219"/>
                      <a:pt x="159" y="0"/>
                      <a:pt x="358" y="0"/>
                    </a:cubicBezTo>
                    <a:lnTo>
                      <a:pt x="7636" y="0"/>
                    </a:lnTo>
                    <a:cubicBezTo>
                      <a:pt x="7834" y="0"/>
                      <a:pt x="7992" y="209"/>
                      <a:pt x="7992" y="4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45"/>
              <p:cNvSpPr/>
              <p:nvPr/>
            </p:nvSpPr>
            <p:spPr>
              <a:xfrm>
                <a:off x="5203007" y="2929796"/>
                <a:ext cx="450889" cy="375556"/>
              </a:xfrm>
              <a:custGeom>
                <a:avLst/>
                <a:gdLst/>
                <a:ahLst/>
                <a:cxnLst/>
                <a:rect l="l" t="t" r="r" b="b"/>
                <a:pathLst>
                  <a:path w="7090" h="5895" extrusionOk="0">
                    <a:moveTo>
                      <a:pt x="3835" y="0"/>
                    </a:moveTo>
                    <a:cubicBezTo>
                      <a:pt x="3646" y="0"/>
                      <a:pt x="3455" y="19"/>
                      <a:pt x="3263" y="57"/>
                    </a:cubicBezTo>
                    <a:cubicBezTo>
                      <a:pt x="685" y="553"/>
                      <a:pt x="1" y="3914"/>
                      <a:pt x="2172" y="5382"/>
                    </a:cubicBezTo>
                    <a:cubicBezTo>
                      <a:pt x="2697" y="5736"/>
                      <a:pt x="3262" y="5894"/>
                      <a:pt x="3811" y="5894"/>
                    </a:cubicBezTo>
                    <a:cubicBezTo>
                      <a:pt x="5532" y="5894"/>
                      <a:pt x="7090" y="4335"/>
                      <a:pt x="6714" y="2387"/>
                    </a:cubicBezTo>
                    <a:cubicBezTo>
                      <a:pt x="6434" y="983"/>
                      <a:pt x="5212" y="0"/>
                      <a:pt x="38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45"/>
              <p:cNvSpPr/>
              <p:nvPr/>
            </p:nvSpPr>
            <p:spPr>
              <a:xfrm>
                <a:off x="5162052" y="2929796"/>
                <a:ext cx="451334" cy="375556"/>
              </a:xfrm>
              <a:custGeom>
                <a:avLst/>
                <a:gdLst/>
                <a:ahLst/>
                <a:cxnLst/>
                <a:rect l="l" t="t" r="r" b="b"/>
                <a:pathLst>
                  <a:path w="7097" h="5895" extrusionOk="0">
                    <a:moveTo>
                      <a:pt x="3834" y="0"/>
                    </a:moveTo>
                    <a:cubicBezTo>
                      <a:pt x="3646" y="0"/>
                      <a:pt x="3455" y="19"/>
                      <a:pt x="3263" y="57"/>
                    </a:cubicBezTo>
                    <a:cubicBezTo>
                      <a:pt x="685" y="553"/>
                      <a:pt x="0" y="3914"/>
                      <a:pt x="2182" y="5382"/>
                    </a:cubicBezTo>
                    <a:cubicBezTo>
                      <a:pt x="2706" y="5736"/>
                      <a:pt x="3272" y="5894"/>
                      <a:pt x="3820" y="5894"/>
                    </a:cubicBezTo>
                    <a:cubicBezTo>
                      <a:pt x="5541" y="5894"/>
                      <a:pt x="7097" y="4335"/>
                      <a:pt x="6713" y="2387"/>
                    </a:cubicBezTo>
                    <a:cubicBezTo>
                      <a:pt x="6443" y="983"/>
                      <a:pt x="5213" y="0"/>
                      <a:pt x="38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45"/>
              <p:cNvSpPr/>
              <p:nvPr/>
            </p:nvSpPr>
            <p:spPr>
              <a:xfrm>
                <a:off x="5216934" y="2972926"/>
                <a:ext cx="354161" cy="295029"/>
              </a:xfrm>
              <a:custGeom>
                <a:avLst/>
                <a:gdLst/>
                <a:ahLst/>
                <a:cxnLst/>
                <a:rect l="l" t="t" r="r" b="b"/>
                <a:pathLst>
                  <a:path w="5569" h="4631" extrusionOk="0">
                    <a:moveTo>
                      <a:pt x="3008" y="0"/>
                    </a:moveTo>
                    <a:cubicBezTo>
                      <a:pt x="2860" y="0"/>
                      <a:pt x="2709" y="15"/>
                      <a:pt x="2558" y="44"/>
                    </a:cubicBezTo>
                    <a:cubicBezTo>
                      <a:pt x="535" y="431"/>
                      <a:pt x="0" y="3068"/>
                      <a:pt x="1705" y="4229"/>
                    </a:cubicBezTo>
                    <a:cubicBezTo>
                      <a:pt x="2117" y="4506"/>
                      <a:pt x="2560" y="4630"/>
                      <a:pt x="2990" y="4630"/>
                    </a:cubicBezTo>
                    <a:cubicBezTo>
                      <a:pt x="4343" y="4630"/>
                      <a:pt x="5568" y="3404"/>
                      <a:pt x="5275" y="1869"/>
                    </a:cubicBezTo>
                    <a:cubicBezTo>
                      <a:pt x="5057" y="769"/>
                      <a:pt x="4094" y="0"/>
                      <a:pt x="30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45"/>
              <p:cNvSpPr/>
              <p:nvPr/>
            </p:nvSpPr>
            <p:spPr>
              <a:xfrm>
                <a:off x="5269845" y="3013508"/>
                <a:ext cx="256733" cy="213866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3357" extrusionOk="0">
                    <a:moveTo>
                      <a:pt x="2180" y="0"/>
                    </a:moveTo>
                    <a:cubicBezTo>
                      <a:pt x="2073" y="0"/>
                      <a:pt x="1964" y="11"/>
                      <a:pt x="1855" y="32"/>
                    </a:cubicBezTo>
                    <a:cubicBezTo>
                      <a:pt x="388" y="310"/>
                      <a:pt x="1" y="2223"/>
                      <a:pt x="1230" y="3066"/>
                    </a:cubicBezTo>
                    <a:cubicBezTo>
                      <a:pt x="1529" y="3267"/>
                      <a:pt x="1851" y="3356"/>
                      <a:pt x="2163" y="3356"/>
                    </a:cubicBezTo>
                    <a:cubicBezTo>
                      <a:pt x="3147" y="3356"/>
                      <a:pt x="4037" y="2467"/>
                      <a:pt x="3818" y="1361"/>
                    </a:cubicBezTo>
                    <a:cubicBezTo>
                      <a:pt x="3661" y="558"/>
                      <a:pt x="2966" y="0"/>
                      <a:pt x="21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45"/>
              <p:cNvSpPr/>
              <p:nvPr/>
            </p:nvSpPr>
            <p:spPr>
              <a:xfrm>
                <a:off x="5353091" y="3046445"/>
                <a:ext cx="106013" cy="148120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2325" extrusionOk="0">
                    <a:moveTo>
                      <a:pt x="387" y="1"/>
                    </a:moveTo>
                    <a:cubicBezTo>
                      <a:pt x="358" y="1"/>
                      <a:pt x="328" y="1"/>
                      <a:pt x="298" y="21"/>
                    </a:cubicBezTo>
                    <a:cubicBezTo>
                      <a:pt x="239" y="40"/>
                      <a:pt x="209" y="110"/>
                      <a:pt x="219" y="169"/>
                    </a:cubicBezTo>
                    <a:cubicBezTo>
                      <a:pt x="229" y="219"/>
                      <a:pt x="249" y="259"/>
                      <a:pt x="259" y="308"/>
                    </a:cubicBezTo>
                    <a:cubicBezTo>
                      <a:pt x="278" y="358"/>
                      <a:pt x="298" y="397"/>
                      <a:pt x="308" y="447"/>
                    </a:cubicBezTo>
                    <a:cubicBezTo>
                      <a:pt x="249" y="477"/>
                      <a:pt x="189" y="526"/>
                      <a:pt x="150" y="586"/>
                    </a:cubicBezTo>
                    <a:cubicBezTo>
                      <a:pt x="100" y="635"/>
                      <a:pt x="70" y="685"/>
                      <a:pt x="40" y="754"/>
                    </a:cubicBezTo>
                    <a:cubicBezTo>
                      <a:pt x="11" y="814"/>
                      <a:pt x="1" y="883"/>
                      <a:pt x="1" y="943"/>
                    </a:cubicBezTo>
                    <a:cubicBezTo>
                      <a:pt x="11" y="1012"/>
                      <a:pt x="21" y="1082"/>
                      <a:pt x="60" y="1151"/>
                    </a:cubicBezTo>
                    <a:cubicBezTo>
                      <a:pt x="90" y="1220"/>
                      <a:pt x="150" y="1280"/>
                      <a:pt x="209" y="1320"/>
                    </a:cubicBezTo>
                    <a:cubicBezTo>
                      <a:pt x="278" y="1359"/>
                      <a:pt x="348" y="1389"/>
                      <a:pt x="427" y="1399"/>
                    </a:cubicBezTo>
                    <a:cubicBezTo>
                      <a:pt x="506" y="1419"/>
                      <a:pt x="586" y="1419"/>
                      <a:pt x="665" y="1419"/>
                    </a:cubicBezTo>
                    <a:cubicBezTo>
                      <a:pt x="744" y="1419"/>
                      <a:pt x="814" y="1409"/>
                      <a:pt x="893" y="1409"/>
                    </a:cubicBezTo>
                    <a:lnTo>
                      <a:pt x="963" y="1409"/>
                    </a:lnTo>
                    <a:cubicBezTo>
                      <a:pt x="977" y="1404"/>
                      <a:pt x="992" y="1401"/>
                      <a:pt x="1007" y="1401"/>
                    </a:cubicBezTo>
                    <a:cubicBezTo>
                      <a:pt x="1022" y="1401"/>
                      <a:pt x="1037" y="1404"/>
                      <a:pt x="1052" y="1409"/>
                    </a:cubicBezTo>
                    <a:cubicBezTo>
                      <a:pt x="1061" y="1406"/>
                      <a:pt x="1069" y="1405"/>
                      <a:pt x="1078" y="1405"/>
                    </a:cubicBezTo>
                    <a:cubicBezTo>
                      <a:pt x="1099" y="1405"/>
                      <a:pt x="1120" y="1412"/>
                      <a:pt x="1141" y="1419"/>
                    </a:cubicBezTo>
                    <a:cubicBezTo>
                      <a:pt x="1171" y="1419"/>
                      <a:pt x="1191" y="1439"/>
                      <a:pt x="1201" y="1458"/>
                    </a:cubicBezTo>
                    <a:cubicBezTo>
                      <a:pt x="1210" y="1478"/>
                      <a:pt x="1210" y="1498"/>
                      <a:pt x="1201" y="1518"/>
                    </a:cubicBezTo>
                    <a:cubicBezTo>
                      <a:pt x="1191" y="1548"/>
                      <a:pt x="1181" y="1567"/>
                      <a:pt x="1161" y="1577"/>
                    </a:cubicBezTo>
                    <a:cubicBezTo>
                      <a:pt x="1151" y="1597"/>
                      <a:pt x="1131" y="1617"/>
                      <a:pt x="1111" y="1627"/>
                    </a:cubicBezTo>
                    <a:cubicBezTo>
                      <a:pt x="1091" y="1647"/>
                      <a:pt x="1072" y="1657"/>
                      <a:pt x="1052" y="1667"/>
                    </a:cubicBezTo>
                    <a:cubicBezTo>
                      <a:pt x="1022" y="1686"/>
                      <a:pt x="972" y="1696"/>
                      <a:pt x="933" y="1706"/>
                    </a:cubicBezTo>
                    <a:cubicBezTo>
                      <a:pt x="893" y="1716"/>
                      <a:pt x="853" y="1726"/>
                      <a:pt x="804" y="1726"/>
                    </a:cubicBezTo>
                    <a:lnTo>
                      <a:pt x="685" y="1746"/>
                    </a:lnTo>
                    <a:cubicBezTo>
                      <a:pt x="645" y="1756"/>
                      <a:pt x="606" y="1766"/>
                      <a:pt x="576" y="1786"/>
                    </a:cubicBezTo>
                    <a:cubicBezTo>
                      <a:pt x="536" y="1805"/>
                      <a:pt x="506" y="1835"/>
                      <a:pt x="487" y="1875"/>
                    </a:cubicBezTo>
                    <a:cubicBezTo>
                      <a:pt x="467" y="1914"/>
                      <a:pt x="467" y="1964"/>
                      <a:pt x="487" y="2004"/>
                    </a:cubicBezTo>
                    <a:cubicBezTo>
                      <a:pt x="506" y="2043"/>
                      <a:pt x="546" y="2083"/>
                      <a:pt x="596" y="2093"/>
                    </a:cubicBezTo>
                    <a:cubicBezTo>
                      <a:pt x="645" y="2103"/>
                      <a:pt x="695" y="2103"/>
                      <a:pt x="754" y="2103"/>
                    </a:cubicBezTo>
                    <a:cubicBezTo>
                      <a:pt x="804" y="2093"/>
                      <a:pt x="863" y="2083"/>
                      <a:pt x="923" y="2073"/>
                    </a:cubicBezTo>
                    <a:lnTo>
                      <a:pt x="1062" y="2033"/>
                    </a:lnTo>
                    <a:cubicBezTo>
                      <a:pt x="1072" y="2033"/>
                      <a:pt x="1082" y="2043"/>
                      <a:pt x="1091" y="2053"/>
                    </a:cubicBezTo>
                    <a:cubicBezTo>
                      <a:pt x="1101" y="2063"/>
                      <a:pt x="1111" y="2073"/>
                      <a:pt x="1121" y="2093"/>
                    </a:cubicBezTo>
                    <a:cubicBezTo>
                      <a:pt x="1131" y="2103"/>
                      <a:pt x="1141" y="2123"/>
                      <a:pt x="1151" y="2133"/>
                    </a:cubicBezTo>
                    <a:cubicBezTo>
                      <a:pt x="1161" y="2152"/>
                      <a:pt x="1161" y="2152"/>
                      <a:pt x="1161" y="2162"/>
                    </a:cubicBezTo>
                    <a:cubicBezTo>
                      <a:pt x="1171" y="2182"/>
                      <a:pt x="1181" y="2192"/>
                      <a:pt x="1181" y="2212"/>
                    </a:cubicBezTo>
                    <a:lnTo>
                      <a:pt x="1210" y="2252"/>
                    </a:lnTo>
                    <a:cubicBezTo>
                      <a:pt x="1220" y="2291"/>
                      <a:pt x="1260" y="2311"/>
                      <a:pt x="1300" y="2321"/>
                    </a:cubicBezTo>
                    <a:cubicBezTo>
                      <a:pt x="1310" y="2324"/>
                      <a:pt x="1321" y="2325"/>
                      <a:pt x="1331" y="2325"/>
                    </a:cubicBezTo>
                    <a:cubicBezTo>
                      <a:pt x="1360" y="2325"/>
                      <a:pt x="1387" y="2316"/>
                      <a:pt x="1409" y="2301"/>
                    </a:cubicBezTo>
                    <a:cubicBezTo>
                      <a:pt x="1448" y="2291"/>
                      <a:pt x="1478" y="2262"/>
                      <a:pt x="1488" y="2232"/>
                    </a:cubicBezTo>
                    <a:cubicBezTo>
                      <a:pt x="1498" y="2202"/>
                      <a:pt x="1508" y="2172"/>
                      <a:pt x="1498" y="2143"/>
                    </a:cubicBezTo>
                    <a:cubicBezTo>
                      <a:pt x="1498" y="2113"/>
                      <a:pt x="1488" y="2083"/>
                      <a:pt x="1468" y="2053"/>
                    </a:cubicBezTo>
                    <a:cubicBezTo>
                      <a:pt x="1458" y="2024"/>
                      <a:pt x="1448" y="1994"/>
                      <a:pt x="1429" y="1964"/>
                    </a:cubicBezTo>
                    <a:cubicBezTo>
                      <a:pt x="1419" y="1944"/>
                      <a:pt x="1399" y="1914"/>
                      <a:pt x="1399" y="1895"/>
                    </a:cubicBezTo>
                    <a:cubicBezTo>
                      <a:pt x="1389" y="1875"/>
                      <a:pt x="1389" y="1865"/>
                      <a:pt x="1399" y="1855"/>
                    </a:cubicBezTo>
                    <a:lnTo>
                      <a:pt x="1518" y="1736"/>
                    </a:lnTo>
                    <a:cubicBezTo>
                      <a:pt x="1557" y="1706"/>
                      <a:pt x="1597" y="1667"/>
                      <a:pt x="1617" y="1617"/>
                    </a:cubicBezTo>
                    <a:cubicBezTo>
                      <a:pt x="1647" y="1567"/>
                      <a:pt x="1667" y="1518"/>
                      <a:pt x="1667" y="1468"/>
                    </a:cubicBezTo>
                    <a:cubicBezTo>
                      <a:pt x="1667" y="1409"/>
                      <a:pt x="1647" y="1339"/>
                      <a:pt x="1617" y="1290"/>
                    </a:cubicBezTo>
                    <a:cubicBezTo>
                      <a:pt x="1577" y="1211"/>
                      <a:pt x="1528" y="1151"/>
                      <a:pt x="1448" y="1111"/>
                    </a:cubicBezTo>
                    <a:cubicBezTo>
                      <a:pt x="1379" y="1072"/>
                      <a:pt x="1310" y="1052"/>
                      <a:pt x="1230" y="1032"/>
                    </a:cubicBezTo>
                    <a:cubicBezTo>
                      <a:pt x="1151" y="1022"/>
                      <a:pt x="1062" y="1012"/>
                      <a:pt x="982" y="1012"/>
                    </a:cubicBezTo>
                    <a:lnTo>
                      <a:pt x="744" y="1012"/>
                    </a:lnTo>
                    <a:cubicBezTo>
                      <a:pt x="685" y="1012"/>
                      <a:pt x="616" y="1012"/>
                      <a:pt x="556" y="1002"/>
                    </a:cubicBezTo>
                    <a:cubicBezTo>
                      <a:pt x="516" y="1002"/>
                      <a:pt x="477" y="982"/>
                      <a:pt x="447" y="943"/>
                    </a:cubicBezTo>
                    <a:cubicBezTo>
                      <a:pt x="437" y="923"/>
                      <a:pt x="437" y="903"/>
                      <a:pt x="447" y="883"/>
                    </a:cubicBezTo>
                    <a:cubicBezTo>
                      <a:pt x="447" y="854"/>
                      <a:pt x="457" y="834"/>
                      <a:pt x="477" y="814"/>
                    </a:cubicBezTo>
                    <a:cubicBezTo>
                      <a:pt x="487" y="794"/>
                      <a:pt x="506" y="784"/>
                      <a:pt x="536" y="764"/>
                    </a:cubicBezTo>
                    <a:cubicBezTo>
                      <a:pt x="546" y="754"/>
                      <a:pt x="566" y="744"/>
                      <a:pt x="586" y="735"/>
                    </a:cubicBezTo>
                    <a:cubicBezTo>
                      <a:pt x="625" y="705"/>
                      <a:pt x="665" y="695"/>
                      <a:pt x="715" y="685"/>
                    </a:cubicBezTo>
                    <a:lnTo>
                      <a:pt x="824" y="665"/>
                    </a:lnTo>
                    <a:cubicBezTo>
                      <a:pt x="863" y="665"/>
                      <a:pt x="893" y="655"/>
                      <a:pt x="933" y="655"/>
                    </a:cubicBezTo>
                    <a:cubicBezTo>
                      <a:pt x="963" y="645"/>
                      <a:pt x="1002" y="635"/>
                      <a:pt x="1032" y="625"/>
                    </a:cubicBezTo>
                    <a:cubicBezTo>
                      <a:pt x="1052" y="606"/>
                      <a:pt x="1072" y="596"/>
                      <a:pt x="1091" y="576"/>
                    </a:cubicBezTo>
                    <a:cubicBezTo>
                      <a:pt x="1111" y="556"/>
                      <a:pt x="1131" y="536"/>
                      <a:pt x="1151" y="516"/>
                    </a:cubicBezTo>
                    <a:cubicBezTo>
                      <a:pt x="1161" y="497"/>
                      <a:pt x="1171" y="467"/>
                      <a:pt x="1181" y="447"/>
                    </a:cubicBezTo>
                    <a:cubicBezTo>
                      <a:pt x="1181" y="417"/>
                      <a:pt x="1181" y="397"/>
                      <a:pt x="1161" y="368"/>
                    </a:cubicBezTo>
                    <a:cubicBezTo>
                      <a:pt x="1161" y="358"/>
                      <a:pt x="1151" y="348"/>
                      <a:pt x="1151" y="348"/>
                    </a:cubicBezTo>
                    <a:lnTo>
                      <a:pt x="1121" y="318"/>
                    </a:lnTo>
                    <a:cubicBezTo>
                      <a:pt x="1082" y="298"/>
                      <a:pt x="1032" y="278"/>
                      <a:pt x="982" y="269"/>
                    </a:cubicBezTo>
                    <a:cubicBezTo>
                      <a:pt x="943" y="259"/>
                      <a:pt x="893" y="249"/>
                      <a:pt x="844" y="249"/>
                    </a:cubicBezTo>
                    <a:cubicBezTo>
                      <a:pt x="794" y="249"/>
                      <a:pt x="744" y="259"/>
                      <a:pt x="695" y="269"/>
                    </a:cubicBezTo>
                    <a:cubicBezTo>
                      <a:pt x="645" y="278"/>
                      <a:pt x="596" y="288"/>
                      <a:pt x="556" y="298"/>
                    </a:cubicBezTo>
                    <a:cubicBezTo>
                      <a:pt x="536" y="259"/>
                      <a:pt x="516" y="219"/>
                      <a:pt x="506" y="169"/>
                    </a:cubicBezTo>
                    <a:cubicBezTo>
                      <a:pt x="487" y="130"/>
                      <a:pt x="477" y="90"/>
                      <a:pt x="457" y="50"/>
                    </a:cubicBezTo>
                    <a:cubicBezTo>
                      <a:pt x="437" y="21"/>
                      <a:pt x="417" y="1"/>
                      <a:pt x="3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45"/>
              <p:cNvSpPr/>
              <p:nvPr/>
            </p:nvSpPr>
            <p:spPr>
              <a:xfrm>
                <a:off x="4824044" y="2857297"/>
                <a:ext cx="346593" cy="263112"/>
              </a:xfrm>
              <a:custGeom>
                <a:avLst/>
                <a:gdLst/>
                <a:ahLst/>
                <a:cxnLst/>
                <a:rect l="l" t="t" r="r" b="b"/>
                <a:pathLst>
                  <a:path w="5450" h="4130" extrusionOk="0">
                    <a:moveTo>
                      <a:pt x="2728" y="0"/>
                    </a:moveTo>
                    <a:cubicBezTo>
                      <a:pt x="2262" y="0"/>
                      <a:pt x="1793" y="158"/>
                      <a:pt x="1409" y="481"/>
                    </a:cubicBezTo>
                    <a:cubicBezTo>
                      <a:pt x="1" y="1651"/>
                      <a:pt x="705" y="3951"/>
                      <a:pt x="2539" y="4120"/>
                    </a:cubicBezTo>
                    <a:cubicBezTo>
                      <a:pt x="2608" y="4126"/>
                      <a:pt x="2676" y="4129"/>
                      <a:pt x="2743" y="4129"/>
                    </a:cubicBezTo>
                    <a:cubicBezTo>
                      <a:pt x="4454" y="4129"/>
                      <a:pt x="5450" y="2104"/>
                      <a:pt x="4314" y="749"/>
                    </a:cubicBezTo>
                    <a:cubicBezTo>
                      <a:pt x="3909" y="255"/>
                      <a:pt x="3321" y="0"/>
                      <a:pt x="27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45"/>
              <p:cNvSpPr/>
              <p:nvPr/>
            </p:nvSpPr>
            <p:spPr>
              <a:xfrm>
                <a:off x="4796317" y="2865962"/>
                <a:ext cx="347229" cy="262666"/>
              </a:xfrm>
              <a:custGeom>
                <a:avLst/>
                <a:gdLst/>
                <a:ahLst/>
                <a:cxnLst/>
                <a:rect l="l" t="t" r="r" b="b"/>
                <a:pathLst>
                  <a:path w="5460" h="4123" extrusionOk="0">
                    <a:moveTo>
                      <a:pt x="2735" y="0"/>
                    </a:moveTo>
                    <a:cubicBezTo>
                      <a:pt x="2270" y="0"/>
                      <a:pt x="1802" y="156"/>
                      <a:pt x="1418" y="474"/>
                    </a:cubicBezTo>
                    <a:cubicBezTo>
                      <a:pt x="1" y="1654"/>
                      <a:pt x="714" y="3954"/>
                      <a:pt x="2549" y="4113"/>
                    </a:cubicBezTo>
                    <a:cubicBezTo>
                      <a:pt x="2618" y="4119"/>
                      <a:pt x="2686" y="4122"/>
                      <a:pt x="2753" y="4122"/>
                    </a:cubicBezTo>
                    <a:cubicBezTo>
                      <a:pt x="4464" y="4122"/>
                      <a:pt x="5459" y="2106"/>
                      <a:pt x="4324" y="742"/>
                    </a:cubicBezTo>
                    <a:cubicBezTo>
                      <a:pt x="3918" y="253"/>
                      <a:pt x="3329" y="0"/>
                      <a:pt x="27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45"/>
              <p:cNvSpPr/>
              <p:nvPr/>
            </p:nvSpPr>
            <p:spPr>
              <a:xfrm>
                <a:off x="4836064" y="2894757"/>
                <a:ext cx="272759" cy="206540"/>
              </a:xfrm>
              <a:custGeom>
                <a:avLst/>
                <a:gdLst/>
                <a:ahLst/>
                <a:cxnLst/>
                <a:rect l="l" t="t" r="r" b="b"/>
                <a:pathLst>
                  <a:path w="4289" h="3242" extrusionOk="0">
                    <a:moveTo>
                      <a:pt x="2154" y="1"/>
                    </a:moveTo>
                    <a:cubicBezTo>
                      <a:pt x="1787" y="1"/>
                      <a:pt x="1417" y="125"/>
                      <a:pt x="1111" y="379"/>
                    </a:cubicBezTo>
                    <a:cubicBezTo>
                      <a:pt x="0" y="1301"/>
                      <a:pt x="565" y="3106"/>
                      <a:pt x="2003" y="3235"/>
                    </a:cubicBezTo>
                    <a:cubicBezTo>
                      <a:pt x="2056" y="3239"/>
                      <a:pt x="2108" y="3242"/>
                      <a:pt x="2159" y="3242"/>
                    </a:cubicBezTo>
                    <a:cubicBezTo>
                      <a:pt x="3503" y="3242"/>
                      <a:pt x="4289" y="1657"/>
                      <a:pt x="3391" y="587"/>
                    </a:cubicBezTo>
                    <a:cubicBezTo>
                      <a:pt x="3076" y="200"/>
                      <a:pt x="2618" y="1"/>
                      <a:pt x="215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45"/>
              <p:cNvSpPr/>
              <p:nvPr/>
            </p:nvSpPr>
            <p:spPr>
              <a:xfrm>
                <a:off x="4873903" y="2922980"/>
                <a:ext cx="197208" cy="149776"/>
              </a:xfrm>
              <a:custGeom>
                <a:avLst/>
                <a:gdLst/>
                <a:ahLst/>
                <a:cxnLst/>
                <a:rect l="l" t="t" r="r" b="b"/>
                <a:pathLst>
                  <a:path w="3101" h="2351" extrusionOk="0">
                    <a:moveTo>
                      <a:pt x="1553" y="0"/>
                    </a:moveTo>
                    <a:cubicBezTo>
                      <a:pt x="1288" y="0"/>
                      <a:pt x="1022" y="90"/>
                      <a:pt x="803" y="273"/>
                    </a:cubicBezTo>
                    <a:cubicBezTo>
                      <a:pt x="0" y="937"/>
                      <a:pt x="407" y="2246"/>
                      <a:pt x="1448" y="2345"/>
                    </a:cubicBezTo>
                    <a:cubicBezTo>
                      <a:pt x="1484" y="2348"/>
                      <a:pt x="1520" y="2350"/>
                      <a:pt x="1556" y="2350"/>
                    </a:cubicBezTo>
                    <a:cubicBezTo>
                      <a:pt x="2532" y="2350"/>
                      <a:pt x="3100" y="1197"/>
                      <a:pt x="2459" y="422"/>
                    </a:cubicBezTo>
                    <a:cubicBezTo>
                      <a:pt x="2226" y="144"/>
                      <a:pt x="1891" y="0"/>
                      <a:pt x="155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45"/>
              <p:cNvSpPr/>
              <p:nvPr/>
            </p:nvSpPr>
            <p:spPr>
              <a:xfrm>
                <a:off x="4923698" y="2959293"/>
                <a:ext cx="96537" cy="81354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1277" extrusionOk="0">
                    <a:moveTo>
                      <a:pt x="645" y="1"/>
                    </a:moveTo>
                    <a:cubicBezTo>
                      <a:pt x="605" y="1"/>
                      <a:pt x="576" y="1"/>
                      <a:pt x="546" y="10"/>
                    </a:cubicBezTo>
                    <a:cubicBezTo>
                      <a:pt x="506" y="20"/>
                      <a:pt x="476" y="30"/>
                      <a:pt x="447" y="50"/>
                    </a:cubicBezTo>
                    <a:cubicBezTo>
                      <a:pt x="417" y="70"/>
                      <a:pt x="387" y="90"/>
                      <a:pt x="357" y="110"/>
                    </a:cubicBezTo>
                    <a:cubicBezTo>
                      <a:pt x="338" y="129"/>
                      <a:pt x="308" y="149"/>
                      <a:pt x="288" y="169"/>
                    </a:cubicBezTo>
                    <a:lnTo>
                      <a:pt x="219" y="110"/>
                    </a:lnTo>
                    <a:cubicBezTo>
                      <a:pt x="189" y="90"/>
                      <a:pt x="169" y="70"/>
                      <a:pt x="139" y="50"/>
                    </a:cubicBezTo>
                    <a:cubicBezTo>
                      <a:pt x="129" y="45"/>
                      <a:pt x="119" y="43"/>
                      <a:pt x="109" y="43"/>
                    </a:cubicBezTo>
                    <a:cubicBezTo>
                      <a:pt x="100" y="43"/>
                      <a:pt x="90" y="45"/>
                      <a:pt x="80" y="50"/>
                    </a:cubicBezTo>
                    <a:cubicBezTo>
                      <a:pt x="70" y="60"/>
                      <a:pt x="50" y="80"/>
                      <a:pt x="40" y="90"/>
                    </a:cubicBezTo>
                    <a:cubicBezTo>
                      <a:pt x="0" y="129"/>
                      <a:pt x="0" y="179"/>
                      <a:pt x="40" y="219"/>
                    </a:cubicBezTo>
                    <a:cubicBezTo>
                      <a:pt x="60" y="248"/>
                      <a:pt x="80" y="268"/>
                      <a:pt x="109" y="288"/>
                    </a:cubicBezTo>
                    <a:cubicBezTo>
                      <a:pt x="139" y="318"/>
                      <a:pt x="159" y="338"/>
                      <a:pt x="189" y="357"/>
                    </a:cubicBezTo>
                    <a:cubicBezTo>
                      <a:pt x="159" y="407"/>
                      <a:pt x="139" y="447"/>
                      <a:pt x="129" y="496"/>
                    </a:cubicBezTo>
                    <a:cubicBezTo>
                      <a:pt x="119" y="546"/>
                      <a:pt x="119" y="595"/>
                      <a:pt x="119" y="635"/>
                    </a:cubicBezTo>
                    <a:cubicBezTo>
                      <a:pt x="129" y="685"/>
                      <a:pt x="139" y="734"/>
                      <a:pt x="169" y="774"/>
                    </a:cubicBezTo>
                    <a:cubicBezTo>
                      <a:pt x="189" y="814"/>
                      <a:pt x="228" y="853"/>
                      <a:pt x="268" y="873"/>
                    </a:cubicBezTo>
                    <a:cubicBezTo>
                      <a:pt x="308" y="913"/>
                      <a:pt x="367" y="923"/>
                      <a:pt x="417" y="933"/>
                    </a:cubicBezTo>
                    <a:cubicBezTo>
                      <a:pt x="476" y="933"/>
                      <a:pt x="526" y="923"/>
                      <a:pt x="576" y="903"/>
                    </a:cubicBezTo>
                    <a:cubicBezTo>
                      <a:pt x="635" y="893"/>
                      <a:pt x="685" y="873"/>
                      <a:pt x="734" y="843"/>
                    </a:cubicBezTo>
                    <a:cubicBezTo>
                      <a:pt x="784" y="814"/>
                      <a:pt x="823" y="784"/>
                      <a:pt x="863" y="754"/>
                    </a:cubicBezTo>
                    <a:lnTo>
                      <a:pt x="913" y="724"/>
                    </a:lnTo>
                    <a:cubicBezTo>
                      <a:pt x="923" y="714"/>
                      <a:pt x="942" y="705"/>
                      <a:pt x="962" y="695"/>
                    </a:cubicBezTo>
                    <a:cubicBezTo>
                      <a:pt x="982" y="685"/>
                      <a:pt x="1002" y="675"/>
                      <a:pt x="1022" y="675"/>
                    </a:cubicBezTo>
                    <a:cubicBezTo>
                      <a:pt x="1027" y="673"/>
                      <a:pt x="1033" y="672"/>
                      <a:pt x="1038" y="672"/>
                    </a:cubicBezTo>
                    <a:cubicBezTo>
                      <a:pt x="1065" y="672"/>
                      <a:pt x="1093" y="690"/>
                      <a:pt x="1101" y="714"/>
                    </a:cubicBezTo>
                    <a:cubicBezTo>
                      <a:pt x="1101" y="734"/>
                      <a:pt x="1101" y="744"/>
                      <a:pt x="1101" y="764"/>
                    </a:cubicBezTo>
                    <a:cubicBezTo>
                      <a:pt x="1091" y="784"/>
                      <a:pt x="1091" y="794"/>
                      <a:pt x="1081" y="814"/>
                    </a:cubicBezTo>
                    <a:cubicBezTo>
                      <a:pt x="1071" y="823"/>
                      <a:pt x="1061" y="843"/>
                      <a:pt x="1061" y="853"/>
                    </a:cubicBezTo>
                    <a:cubicBezTo>
                      <a:pt x="1042" y="873"/>
                      <a:pt x="1022" y="903"/>
                      <a:pt x="992" y="923"/>
                    </a:cubicBezTo>
                    <a:cubicBezTo>
                      <a:pt x="972" y="942"/>
                      <a:pt x="942" y="962"/>
                      <a:pt x="923" y="972"/>
                    </a:cubicBezTo>
                    <a:lnTo>
                      <a:pt x="853" y="1032"/>
                    </a:lnTo>
                    <a:cubicBezTo>
                      <a:pt x="833" y="1042"/>
                      <a:pt x="813" y="1071"/>
                      <a:pt x="794" y="1091"/>
                    </a:cubicBezTo>
                    <a:cubicBezTo>
                      <a:pt x="774" y="1111"/>
                      <a:pt x="774" y="1151"/>
                      <a:pt x="774" y="1180"/>
                    </a:cubicBezTo>
                    <a:cubicBezTo>
                      <a:pt x="774" y="1210"/>
                      <a:pt x="794" y="1240"/>
                      <a:pt x="823" y="1260"/>
                    </a:cubicBezTo>
                    <a:cubicBezTo>
                      <a:pt x="841" y="1271"/>
                      <a:pt x="858" y="1276"/>
                      <a:pt x="878" y="1276"/>
                    </a:cubicBezTo>
                    <a:cubicBezTo>
                      <a:pt x="891" y="1276"/>
                      <a:pt x="906" y="1274"/>
                      <a:pt x="923" y="1270"/>
                    </a:cubicBezTo>
                    <a:cubicBezTo>
                      <a:pt x="952" y="1270"/>
                      <a:pt x="992" y="1250"/>
                      <a:pt x="1022" y="1230"/>
                    </a:cubicBezTo>
                    <a:cubicBezTo>
                      <a:pt x="1051" y="1210"/>
                      <a:pt x="1081" y="1180"/>
                      <a:pt x="1111" y="1151"/>
                    </a:cubicBezTo>
                    <a:lnTo>
                      <a:pt x="1190" y="1081"/>
                    </a:lnTo>
                    <a:lnTo>
                      <a:pt x="1210" y="1081"/>
                    </a:lnTo>
                    <a:cubicBezTo>
                      <a:pt x="1220" y="1081"/>
                      <a:pt x="1230" y="1091"/>
                      <a:pt x="1240" y="1091"/>
                    </a:cubicBezTo>
                    <a:lnTo>
                      <a:pt x="1280" y="1111"/>
                    </a:lnTo>
                    <a:cubicBezTo>
                      <a:pt x="1280" y="1121"/>
                      <a:pt x="1289" y="1121"/>
                      <a:pt x="1299" y="1121"/>
                    </a:cubicBezTo>
                    <a:lnTo>
                      <a:pt x="1319" y="1141"/>
                    </a:lnTo>
                    <a:lnTo>
                      <a:pt x="1349" y="1161"/>
                    </a:lnTo>
                    <a:cubicBezTo>
                      <a:pt x="1361" y="1173"/>
                      <a:pt x="1377" y="1181"/>
                      <a:pt x="1395" y="1181"/>
                    </a:cubicBezTo>
                    <a:cubicBezTo>
                      <a:pt x="1406" y="1181"/>
                      <a:pt x="1417" y="1178"/>
                      <a:pt x="1428" y="1171"/>
                    </a:cubicBezTo>
                    <a:cubicBezTo>
                      <a:pt x="1458" y="1171"/>
                      <a:pt x="1478" y="1151"/>
                      <a:pt x="1498" y="1131"/>
                    </a:cubicBezTo>
                    <a:cubicBezTo>
                      <a:pt x="1508" y="1111"/>
                      <a:pt x="1517" y="1081"/>
                      <a:pt x="1517" y="1061"/>
                    </a:cubicBezTo>
                    <a:cubicBezTo>
                      <a:pt x="1517" y="1042"/>
                      <a:pt x="1508" y="1022"/>
                      <a:pt x="1488" y="1002"/>
                    </a:cubicBezTo>
                    <a:cubicBezTo>
                      <a:pt x="1478" y="982"/>
                      <a:pt x="1468" y="962"/>
                      <a:pt x="1448" y="952"/>
                    </a:cubicBezTo>
                    <a:cubicBezTo>
                      <a:pt x="1428" y="942"/>
                      <a:pt x="1408" y="923"/>
                      <a:pt x="1389" y="913"/>
                    </a:cubicBezTo>
                    <a:cubicBezTo>
                      <a:pt x="1379" y="903"/>
                      <a:pt x="1359" y="893"/>
                      <a:pt x="1349" y="883"/>
                    </a:cubicBezTo>
                    <a:cubicBezTo>
                      <a:pt x="1329" y="873"/>
                      <a:pt x="1329" y="863"/>
                      <a:pt x="1329" y="863"/>
                    </a:cubicBezTo>
                    <a:lnTo>
                      <a:pt x="1369" y="744"/>
                    </a:lnTo>
                    <a:cubicBezTo>
                      <a:pt x="1379" y="705"/>
                      <a:pt x="1389" y="675"/>
                      <a:pt x="1389" y="635"/>
                    </a:cubicBezTo>
                    <a:cubicBezTo>
                      <a:pt x="1389" y="595"/>
                      <a:pt x="1389" y="566"/>
                      <a:pt x="1369" y="526"/>
                    </a:cubicBezTo>
                    <a:cubicBezTo>
                      <a:pt x="1349" y="486"/>
                      <a:pt x="1319" y="457"/>
                      <a:pt x="1280" y="437"/>
                    </a:cubicBezTo>
                    <a:cubicBezTo>
                      <a:pt x="1230" y="397"/>
                      <a:pt x="1180" y="377"/>
                      <a:pt x="1121" y="377"/>
                    </a:cubicBezTo>
                    <a:cubicBezTo>
                      <a:pt x="1061" y="377"/>
                      <a:pt x="1002" y="387"/>
                      <a:pt x="952" y="407"/>
                    </a:cubicBezTo>
                    <a:cubicBezTo>
                      <a:pt x="903" y="427"/>
                      <a:pt x="843" y="447"/>
                      <a:pt x="794" y="476"/>
                    </a:cubicBezTo>
                    <a:lnTo>
                      <a:pt x="655" y="566"/>
                    </a:lnTo>
                    <a:cubicBezTo>
                      <a:pt x="605" y="586"/>
                      <a:pt x="566" y="605"/>
                      <a:pt x="526" y="615"/>
                    </a:cubicBezTo>
                    <a:cubicBezTo>
                      <a:pt x="511" y="625"/>
                      <a:pt x="496" y="630"/>
                      <a:pt x="483" y="630"/>
                    </a:cubicBezTo>
                    <a:cubicBezTo>
                      <a:pt x="469" y="630"/>
                      <a:pt x="457" y="625"/>
                      <a:pt x="447" y="615"/>
                    </a:cubicBezTo>
                    <a:cubicBezTo>
                      <a:pt x="427" y="615"/>
                      <a:pt x="417" y="595"/>
                      <a:pt x="417" y="586"/>
                    </a:cubicBezTo>
                    <a:cubicBezTo>
                      <a:pt x="407" y="566"/>
                      <a:pt x="407" y="546"/>
                      <a:pt x="417" y="536"/>
                    </a:cubicBezTo>
                    <a:cubicBezTo>
                      <a:pt x="417" y="516"/>
                      <a:pt x="427" y="496"/>
                      <a:pt x="427" y="486"/>
                    </a:cubicBezTo>
                    <a:cubicBezTo>
                      <a:pt x="437" y="467"/>
                      <a:pt x="447" y="457"/>
                      <a:pt x="457" y="437"/>
                    </a:cubicBezTo>
                    <a:cubicBezTo>
                      <a:pt x="466" y="417"/>
                      <a:pt x="486" y="387"/>
                      <a:pt x="516" y="367"/>
                    </a:cubicBezTo>
                    <a:lnTo>
                      <a:pt x="576" y="318"/>
                    </a:lnTo>
                    <a:lnTo>
                      <a:pt x="635" y="278"/>
                    </a:lnTo>
                    <a:cubicBezTo>
                      <a:pt x="655" y="258"/>
                      <a:pt x="675" y="248"/>
                      <a:pt x="685" y="229"/>
                    </a:cubicBezTo>
                    <a:cubicBezTo>
                      <a:pt x="695" y="209"/>
                      <a:pt x="704" y="199"/>
                      <a:pt x="714" y="179"/>
                    </a:cubicBezTo>
                    <a:cubicBezTo>
                      <a:pt x="714" y="159"/>
                      <a:pt x="724" y="139"/>
                      <a:pt x="724" y="120"/>
                    </a:cubicBezTo>
                    <a:cubicBezTo>
                      <a:pt x="724" y="100"/>
                      <a:pt x="724" y="90"/>
                      <a:pt x="724" y="70"/>
                    </a:cubicBezTo>
                    <a:cubicBezTo>
                      <a:pt x="714" y="50"/>
                      <a:pt x="704" y="40"/>
                      <a:pt x="695" y="30"/>
                    </a:cubicBezTo>
                    <a:cubicBezTo>
                      <a:pt x="685" y="20"/>
                      <a:pt x="675" y="10"/>
                      <a:pt x="6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45"/>
              <p:cNvSpPr/>
              <p:nvPr/>
            </p:nvSpPr>
            <p:spPr>
              <a:xfrm>
                <a:off x="5247778" y="3249226"/>
                <a:ext cx="341251" cy="80271"/>
              </a:xfrm>
              <a:custGeom>
                <a:avLst/>
                <a:gdLst/>
                <a:ahLst/>
                <a:cxnLst/>
                <a:rect l="l" t="t" r="r" b="b"/>
                <a:pathLst>
                  <a:path w="5366" h="1260" extrusionOk="0">
                    <a:moveTo>
                      <a:pt x="1" y="1"/>
                    </a:moveTo>
                    <a:lnTo>
                      <a:pt x="864" y="1081"/>
                    </a:lnTo>
                    <a:lnTo>
                      <a:pt x="3511" y="1260"/>
                    </a:lnTo>
                    <a:lnTo>
                      <a:pt x="53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45"/>
              <p:cNvSpPr/>
              <p:nvPr/>
            </p:nvSpPr>
            <p:spPr>
              <a:xfrm>
                <a:off x="5472268" y="2997199"/>
                <a:ext cx="107285" cy="108685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706" extrusionOk="0">
                    <a:moveTo>
                      <a:pt x="824" y="0"/>
                    </a:moveTo>
                    <a:cubicBezTo>
                      <a:pt x="744" y="10"/>
                      <a:pt x="675" y="615"/>
                      <a:pt x="635" y="655"/>
                    </a:cubicBezTo>
                    <a:cubicBezTo>
                      <a:pt x="556" y="734"/>
                      <a:pt x="1" y="784"/>
                      <a:pt x="1" y="863"/>
                    </a:cubicBezTo>
                    <a:cubicBezTo>
                      <a:pt x="11" y="942"/>
                      <a:pt x="556" y="982"/>
                      <a:pt x="635" y="1051"/>
                    </a:cubicBezTo>
                    <a:cubicBezTo>
                      <a:pt x="685" y="1101"/>
                      <a:pt x="774" y="1706"/>
                      <a:pt x="853" y="1706"/>
                    </a:cubicBezTo>
                    <a:cubicBezTo>
                      <a:pt x="933" y="1696"/>
                      <a:pt x="1002" y="1091"/>
                      <a:pt x="1042" y="1051"/>
                    </a:cubicBezTo>
                    <a:cubicBezTo>
                      <a:pt x="1121" y="972"/>
                      <a:pt x="1686" y="913"/>
                      <a:pt x="1676" y="843"/>
                    </a:cubicBezTo>
                    <a:cubicBezTo>
                      <a:pt x="1676" y="764"/>
                      <a:pt x="1121" y="724"/>
                      <a:pt x="1042" y="655"/>
                    </a:cubicBezTo>
                    <a:cubicBezTo>
                      <a:pt x="1002" y="605"/>
                      <a:pt x="913" y="0"/>
                      <a:pt x="8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45"/>
              <p:cNvSpPr/>
              <p:nvPr/>
            </p:nvSpPr>
            <p:spPr>
              <a:xfrm>
                <a:off x="4882107" y="3021217"/>
                <a:ext cx="73834" cy="73964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77" y="0"/>
                    </a:moveTo>
                    <a:cubicBezTo>
                      <a:pt x="576" y="0"/>
                      <a:pt x="576" y="0"/>
                      <a:pt x="575" y="0"/>
                    </a:cubicBezTo>
                    <a:cubicBezTo>
                      <a:pt x="516" y="0"/>
                      <a:pt x="466" y="417"/>
                      <a:pt x="436" y="446"/>
                    </a:cubicBezTo>
                    <a:cubicBezTo>
                      <a:pt x="387" y="496"/>
                      <a:pt x="0" y="536"/>
                      <a:pt x="10" y="585"/>
                    </a:cubicBezTo>
                    <a:cubicBezTo>
                      <a:pt x="10" y="645"/>
                      <a:pt x="387" y="665"/>
                      <a:pt x="436" y="714"/>
                    </a:cubicBezTo>
                    <a:cubicBezTo>
                      <a:pt x="476" y="744"/>
                      <a:pt x="535" y="1160"/>
                      <a:pt x="595" y="1160"/>
                    </a:cubicBezTo>
                    <a:cubicBezTo>
                      <a:pt x="645" y="1160"/>
                      <a:pt x="694" y="744"/>
                      <a:pt x="724" y="714"/>
                    </a:cubicBezTo>
                    <a:cubicBezTo>
                      <a:pt x="773" y="665"/>
                      <a:pt x="1160" y="625"/>
                      <a:pt x="1160" y="575"/>
                    </a:cubicBezTo>
                    <a:cubicBezTo>
                      <a:pt x="1150" y="516"/>
                      <a:pt x="773" y="496"/>
                      <a:pt x="724" y="446"/>
                    </a:cubicBezTo>
                    <a:cubicBezTo>
                      <a:pt x="694" y="417"/>
                      <a:pt x="626" y="0"/>
                      <a:pt x="57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45"/>
              <p:cNvSpPr/>
              <p:nvPr/>
            </p:nvSpPr>
            <p:spPr>
              <a:xfrm>
                <a:off x="5107805" y="3295095"/>
                <a:ext cx="307800" cy="261647"/>
              </a:xfrm>
              <a:custGeom>
                <a:avLst/>
                <a:gdLst/>
                <a:ahLst/>
                <a:cxnLst/>
                <a:rect l="l" t="t" r="r" b="b"/>
                <a:pathLst>
                  <a:path w="4840" h="4107" extrusionOk="0">
                    <a:moveTo>
                      <a:pt x="2713" y="0"/>
                    </a:moveTo>
                    <a:cubicBezTo>
                      <a:pt x="972" y="0"/>
                      <a:pt x="1" y="2071"/>
                      <a:pt x="1181" y="3405"/>
                    </a:cubicBezTo>
                    <a:cubicBezTo>
                      <a:pt x="1605" y="3889"/>
                      <a:pt x="2158" y="4106"/>
                      <a:pt x="2703" y="4106"/>
                    </a:cubicBezTo>
                    <a:cubicBezTo>
                      <a:pt x="3712" y="4106"/>
                      <a:pt x="4693" y="3361"/>
                      <a:pt x="4770" y="2176"/>
                    </a:cubicBezTo>
                    <a:cubicBezTo>
                      <a:pt x="4839" y="1046"/>
                      <a:pt x="3977" y="74"/>
                      <a:pt x="2846" y="4"/>
                    </a:cubicBezTo>
                    <a:cubicBezTo>
                      <a:pt x="2801" y="2"/>
                      <a:pt x="2757" y="0"/>
                      <a:pt x="271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45"/>
              <p:cNvSpPr/>
              <p:nvPr/>
            </p:nvSpPr>
            <p:spPr>
              <a:xfrm>
                <a:off x="5163451" y="3329306"/>
                <a:ext cx="227543" cy="193543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3038" extrusionOk="0">
                    <a:moveTo>
                      <a:pt x="2003" y="0"/>
                    </a:moveTo>
                    <a:cubicBezTo>
                      <a:pt x="715" y="0"/>
                      <a:pt x="0" y="1535"/>
                      <a:pt x="871" y="2521"/>
                    </a:cubicBezTo>
                    <a:cubicBezTo>
                      <a:pt x="1185" y="2877"/>
                      <a:pt x="1595" y="3038"/>
                      <a:pt x="1998" y="3038"/>
                    </a:cubicBezTo>
                    <a:cubicBezTo>
                      <a:pt x="2740" y="3038"/>
                      <a:pt x="3460" y="2493"/>
                      <a:pt x="3518" y="1619"/>
                    </a:cubicBezTo>
                    <a:cubicBezTo>
                      <a:pt x="3578" y="776"/>
                      <a:pt x="2943" y="62"/>
                      <a:pt x="2100" y="3"/>
                    </a:cubicBezTo>
                    <a:cubicBezTo>
                      <a:pt x="2068" y="1"/>
                      <a:pt x="2035" y="0"/>
                      <a:pt x="2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45"/>
              <p:cNvSpPr/>
              <p:nvPr/>
            </p:nvSpPr>
            <p:spPr>
              <a:xfrm>
                <a:off x="5168348" y="3556169"/>
                <a:ext cx="85217" cy="58356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916" extrusionOk="0">
                    <a:moveTo>
                      <a:pt x="642" y="0"/>
                    </a:moveTo>
                    <a:cubicBezTo>
                      <a:pt x="300" y="0"/>
                      <a:pt x="29" y="183"/>
                      <a:pt x="10" y="428"/>
                    </a:cubicBezTo>
                    <a:cubicBezTo>
                      <a:pt x="1" y="686"/>
                      <a:pt x="288" y="904"/>
                      <a:pt x="645" y="914"/>
                    </a:cubicBezTo>
                    <a:cubicBezTo>
                      <a:pt x="662" y="915"/>
                      <a:pt x="679" y="915"/>
                      <a:pt x="696" y="915"/>
                    </a:cubicBezTo>
                    <a:cubicBezTo>
                      <a:pt x="1040" y="915"/>
                      <a:pt x="1320" y="724"/>
                      <a:pt x="1329" y="487"/>
                    </a:cubicBezTo>
                    <a:cubicBezTo>
                      <a:pt x="1339" y="230"/>
                      <a:pt x="1052" y="11"/>
                      <a:pt x="695" y="1"/>
                    </a:cubicBezTo>
                    <a:cubicBezTo>
                      <a:pt x="677" y="1"/>
                      <a:pt x="659" y="0"/>
                      <a:pt x="6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45"/>
              <p:cNvSpPr/>
              <p:nvPr/>
            </p:nvSpPr>
            <p:spPr>
              <a:xfrm>
                <a:off x="5596533" y="3553047"/>
                <a:ext cx="82038" cy="5701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895" extrusionOk="0">
                    <a:moveTo>
                      <a:pt x="638" y="1"/>
                    </a:moveTo>
                    <a:cubicBezTo>
                      <a:pt x="303" y="1"/>
                      <a:pt x="20" y="185"/>
                      <a:pt x="10" y="417"/>
                    </a:cubicBezTo>
                    <a:cubicBezTo>
                      <a:pt x="0" y="665"/>
                      <a:pt x="278" y="883"/>
                      <a:pt x="635" y="893"/>
                    </a:cubicBezTo>
                    <a:cubicBezTo>
                      <a:pt x="651" y="894"/>
                      <a:pt x="668" y="895"/>
                      <a:pt x="685" y="895"/>
                    </a:cubicBezTo>
                    <a:cubicBezTo>
                      <a:pt x="1010" y="895"/>
                      <a:pt x="1280" y="713"/>
                      <a:pt x="1289" y="477"/>
                    </a:cubicBezTo>
                    <a:cubicBezTo>
                      <a:pt x="1289" y="239"/>
                      <a:pt x="1021" y="21"/>
                      <a:pt x="664" y="1"/>
                    </a:cubicBezTo>
                    <a:cubicBezTo>
                      <a:pt x="656" y="1"/>
                      <a:pt x="647" y="1"/>
                      <a:pt x="6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45"/>
              <p:cNvSpPr/>
              <p:nvPr/>
            </p:nvSpPr>
            <p:spPr>
              <a:xfrm>
                <a:off x="5318750" y="3353579"/>
                <a:ext cx="55073" cy="45742"/>
              </a:xfrm>
              <a:custGeom>
                <a:avLst/>
                <a:gdLst/>
                <a:ahLst/>
                <a:cxnLst/>
                <a:rect l="l" t="t" r="r" b="b"/>
                <a:pathLst>
                  <a:path w="866" h="718" extrusionOk="0">
                    <a:moveTo>
                      <a:pt x="142" y="0"/>
                    </a:moveTo>
                    <a:cubicBezTo>
                      <a:pt x="42" y="0"/>
                      <a:pt x="0" y="154"/>
                      <a:pt x="114" y="207"/>
                    </a:cubicBezTo>
                    <a:cubicBezTo>
                      <a:pt x="333" y="306"/>
                      <a:pt x="511" y="465"/>
                      <a:pt x="630" y="663"/>
                    </a:cubicBezTo>
                    <a:cubicBezTo>
                      <a:pt x="656" y="701"/>
                      <a:pt x="691" y="717"/>
                      <a:pt x="726" y="717"/>
                    </a:cubicBezTo>
                    <a:cubicBezTo>
                      <a:pt x="799" y="717"/>
                      <a:pt x="865" y="648"/>
                      <a:pt x="818" y="574"/>
                    </a:cubicBezTo>
                    <a:cubicBezTo>
                      <a:pt x="670" y="326"/>
                      <a:pt x="442" y="128"/>
                      <a:pt x="184" y="9"/>
                    </a:cubicBezTo>
                    <a:cubicBezTo>
                      <a:pt x="169" y="3"/>
                      <a:pt x="155" y="0"/>
                      <a:pt x="1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45"/>
              <p:cNvSpPr/>
              <p:nvPr/>
            </p:nvSpPr>
            <p:spPr>
              <a:xfrm>
                <a:off x="5293821" y="3342303"/>
                <a:ext cx="23276" cy="15354"/>
              </a:xfrm>
              <a:custGeom>
                <a:avLst/>
                <a:gdLst/>
                <a:ahLst/>
                <a:cxnLst/>
                <a:rect l="l" t="t" r="r" b="b"/>
                <a:pathLst>
                  <a:path w="366" h="241" extrusionOk="0">
                    <a:moveTo>
                      <a:pt x="118" y="1"/>
                    </a:moveTo>
                    <a:cubicBezTo>
                      <a:pt x="77" y="1"/>
                      <a:pt x="36" y="29"/>
                      <a:pt x="21" y="77"/>
                    </a:cubicBezTo>
                    <a:cubicBezTo>
                      <a:pt x="1" y="126"/>
                      <a:pt x="30" y="186"/>
                      <a:pt x="80" y="205"/>
                    </a:cubicBezTo>
                    <a:lnTo>
                      <a:pt x="179" y="235"/>
                    </a:lnTo>
                    <a:cubicBezTo>
                      <a:pt x="191" y="239"/>
                      <a:pt x="202" y="240"/>
                      <a:pt x="212" y="240"/>
                    </a:cubicBezTo>
                    <a:cubicBezTo>
                      <a:pt x="319" y="240"/>
                      <a:pt x="366" y="73"/>
                      <a:pt x="249" y="37"/>
                    </a:cubicBezTo>
                    <a:lnTo>
                      <a:pt x="149" y="7"/>
                    </a:lnTo>
                    <a:cubicBezTo>
                      <a:pt x="139" y="3"/>
                      <a:pt x="128" y="1"/>
                      <a:pt x="1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45"/>
              <p:cNvSpPr/>
              <p:nvPr/>
            </p:nvSpPr>
            <p:spPr>
              <a:xfrm>
                <a:off x="5365111" y="3410024"/>
                <a:ext cx="15199" cy="16755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63" extrusionOk="0">
                    <a:moveTo>
                      <a:pt x="129" y="1"/>
                    </a:moveTo>
                    <a:cubicBezTo>
                      <a:pt x="112" y="1"/>
                      <a:pt x="95" y="5"/>
                      <a:pt x="79" y="15"/>
                    </a:cubicBezTo>
                    <a:cubicBezTo>
                      <a:pt x="30" y="35"/>
                      <a:pt x="0" y="94"/>
                      <a:pt x="30" y="154"/>
                    </a:cubicBezTo>
                    <a:cubicBezTo>
                      <a:pt x="30" y="203"/>
                      <a:pt x="70" y="253"/>
                      <a:pt x="129" y="263"/>
                    </a:cubicBezTo>
                    <a:cubicBezTo>
                      <a:pt x="189" y="263"/>
                      <a:pt x="228" y="223"/>
                      <a:pt x="238" y="164"/>
                    </a:cubicBezTo>
                    <a:cubicBezTo>
                      <a:pt x="238" y="124"/>
                      <a:pt x="228" y="94"/>
                      <a:pt x="218" y="55"/>
                    </a:cubicBezTo>
                    <a:cubicBezTo>
                      <a:pt x="198" y="21"/>
                      <a:pt x="164" y="1"/>
                      <a:pt x="12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45"/>
              <p:cNvSpPr/>
              <p:nvPr/>
            </p:nvSpPr>
            <p:spPr>
              <a:xfrm>
                <a:off x="5366701" y="3418815"/>
                <a:ext cx="318" cy="1019"/>
              </a:xfrm>
              <a:custGeom>
                <a:avLst/>
                <a:gdLst/>
                <a:ahLst/>
                <a:cxnLst/>
                <a:rect l="l" t="t" r="r" b="b"/>
                <a:pathLst>
                  <a:path w="5" h="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0" y="0"/>
                      <a:pt x="1" y="4"/>
                      <a:pt x="5" y="16"/>
                    </a:cubicBezTo>
                    <a:cubicBezTo>
                      <a:pt x="5" y="1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45"/>
              <p:cNvSpPr/>
              <p:nvPr/>
            </p:nvSpPr>
            <p:spPr>
              <a:xfrm>
                <a:off x="5366955" y="3419771"/>
                <a:ext cx="64" cy="1338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1" y="1"/>
                    </a:moveTo>
                    <a:cubicBezTo>
                      <a:pt x="1" y="21"/>
                      <a:pt x="1" y="11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45"/>
              <p:cNvSpPr/>
              <p:nvPr/>
            </p:nvSpPr>
            <p:spPr>
              <a:xfrm>
                <a:off x="5366955" y="3419771"/>
                <a:ext cx="64" cy="64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45"/>
              <p:cNvSpPr/>
              <p:nvPr/>
            </p:nvSpPr>
            <p:spPr>
              <a:xfrm>
                <a:off x="5391757" y="3286176"/>
                <a:ext cx="306973" cy="261456"/>
              </a:xfrm>
              <a:custGeom>
                <a:avLst/>
                <a:gdLst/>
                <a:ahLst/>
                <a:cxnLst/>
                <a:rect l="l" t="t" r="r" b="b"/>
                <a:pathLst>
                  <a:path w="4827" h="4104" extrusionOk="0">
                    <a:moveTo>
                      <a:pt x="2699" y="1"/>
                    </a:moveTo>
                    <a:cubicBezTo>
                      <a:pt x="964" y="1"/>
                      <a:pt x="0" y="2075"/>
                      <a:pt x="1178" y="3407"/>
                    </a:cubicBezTo>
                    <a:cubicBezTo>
                      <a:pt x="1602" y="3887"/>
                      <a:pt x="2155" y="4103"/>
                      <a:pt x="2700" y="4103"/>
                    </a:cubicBezTo>
                    <a:cubicBezTo>
                      <a:pt x="3708" y="4103"/>
                      <a:pt x="4686" y="3362"/>
                      <a:pt x="4757" y="2177"/>
                    </a:cubicBezTo>
                    <a:cubicBezTo>
                      <a:pt x="4826" y="1047"/>
                      <a:pt x="3974" y="75"/>
                      <a:pt x="2843" y="6"/>
                    </a:cubicBezTo>
                    <a:cubicBezTo>
                      <a:pt x="2795" y="2"/>
                      <a:pt x="2747" y="1"/>
                      <a:pt x="26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45"/>
              <p:cNvSpPr/>
              <p:nvPr/>
            </p:nvSpPr>
            <p:spPr>
              <a:xfrm>
                <a:off x="5428261" y="3321725"/>
                <a:ext cx="227607" cy="193543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3038" extrusionOk="0">
                    <a:moveTo>
                      <a:pt x="2004" y="0"/>
                    </a:moveTo>
                    <a:cubicBezTo>
                      <a:pt x="716" y="0"/>
                      <a:pt x="0" y="1535"/>
                      <a:pt x="871" y="2521"/>
                    </a:cubicBezTo>
                    <a:cubicBezTo>
                      <a:pt x="1185" y="2877"/>
                      <a:pt x="1595" y="3038"/>
                      <a:pt x="1998" y="3038"/>
                    </a:cubicBezTo>
                    <a:cubicBezTo>
                      <a:pt x="2741" y="3038"/>
                      <a:pt x="3461" y="2493"/>
                      <a:pt x="3519" y="1619"/>
                    </a:cubicBezTo>
                    <a:cubicBezTo>
                      <a:pt x="3578" y="776"/>
                      <a:pt x="2934" y="52"/>
                      <a:pt x="2101" y="3"/>
                    </a:cubicBezTo>
                    <a:cubicBezTo>
                      <a:pt x="2068" y="1"/>
                      <a:pt x="2036" y="0"/>
                      <a:pt x="2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45"/>
              <p:cNvSpPr/>
              <p:nvPr/>
            </p:nvSpPr>
            <p:spPr>
              <a:xfrm>
                <a:off x="5583687" y="3345806"/>
                <a:ext cx="54946" cy="45933"/>
              </a:xfrm>
              <a:custGeom>
                <a:avLst/>
                <a:gdLst/>
                <a:ahLst/>
                <a:cxnLst/>
                <a:rect l="l" t="t" r="r" b="b"/>
                <a:pathLst>
                  <a:path w="864" h="721" extrusionOk="0">
                    <a:moveTo>
                      <a:pt x="129" y="1"/>
                    </a:moveTo>
                    <a:cubicBezTo>
                      <a:pt x="39" y="1"/>
                      <a:pt x="1" y="157"/>
                      <a:pt x="113" y="200"/>
                    </a:cubicBezTo>
                    <a:cubicBezTo>
                      <a:pt x="321" y="299"/>
                      <a:pt x="509" y="468"/>
                      <a:pt x="628" y="666"/>
                    </a:cubicBezTo>
                    <a:cubicBezTo>
                      <a:pt x="651" y="704"/>
                      <a:pt x="686" y="720"/>
                      <a:pt x="720" y="720"/>
                    </a:cubicBezTo>
                    <a:cubicBezTo>
                      <a:pt x="793" y="720"/>
                      <a:pt x="864" y="651"/>
                      <a:pt x="817" y="577"/>
                    </a:cubicBezTo>
                    <a:cubicBezTo>
                      <a:pt x="668" y="329"/>
                      <a:pt x="440" y="131"/>
                      <a:pt x="172" y="12"/>
                    </a:cubicBezTo>
                    <a:cubicBezTo>
                      <a:pt x="157" y="4"/>
                      <a:pt x="143" y="1"/>
                      <a:pt x="12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45"/>
              <p:cNvSpPr/>
              <p:nvPr/>
            </p:nvSpPr>
            <p:spPr>
              <a:xfrm>
                <a:off x="5558694" y="3334721"/>
                <a:ext cx="20859" cy="14780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32" extrusionOk="0">
                    <a:moveTo>
                      <a:pt x="111" y="1"/>
                    </a:moveTo>
                    <a:cubicBezTo>
                      <a:pt x="66" y="1"/>
                      <a:pt x="26" y="28"/>
                      <a:pt x="10" y="67"/>
                    </a:cubicBezTo>
                    <a:cubicBezTo>
                      <a:pt x="0" y="126"/>
                      <a:pt x="30" y="186"/>
                      <a:pt x="79" y="205"/>
                    </a:cubicBezTo>
                    <a:lnTo>
                      <a:pt x="179" y="225"/>
                    </a:lnTo>
                    <a:cubicBezTo>
                      <a:pt x="189" y="230"/>
                      <a:pt x="200" y="231"/>
                      <a:pt x="211" y="231"/>
                    </a:cubicBezTo>
                    <a:cubicBezTo>
                      <a:pt x="252" y="231"/>
                      <a:pt x="292" y="205"/>
                      <a:pt x="308" y="166"/>
                    </a:cubicBezTo>
                    <a:cubicBezTo>
                      <a:pt x="327" y="106"/>
                      <a:pt x="298" y="47"/>
                      <a:pt x="248" y="37"/>
                    </a:cubicBezTo>
                    <a:lnTo>
                      <a:pt x="149" y="7"/>
                    </a:lnTo>
                    <a:cubicBezTo>
                      <a:pt x="136" y="3"/>
                      <a:pt x="123" y="1"/>
                      <a:pt x="11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45"/>
              <p:cNvSpPr/>
              <p:nvPr/>
            </p:nvSpPr>
            <p:spPr>
              <a:xfrm>
                <a:off x="5629729" y="3402634"/>
                <a:ext cx="15390" cy="16564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60" extrusionOk="0">
                    <a:moveTo>
                      <a:pt x="132" y="0"/>
                    </a:moveTo>
                    <a:cubicBezTo>
                      <a:pt x="65" y="0"/>
                      <a:pt x="0" y="64"/>
                      <a:pt x="33" y="151"/>
                    </a:cubicBezTo>
                    <a:cubicBezTo>
                      <a:pt x="33" y="200"/>
                      <a:pt x="73" y="250"/>
                      <a:pt x="133" y="260"/>
                    </a:cubicBezTo>
                    <a:cubicBezTo>
                      <a:pt x="192" y="260"/>
                      <a:pt x="242" y="220"/>
                      <a:pt x="242" y="161"/>
                    </a:cubicBezTo>
                    <a:cubicBezTo>
                      <a:pt x="242" y="121"/>
                      <a:pt x="232" y="91"/>
                      <a:pt x="222" y="52"/>
                    </a:cubicBezTo>
                    <a:cubicBezTo>
                      <a:pt x="199" y="16"/>
                      <a:pt x="165" y="0"/>
                      <a:pt x="1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45"/>
              <p:cNvSpPr/>
              <p:nvPr/>
            </p:nvSpPr>
            <p:spPr>
              <a:xfrm>
                <a:off x="5631510" y="3411234"/>
                <a:ext cx="382" cy="1019"/>
              </a:xfrm>
              <a:custGeom>
                <a:avLst/>
                <a:gdLst/>
                <a:ahLst/>
                <a:cxnLst/>
                <a:rect l="l" t="t" r="r" b="b"/>
                <a:pathLst>
                  <a:path w="6" h="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1" y="4"/>
                      <a:pt x="5" y="16"/>
                    </a:cubicBezTo>
                    <a:cubicBezTo>
                      <a:pt x="5" y="1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45"/>
              <p:cNvSpPr/>
              <p:nvPr/>
            </p:nvSpPr>
            <p:spPr>
              <a:xfrm>
                <a:off x="5631828" y="3412190"/>
                <a:ext cx="64" cy="64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45"/>
              <p:cNvSpPr/>
              <p:nvPr/>
            </p:nvSpPr>
            <p:spPr>
              <a:xfrm>
                <a:off x="5631828" y="3412190"/>
                <a:ext cx="64" cy="64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45"/>
              <p:cNvSpPr/>
              <p:nvPr/>
            </p:nvSpPr>
            <p:spPr>
              <a:xfrm>
                <a:off x="5382091" y="3526545"/>
                <a:ext cx="91513" cy="73327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1151" extrusionOk="0">
                    <a:moveTo>
                      <a:pt x="1359" y="258"/>
                    </a:moveTo>
                    <a:cubicBezTo>
                      <a:pt x="1310" y="0"/>
                      <a:pt x="903" y="10"/>
                      <a:pt x="943" y="278"/>
                    </a:cubicBezTo>
                    <a:cubicBezTo>
                      <a:pt x="982" y="486"/>
                      <a:pt x="982" y="714"/>
                      <a:pt x="725" y="724"/>
                    </a:cubicBezTo>
                    <a:cubicBezTo>
                      <a:pt x="467" y="734"/>
                      <a:pt x="437" y="506"/>
                      <a:pt x="427" y="318"/>
                    </a:cubicBezTo>
                    <a:cubicBezTo>
                      <a:pt x="407" y="50"/>
                      <a:pt x="1" y="70"/>
                      <a:pt x="11" y="338"/>
                    </a:cubicBezTo>
                    <a:cubicBezTo>
                      <a:pt x="41" y="794"/>
                      <a:pt x="249" y="1121"/>
                      <a:pt x="745" y="1141"/>
                    </a:cubicBezTo>
                    <a:cubicBezTo>
                      <a:pt x="1230" y="1151"/>
                      <a:pt x="1439" y="665"/>
                      <a:pt x="1359" y="2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45"/>
              <p:cNvSpPr/>
              <p:nvPr/>
            </p:nvSpPr>
            <p:spPr>
              <a:xfrm>
                <a:off x="5520855" y="3663006"/>
                <a:ext cx="120513" cy="380334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5970" extrusionOk="0">
                    <a:moveTo>
                      <a:pt x="1894" y="5642"/>
                    </a:moveTo>
                    <a:cubicBezTo>
                      <a:pt x="1894" y="5820"/>
                      <a:pt x="1696" y="5969"/>
                      <a:pt x="1458" y="5969"/>
                    </a:cubicBezTo>
                    <a:lnTo>
                      <a:pt x="427" y="5969"/>
                    </a:lnTo>
                    <a:cubicBezTo>
                      <a:pt x="189" y="5969"/>
                      <a:pt x="0" y="5820"/>
                      <a:pt x="0" y="5642"/>
                    </a:cubicBezTo>
                    <a:lnTo>
                      <a:pt x="0" y="337"/>
                    </a:lnTo>
                    <a:cubicBezTo>
                      <a:pt x="0" y="149"/>
                      <a:pt x="189" y="0"/>
                      <a:pt x="427" y="0"/>
                    </a:cubicBezTo>
                    <a:lnTo>
                      <a:pt x="1458" y="0"/>
                    </a:lnTo>
                    <a:cubicBezTo>
                      <a:pt x="1696" y="0"/>
                      <a:pt x="1894" y="149"/>
                      <a:pt x="1894" y="33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45"/>
              <p:cNvSpPr/>
              <p:nvPr/>
            </p:nvSpPr>
            <p:spPr>
              <a:xfrm>
                <a:off x="5351247" y="3779209"/>
                <a:ext cx="120449" cy="264131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4146" extrusionOk="0">
                    <a:moveTo>
                      <a:pt x="1884" y="3917"/>
                    </a:moveTo>
                    <a:cubicBezTo>
                      <a:pt x="1884" y="4036"/>
                      <a:pt x="1696" y="4145"/>
                      <a:pt x="1458" y="4145"/>
                    </a:cubicBezTo>
                    <a:lnTo>
                      <a:pt x="436" y="4145"/>
                    </a:lnTo>
                    <a:cubicBezTo>
                      <a:pt x="198" y="4145"/>
                      <a:pt x="0" y="4046"/>
                      <a:pt x="0" y="3917"/>
                    </a:cubicBezTo>
                    <a:lnTo>
                      <a:pt x="0" y="229"/>
                    </a:lnTo>
                    <a:cubicBezTo>
                      <a:pt x="0" y="110"/>
                      <a:pt x="198" y="1"/>
                      <a:pt x="436" y="1"/>
                    </a:cubicBezTo>
                    <a:lnTo>
                      <a:pt x="1467" y="1"/>
                    </a:lnTo>
                    <a:cubicBezTo>
                      <a:pt x="1705" y="1"/>
                      <a:pt x="1894" y="110"/>
                      <a:pt x="1894" y="22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45"/>
              <p:cNvSpPr/>
              <p:nvPr/>
            </p:nvSpPr>
            <p:spPr>
              <a:xfrm>
                <a:off x="5181576" y="3844254"/>
                <a:ext cx="119877" cy="199086"/>
              </a:xfrm>
              <a:custGeom>
                <a:avLst/>
                <a:gdLst/>
                <a:ahLst/>
                <a:cxnLst/>
                <a:rect l="l" t="t" r="r" b="b"/>
                <a:pathLst>
                  <a:path w="1885" h="3125" extrusionOk="0">
                    <a:moveTo>
                      <a:pt x="1885" y="2956"/>
                    </a:moveTo>
                    <a:cubicBezTo>
                      <a:pt x="1885" y="3045"/>
                      <a:pt x="1696" y="3124"/>
                      <a:pt x="1458" y="3124"/>
                    </a:cubicBezTo>
                    <a:lnTo>
                      <a:pt x="427" y="3124"/>
                    </a:lnTo>
                    <a:cubicBezTo>
                      <a:pt x="189" y="3124"/>
                      <a:pt x="1" y="3045"/>
                      <a:pt x="1" y="2956"/>
                    </a:cubicBezTo>
                    <a:lnTo>
                      <a:pt x="1" y="169"/>
                    </a:lnTo>
                    <a:cubicBezTo>
                      <a:pt x="1" y="70"/>
                      <a:pt x="189" y="1"/>
                      <a:pt x="427" y="1"/>
                    </a:cubicBezTo>
                    <a:lnTo>
                      <a:pt x="1458" y="1"/>
                    </a:lnTo>
                    <a:cubicBezTo>
                      <a:pt x="1696" y="1"/>
                      <a:pt x="1885" y="70"/>
                      <a:pt x="1885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45"/>
              <p:cNvSpPr/>
              <p:nvPr/>
            </p:nvSpPr>
            <p:spPr>
              <a:xfrm>
                <a:off x="5390930" y="3648481"/>
                <a:ext cx="40446" cy="30388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0"/>
                    </a:moveTo>
                    <a:cubicBezTo>
                      <a:pt x="1" y="0"/>
                      <a:pt x="1" y="476"/>
                      <a:pt x="318" y="476"/>
                    </a:cubicBezTo>
                    <a:cubicBezTo>
                      <a:pt x="635" y="476"/>
                      <a:pt x="63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45"/>
              <p:cNvSpPr/>
              <p:nvPr/>
            </p:nvSpPr>
            <p:spPr>
              <a:xfrm>
                <a:off x="5261069" y="3708493"/>
                <a:ext cx="39747" cy="30388"/>
              </a:xfrm>
              <a:custGeom>
                <a:avLst/>
                <a:gdLst/>
                <a:ahLst/>
                <a:cxnLst/>
                <a:rect l="l" t="t" r="r" b="b"/>
                <a:pathLst>
                  <a:path w="625" h="477" extrusionOk="0">
                    <a:moveTo>
                      <a:pt x="308" y="0"/>
                    </a:moveTo>
                    <a:cubicBezTo>
                      <a:pt x="0" y="0"/>
                      <a:pt x="0" y="476"/>
                      <a:pt x="308" y="476"/>
                    </a:cubicBezTo>
                    <a:cubicBezTo>
                      <a:pt x="625" y="476"/>
                      <a:pt x="625" y="0"/>
                      <a:pt x="3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45"/>
              <p:cNvSpPr/>
              <p:nvPr/>
            </p:nvSpPr>
            <p:spPr>
              <a:xfrm>
                <a:off x="5334140" y="2940754"/>
                <a:ext cx="111100" cy="28859"/>
              </a:xfrm>
              <a:custGeom>
                <a:avLst/>
                <a:gdLst/>
                <a:ahLst/>
                <a:cxnLst/>
                <a:rect l="l" t="t" r="r" b="b"/>
                <a:pathLst>
                  <a:path w="1747" h="453" extrusionOk="0">
                    <a:moveTo>
                      <a:pt x="1104" y="0"/>
                    </a:moveTo>
                    <a:cubicBezTo>
                      <a:pt x="793" y="0"/>
                      <a:pt x="482" y="49"/>
                      <a:pt x="180" y="143"/>
                    </a:cubicBezTo>
                    <a:cubicBezTo>
                      <a:pt x="1" y="199"/>
                      <a:pt x="63" y="452"/>
                      <a:pt x="240" y="452"/>
                    </a:cubicBezTo>
                    <a:cubicBezTo>
                      <a:pt x="249" y="452"/>
                      <a:pt x="259" y="452"/>
                      <a:pt x="269" y="450"/>
                    </a:cubicBezTo>
                    <a:cubicBezTo>
                      <a:pt x="539" y="360"/>
                      <a:pt x="819" y="318"/>
                      <a:pt x="1102" y="318"/>
                    </a:cubicBezTo>
                    <a:cubicBezTo>
                      <a:pt x="1224" y="318"/>
                      <a:pt x="1346" y="326"/>
                      <a:pt x="1469" y="341"/>
                    </a:cubicBezTo>
                    <a:cubicBezTo>
                      <a:pt x="1478" y="342"/>
                      <a:pt x="1487" y="343"/>
                      <a:pt x="1495" y="343"/>
                    </a:cubicBezTo>
                    <a:cubicBezTo>
                      <a:pt x="1675" y="343"/>
                      <a:pt x="1747" y="62"/>
                      <a:pt x="1548" y="34"/>
                    </a:cubicBezTo>
                    <a:cubicBezTo>
                      <a:pt x="1401" y="11"/>
                      <a:pt x="1252" y="0"/>
                      <a:pt x="110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45"/>
              <p:cNvSpPr/>
              <p:nvPr/>
            </p:nvSpPr>
            <p:spPr>
              <a:xfrm>
                <a:off x="5447721" y="2947953"/>
                <a:ext cx="24611" cy="20259"/>
              </a:xfrm>
              <a:custGeom>
                <a:avLst/>
                <a:gdLst/>
                <a:ahLst/>
                <a:cxnLst/>
                <a:rect l="l" t="t" r="r" b="b"/>
                <a:pathLst>
                  <a:path w="387" h="318" extrusionOk="0">
                    <a:moveTo>
                      <a:pt x="188" y="0"/>
                    </a:moveTo>
                    <a:cubicBezTo>
                      <a:pt x="0" y="10"/>
                      <a:pt x="0" y="298"/>
                      <a:pt x="188" y="317"/>
                    </a:cubicBezTo>
                    <a:cubicBezTo>
                      <a:pt x="387" y="298"/>
                      <a:pt x="387" y="10"/>
                      <a:pt x="18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45"/>
              <p:cNvSpPr/>
              <p:nvPr/>
            </p:nvSpPr>
            <p:spPr>
              <a:xfrm>
                <a:off x="4878609" y="2886221"/>
                <a:ext cx="55709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876" h="610" extrusionOk="0">
                    <a:moveTo>
                      <a:pt x="742" y="0"/>
                    </a:moveTo>
                    <a:cubicBezTo>
                      <a:pt x="731" y="0"/>
                      <a:pt x="720" y="2"/>
                      <a:pt x="709" y="7"/>
                    </a:cubicBezTo>
                    <a:cubicBezTo>
                      <a:pt x="452" y="106"/>
                      <a:pt x="224" y="265"/>
                      <a:pt x="45" y="473"/>
                    </a:cubicBezTo>
                    <a:cubicBezTo>
                      <a:pt x="0" y="533"/>
                      <a:pt x="51" y="610"/>
                      <a:pt x="109" y="610"/>
                    </a:cubicBezTo>
                    <a:cubicBezTo>
                      <a:pt x="128" y="610"/>
                      <a:pt x="147" y="602"/>
                      <a:pt x="164" y="582"/>
                    </a:cubicBezTo>
                    <a:cubicBezTo>
                      <a:pt x="333" y="394"/>
                      <a:pt x="551" y="235"/>
                      <a:pt x="789" y="146"/>
                    </a:cubicBezTo>
                    <a:cubicBezTo>
                      <a:pt x="876" y="111"/>
                      <a:pt x="818" y="0"/>
                      <a:pt x="7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45"/>
              <p:cNvSpPr/>
              <p:nvPr/>
            </p:nvSpPr>
            <p:spPr>
              <a:xfrm>
                <a:off x="4867543" y="2930242"/>
                <a:ext cx="12083" cy="10193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60" extrusionOk="0">
                    <a:moveTo>
                      <a:pt x="90" y="0"/>
                    </a:moveTo>
                    <a:cubicBezTo>
                      <a:pt x="1" y="10"/>
                      <a:pt x="1" y="149"/>
                      <a:pt x="90" y="159"/>
                    </a:cubicBezTo>
                    <a:cubicBezTo>
                      <a:pt x="189" y="149"/>
                      <a:pt x="189" y="10"/>
                      <a:pt x="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45"/>
              <p:cNvSpPr/>
              <p:nvPr/>
            </p:nvSpPr>
            <p:spPr>
              <a:xfrm>
                <a:off x="5197347" y="3907452"/>
                <a:ext cx="17743" cy="103015"/>
              </a:xfrm>
              <a:custGeom>
                <a:avLst/>
                <a:gdLst/>
                <a:ahLst/>
                <a:cxnLst/>
                <a:rect l="l" t="t" r="r" b="b"/>
                <a:pathLst>
                  <a:path w="279" h="1617" extrusionOk="0">
                    <a:moveTo>
                      <a:pt x="258" y="159"/>
                    </a:moveTo>
                    <a:cubicBezTo>
                      <a:pt x="249" y="0"/>
                      <a:pt x="1" y="0"/>
                      <a:pt x="11" y="159"/>
                    </a:cubicBezTo>
                    <a:cubicBezTo>
                      <a:pt x="30" y="595"/>
                      <a:pt x="11" y="1022"/>
                      <a:pt x="11" y="1458"/>
                    </a:cubicBezTo>
                    <a:cubicBezTo>
                      <a:pt x="11" y="1617"/>
                      <a:pt x="258" y="1617"/>
                      <a:pt x="258" y="1458"/>
                    </a:cubicBezTo>
                    <a:cubicBezTo>
                      <a:pt x="258" y="1022"/>
                      <a:pt x="278" y="595"/>
                      <a:pt x="258" y="15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45"/>
              <p:cNvSpPr/>
              <p:nvPr/>
            </p:nvSpPr>
            <p:spPr>
              <a:xfrm>
                <a:off x="5196711" y="3873942"/>
                <a:ext cx="21495" cy="15863"/>
              </a:xfrm>
              <a:custGeom>
                <a:avLst/>
                <a:gdLst/>
                <a:ahLst/>
                <a:cxnLst/>
                <a:rect l="l" t="t" r="r" b="b"/>
                <a:pathLst>
                  <a:path w="338" h="249" extrusionOk="0">
                    <a:moveTo>
                      <a:pt x="169" y="1"/>
                    </a:moveTo>
                    <a:cubicBezTo>
                      <a:pt x="1" y="1"/>
                      <a:pt x="1" y="249"/>
                      <a:pt x="169" y="249"/>
                    </a:cubicBezTo>
                    <a:cubicBezTo>
                      <a:pt x="338" y="249"/>
                      <a:pt x="338" y="1"/>
                      <a:pt x="16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45"/>
              <p:cNvSpPr/>
              <p:nvPr/>
            </p:nvSpPr>
            <p:spPr>
              <a:xfrm>
                <a:off x="5361295" y="3831640"/>
                <a:ext cx="16471" cy="148502"/>
              </a:xfrm>
              <a:custGeom>
                <a:avLst/>
                <a:gdLst/>
                <a:ahLst/>
                <a:cxnLst/>
                <a:rect l="l" t="t" r="r" b="b"/>
                <a:pathLst>
                  <a:path w="259" h="2331" extrusionOk="0">
                    <a:moveTo>
                      <a:pt x="239" y="149"/>
                    </a:moveTo>
                    <a:cubicBezTo>
                      <a:pt x="229" y="1"/>
                      <a:pt x="1" y="1"/>
                      <a:pt x="1" y="149"/>
                    </a:cubicBezTo>
                    <a:cubicBezTo>
                      <a:pt x="1" y="824"/>
                      <a:pt x="30" y="1508"/>
                      <a:pt x="30" y="2182"/>
                    </a:cubicBezTo>
                    <a:cubicBezTo>
                      <a:pt x="30" y="2331"/>
                      <a:pt x="258" y="2331"/>
                      <a:pt x="258" y="2182"/>
                    </a:cubicBezTo>
                    <a:cubicBezTo>
                      <a:pt x="258" y="1508"/>
                      <a:pt x="239" y="824"/>
                      <a:pt x="239" y="1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45"/>
              <p:cNvSpPr/>
              <p:nvPr/>
            </p:nvSpPr>
            <p:spPr>
              <a:xfrm>
                <a:off x="5357543" y="3803226"/>
                <a:ext cx="19587" cy="14589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29" extrusionOk="0">
                    <a:moveTo>
                      <a:pt x="159" y="0"/>
                    </a:moveTo>
                    <a:cubicBezTo>
                      <a:pt x="0" y="0"/>
                      <a:pt x="0" y="228"/>
                      <a:pt x="159" y="228"/>
                    </a:cubicBezTo>
                    <a:cubicBezTo>
                      <a:pt x="308" y="228"/>
                      <a:pt x="308" y="0"/>
                      <a:pt x="1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45"/>
              <p:cNvSpPr/>
              <p:nvPr/>
            </p:nvSpPr>
            <p:spPr>
              <a:xfrm>
                <a:off x="5532175" y="3746973"/>
                <a:ext cx="17107" cy="183924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887" extrusionOk="0">
                    <a:moveTo>
                      <a:pt x="1" y="160"/>
                    </a:moveTo>
                    <a:lnTo>
                      <a:pt x="1" y="2738"/>
                    </a:lnTo>
                    <a:cubicBezTo>
                      <a:pt x="21" y="2886"/>
                      <a:pt x="249" y="2886"/>
                      <a:pt x="268" y="2738"/>
                    </a:cubicBezTo>
                    <a:lnTo>
                      <a:pt x="268" y="160"/>
                    </a:lnTo>
                    <a:cubicBezTo>
                      <a:pt x="249" y="1"/>
                      <a:pt x="21" y="1"/>
                      <a:pt x="1" y="1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45"/>
              <p:cNvSpPr/>
              <p:nvPr/>
            </p:nvSpPr>
            <p:spPr>
              <a:xfrm>
                <a:off x="5527787" y="3706582"/>
                <a:ext cx="22131" cy="1713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269" extrusionOk="0">
                    <a:moveTo>
                      <a:pt x="179" y="0"/>
                    </a:moveTo>
                    <a:cubicBezTo>
                      <a:pt x="0" y="0"/>
                      <a:pt x="0" y="268"/>
                      <a:pt x="179" y="268"/>
                    </a:cubicBezTo>
                    <a:cubicBezTo>
                      <a:pt x="347" y="268"/>
                      <a:pt x="347" y="0"/>
                      <a:pt x="17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86" name="Google Shape;2686;p45"/>
          <p:cNvGrpSpPr/>
          <p:nvPr/>
        </p:nvGrpSpPr>
        <p:grpSpPr>
          <a:xfrm>
            <a:off x="2821624" y="4329682"/>
            <a:ext cx="273484" cy="274317"/>
            <a:chOff x="5885615" y="165400"/>
            <a:chExt cx="364743" cy="365756"/>
          </a:xfrm>
        </p:grpSpPr>
        <p:sp>
          <p:nvSpPr>
            <p:cNvPr id="2687" name="Google Shape;2687;p45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45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9" name="Google Shape;2689;p45"/>
          <p:cNvGrpSpPr/>
          <p:nvPr/>
        </p:nvGrpSpPr>
        <p:grpSpPr>
          <a:xfrm>
            <a:off x="6102175" y="402344"/>
            <a:ext cx="273484" cy="274317"/>
            <a:chOff x="5885615" y="165400"/>
            <a:chExt cx="364743" cy="365756"/>
          </a:xfrm>
        </p:grpSpPr>
        <p:sp>
          <p:nvSpPr>
            <p:cNvPr id="2690" name="Google Shape;2690;p45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45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2" name="Google Shape;2692;p45"/>
          <p:cNvGrpSpPr/>
          <p:nvPr/>
        </p:nvGrpSpPr>
        <p:grpSpPr>
          <a:xfrm>
            <a:off x="7984552" y="3601357"/>
            <a:ext cx="273484" cy="274317"/>
            <a:chOff x="5885615" y="165400"/>
            <a:chExt cx="364743" cy="365756"/>
          </a:xfrm>
        </p:grpSpPr>
        <p:sp>
          <p:nvSpPr>
            <p:cNvPr id="2693" name="Google Shape;2693;p45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45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5" name="Google Shape;2695;p45"/>
          <p:cNvGrpSpPr/>
          <p:nvPr/>
        </p:nvGrpSpPr>
        <p:grpSpPr>
          <a:xfrm>
            <a:off x="6774453" y="696225"/>
            <a:ext cx="274452" cy="274317"/>
            <a:chOff x="2167548" y="1796250"/>
            <a:chExt cx="274452" cy="274317"/>
          </a:xfrm>
        </p:grpSpPr>
        <p:sp>
          <p:nvSpPr>
            <p:cNvPr id="2696" name="Google Shape;2696;p4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4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8" name="Google Shape;2698;p45"/>
          <p:cNvGrpSpPr/>
          <p:nvPr/>
        </p:nvGrpSpPr>
        <p:grpSpPr>
          <a:xfrm>
            <a:off x="2397298" y="3967050"/>
            <a:ext cx="274452" cy="274317"/>
            <a:chOff x="2167548" y="1796250"/>
            <a:chExt cx="274452" cy="274317"/>
          </a:xfrm>
        </p:grpSpPr>
        <p:sp>
          <p:nvSpPr>
            <p:cNvPr id="2699" name="Google Shape;2699;p4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4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1" name="Google Shape;2701;p45"/>
          <p:cNvGrpSpPr/>
          <p:nvPr/>
        </p:nvGrpSpPr>
        <p:grpSpPr>
          <a:xfrm>
            <a:off x="7621975" y="3967050"/>
            <a:ext cx="274452" cy="274317"/>
            <a:chOff x="2167548" y="1796250"/>
            <a:chExt cx="274452" cy="274317"/>
          </a:xfrm>
        </p:grpSpPr>
        <p:sp>
          <p:nvSpPr>
            <p:cNvPr id="2702" name="Google Shape;2702;p4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4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4" name="Google Shape;2704;p45"/>
          <p:cNvGrpSpPr/>
          <p:nvPr/>
        </p:nvGrpSpPr>
        <p:grpSpPr>
          <a:xfrm>
            <a:off x="8071617" y="4329675"/>
            <a:ext cx="359149" cy="274320"/>
            <a:chOff x="1684504" y="2090725"/>
            <a:chExt cx="359149" cy="274320"/>
          </a:xfrm>
        </p:grpSpPr>
        <p:sp>
          <p:nvSpPr>
            <p:cNvPr id="2705" name="Google Shape;2705;p45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45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7" name="Google Shape;2707;p45"/>
          <p:cNvGrpSpPr/>
          <p:nvPr/>
        </p:nvGrpSpPr>
        <p:grpSpPr>
          <a:xfrm>
            <a:off x="1378842" y="1753200"/>
            <a:ext cx="359149" cy="274320"/>
            <a:chOff x="1684504" y="2090725"/>
            <a:chExt cx="359149" cy="274320"/>
          </a:xfrm>
        </p:grpSpPr>
        <p:sp>
          <p:nvSpPr>
            <p:cNvPr id="2708" name="Google Shape;2708;p45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45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0" name="Google Shape;2710;p45"/>
          <p:cNvGrpSpPr/>
          <p:nvPr/>
        </p:nvGrpSpPr>
        <p:grpSpPr>
          <a:xfrm flipH="1">
            <a:off x="1370383" y="2571738"/>
            <a:ext cx="376078" cy="365766"/>
            <a:chOff x="1243851" y="2712376"/>
            <a:chExt cx="376078" cy="365766"/>
          </a:xfrm>
        </p:grpSpPr>
        <p:sp>
          <p:nvSpPr>
            <p:cNvPr id="2711" name="Google Shape;2711;p45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45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3" name="Google Shape;2713;p45"/>
          <p:cNvGrpSpPr/>
          <p:nvPr/>
        </p:nvGrpSpPr>
        <p:grpSpPr>
          <a:xfrm>
            <a:off x="6238813" y="996813"/>
            <a:ext cx="376078" cy="365766"/>
            <a:chOff x="1243851" y="2712376"/>
            <a:chExt cx="376078" cy="365766"/>
          </a:xfrm>
        </p:grpSpPr>
        <p:sp>
          <p:nvSpPr>
            <p:cNvPr id="2714" name="Google Shape;2714;p45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45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6" name="Google Shape;2716;p45"/>
          <p:cNvGrpSpPr/>
          <p:nvPr/>
        </p:nvGrpSpPr>
        <p:grpSpPr>
          <a:xfrm>
            <a:off x="713219" y="2090724"/>
            <a:ext cx="537441" cy="456890"/>
            <a:chOff x="3824894" y="3938349"/>
            <a:chExt cx="537441" cy="456890"/>
          </a:xfrm>
        </p:grpSpPr>
        <p:sp>
          <p:nvSpPr>
            <p:cNvPr id="2717" name="Google Shape;2717;p45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8" name="Google Shape;2718;p45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2719" name="Google Shape;2719;p45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45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45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45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23" name="Google Shape;2723;p45"/>
          <p:cNvSpPr/>
          <p:nvPr/>
        </p:nvSpPr>
        <p:spPr>
          <a:xfrm rot="1800006">
            <a:off x="8190230" y="2429133"/>
            <a:ext cx="481084" cy="1605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12+4</a:t>
            </a:r>
          </a:p>
        </p:txBody>
      </p:sp>
      <p:sp>
        <p:nvSpPr>
          <p:cNvPr id="2724" name="Google Shape;2724;p45"/>
          <p:cNvSpPr/>
          <p:nvPr/>
        </p:nvSpPr>
        <p:spPr>
          <a:xfrm rot="-1800006">
            <a:off x="5803272" y="869356"/>
            <a:ext cx="232122" cy="15269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50</a:t>
            </a:r>
          </a:p>
        </p:txBody>
      </p:sp>
      <p:sp>
        <p:nvSpPr>
          <p:cNvPr id="2725" name="Google Shape;2725;p45"/>
          <p:cNvSpPr/>
          <p:nvPr/>
        </p:nvSpPr>
        <p:spPr>
          <a:xfrm rot="1800006">
            <a:off x="807507" y="1578934"/>
            <a:ext cx="348884" cy="15886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130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p46"/>
          <p:cNvSpPr txBox="1">
            <a:spLocks noGrp="1"/>
          </p:cNvSpPr>
          <p:nvPr>
            <p:ph type="subTitle" idx="1"/>
          </p:nvPr>
        </p:nvSpPr>
        <p:spPr>
          <a:xfrm>
            <a:off x="3407700" y="1292703"/>
            <a:ext cx="50232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words full of wisdom</a:t>
            </a:r>
            <a:r>
              <a:rPr lang="en"/>
              <a:t> that someone very important said and can make the reader get inspired.”</a:t>
            </a:r>
            <a:endParaRPr/>
          </a:p>
        </p:txBody>
      </p:sp>
      <p:sp>
        <p:nvSpPr>
          <p:cNvPr id="2731" name="Google Shape;2731;p46"/>
          <p:cNvSpPr txBox="1">
            <a:spLocks noGrp="1"/>
          </p:cNvSpPr>
          <p:nvPr>
            <p:ph type="title"/>
          </p:nvPr>
        </p:nvSpPr>
        <p:spPr>
          <a:xfrm>
            <a:off x="3407700" y="3302097"/>
            <a:ext cx="50232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cxnSp>
        <p:nvCxnSpPr>
          <p:cNvPr id="2732" name="Google Shape;2732;p46"/>
          <p:cNvCxnSpPr/>
          <p:nvPr/>
        </p:nvCxnSpPr>
        <p:spPr>
          <a:xfrm>
            <a:off x="6602100" y="3211800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2733" name="Google Shape;2733;p46"/>
          <p:cNvGrpSpPr/>
          <p:nvPr/>
        </p:nvGrpSpPr>
        <p:grpSpPr>
          <a:xfrm>
            <a:off x="1088975" y="2068806"/>
            <a:ext cx="1577086" cy="1828804"/>
            <a:chOff x="1200238" y="1659756"/>
            <a:chExt cx="1577086" cy="1828804"/>
          </a:xfrm>
        </p:grpSpPr>
        <p:sp>
          <p:nvSpPr>
            <p:cNvPr id="2734" name="Google Shape;2734;p46"/>
            <p:cNvSpPr/>
            <p:nvPr/>
          </p:nvSpPr>
          <p:spPr>
            <a:xfrm>
              <a:off x="1203819" y="1660189"/>
              <a:ext cx="1569923" cy="1827938"/>
            </a:xfrm>
            <a:custGeom>
              <a:avLst/>
              <a:gdLst/>
              <a:ahLst/>
              <a:cxnLst/>
              <a:rect l="l" t="t" r="r" b="b"/>
              <a:pathLst>
                <a:path w="21696" h="25337" extrusionOk="0">
                  <a:moveTo>
                    <a:pt x="10382" y="0"/>
                  </a:moveTo>
                  <a:cubicBezTo>
                    <a:pt x="10094" y="0"/>
                    <a:pt x="9866" y="387"/>
                    <a:pt x="9609" y="456"/>
                  </a:cubicBezTo>
                  <a:cubicBezTo>
                    <a:pt x="9576" y="464"/>
                    <a:pt x="9542" y="467"/>
                    <a:pt x="9506" y="467"/>
                  </a:cubicBezTo>
                  <a:cubicBezTo>
                    <a:pt x="9322" y="467"/>
                    <a:pt x="9096" y="385"/>
                    <a:pt x="8907" y="385"/>
                  </a:cubicBezTo>
                  <a:cubicBezTo>
                    <a:pt x="8837" y="385"/>
                    <a:pt x="8772" y="396"/>
                    <a:pt x="8716" y="427"/>
                  </a:cubicBezTo>
                  <a:cubicBezTo>
                    <a:pt x="8478" y="565"/>
                    <a:pt x="8468" y="1012"/>
                    <a:pt x="8270" y="1200"/>
                  </a:cubicBezTo>
                  <a:cubicBezTo>
                    <a:pt x="8072" y="1388"/>
                    <a:pt x="7625" y="1388"/>
                    <a:pt x="7487" y="1626"/>
                  </a:cubicBezTo>
                  <a:cubicBezTo>
                    <a:pt x="7427" y="1755"/>
                    <a:pt x="7417" y="1894"/>
                    <a:pt x="7457" y="2033"/>
                  </a:cubicBezTo>
                  <a:cubicBezTo>
                    <a:pt x="7120" y="2152"/>
                    <a:pt x="6773" y="2231"/>
                    <a:pt x="6416" y="2271"/>
                  </a:cubicBezTo>
                  <a:cubicBezTo>
                    <a:pt x="6406" y="2122"/>
                    <a:pt x="5404" y="2053"/>
                    <a:pt x="5266" y="1924"/>
                  </a:cubicBezTo>
                  <a:cubicBezTo>
                    <a:pt x="5187" y="1845"/>
                    <a:pt x="5019" y="754"/>
                    <a:pt x="4871" y="754"/>
                  </a:cubicBezTo>
                  <a:cubicBezTo>
                    <a:pt x="4870" y="754"/>
                    <a:pt x="4870" y="754"/>
                    <a:pt x="4869" y="754"/>
                  </a:cubicBezTo>
                  <a:cubicBezTo>
                    <a:pt x="4730" y="754"/>
                    <a:pt x="4591" y="1854"/>
                    <a:pt x="4522" y="1924"/>
                  </a:cubicBezTo>
                  <a:cubicBezTo>
                    <a:pt x="4383" y="2072"/>
                    <a:pt x="3372" y="2172"/>
                    <a:pt x="3382" y="2310"/>
                  </a:cubicBezTo>
                  <a:cubicBezTo>
                    <a:pt x="3382" y="2330"/>
                    <a:pt x="3392" y="2350"/>
                    <a:pt x="3421" y="2360"/>
                  </a:cubicBezTo>
                  <a:cubicBezTo>
                    <a:pt x="3610" y="2578"/>
                    <a:pt x="4314" y="3451"/>
                    <a:pt x="4125" y="4631"/>
                  </a:cubicBezTo>
                  <a:cubicBezTo>
                    <a:pt x="3822" y="4517"/>
                    <a:pt x="3515" y="4464"/>
                    <a:pt x="3217" y="4464"/>
                  </a:cubicBezTo>
                  <a:cubicBezTo>
                    <a:pt x="1798" y="4464"/>
                    <a:pt x="555" y="5659"/>
                    <a:pt x="645" y="7199"/>
                  </a:cubicBezTo>
                  <a:cubicBezTo>
                    <a:pt x="477" y="7546"/>
                    <a:pt x="615" y="8041"/>
                    <a:pt x="506" y="8418"/>
                  </a:cubicBezTo>
                  <a:cubicBezTo>
                    <a:pt x="407" y="8805"/>
                    <a:pt x="1" y="9172"/>
                    <a:pt x="1" y="9598"/>
                  </a:cubicBezTo>
                  <a:cubicBezTo>
                    <a:pt x="1" y="10025"/>
                    <a:pt x="397" y="10381"/>
                    <a:pt x="506" y="10778"/>
                  </a:cubicBezTo>
                  <a:cubicBezTo>
                    <a:pt x="615" y="11165"/>
                    <a:pt x="467" y="11700"/>
                    <a:pt x="675" y="12047"/>
                  </a:cubicBezTo>
                  <a:cubicBezTo>
                    <a:pt x="883" y="12404"/>
                    <a:pt x="1418" y="12513"/>
                    <a:pt x="1716" y="12791"/>
                  </a:cubicBezTo>
                  <a:cubicBezTo>
                    <a:pt x="2013" y="13078"/>
                    <a:pt x="2132" y="13604"/>
                    <a:pt x="2499" y="13812"/>
                  </a:cubicBezTo>
                  <a:cubicBezTo>
                    <a:pt x="2653" y="13898"/>
                    <a:pt x="2834" y="13915"/>
                    <a:pt x="3024" y="13915"/>
                  </a:cubicBezTo>
                  <a:cubicBezTo>
                    <a:pt x="3154" y="13915"/>
                    <a:pt x="3288" y="13907"/>
                    <a:pt x="3420" y="13907"/>
                  </a:cubicBezTo>
                  <a:cubicBezTo>
                    <a:pt x="3543" y="13907"/>
                    <a:pt x="3664" y="13914"/>
                    <a:pt x="3778" y="13941"/>
                  </a:cubicBezTo>
                  <a:cubicBezTo>
                    <a:pt x="4046" y="14020"/>
                    <a:pt x="4304" y="14239"/>
                    <a:pt x="4581" y="14358"/>
                  </a:cubicBezTo>
                  <a:lnTo>
                    <a:pt x="4760" y="14893"/>
                  </a:lnTo>
                  <a:cubicBezTo>
                    <a:pt x="4601" y="14972"/>
                    <a:pt x="4522" y="15141"/>
                    <a:pt x="4552" y="15309"/>
                  </a:cubicBezTo>
                  <a:cubicBezTo>
                    <a:pt x="4651" y="15785"/>
                    <a:pt x="4750" y="16251"/>
                    <a:pt x="4849" y="16727"/>
                  </a:cubicBezTo>
                  <a:cubicBezTo>
                    <a:pt x="4899" y="16995"/>
                    <a:pt x="5206" y="17213"/>
                    <a:pt x="5514" y="17223"/>
                  </a:cubicBezTo>
                  <a:cubicBezTo>
                    <a:pt x="5950" y="19345"/>
                    <a:pt x="6356" y="21645"/>
                    <a:pt x="6763" y="24035"/>
                  </a:cubicBezTo>
                  <a:cubicBezTo>
                    <a:pt x="6822" y="24372"/>
                    <a:pt x="7050" y="24719"/>
                    <a:pt x="7288" y="24779"/>
                  </a:cubicBezTo>
                  <a:cubicBezTo>
                    <a:pt x="8463" y="25150"/>
                    <a:pt x="9683" y="25336"/>
                    <a:pt x="10903" y="25336"/>
                  </a:cubicBezTo>
                  <a:cubicBezTo>
                    <a:pt x="12122" y="25336"/>
                    <a:pt x="13342" y="25150"/>
                    <a:pt x="14517" y="24779"/>
                  </a:cubicBezTo>
                  <a:cubicBezTo>
                    <a:pt x="14745" y="24709"/>
                    <a:pt x="14983" y="24372"/>
                    <a:pt x="15042" y="24035"/>
                  </a:cubicBezTo>
                  <a:cubicBezTo>
                    <a:pt x="15340" y="22250"/>
                    <a:pt x="15647" y="20535"/>
                    <a:pt x="15964" y="18889"/>
                  </a:cubicBezTo>
                  <a:cubicBezTo>
                    <a:pt x="16589" y="18938"/>
                    <a:pt x="16797" y="19285"/>
                    <a:pt x="16797" y="19285"/>
                  </a:cubicBezTo>
                  <a:cubicBezTo>
                    <a:pt x="16807" y="19424"/>
                    <a:pt x="17809" y="19494"/>
                    <a:pt x="17947" y="19632"/>
                  </a:cubicBezTo>
                  <a:cubicBezTo>
                    <a:pt x="18026" y="19711"/>
                    <a:pt x="18194" y="20803"/>
                    <a:pt x="18342" y="20803"/>
                  </a:cubicBezTo>
                  <a:cubicBezTo>
                    <a:pt x="18343" y="20803"/>
                    <a:pt x="18343" y="20803"/>
                    <a:pt x="18344" y="20802"/>
                  </a:cubicBezTo>
                  <a:cubicBezTo>
                    <a:pt x="18483" y="20793"/>
                    <a:pt x="18622" y="19702"/>
                    <a:pt x="18691" y="19632"/>
                  </a:cubicBezTo>
                  <a:cubicBezTo>
                    <a:pt x="18820" y="19494"/>
                    <a:pt x="19851" y="19385"/>
                    <a:pt x="19841" y="19246"/>
                  </a:cubicBezTo>
                  <a:cubicBezTo>
                    <a:pt x="19831" y="19107"/>
                    <a:pt x="18830" y="19028"/>
                    <a:pt x="18691" y="18899"/>
                  </a:cubicBezTo>
                  <a:cubicBezTo>
                    <a:pt x="18612" y="18820"/>
                    <a:pt x="18445" y="17729"/>
                    <a:pt x="18296" y="17729"/>
                  </a:cubicBezTo>
                  <a:cubicBezTo>
                    <a:pt x="18296" y="17729"/>
                    <a:pt x="18295" y="17729"/>
                    <a:pt x="18294" y="17729"/>
                  </a:cubicBezTo>
                  <a:cubicBezTo>
                    <a:pt x="18259" y="17731"/>
                    <a:pt x="18224" y="17731"/>
                    <a:pt x="18190" y="17731"/>
                  </a:cubicBezTo>
                  <a:cubicBezTo>
                    <a:pt x="17472" y="17731"/>
                    <a:pt x="17064" y="17343"/>
                    <a:pt x="16837" y="16955"/>
                  </a:cubicBezTo>
                  <a:cubicBezTo>
                    <a:pt x="16896" y="16886"/>
                    <a:pt x="16946" y="16807"/>
                    <a:pt x="16966" y="16727"/>
                  </a:cubicBezTo>
                  <a:cubicBezTo>
                    <a:pt x="17055" y="16251"/>
                    <a:pt x="17154" y="15785"/>
                    <a:pt x="17253" y="15309"/>
                  </a:cubicBezTo>
                  <a:cubicBezTo>
                    <a:pt x="17313" y="15052"/>
                    <a:pt x="17105" y="14843"/>
                    <a:pt x="16787" y="14814"/>
                  </a:cubicBezTo>
                  <a:lnTo>
                    <a:pt x="17065" y="14199"/>
                  </a:lnTo>
                  <a:cubicBezTo>
                    <a:pt x="17352" y="14070"/>
                    <a:pt x="17630" y="13842"/>
                    <a:pt x="17918" y="13763"/>
                  </a:cubicBezTo>
                  <a:cubicBezTo>
                    <a:pt x="18029" y="13735"/>
                    <a:pt x="18149" y="13728"/>
                    <a:pt x="18271" y="13728"/>
                  </a:cubicBezTo>
                  <a:cubicBezTo>
                    <a:pt x="18403" y="13728"/>
                    <a:pt x="18538" y="13736"/>
                    <a:pt x="18669" y="13736"/>
                  </a:cubicBezTo>
                  <a:cubicBezTo>
                    <a:pt x="18860" y="13736"/>
                    <a:pt x="19043" y="13719"/>
                    <a:pt x="19197" y="13634"/>
                  </a:cubicBezTo>
                  <a:cubicBezTo>
                    <a:pt x="19554" y="13435"/>
                    <a:pt x="19683" y="12900"/>
                    <a:pt x="19970" y="12612"/>
                  </a:cubicBezTo>
                  <a:cubicBezTo>
                    <a:pt x="20268" y="12325"/>
                    <a:pt x="20803" y="12216"/>
                    <a:pt x="21021" y="11869"/>
                  </a:cubicBezTo>
                  <a:cubicBezTo>
                    <a:pt x="21229" y="11522"/>
                    <a:pt x="21071" y="10996"/>
                    <a:pt x="21180" y="10590"/>
                  </a:cubicBezTo>
                  <a:cubicBezTo>
                    <a:pt x="21289" y="10193"/>
                    <a:pt x="21695" y="9836"/>
                    <a:pt x="21695" y="9420"/>
                  </a:cubicBezTo>
                  <a:cubicBezTo>
                    <a:pt x="21695" y="8993"/>
                    <a:pt x="21289" y="8626"/>
                    <a:pt x="21180" y="8240"/>
                  </a:cubicBezTo>
                  <a:cubicBezTo>
                    <a:pt x="21071" y="7853"/>
                    <a:pt x="21229" y="7318"/>
                    <a:pt x="21011" y="6971"/>
                  </a:cubicBezTo>
                  <a:cubicBezTo>
                    <a:pt x="20803" y="6614"/>
                    <a:pt x="20268" y="6505"/>
                    <a:pt x="19970" y="6227"/>
                  </a:cubicBezTo>
                  <a:cubicBezTo>
                    <a:pt x="19673" y="5939"/>
                    <a:pt x="19554" y="5404"/>
                    <a:pt x="19187" y="5206"/>
                  </a:cubicBezTo>
                  <a:cubicBezTo>
                    <a:pt x="19033" y="5116"/>
                    <a:pt x="18851" y="5098"/>
                    <a:pt x="18661" y="5098"/>
                  </a:cubicBezTo>
                  <a:cubicBezTo>
                    <a:pt x="18537" y="5098"/>
                    <a:pt x="18409" y="5106"/>
                    <a:pt x="18283" y="5106"/>
                  </a:cubicBezTo>
                  <a:cubicBezTo>
                    <a:pt x="18157" y="5106"/>
                    <a:pt x="18033" y="5098"/>
                    <a:pt x="17918" y="5067"/>
                  </a:cubicBezTo>
                  <a:cubicBezTo>
                    <a:pt x="17501" y="4968"/>
                    <a:pt x="17154" y="4561"/>
                    <a:pt x="16738" y="4561"/>
                  </a:cubicBezTo>
                  <a:cubicBezTo>
                    <a:pt x="16311" y="4561"/>
                    <a:pt x="15944" y="4968"/>
                    <a:pt x="15548" y="5067"/>
                  </a:cubicBezTo>
                  <a:cubicBezTo>
                    <a:pt x="15432" y="5096"/>
                    <a:pt x="15304" y="5103"/>
                    <a:pt x="15172" y="5103"/>
                  </a:cubicBezTo>
                  <a:cubicBezTo>
                    <a:pt x="15066" y="5103"/>
                    <a:pt x="14956" y="5099"/>
                    <a:pt x="14848" y="5099"/>
                  </a:cubicBezTo>
                  <a:cubicBezTo>
                    <a:pt x="14643" y="5099"/>
                    <a:pt x="14443" y="5114"/>
                    <a:pt x="14279" y="5206"/>
                  </a:cubicBezTo>
                  <a:cubicBezTo>
                    <a:pt x="14249" y="5216"/>
                    <a:pt x="14229" y="5235"/>
                    <a:pt x="14199" y="5255"/>
                  </a:cubicBezTo>
                  <a:cubicBezTo>
                    <a:pt x="13872" y="5186"/>
                    <a:pt x="13575" y="5047"/>
                    <a:pt x="13307" y="4839"/>
                  </a:cubicBezTo>
                  <a:cubicBezTo>
                    <a:pt x="13366" y="4611"/>
                    <a:pt x="13208" y="4284"/>
                    <a:pt x="13267" y="4046"/>
                  </a:cubicBezTo>
                  <a:cubicBezTo>
                    <a:pt x="13347" y="3788"/>
                    <a:pt x="13723" y="3560"/>
                    <a:pt x="13723" y="3282"/>
                  </a:cubicBezTo>
                  <a:cubicBezTo>
                    <a:pt x="13723" y="2995"/>
                    <a:pt x="13347" y="2776"/>
                    <a:pt x="13267" y="2519"/>
                  </a:cubicBezTo>
                  <a:cubicBezTo>
                    <a:pt x="13198" y="2261"/>
                    <a:pt x="13406" y="1854"/>
                    <a:pt x="13267" y="1626"/>
                  </a:cubicBezTo>
                  <a:cubicBezTo>
                    <a:pt x="13128" y="1388"/>
                    <a:pt x="12682" y="1388"/>
                    <a:pt x="12484" y="1200"/>
                  </a:cubicBezTo>
                  <a:cubicBezTo>
                    <a:pt x="12286" y="1012"/>
                    <a:pt x="12276" y="565"/>
                    <a:pt x="12038" y="427"/>
                  </a:cubicBezTo>
                  <a:cubicBezTo>
                    <a:pt x="11983" y="397"/>
                    <a:pt x="11922" y="386"/>
                    <a:pt x="11856" y="386"/>
                  </a:cubicBezTo>
                  <a:cubicBezTo>
                    <a:pt x="11673" y="386"/>
                    <a:pt x="11455" y="470"/>
                    <a:pt x="11265" y="470"/>
                  </a:cubicBezTo>
                  <a:cubicBezTo>
                    <a:pt x="11224" y="470"/>
                    <a:pt x="11184" y="466"/>
                    <a:pt x="11145" y="456"/>
                  </a:cubicBezTo>
                  <a:cubicBezTo>
                    <a:pt x="10878" y="387"/>
                    <a:pt x="10660" y="0"/>
                    <a:pt x="1038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35" name="Google Shape;2735;p46"/>
            <p:cNvGrpSpPr/>
            <p:nvPr/>
          </p:nvGrpSpPr>
          <p:grpSpPr>
            <a:xfrm>
              <a:off x="1200238" y="1659756"/>
              <a:ext cx="1577086" cy="1828804"/>
              <a:chOff x="569854" y="2662040"/>
              <a:chExt cx="1577086" cy="1828804"/>
            </a:xfrm>
          </p:grpSpPr>
          <p:sp>
            <p:nvSpPr>
              <p:cNvPr id="2736" name="Google Shape;2736;p46"/>
              <p:cNvSpPr/>
              <p:nvPr/>
            </p:nvSpPr>
            <p:spPr>
              <a:xfrm>
                <a:off x="820943" y="2716365"/>
                <a:ext cx="221783" cy="222567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3085" extrusionOk="0">
                    <a:moveTo>
                      <a:pt x="1510" y="1"/>
                    </a:moveTo>
                    <a:cubicBezTo>
                      <a:pt x="1509" y="1"/>
                      <a:pt x="1509" y="1"/>
                      <a:pt x="1508" y="1"/>
                    </a:cubicBezTo>
                    <a:cubicBezTo>
                      <a:pt x="1359" y="11"/>
                      <a:pt x="1230" y="1111"/>
                      <a:pt x="1161" y="1181"/>
                    </a:cubicBezTo>
                    <a:cubicBezTo>
                      <a:pt x="1022" y="1320"/>
                      <a:pt x="1" y="1429"/>
                      <a:pt x="11" y="1567"/>
                    </a:cubicBezTo>
                    <a:cubicBezTo>
                      <a:pt x="21" y="1706"/>
                      <a:pt x="1022" y="1776"/>
                      <a:pt x="1161" y="1905"/>
                    </a:cubicBezTo>
                    <a:cubicBezTo>
                      <a:pt x="1240" y="1984"/>
                      <a:pt x="1407" y="3085"/>
                      <a:pt x="1556" y="3085"/>
                    </a:cubicBezTo>
                    <a:cubicBezTo>
                      <a:pt x="1556" y="3085"/>
                      <a:pt x="1557" y="3085"/>
                      <a:pt x="1558" y="3084"/>
                    </a:cubicBezTo>
                    <a:cubicBezTo>
                      <a:pt x="1697" y="3075"/>
                      <a:pt x="1825" y="1984"/>
                      <a:pt x="1905" y="1905"/>
                    </a:cubicBezTo>
                    <a:cubicBezTo>
                      <a:pt x="2034" y="1766"/>
                      <a:pt x="3065" y="1657"/>
                      <a:pt x="3055" y="1518"/>
                    </a:cubicBezTo>
                    <a:cubicBezTo>
                      <a:pt x="3045" y="1379"/>
                      <a:pt x="2034" y="1310"/>
                      <a:pt x="1905" y="1181"/>
                    </a:cubicBezTo>
                    <a:cubicBezTo>
                      <a:pt x="1816" y="1102"/>
                      <a:pt x="1658" y="1"/>
                      <a:pt x="15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46"/>
              <p:cNvSpPr/>
              <p:nvPr/>
            </p:nvSpPr>
            <p:spPr>
              <a:xfrm>
                <a:off x="1792448" y="3941748"/>
                <a:ext cx="221060" cy="221846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75" extrusionOk="0">
                    <a:moveTo>
                      <a:pt x="1509" y="1"/>
                    </a:moveTo>
                    <a:cubicBezTo>
                      <a:pt x="1509" y="1"/>
                      <a:pt x="1508" y="1"/>
                      <a:pt x="1507" y="1"/>
                    </a:cubicBezTo>
                    <a:cubicBezTo>
                      <a:pt x="1359" y="11"/>
                      <a:pt x="1230" y="1101"/>
                      <a:pt x="1160" y="1171"/>
                    </a:cubicBezTo>
                    <a:cubicBezTo>
                      <a:pt x="1022" y="1319"/>
                      <a:pt x="0" y="1419"/>
                      <a:pt x="10" y="1557"/>
                    </a:cubicBezTo>
                    <a:cubicBezTo>
                      <a:pt x="20" y="1696"/>
                      <a:pt x="1022" y="1766"/>
                      <a:pt x="1160" y="1904"/>
                    </a:cubicBezTo>
                    <a:cubicBezTo>
                      <a:pt x="1239" y="1983"/>
                      <a:pt x="1407" y="3075"/>
                      <a:pt x="1545" y="3075"/>
                    </a:cubicBezTo>
                    <a:cubicBezTo>
                      <a:pt x="1546" y="3075"/>
                      <a:pt x="1547" y="3075"/>
                      <a:pt x="1547" y="3074"/>
                    </a:cubicBezTo>
                    <a:cubicBezTo>
                      <a:pt x="1696" y="3065"/>
                      <a:pt x="1825" y="1974"/>
                      <a:pt x="1894" y="1904"/>
                    </a:cubicBezTo>
                    <a:cubicBezTo>
                      <a:pt x="2033" y="1766"/>
                      <a:pt x="3054" y="1657"/>
                      <a:pt x="3044" y="1518"/>
                    </a:cubicBezTo>
                    <a:cubicBezTo>
                      <a:pt x="3044" y="1379"/>
                      <a:pt x="2033" y="1310"/>
                      <a:pt x="1894" y="1171"/>
                    </a:cubicBezTo>
                    <a:cubicBezTo>
                      <a:pt x="1815" y="1092"/>
                      <a:pt x="1648" y="1"/>
                      <a:pt x="1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46"/>
              <p:cNvSpPr/>
              <p:nvPr/>
            </p:nvSpPr>
            <p:spPr>
              <a:xfrm>
                <a:off x="971669" y="3865202"/>
                <a:ext cx="788579" cy="625641"/>
              </a:xfrm>
              <a:custGeom>
                <a:avLst/>
                <a:gdLst/>
                <a:ahLst/>
                <a:cxnLst/>
                <a:rect l="l" t="t" r="r" b="b"/>
                <a:pathLst>
                  <a:path w="10898" h="8672" extrusionOk="0">
                    <a:moveTo>
                      <a:pt x="536" y="1"/>
                    </a:moveTo>
                    <a:cubicBezTo>
                      <a:pt x="218" y="11"/>
                      <a:pt x="0" y="249"/>
                      <a:pt x="70" y="536"/>
                    </a:cubicBezTo>
                    <a:cubicBezTo>
                      <a:pt x="496" y="2668"/>
                      <a:pt x="902" y="4968"/>
                      <a:pt x="1319" y="7378"/>
                    </a:cubicBezTo>
                    <a:cubicBezTo>
                      <a:pt x="1378" y="7705"/>
                      <a:pt x="1606" y="8052"/>
                      <a:pt x="1835" y="8121"/>
                    </a:cubicBezTo>
                    <a:cubicBezTo>
                      <a:pt x="3014" y="8488"/>
                      <a:pt x="4234" y="8672"/>
                      <a:pt x="5454" y="8672"/>
                    </a:cubicBezTo>
                    <a:cubicBezTo>
                      <a:pt x="6673" y="8672"/>
                      <a:pt x="7893" y="8488"/>
                      <a:pt x="9073" y="8121"/>
                    </a:cubicBezTo>
                    <a:cubicBezTo>
                      <a:pt x="9301" y="8052"/>
                      <a:pt x="9529" y="7715"/>
                      <a:pt x="9588" y="7378"/>
                    </a:cubicBezTo>
                    <a:cubicBezTo>
                      <a:pt x="10005" y="4968"/>
                      <a:pt x="10411" y="2668"/>
                      <a:pt x="10838" y="536"/>
                    </a:cubicBezTo>
                    <a:cubicBezTo>
                      <a:pt x="10897" y="249"/>
                      <a:pt x="10689" y="1"/>
                      <a:pt x="103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46"/>
              <p:cNvSpPr/>
              <p:nvPr/>
            </p:nvSpPr>
            <p:spPr>
              <a:xfrm>
                <a:off x="1115014" y="3328155"/>
                <a:ext cx="483871" cy="462738"/>
              </a:xfrm>
              <a:custGeom>
                <a:avLst/>
                <a:gdLst/>
                <a:ahLst/>
                <a:cxnLst/>
                <a:rect l="l" t="t" r="r" b="b"/>
                <a:pathLst>
                  <a:path w="6687" h="6414" extrusionOk="0">
                    <a:moveTo>
                      <a:pt x="3207" y="1"/>
                    </a:moveTo>
                    <a:cubicBezTo>
                      <a:pt x="3100" y="1"/>
                      <a:pt x="2979" y="94"/>
                      <a:pt x="2997" y="236"/>
                    </a:cubicBezTo>
                    <a:cubicBezTo>
                      <a:pt x="3205" y="1704"/>
                      <a:pt x="3205" y="3181"/>
                      <a:pt x="3215" y="4659"/>
                    </a:cubicBezTo>
                    <a:cubicBezTo>
                      <a:pt x="2402" y="3905"/>
                      <a:pt x="1371" y="3389"/>
                      <a:pt x="369" y="2923"/>
                    </a:cubicBezTo>
                    <a:cubicBezTo>
                      <a:pt x="340" y="2910"/>
                      <a:pt x="312" y="2904"/>
                      <a:pt x="285" y="2904"/>
                    </a:cubicBezTo>
                    <a:cubicBezTo>
                      <a:pt x="111" y="2904"/>
                      <a:pt x="0" y="3155"/>
                      <a:pt x="181" y="3241"/>
                    </a:cubicBezTo>
                    <a:cubicBezTo>
                      <a:pt x="1271" y="3746"/>
                      <a:pt x="2392" y="4292"/>
                      <a:pt x="3225" y="5184"/>
                    </a:cubicBezTo>
                    <a:lnTo>
                      <a:pt x="3225" y="5452"/>
                    </a:lnTo>
                    <a:cubicBezTo>
                      <a:pt x="3225" y="5710"/>
                      <a:pt x="3235" y="5977"/>
                      <a:pt x="3245" y="6235"/>
                    </a:cubicBezTo>
                    <a:cubicBezTo>
                      <a:pt x="3250" y="6354"/>
                      <a:pt x="3341" y="6414"/>
                      <a:pt x="3432" y="6414"/>
                    </a:cubicBezTo>
                    <a:cubicBezTo>
                      <a:pt x="3522" y="6414"/>
                      <a:pt x="3611" y="6354"/>
                      <a:pt x="3611" y="6235"/>
                    </a:cubicBezTo>
                    <a:cubicBezTo>
                      <a:pt x="3611" y="5997"/>
                      <a:pt x="3602" y="5729"/>
                      <a:pt x="3592" y="5482"/>
                    </a:cubicBezTo>
                    <a:cubicBezTo>
                      <a:pt x="3998" y="5115"/>
                      <a:pt x="5376" y="3796"/>
                      <a:pt x="6497" y="3280"/>
                    </a:cubicBezTo>
                    <a:cubicBezTo>
                      <a:pt x="6686" y="3194"/>
                      <a:pt x="6569" y="2944"/>
                      <a:pt x="6399" y="2944"/>
                    </a:cubicBezTo>
                    <a:cubicBezTo>
                      <a:pt x="6373" y="2944"/>
                      <a:pt x="6346" y="2950"/>
                      <a:pt x="6318" y="2963"/>
                    </a:cubicBezTo>
                    <a:cubicBezTo>
                      <a:pt x="5257" y="3449"/>
                      <a:pt x="3859" y="4788"/>
                      <a:pt x="3592" y="5045"/>
                    </a:cubicBezTo>
                    <a:cubicBezTo>
                      <a:pt x="3572" y="3399"/>
                      <a:pt x="3582" y="1763"/>
                      <a:pt x="3354" y="137"/>
                    </a:cubicBezTo>
                    <a:cubicBezTo>
                      <a:pt x="3342" y="42"/>
                      <a:pt x="3277" y="1"/>
                      <a:pt x="3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46"/>
              <p:cNvSpPr/>
              <p:nvPr/>
            </p:nvSpPr>
            <p:spPr>
              <a:xfrm>
                <a:off x="971669" y="3865202"/>
                <a:ext cx="789303" cy="118101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637" extrusionOk="0">
                    <a:moveTo>
                      <a:pt x="536" y="1"/>
                    </a:moveTo>
                    <a:cubicBezTo>
                      <a:pt x="218" y="1"/>
                      <a:pt x="0" y="249"/>
                      <a:pt x="70" y="536"/>
                    </a:cubicBezTo>
                    <a:lnTo>
                      <a:pt x="119" y="824"/>
                    </a:lnTo>
                    <a:lnTo>
                      <a:pt x="10629" y="1637"/>
                    </a:lnTo>
                    <a:cubicBezTo>
                      <a:pt x="10699" y="1260"/>
                      <a:pt x="10768" y="903"/>
                      <a:pt x="10838" y="536"/>
                    </a:cubicBezTo>
                    <a:cubicBezTo>
                      <a:pt x="10907" y="249"/>
                      <a:pt x="10689" y="11"/>
                      <a:pt x="103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46"/>
              <p:cNvSpPr/>
              <p:nvPr/>
            </p:nvSpPr>
            <p:spPr>
              <a:xfrm>
                <a:off x="902782" y="3732167"/>
                <a:ext cx="927728" cy="173220"/>
              </a:xfrm>
              <a:custGeom>
                <a:avLst/>
                <a:gdLst/>
                <a:ahLst/>
                <a:cxnLst/>
                <a:rect l="l" t="t" r="r" b="b"/>
                <a:pathLst>
                  <a:path w="12821" h="2401" extrusionOk="0">
                    <a:moveTo>
                      <a:pt x="585" y="1"/>
                    </a:moveTo>
                    <a:cubicBezTo>
                      <a:pt x="238" y="1"/>
                      <a:pt x="0" y="219"/>
                      <a:pt x="60" y="496"/>
                    </a:cubicBezTo>
                    <a:lnTo>
                      <a:pt x="347" y="1904"/>
                    </a:lnTo>
                    <a:cubicBezTo>
                      <a:pt x="407" y="2182"/>
                      <a:pt x="714" y="2400"/>
                      <a:pt x="1032" y="2400"/>
                    </a:cubicBezTo>
                    <a:lnTo>
                      <a:pt x="11780" y="2400"/>
                    </a:lnTo>
                    <a:cubicBezTo>
                      <a:pt x="12107" y="2400"/>
                      <a:pt x="12404" y="2182"/>
                      <a:pt x="12464" y="1904"/>
                    </a:cubicBezTo>
                    <a:cubicBezTo>
                      <a:pt x="12563" y="1438"/>
                      <a:pt x="12662" y="962"/>
                      <a:pt x="12761" y="496"/>
                    </a:cubicBezTo>
                    <a:cubicBezTo>
                      <a:pt x="12821" y="219"/>
                      <a:pt x="12583" y="1"/>
                      <a:pt x="122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46"/>
              <p:cNvSpPr/>
              <p:nvPr/>
            </p:nvSpPr>
            <p:spPr>
              <a:xfrm>
                <a:off x="1304525" y="4265823"/>
                <a:ext cx="167296" cy="115216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1597" extrusionOk="0">
                    <a:moveTo>
                      <a:pt x="358" y="1597"/>
                    </a:moveTo>
                    <a:cubicBezTo>
                      <a:pt x="169" y="1448"/>
                      <a:pt x="50" y="1240"/>
                      <a:pt x="31" y="1002"/>
                    </a:cubicBezTo>
                    <a:cubicBezTo>
                      <a:pt x="11" y="813"/>
                      <a:pt x="1" y="575"/>
                      <a:pt x="120" y="407"/>
                    </a:cubicBezTo>
                    <a:cubicBezTo>
                      <a:pt x="229" y="238"/>
                      <a:pt x="427" y="139"/>
                      <a:pt x="635" y="169"/>
                    </a:cubicBezTo>
                    <a:cubicBezTo>
                      <a:pt x="745" y="189"/>
                      <a:pt x="864" y="228"/>
                      <a:pt x="963" y="298"/>
                    </a:cubicBezTo>
                    <a:cubicBezTo>
                      <a:pt x="1092" y="397"/>
                      <a:pt x="1171" y="318"/>
                      <a:pt x="1280" y="228"/>
                    </a:cubicBezTo>
                    <a:cubicBezTo>
                      <a:pt x="1369" y="129"/>
                      <a:pt x="1478" y="60"/>
                      <a:pt x="1617" y="30"/>
                    </a:cubicBezTo>
                    <a:cubicBezTo>
                      <a:pt x="1855" y="0"/>
                      <a:pt x="2113" y="189"/>
                      <a:pt x="2202" y="387"/>
                    </a:cubicBezTo>
                    <a:cubicBezTo>
                      <a:pt x="2301" y="615"/>
                      <a:pt x="2311" y="863"/>
                      <a:pt x="2232" y="1101"/>
                    </a:cubicBezTo>
                    <a:cubicBezTo>
                      <a:pt x="2182" y="1230"/>
                      <a:pt x="2123" y="1349"/>
                      <a:pt x="2043" y="1468"/>
                    </a:cubicBezTo>
                    <a:cubicBezTo>
                      <a:pt x="1488" y="1260"/>
                      <a:pt x="873" y="1299"/>
                      <a:pt x="358" y="15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46"/>
              <p:cNvSpPr/>
              <p:nvPr/>
            </p:nvSpPr>
            <p:spPr>
              <a:xfrm>
                <a:off x="1330357" y="4340205"/>
                <a:ext cx="122071" cy="76618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062" extrusionOk="0">
                    <a:moveTo>
                      <a:pt x="1" y="566"/>
                    </a:moveTo>
                    <a:cubicBezTo>
                      <a:pt x="566" y="40"/>
                      <a:pt x="1032" y="1"/>
                      <a:pt x="1686" y="447"/>
                    </a:cubicBezTo>
                    <a:cubicBezTo>
                      <a:pt x="1211" y="1012"/>
                      <a:pt x="576" y="1062"/>
                      <a:pt x="1" y="56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46"/>
              <p:cNvSpPr/>
              <p:nvPr/>
            </p:nvSpPr>
            <p:spPr>
              <a:xfrm>
                <a:off x="1133104" y="4042607"/>
                <a:ext cx="237558" cy="235409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3263" extrusionOk="0">
                    <a:moveTo>
                      <a:pt x="2033" y="209"/>
                    </a:moveTo>
                    <a:cubicBezTo>
                      <a:pt x="2816" y="417"/>
                      <a:pt x="3282" y="1230"/>
                      <a:pt x="3054" y="2014"/>
                    </a:cubicBezTo>
                    <a:cubicBezTo>
                      <a:pt x="2846" y="2797"/>
                      <a:pt x="2033" y="3263"/>
                      <a:pt x="1249" y="3055"/>
                    </a:cubicBezTo>
                    <a:cubicBezTo>
                      <a:pt x="466" y="2847"/>
                      <a:pt x="0" y="2033"/>
                      <a:pt x="228" y="1250"/>
                    </a:cubicBezTo>
                    <a:cubicBezTo>
                      <a:pt x="446" y="467"/>
                      <a:pt x="1249" y="1"/>
                      <a:pt x="2033" y="20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46"/>
              <p:cNvSpPr/>
              <p:nvPr/>
            </p:nvSpPr>
            <p:spPr>
              <a:xfrm>
                <a:off x="1165377" y="4046935"/>
                <a:ext cx="191609" cy="169613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351" extrusionOk="0">
                    <a:moveTo>
                      <a:pt x="80" y="625"/>
                    </a:moveTo>
                    <a:cubicBezTo>
                      <a:pt x="0" y="1091"/>
                      <a:pt x="169" y="1557"/>
                      <a:pt x="526" y="1864"/>
                    </a:cubicBezTo>
                    <a:cubicBezTo>
                      <a:pt x="1091" y="2350"/>
                      <a:pt x="1934" y="2281"/>
                      <a:pt x="2410" y="1716"/>
                    </a:cubicBezTo>
                    <a:cubicBezTo>
                      <a:pt x="2509" y="1587"/>
                      <a:pt x="2588" y="1458"/>
                      <a:pt x="2648" y="1309"/>
                    </a:cubicBezTo>
                    <a:cubicBezTo>
                      <a:pt x="2549" y="744"/>
                      <a:pt x="2142" y="298"/>
                      <a:pt x="1587" y="149"/>
                    </a:cubicBezTo>
                    <a:cubicBezTo>
                      <a:pt x="1041" y="0"/>
                      <a:pt x="447" y="189"/>
                      <a:pt x="80" y="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46"/>
              <p:cNvSpPr/>
              <p:nvPr/>
            </p:nvSpPr>
            <p:spPr>
              <a:xfrm>
                <a:off x="1389910" y="4029765"/>
                <a:ext cx="240452" cy="238295"/>
              </a:xfrm>
              <a:custGeom>
                <a:avLst/>
                <a:gdLst/>
                <a:ahLst/>
                <a:cxnLst/>
                <a:rect l="l" t="t" r="r" b="b"/>
                <a:pathLst>
                  <a:path w="3323" h="3303" extrusionOk="0">
                    <a:moveTo>
                      <a:pt x="2152" y="258"/>
                    </a:moveTo>
                    <a:cubicBezTo>
                      <a:pt x="2926" y="526"/>
                      <a:pt x="3322" y="1369"/>
                      <a:pt x="3045" y="2132"/>
                    </a:cubicBezTo>
                    <a:cubicBezTo>
                      <a:pt x="2777" y="2896"/>
                      <a:pt x="1934" y="3302"/>
                      <a:pt x="1171" y="3044"/>
                    </a:cubicBezTo>
                    <a:cubicBezTo>
                      <a:pt x="397" y="2777"/>
                      <a:pt x="1" y="1934"/>
                      <a:pt x="278" y="1170"/>
                    </a:cubicBezTo>
                    <a:cubicBezTo>
                      <a:pt x="556" y="407"/>
                      <a:pt x="1389" y="0"/>
                      <a:pt x="2152" y="25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46"/>
              <p:cNvSpPr/>
              <p:nvPr/>
            </p:nvSpPr>
            <p:spPr>
              <a:xfrm>
                <a:off x="1426524" y="4034743"/>
                <a:ext cx="190234" cy="168891"/>
              </a:xfrm>
              <a:custGeom>
                <a:avLst/>
                <a:gdLst/>
                <a:ahLst/>
                <a:cxnLst/>
                <a:rect l="l" t="t" r="r" b="b"/>
                <a:pathLst>
                  <a:path w="2629" h="2341" extrusionOk="0">
                    <a:moveTo>
                      <a:pt x="110" y="556"/>
                    </a:moveTo>
                    <a:cubicBezTo>
                      <a:pt x="1" y="1012"/>
                      <a:pt x="139" y="1488"/>
                      <a:pt x="467" y="1825"/>
                    </a:cubicBezTo>
                    <a:cubicBezTo>
                      <a:pt x="992" y="2341"/>
                      <a:pt x="1835" y="2341"/>
                      <a:pt x="2350" y="1805"/>
                    </a:cubicBezTo>
                    <a:cubicBezTo>
                      <a:pt x="2469" y="1696"/>
                      <a:pt x="2559" y="1567"/>
                      <a:pt x="2628" y="1419"/>
                    </a:cubicBezTo>
                    <a:cubicBezTo>
                      <a:pt x="2569" y="853"/>
                      <a:pt x="2192" y="378"/>
                      <a:pt x="1656" y="189"/>
                    </a:cubicBezTo>
                    <a:cubicBezTo>
                      <a:pt x="1111" y="1"/>
                      <a:pt x="506" y="140"/>
                      <a:pt x="110" y="5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46"/>
              <p:cNvSpPr/>
              <p:nvPr/>
            </p:nvSpPr>
            <p:spPr>
              <a:xfrm>
                <a:off x="1532676" y="3992538"/>
                <a:ext cx="91246" cy="59447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824" extrusionOk="0">
                    <a:moveTo>
                      <a:pt x="1151" y="477"/>
                    </a:moveTo>
                    <a:cubicBezTo>
                      <a:pt x="933" y="169"/>
                      <a:pt x="566" y="1"/>
                      <a:pt x="199" y="40"/>
                    </a:cubicBezTo>
                    <a:cubicBezTo>
                      <a:pt x="1" y="60"/>
                      <a:pt x="51" y="358"/>
                      <a:pt x="239" y="338"/>
                    </a:cubicBezTo>
                    <a:cubicBezTo>
                      <a:pt x="507" y="308"/>
                      <a:pt x="764" y="437"/>
                      <a:pt x="913" y="665"/>
                    </a:cubicBezTo>
                    <a:cubicBezTo>
                      <a:pt x="1022" y="824"/>
                      <a:pt x="1260" y="635"/>
                      <a:pt x="1151" y="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46"/>
              <p:cNvSpPr/>
              <p:nvPr/>
            </p:nvSpPr>
            <p:spPr>
              <a:xfrm>
                <a:off x="1145261" y="3999680"/>
                <a:ext cx="86904" cy="61612"/>
              </a:xfrm>
              <a:custGeom>
                <a:avLst/>
                <a:gdLst/>
                <a:ahLst/>
                <a:cxnLst/>
                <a:rect l="l" t="t" r="r" b="b"/>
                <a:pathLst>
                  <a:path w="1201" h="854" extrusionOk="0">
                    <a:moveTo>
                      <a:pt x="992" y="11"/>
                    </a:moveTo>
                    <a:cubicBezTo>
                      <a:pt x="615" y="11"/>
                      <a:pt x="268" y="219"/>
                      <a:pt x="90" y="546"/>
                    </a:cubicBezTo>
                    <a:cubicBezTo>
                      <a:pt x="1" y="725"/>
                      <a:pt x="268" y="854"/>
                      <a:pt x="368" y="675"/>
                    </a:cubicBezTo>
                    <a:cubicBezTo>
                      <a:pt x="496" y="437"/>
                      <a:pt x="744" y="298"/>
                      <a:pt x="1012" y="298"/>
                    </a:cubicBezTo>
                    <a:cubicBezTo>
                      <a:pt x="1200" y="298"/>
                      <a:pt x="1181" y="1"/>
                      <a:pt x="992" y="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46"/>
              <p:cNvSpPr/>
              <p:nvPr/>
            </p:nvSpPr>
            <p:spPr>
              <a:xfrm>
                <a:off x="1181875" y="4276573"/>
                <a:ext cx="86181" cy="60097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833" extrusionOk="0">
                    <a:moveTo>
                      <a:pt x="595" y="0"/>
                    </a:moveTo>
                    <a:cubicBezTo>
                      <a:pt x="268" y="0"/>
                      <a:pt x="0" y="189"/>
                      <a:pt x="0" y="417"/>
                    </a:cubicBezTo>
                    <a:cubicBezTo>
                      <a:pt x="0" y="655"/>
                      <a:pt x="268" y="833"/>
                      <a:pt x="595" y="833"/>
                    </a:cubicBezTo>
                    <a:cubicBezTo>
                      <a:pt x="923" y="833"/>
                      <a:pt x="1190" y="645"/>
                      <a:pt x="1190" y="417"/>
                    </a:cubicBezTo>
                    <a:cubicBezTo>
                      <a:pt x="1190" y="189"/>
                      <a:pt x="923" y="0"/>
                      <a:pt x="5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46"/>
              <p:cNvSpPr/>
              <p:nvPr/>
            </p:nvSpPr>
            <p:spPr>
              <a:xfrm>
                <a:off x="1521967" y="4261495"/>
                <a:ext cx="86181" cy="60169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834" extrusionOk="0">
                    <a:moveTo>
                      <a:pt x="595" y="1"/>
                    </a:moveTo>
                    <a:cubicBezTo>
                      <a:pt x="268" y="1"/>
                      <a:pt x="0" y="189"/>
                      <a:pt x="0" y="417"/>
                    </a:cubicBezTo>
                    <a:cubicBezTo>
                      <a:pt x="0" y="645"/>
                      <a:pt x="268" y="834"/>
                      <a:pt x="595" y="834"/>
                    </a:cubicBezTo>
                    <a:cubicBezTo>
                      <a:pt x="922" y="834"/>
                      <a:pt x="1190" y="645"/>
                      <a:pt x="1190" y="417"/>
                    </a:cubicBezTo>
                    <a:cubicBezTo>
                      <a:pt x="1190" y="189"/>
                      <a:pt x="922" y="1"/>
                      <a:pt x="5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46"/>
              <p:cNvSpPr/>
              <p:nvPr/>
            </p:nvSpPr>
            <p:spPr>
              <a:xfrm>
                <a:off x="1285132" y="4083152"/>
                <a:ext cx="47541" cy="3650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06" extrusionOk="0">
                    <a:moveTo>
                      <a:pt x="107" y="0"/>
                    </a:moveTo>
                    <a:cubicBezTo>
                      <a:pt x="33" y="0"/>
                      <a:pt x="0" y="126"/>
                      <a:pt x="90" y="153"/>
                    </a:cubicBezTo>
                    <a:cubicBezTo>
                      <a:pt x="249" y="222"/>
                      <a:pt x="388" y="331"/>
                      <a:pt x="477" y="470"/>
                    </a:cubicBezTo>
                    <a:cubicBezTo>
                      <a:pt x="496" y="495"/>
                      <a:pt x="522" y="505"/>
                      <a:pt x="548" y="505"/>
                    </a:cubicBezTo>
                    <a:cubicBezTo>
                      <a:pt x="604" y="505"/>
                      <a:pt x="657" y="455"/>
                      <a:pt x="616" y="401"/>
                    </a:cubicBezTo>
                    <a:cubicBezTo>
                      <a:pt x="497" y="222"/>
                      <a:pt x="328" y="83"/>
                      <a:pt x="130" y="4"/>
                    </a:cubicBezTo>
                    <a:cubicBezTo>
                      <a:pt x="122" y="1"/>
                      <a:pt x="114" y="0"/>
                      <a:pt x="10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46"/>
              <p:cNvSpPr/>
              <p:nvPr/>
            </p:nvSpPr>
            <p:spPr>
              <a:xfrm>
                <a:off x="1263135" y="4075505"/>
                <a:ext cx="19537" cy="11687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62" extrusionOk="0">
                    <a:moveTo>
                      <a:pt x="116" y="0"/>
                    </a:moveTo>
                    <a:cubicBezTo>
                      <a:pt x="35" y="0"/>
                      <a:pt x="1" y="112"/>
                      <a:pt x="77" y="150"/>
                    </a:cubicBezTo>
                    <a:lnTo>
                      <a:pt x="147" y="160"/>
                    </a:lnTo>
                    <a:cubicBezTo>
                      <a:pt x="153" y="161"/>
                      <a:pt x="159" y="162"/>
                      <a:pt x="165" y="162"/>
                    </a:cubicBezTo>
                    <a:cubicBezTo>
                      <a:pt x="241" y="162"/>
                      <a:pt x="270" y="48"/>
                      <a:pt x="196" y="21"/>
                    </a:cubicBezTo>
                    <a:lnTo>
                      <a:pt x="127" y="1"/>
                    </a:lnTo>
                    <a:cubicBezTo>
                      <a:pt x="123" y="1"/>
                      <a:pt x="120" y="0"/>
                      <a:pt x="11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46"/>
              <p:cNvSpPr/>
              <p:nvPr/>
            </p:nvSpPr>
            <p:spPr>
              <a:xfrm>
                <a:off x="1324641" y="4128026"/>
                <a:ext cx="14400" cy="1414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196" extrusionOk="0">
                    <a:moveTo>
                      <a:pt x="109" y="0"/>
                    </a:moveTo>
                    <a:cubicBezTo>
                      <a:pt x="54" y="0"/>
                      <a:pt x="0" y="56"/>
                      <a:pt x="40" y="116"/>
                    </a:cubicBezTo>
                    <a:cubicBezTo>
                      <a:pt x="40" y="155"/>
                      <a:pt x="80" y="195"/>
                      <a:pt x="120" y="195"/>
                    </a:cubicBezTo>
                    <a:cubicBezTo>
                      <a:pt x="159" y="195"/>
                      <a:pt x="189" y="155"/>
                      <a:pt x="199" y="116"/>
                    </a:cubicBezTo>
                    <a:cubicBezTo>
                      <a:pt x="189" y="96"/>
                      <a:pt x="189" y="66"/>
                      <a:pt x="179" y="46"/>
                    </a:cubicBezTo>
                    <a:cubicBezTo>
                      <a:pt x="163" y="14"/>
                      <a:pt x="136" y="0"/>
                      <a:pt x="10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46"/>
              <p:cNvSpPr/>
              <p:nvPr/>
            </p:nvSpPr>
            <p:spPr>
              <a:xfrm>
                <a:off x="1326812" y="4134880"/>
                <a:ext cx="796" cy="1515"/>
              </a:xfrm>
              <a:custGeom>
                <a:avLst/>
                <a:gdLst/>
                <a:ahLst/>
                <a:cxnLst/>
                <a:rect l="l" t="t" r="r" b="b"/>
                <a:pathLst>
                  <a:path w="11" h="21" extrusionOk="0">
                    <a:moveTo>
                      <a:pt x="10" y="21"/>
                    </a:moveTo>
                    <a:lnTo>
                      <a:pt x="10" y="21"/>
                    </a:lnTo>
                    <a:cubicBezTo>
                      <a:pt x="0" y="1"/>
                      <a:pt x="10" y="21"/>
                      <a:pt x="10" y="2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46"/>
              <p:cNvSpPr/>
              <p:nvPr/>
            </p:nvSpPr>
            <p:spPr>
              <a:xfrm>
                <a:off x="1327535" y="4136323"/>
                <a:ext cx="72" cy="151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0" y="1"/>
                    </a:moveTo>
                    <a:cubicBezTo>
                      <a:pt x="0" y="2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46"/>
              <p:cNvSpPr/>
              <p:nvPr/>
            </p:nvSpPr>
            <p:spPr>
              <a:xfrm>
                <a:off x="1327535" y="4136323"/>
                <a:ext cx="72" cy="7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46"/>
              <p:cNvSpPr/>
              <p:nvPr/>
            </p:nvSpPr>
            <p:spPr>
              <a:xfrm>
                <a:off x="1539767" y="4065188"/>
                <a:ext cx="47034" cy="36361"/>
              </a:xfrm>
              <a:custGeom>
                <a:avLst/>
                <a:gdLst/>
                <a:ahLst/>
                <a:cxnLst/>
                <a:rect l="l" t="t" r="r" b="b"/>
                <a:pathLst>
                  <a:path w="650" h="504" extrusionOk="0">
                    <a:moveTo>
                      <a:pt x="97" y="1"/>
                    </a:moveTo>
                    <a:cubicBezTo>
                      <a:pt x="25" y="1"/>
                      <a:pt x="1" y="118"/>
                      <a:pt x="81" y="154"/>
                    </a:cubicBezTo>
                    <a:cubicBezTo>
                      <a:pt x="240" y="213"/>
                      <a:pt x="379" y="322"/>
                      <a:pt x="478" y="471"/>
                    </a:cubicBezTo>
                    <a:cubicBezTo>
                      <a:pt x="493" y="494"/>
                      <a:pt x="515" y="504"/>
                      <a:pt x="537" y="504"/>
                    </a:cubicBezTo>
                    <a:cubicBezTo>
                      <a:pt x="592" y="504"/>
                      <a:pt x="649" y="448"/>
                      <a:pt x="607" y="392"/>
                    </a:cubicBezTo>
                    <a:cubicBezTo>
                      <a:pt x="488" y="223"/>
                      <a:pt x="319" y="84"/>
                      <a:pt x="121" y="5"/>
                    </a:cubicBezTo>
                    <a:cubicBezTo>
                      <a:pt x="113" y="2"/>
                      <a:pt x="105" y="1"/>
                      <a:pt x="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46"/>
              <p:cNvSpPr/>
              <p:nvPr/>
            </p:nvSpPr>
            <p:spPr>
              <a:xfrm>
                <a:off x="1518349" y="4057469"/>
                <a:ext cx="18307" cy="11832"/>
              </a:xfrm>
              <a:custGeom>
                <a:avLst/>
                <a:gdLst/>
                <a:ahLst/>
                <a:cxnLst/>
                <a:rect l="l" t="t" r="r" b="b"/>
                <a:pathLst>
                  <a:path w="253" h="164" extrusionOk="0">
                    <a:moveTo>
                      <a:pt x="89" y="1"/>
                    </a:moveTo>
                    <a:cubicBezTo>
                      <a:pt x="57" y="1"/>
                      <a:pt x="27" y="20"/>
                      <a:pt x="11" y="53"/>
                    </a:cubicBezTo>
                    <a:cubicBezTo>
                      <a:pt x="1" y="92"/>
                      <a:pt x="21" y="132"/>
                      <a:pt x="60" y="142"/>
                    </a:cubicBezTo>
                    <a:lnTo>
                      <a:pt x="139" y="162"/>
                    </a:lnTo>
                    <a:cubicBezTo>
                      <a:pt x="146" y="163"/>
                      <a:pt x="152" y="164"/>
                      <a:pt x="158" y="164"/>
                    </a:cubicBezTo>
                    <a:cubicBezTo>
                      <a:pt x="232" y="164"/>
                      <a:pt x="253" y="50"/>
                      <a:pt x="179" y="13"/>
                    </a:cubicBezTo>
                    <a:lnTo>
                      <a:pt x="110" y="3"/>
                    </a:lnTo>
                    <a:cubicBezTo>
                      <a:pt x="103" y="1"/>
                      <a:pt x="96" y="1"/>
                      <a:pt x="8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46"/>
              <p:cNvSpPr/>
              <p:nvPr/>
            </p:nvSpPr>
            <p:spPr>
              <a:xfrm>
                <a:off x="1579276" y="4109413"/>
                <a:ext cx="13748" cy="141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96" extrusionOk="0">
                    <a:moveTo>
                      <a:pt x="103" y="1"/>
                    </a:moveTo>
                    <a:cubicBezTo>
                      <a:pt x="51" y="1"/>
                      <a:pt x="1" y="59"/>
                      <a:pt x="41" y="126"/>
                    </a:cubicBezTo>
                    <a:cubicBezTo>
                      <a:pt x="41" y="165"/>
                      <a:pt x="71" y="195"/>
                      <a:pt x="111" y="195"/>
                    </a:cubicBezTo>
                    <a:cubicBezTo>
                      <a:pt x="150" y="195"/>
                      <a:pt x="190" y="165"/>
                      <a:pt x="190" y="126"/>
                    </a:cubicBezTo>
                    <a:cubicBezTo>
                      <a:pt x="190" y="96"/>
                      <a:pt x="180" y="66"/>
                      <a:pt x="170" y="47"/>
                    </a:cubicBezTo>
                    <a:cubicBezTo>
                      <a:pt x="154" y="14"/>
                      <a:pt x="128" y="1"/>
                      <a:pt x="1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46"/>
              <p:cNvSpPr/>
              <p:nvPr/>
            </p:nvSpPr>
            <p:spPr>
              <a:xfrm>
                <a:off x="1581519" y="4117060"/>
                <a:ext cx="72" cy="14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extrusionOk="0">
                    <a:moveTo>
                      <a:pt x="0" y="20"/>
                    </a:moveTo>
                    <a:lnTo>
                      <a:pt x="0" y="20"/>
                    </a:lnTo>
                    <a:cubicBezTo>
                      <a:pt x="0" y="0"/>
                      <a:pt x="0" y="10"/>
                      <a:pt x="0" y="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46"/>
              <p:cNvSpPr/>
              <p:nvPr/>
            </p:nvSpPr>
            <p:spPr>
              <a:xfrm>
                <a:off x="1582243" y="4118431"/>
                <a:ext cx="72" cy="7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46"/>
              <p:cNvSpPr/>
              <p:nvPr/>
            </p:nvSpPr>
            <p:spPr>
              <a:xfrm>
                <a:off x="1581519" y="4118431"/>
                <a:ext cx="72" cy="7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46"/>
              <p:cNvSpPr/>
              <p:nvPr/>
            </p:nvSpPr>
            <p:spPr>
              <a:xfrm>
                <a:off x="577017" y="3004657"/>
                <a:ext cx="717594" cy="700384"/>
              </a:xfrm>
              <a:custGeom>
                <a:avLst/>
                <a:gdLst/>
                <a:ahLst/>
                <a:cxnLst/>
                <a:rect l="l" t="t" r="r" b="b"/>
                <a:pathLst>
                  <a:path w="9917" h="9708" extrusionOk="0">
                    <a:moveTo>
                      <a:pt x="4958" y="1"/>
                    </a:moveTo>
                    <a:cubicBezTo>
                      <a:pt x="4532" y="1"/>
                      <a:pt x="4185" y="407"/>
                      <a:pt x="3779" y="506"/>
                    </a:cubicBezTo>
                    <a:cubicBezTo>
                      <a:pt x="3663" y="537"/>
                      <a:pt x="3539" y="545"/>
                      <a:pt x="3413" y="545"/>
                    </a:cubicBezTo>
                    <a:cubicBezTo>
                      <a:pt x="3287" y="545"/>
                      <a:pt x="3159" y="537"/>
                      <a:pt x="3033" y="537"/>
                    </a:cubicBezTo>
                    <a:cubicBezTo>
                      <a:pt x="2842" y="537"/>
                      <a:pt x="2658" y="555"/>
                      <a:pt x="2499" y="645"/>
                    </a:cubicBezTo>
                    <a:cubicBezTo>
                      <a:pt x="2142" y="843"/>
                      <a:pt x="2023" y="1379"/>
                      <a:pt x="1726" y="1666"/>
                    </a:cubicBezTo>
                    <a:cubicBezTo>
                      <a:pt x="1419" y="1944"/>
                      <a:pt x="883" y="2053"/>
                      <a:pt x="675" y="2410"/>
                    </a:cubicBezTo>
                    <a:cubicBezTo>
                      <a:pt x="467" y="2757"/>
                      <a:pt x="625" y="3293"/>
                      <a:pt x="516" y="3679"/>
                    </a:cubicBezTo>
                    <a:cubicBezTo>
                      <a:pt x="407" y="4066"/>
                      <a:pt x="1" y="4433"/>
                      <a:pt x="1" y="4859"/>
                    </a:cubicBezTo>
                    <a:cubicBezTo>
                      <a:pt x="1" y="5276"/>
                      <a:pt x="407" y="5623"/>
                      <a:pt x="516" y="6029"/>
                    </a:cubicBezTo>
                    <a:cubicBezTo>
                      <a:pt x="625" y="6436"/>
                      <a:pt x="467" y="6961"/>
                      <a:pt x="675" y="7308"/>
                    </a:cubicBezTo>
                    <a:cubicBezTo>
                      <a:pt x="893" y="7655"/>
                      <a:pt x="1429" y="7764"/>
                      <a:pt x="1726" y="8052"/>
                    </a:cubicBezTo>
                    <a:cubicBezTo>
                      <a:pt x="2014" y="8330"/>
                      <a:pt x="2142" y="8865"/>
                      <a:pt x="2499" y="9063"/>
                    </a:cubicBezTo>
                    <a:cubicBezTo>
                      <a:pt x="2659" y="9157"/>
                      <a:pt x="2855" y="9174"/>
                      <a:pt x="3057" y="9174"/>
                    </a:cubicBezTo>
                    <a:cubicBezTo>
                      <a:pt x="3180" y="9174"/>
                      <a:pt x="3306" y="9168"/>
                      <a:pt x="3428" y="9168"/>
                    </a:cubicBezTo>
                    <a:cubicBezTo>
                      <a:pt x="3551" y="9168"/>
                      <a:pt x="3671" y="9174"/>
                      <a:pt x="3779" y="9202"/>
                    </a:cubicBezTo>
                    <a:cubicBezTo>
                      <a:pt x="4175" y="9301"/>
                      <a:pt x="4532" y="9708"/>
                      <a:pt x="4958" y="9708"/>
                    </a:cubicBezTo>
                    <a:cubicBezTo>
                      <a:pt x="5385" y="9708"/>
                      <a:pt x="5732" y="9301"/>
                      <a:pt x="6138" y="9202"/>
                    </a:cubicBezTo>
                    <a:cubicBezTo>
                      <a:pt x="6257" y="9171"/>
                      <a:pt x="6382" y="9163"/>
                      <a:pt x="6508" y="9163"/>
                    </a:cubicBezTo>
                    <a:cubicBezTo>
                      <a:pt x="6635" y="9163"/>
                      <a:pt x="6762" y="9171"/>
                      <a:pt x="6887" y="9171"/>
                    </a:cubicBezTo>
                    <a:cubicBezTo>
                      <a:pt x="7077" y="9171"/>
                      <a:pt x="7259" y="9153"/>
                      <a:pt x="7417" y="9063"/>
                    </a:cubicBezTo>
                    <a:cubicBezTo>
                      <a:pt x="7784" y="8865"/>
                      <a:pt x="7903" y="8330"/>
                      <a:pt x="8201" y="8052"/>
                    </a:cubicBezTo>
                    <a:cubicBezTo>
                      <a:pt x="8498" y="7764"/>
                      <a:pt x="9034" y="7655"/>
                      <a:pt x="9242" y="7308"/>
                    </a:cubicBezTo>
                    <a:cubicBezTo>
                      <a:pt x="9450" y="6951"/>
                      <a:pt x="9301" y="6426"/>
                      <a:pt x="9401" y="6029"/>
                    </a:cubicBezTo>
                    <a:cubicBezTo>
                      <a:pt x="9510" y="5642"/>
                      <a:pt x="9916" y="5276"/>
                      <a:pt x="9916" y="4859"/>
                    </a:cubicBezTo>
                    <a:cubicBezTo>
                      <a:pt x="9916" y="4433"/>
                      <a:pt x="9519" y="4086"/>
                      <a:pt x="9401" y="3679"/>
                    </a:cubicBezTo>
                    <a:cubicBezTo>
                      <a:pt x="9291" y="3273"/>
                      <a:pt x="9450" y="2757"/>
                      <a:pt x="9242" y="2410"/>
                    </a:cubicBezTo>
                    <a:cubicBezTo>
                      <a:pt x="9034" y="2053"/>
                      <a:pt x="8498" y="1944"/>
                      <a:pt x="8201" y="1666"/>
                    </a:cubicBezTo>
                    <a:cubicBezTo>
                      <a:pt x="7903" y="1379"/>
                      <a:pt x="7774" y="843"/>
                      <a:pt x="7417" y="645"/>
                    </a:cubicBezTo>
                    <a:cubicBezTo>
                      <a:pt x="7260" y="558"/>
                      <a:pt x="7069" y="542"/>
                      <a:pt x="6872" y="542"/>
                    </a:cubicBezTo>
                    <a:cubicBezTo>
                      <a:pt x="6757" y="542"/>
                      <a:pt x="6640" y="547"/>
                      <a:pt x="6526" y="547"/>
                    </a:cubicBezTo>
                    <a:cubicBezTo>
                      <a:pt x="6391" y="547"/>
                      <a:pt x="6259" y="539"/>
                      <a:pt x="6138" y="506"/>
                    </a:cubicBezTo>
                    <a:cubicBezTo>
                      <a:pt x="5752" y="407"/>
                      <a:pt x="5385" y="1"/>
                      <a:pt x="49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46"/>
              <p:cNvSpPr/>
              <p:nvPr/>
            </p:nvSpPr>
            <p:spPr>
              <a:xfrm>
                <a:off x="1429418" y="2991815"/>
                <a:ext cx="717522" cy="700384"/>
              </a:xfrm>
              <a:custGeom>
                <a:avLst/>
                <a:gdLst/>
                <a:ahLst/>
                <a:cxnLst/>
                <a:rect l="l" t="t" r="r" b="b"/>
                <a:pathLst>
                  <a:path w="9916" h="9708" extrusionOk="0">
                    <a:moveTo>
                      <a:pt x="4958" y="0"/>
                    </a:moveTo>
                    <a:cubicBezTo>
                      <a:pt x="4531" y="0"/>
                      <a:pt x="4184" y="407"/>
                      <a:pt x="3778" y="506"/>
                    </a:cubicBezTo>
                    <a:cubicBezTo>
                      <a:pt x="3659" y="537"/>
                      <a:pt x="3534" y="545"/>
                      <a:pt x="3406" y="545"/>
                    </a:cubicBezTo>
                    <a:cubicBezTo>
                      <a:pt x="3279" y="545"/>
                      <a:pt x="3150" y="537"/>
                      <a:pt x="3025" y="537"/>
                    </a:cubicBezTo>
                    <a:cubicBezTo>
                      <a:pt x="2835" y="537"/>
                      <a:pt x="2653" y="555"/>
                      <a:pt x="2499" y="645"/>
                    </a:cubicBezTo>
                    <a:cubicBezTo>
                      <a:pt x="2132" y="843"/>
                      <a:pt x="2013" y="1378"/>
                      <a:pt x="1716" y="1666"/>
                    </a:cubicBezTo>
                    <a:cubicBezTo>
                      <a:pt x="1418" y="1944"/>
                      <a:pt x="883" y="2053"/>
                      <a:pt x="674" y="2410"/>
                    </a:cubicBezTo>
                    <a:cubicBezTo>
                      <a:pt x="466" y="2757"/>
                      <a:pt x="615" y="3292"/>
                      <a:pt x="516" y="3679"/>
                    </a:cubicBezTo>
                    <a:cubicBezTo>
                      <a:pt x="407" y="4065"/>
                      <a:pt x="0" y="4432"/>
                      <a:pt x="0" y="4859"/>
                    </a:cubicBezTo>
                    <a:cubicBezTo>
                      <a:pt x="0" y="5275"/>
                      <a:pt x="397" y="5622"/>
                      <a:pt x="516" y="6029"/>
                    </a:cubicBezTo>
                    <a:cubicBezTo>
                      <a:pt x="625" y="6435"/>
                      <a:pt x="466" y="6951"/>
                      <a:pt x="674" y="7308"/>
                    </a:cubicBezTo>
                    <a:cubicBezTo>
                      <a:pt x="883" y="7655"/>
                      <a:pt x="1418" y="7764"/>
                      <a:pt x="1716" y="8051"/>
                    </a:cubicBezTo>
                    <a:cubicBezTo>
                      <a:pt x="2013" y="8339"/>
                      <a:pt x="2142" y="8874"/>
                      <a:pt x="2499" y="9073"/>
                    </a:cubicBezTo>
                    <a:cubicBezTo>
                      <a:pt x="2653" y="9158"/>
                      <a:pt x="2838" y="9175"/>
                      <a:pt x="3030" y="9175"/>
                    </a:cubicBezTo>
                    <a:cubicBezTo>
                      <a:pt x="3162" y="9175"/>
                      <a:pt x="3297" y="9167"/>
                      <a:pt x="3428" y="9167"/>
                    </a:cubicBezTo>
                    <a:cubicBezTo>
                      <a:pt x="3550" y="9167"/>
                      <a:pt x="3669" y="9174"/>
                      <a:pt x="3778" y="9202"/>
                    </a:cubicBezTo>
                    <a:cubicBezTo>
                      <a:pt x="4165" y="9301"/>
                      <a:pt x="4531" y="9707"/>
                      <a:pt x="4958" y="9707"/>
                    </a:cubicBezTo>
                    <a:cubicBezTo>
                      <a:pt x="5384" y="9707"/>
                      <a:pt x="5731" y="9311"/>
                      <a:pt x="6138" y="9202"/>
                    </a:cubicBezTo>
                    <a:cubicBezTo>
                      <a:pt x="6252" y="9171"/>
                      <a:pt x="6374" y="9163"/>
                      <a:pt x="6498" y="9163"/>
                    </a:cubicBezTo>
                    <a:cubicBezTo>
                      <a:pt x="6633" y="9163"/>
                      <a:pt x="6771" y="9172"/>
                      <a:pt x="6905" y="9172"/>
                    </a:cubicBezTo>
                    <a:cubicBezTo>
                      <a:pt x="7088" y="9172"/>
                      <a:pt x="7265" y="9155"/>
                      <a:pt x="7417" y="9073"/>
                    </a:cubicBezTo>
                    <a:cubicBezTo>
                      <a:pt x="7774" y="8864"/>
                      <a:pt x="7893" y="8329"/>
                      <a:pt x="8200" y="8051"/>
                    </a:cubicBezTo>
                    <a:cubicBezTo>
                      <a:pt x="8498" y="7764"/>
                      <a:pt x="9023" y="7655"/>
                      <a:pt x="9241" y="7308"/>
                    </a:cubicBezTo>
                    <a:cubicBezTo>
                      <a:pt x="9449" y="6951"/>
                      <a:pt x="9291" y="6425"/>
                      <a:pt x="9400" y="6029"/>
                    </a:cubicBezTo>
                    <a:cubicBezTo>
                      <a:pt x="9509" y="5642"/>
                      <a:pt x="9916" y="5275"/>
                      <a:pt x="9916" y="4859"/>
                    </a:cubicBezTo>
                    <a:cubicBezTo>
                      <a:pt x="9916" y="4432"/>
                      <a:pt x="9509" y="4085"/>
                      <a:pt x="9400" y="3679"/>
                    </a:cubicBezTo>
                    <a:cubicBezTo>
                      <a:pt x="9291" y="3272"/>
                      <a:pt x="9449" y="2757"/>
                      <a:pt x="9241" y="2410"/>
                    </a:cubicBezTo>
                    <a:cubicBezTo>
                      <a:pt x="9023" y="2053"/>
                      <a:pt x="8488" y="1944"/>
                      <a:pt x="8200" y="1666"/>
                    </a:cubicBezTo>
                    <a:cubicBezTo>
                      <a:pt x="7903" y="1378"/>
                      <a:pt x="7774" y="843"/>
                      <a:pt x="7417" y="645"/>
                    </a:cubicBezTo>
                    <a:cubicBezTo>
                      <a:pt x="7253" y="553"/>
                      <a:pt x="7053" y="538"/>
                      <a:pt x="6846" y="538"/>
                    </a:cubicBezTo>
                    <a:cubicBezTo>
                      <a:pt x="6738" y="538"/>
                      <a:pt x="6628" y="542"/>
                      <a:pt x="6520" y="542"/>
                    </a:cubicBezTo>
                    <a:cubicBezTo>
                      <a:pt x="6386" y="542"/>
                      <a:pt x="6256" y="535"/>
                      <a:pt x="6138" y="506"/>
                    </a:cubicBezTo>
                    <a:cubicBezTo>
                      <a:pt x="5751" y="407"/>
                      <a:pt x="5384" y="0"/>
                      <a:pt x="49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46"/>
              <p:cNvSpPr/>
              <p:nvPr/>
            </p:nvSpPr>
            <p:spPr>
              <a:xfrm>
                <a:off x="1085708" y="2662040"/>
                <a:ext cx="485101" cy="473632"/>
              </a:xfrm>
              <a:custGeom>
                <a:avLst/>
                <a:gdLst/>
                <a:ahLst/>
                <a:cxnLst/>
                <a:rect l="l" t="t" r="r" b="b"/>
                <a:pathLst>
                  <a:path w="6704" h="6565" extrusionOk="0">
                    <a:moveTo>
                      <a:pt x="3352" y="0"/>
                    </a:moveTo>
                    <a:cubicBezTo>
                      <a:pt x="3074" y="0"/>
                      <a:pt x="2856" y="387"/>
                      <a:pt x="2589" y="456"/>
                    </a:cubicBezTo>
                    <a:cubicBezTo>
                      <a:pt x="2550" y="466"/>
                      <a:pt x="2510" y="470"/>
                      <a:pt x="2469" y="470"/>
                    </a:cubicBezTo>
                    <a:cubicBezTo>
                      <a:pt x="2283" y="470"/>
                      <a:pt x="2071" y="391"/>
                      <a:pt x="1890" y="391"/>
                    </a:cubicBezTo>
                    <a:cubicBezTo>
                      <a:pt x="1820" y="391"/>
                      <a:pt x="1754" y="403"/>
                      <a:pt x="1696" y="437"/>
                    </a:cubicBezTo>
                    <a:cubicBezTo>
                      <a:pt x="1448" y="575"/>
                      <a:pt x="1438" y="1012"/>
                      <a:pt x="1240" y="1210"/>
                    </a:cubicBezTo>
                    <a:cubicBezTo>
                      <a:pt x="1052" y="1398"/>
                      <a:pt x="606" y="1398"/>
                      <a:pt x="457" y="1626"/>
                    </a:cubicBezTo>
                    <a:cubicBezTo>
                      <a:pt x="318" y="1864"/>
                      <a:pt x="536" y="2261"/>
                      <a:pt x="457" y="2519"/>
                    </a:cubicBezTo>
                    <a:cubicBezTo>
                      <a:pt x="387" y="2777"/>
                      <a:pt x="1" y="3005"/>
                      <a:pt x="1" y="3282"/>
                    </a:cubicBezTo>
                    <a:cubicBezTo>
                      <a:pt x="1" y="3570"/>
                      <a:pt x="387" y="3778"/>
                      <a:pt x="457" y="4046"/>
                    </a:cubicBezTo>
                    <a:cubicBezTo>
                      <a:pt x="536" y="4323"/>
                      <a:pt x="318" y="4710"/>
                      <a:pt x="457" y="4938"/>
                    </a:cubicBezTo>
                    <a:cubicBezTo>
                      <a:pt x="606" y="5176"/>
                      <a:pt x="1042" y="5176"/>
                      <a:pt x="1240" y="5364"/>
                    </a:cubicBezTo>
                    <a:cubicBezTo>
                      <a:pt x="1448" y="5553"/>
                      <a:pt x="1458" y="5999"/>
                      <a:pt x="1696" y="6138"/>
                    </a:cubicBezTo>
                    <a:cubicBezTo>
                      <a:pt x="1750" y="6168"/>
                      <a:pt x="1814" y="6179"/>
                      <a:pt x="1883" y="6179"/>
                    </a:cubicBezTo>
                    <a:cubicBezTo>
                      <a:pt x="2063" y="6179"/>
                      <a:pt x="2281" y="6104"/>
                      <a:pt x="2466" y="6104"/>
                    </a:cubicBezTo>
                    <a:cubicBezTo>
                      <a:pt x="2509" y="6104"/>
                      <a:pt x="2550" y="6108"/>
                      <a:pt x="2589" y="6118"/>
                    </a:cubicBezTo>
                    <a:cubicBezTo>
                      <a:pt x="2846" y="6177"/>
                      <a:pt x="3074" y="6564"/>
                      <a:pt x="3352" y="6564"/>
                    </a:cubicBezTo>
                    <a:cubicBezTo>
                      <a:pt x="3630" y="6564"/>
                      <a:pt x="3848" y="6187"/>
                      <a:pt x="4126" y="6118"/>
                    </a:cubicBezTo>
                    <a:cubicBezTo>
                      <a:pt x="4164" y="6108"/>
                      <a:pt x="4205" y="6104"/>
                      <a:pt x="4247" y="6104"/>
                    </a:cubicBezTo>
                    <a:cubicBezTo>
                      <a:pt x="4429" y="6104"/>
                      <a:pt x="4639" y="6179"/>
                      <a:pt x="4819" y="6179"/>
                    </a:cubicBezTo>
                    <a:cubicBezTo>
                      <a:pt x="4887" y="6179"/>
                      <a:pt x="4952" y="6168"/>
                      <a:pt x="5008" y="6138"/>
                    </a:cubicBezTo>
                    <a:cubicBezTo>
                      <a:pt x="5256" y="5999"/>
                      <a:pt x="5266" y="5553"/>
                      <a:pt x="5454" y="5364"/>
                    </a:cubicBezTo>
                    <a:cubicBezTo>
                      <a:pt x="5652" y="5176"/>
                      <a:pt x="6099" y="5176"/>
                      <a:pt x="6247" y="4938"/>
                    </a:cubicBezTo>
                    <a:cubicBezTo>
                      <a:pt x="6386" y="4710"/>
                      <a:pt x="6168" y="4313"/>
                      <a:pt x="6247" y="4046"/>
                    </a:cubicBezTo>
                    <a:cubicBezTo>
                      <a:pt x="6317" y="3788"/>
                      <a:pt x="6704" y="3570"/>
                      <a:pt x="6704" y="3282"/>
                    </a:cubicBezTo>
                    <a:cubicBezTo>
                      <a:pt x="6704" y="3005"/>
                      <a:pt x="6317" y="2786"/>
                      <a:pt x="6247" y="2519"/>
                    </a:cubicBezTo>
                    <a:cubicBezTo>
                      <a:pt x="6168" y="2251"/>
                      <a:pt x="6386" y="1864"/>
                      <a:pt x="6247" y="1626"/>
                    </a:cubicBezTo>
                    <a:cubicBezTo>
                      <a:pt x="6099" y="1398"/>
                      <a:pt x="5652" y="1398"/>
                      <a:pt x="5454" y="1210"/>
                    </a:cubicBezTo>
                    <a:cubicBezTo>
                      <a:pt x="5256" y="1022"/>
                      <a:pt x="5246" y="565"/>
                      <a:pt x="5008" y="437"/>
                    </a:cubicBezTo>
                    <a:cubicBezTo>
                      <a:pt x="4954" y="406"/>
                      <a:pt x="4890" y="395"/>
                      <a:pt x="4821" y="395"/>
                    </a:cubicBezTo>
                    <a:cubicBezTo>
                      <a:pt x="4641" y="395"/>
                      <a:pt x="4425" y="470"/>
                      <a:pt x="4244" y="470"/>
                    </a:cubicBezTo>
                    <a:cubicBezTo>
                      <a:pt x="4202" y="470"/>
                      <a:pt x="4162" y="466"/>
                      <a:pt x="4126" y="456"/>
                    </a:cubicBezTo>
                    <a:cubicBezTo>
                      <a:pt x="3858" y="387"/>
                      <a:pt x="3630" y="0"/>
                      <a:pt x="33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46"/>
              <p:cNvSpPr/>
              <p:nvPr/>
            </p:nvSpPr>
            <p:spPr>
              <a:xfrm>
                <a:off x="1153871" y="3120161"/>
                <a:ext cx="355939" cy="320107"/>
              </a:xfrm>
              <a:custGeom>
                <a:avLst/>
                <a:gdLst/>
                <a:ahLst/>
                <a:cxnLst/>
                <a:rect l="l" t="t" r="r" b="b"/>
                <a:pathLst>
                  <a:path w="4919" h="4437" extrusionOk="0">
                    <a:moveTo>
                      <a:pt x="2420" y="1"/>
                    </a:moveTo>
                    <a:cubicBezTo>
                      <a:pt x="1156" y="1"/>
                      <a:pt x="0" y="1111"/>
                      <a:pt x="229" y="2554"/>
                    </a:cubicBezTo>
                    <a:cubicBezTo>
                      <a:pt x="410" y="3743"/>
                      <a:pt x="1411" y="4436"/>
                      <a:pt x="2427" y="4436"/>
                    </a:cubicBezTo>
                    <a:cubicBezTo>
                      <a:pt x="3081" y="4436"/>
                      <a:pt x="3741" y="4150"/>
                      <a:pt x="4195" y="3526"/>
                    </a:cubicBezTo>
                    <a:cubicBezTo>
                      <a:pt x="4919" y="2544"/>
                      <a:pt x="4710" y="1156"/>
                      <a:pt x="3719" y="432"/>
                    </a:cubicBezTo>
                    <a:cubicBezTo>
                      <a:pt x="3308" y="134"/>
                      <a:pt x="2858" y="1"/>
                      <a:pt x="24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46"/>
              <p:cNvSpPr/>
              <p:nvPr/>
            </p:nvSpPr>
            <p:spPr>
              <a:xfrm>
                <a:off x="1192077" y="3158181"/>
                <a:ext cx="279020" cy="250704"/>
              </a:xfrm>
              <a:custGeom>
                <a:avLst/>
                <a:gdLst/>
                <a:ahLst/>
                <a:cxnLst/>
                <a:rect l="l" t="t" r="r" b="b"/>
                <a:pathLst>
                  <a:path w="3856" h="3475" extrusionOk="0">
                    <a:moveTo>
                      <a:pt x="1891" y="0"/>
                    </a:moveTo>
                    <a:cubicBezTo>
                      <a:pt x="903" y="0"/>
                      <a:pt x="0" y="865"/>
                      <a:pt x="177" y="1997"/>
                    </a:cubicBezTo>
                    <a:cubicBezTo>
                      <a:pt x="316" y="2930"/>
                      <a:pt x="1103" y="3474"/>
                      <a:pt x="1904" y="3474"/>
                    </a:cubicBezTo>
                    <a:cubicBezTo>
                      <a:pt x="2415" y="3474"/>
                      <a:pt x="2931" y="3253"/>
                      <a:pt x="3290" y="2771"/>
                    </a:cubicBezTo>
                    <a:cubicBezTo>
                      <a:pt x="3855" y="1997"/>
                      <a:pt x="3687" y="907"/>
                      <a:pt x="2913" y="342"/>
                    </a:cubicBezTo>
                    <a:cubicBezTo>
                      <a:pt x="2590" y="106"/>
                      <a:pt x="2235" y="0"/>
                      <a:pt x="18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46"/>
              <p:cNvSpPr/>
              <p:nvPr/>
            </p:nvSpPr>
            <p:spPr>
              <a:xfrm>
                <a:off x="1228764" y="3192811"/>
                <a:ext cx="202825" cy="182383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2528" extrusionOk="0">
                    <a:moveTo>
                      <a:pt x="1380" y="1"/>
                    </a:moveTo>
                    <a:cubicBezTo>
                      <a:pt x="662" y="1"/>
                      <a:pt x="1" y="634"/>
                      <a:pt x="126" y="1458"/>
                    </a:cubicBezTo>
                    <a:cubicBezTo>
                      <a:pt x="235" y="2134"/>
                      <a:pt x="807" y="2528"/>
                      <a:pt x="1388" y="2528"/>
                    </a:cubicBezTo>
                    <a:cubicBezTo>
                      <a:pt x="1761" y="2528"/>
                      <a:pt x="2137" y="2366"/>
                      <a:pt x="2396" y="2013"/>
                    </a:cubicBezTo>
                    <a:cubicBezTo>
                      <a:pt x="2803" y="1448"/>
                      <a:pt x="2684" y="655"/>
                      <a:pt x="2119" y="248"/>
                    </a:cubicBezTo>
                    <a:cubicBezTo>
                      <a:pt x="1886" y="77"/>
                      <a:pt x="1630" y="1"/>
                      <a:pt x="13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46"/>
              <p:cNvSpPr/>
              <p:nvPr/>
            </p:nvSpPr>
            <p:spPr>
              <a:xfrm>
                <a:off x="1286652" y="3219072"/>
                <a:ext cx="86108" cy="13520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874" extrusionOk="0">
                    <a:moveTo>
                      <a:pt x="812" y="1"/>
                    </a:moveTo>
                    <a:cubicBezTo>
                      <a:pt x="778" y="1"/>
                      <a:pt x="740" y="21"/>
                      <a:pt x="724" y="63"/>
                    </a:cubicBezTo>
                    <a:cubicBezTo>
                      <a:pt x="704" y="93"/>
                      <a:pt x="694" y="122"/>
                      <a:pt x="674" y="162"/>
                    </a:cubicBezTo>
                    <a:lnTo>
                      <a:pt x="645" y="261"/>
                    </a:lnTo>
                    <a:cubicBezTo>
                      <a:pt x="615" y="256"/>
                      <a:pt x="588" y="254"/>
                      <a:pt x="561" y="254"/>
                    </a:cubicBezTo>
                    <a:cubicBezTo>
                      <a:pt x="535" y="254"/>
                      <a:pt x="511" y="256"/>
                      <a:pt x="486" y="261"/>
                    </a:cubicBezTo>
                    <a:cubicBezTo>
                      <a:pt x="436" y="271"/>
                      <a:pt x="387" y="291"/>
                      <a:pt x="337" y="311"/>
                    </a:cubicBezTo>
                    <a:cubicBezTo>
                      <a:pt x="297" y="340"/>
                      <a:pt x="258" y="370"/>
                      <a:pt x="228" y="410"/>
                    </a:cubicBezTo>
                    <a:cubicBezTo>
                      <a:pt x="198" y="449"/>
                      <a:pt x="169" y="499"/>
                      <a:pt x="159" y="559"/>
                    </a:cubicBezTo>
                    <a:cubicBezTo>
                      <a:pt x="149" y="608"/>
                      <a:pt x="149" y="678"/>
                      <a:pt x="169" y="727"/>
                    </a:cubicBezTo>
                    <a:cubicBezTo>
                      <a:pt x="198" y="777"/>
                      <a:pt x="228" y="826"/>
                      <a:pt x="258" y="876"/>
                    </a:cubicBezTo>
                    <a:cubicBezTo>
                      <a:pt x="297" y="915"/>
                      <a:pt x="337" y="965"/>
                      <a:pt x="387" y="995"/>
                    </a:cubicBezTo>
                    <a:cubicBezTo>
                      <a:pt x="436" y="1034"/>
                      <a:pt x="476" y="1074"/>
                      <a:pt x="526" y="1104"/>
                    </a:cubicBezTo>
                    <a:lnTo>
                      <a:pt x="565" y="1134"/>
                    </a:lnTo>
                    <a:cubicBezTo>
                      <a:pt x="585" y="1144"/>
                      <a:pt x="605" y="1153"/>
                      <a:pt x="625" y="1173"/>
                    </a:cubicBezTo>
                    <a:cubicBezTo>
                      <a:pt x="645" y="1183"/>
                      <a:pt x="664" y="1203"/>
                      <a:pt x="674" y="1223"/>
                    </a:cubicBezTo>
                    <a:cubicBezTo>
                      <a:pt x="684" y="1233"/>
                      <a:pt x="694" y="1253"/>
                      <a:pt x="684" y="1272"/>
                    </a:cubicBezTo>
                    <a:cubicBezTo>
                      <a:pt x="684" y="1282"/>
                      <a:pt x="674" y="1302"/>
                      <a:pt x="664" y="1312"/>
                    </a:cubicBezTo>
                    <a:cubicBezTo>
                      <a:pt x="645" y="1322"/>
                      <a:pt x="625" y="1322"/>
                      <a:pt x="615" y="1332"/>
                    </a:cubicBezTo>
                    <a:lnTo>
                      <a:pt x="555" y="1332"/>
                    </a:lnTo>
                    <a:cubicBezTo>
                      <a:pt x="535" y="1322"/>
                      <a:pt x="526" y="1322"/>
                      <a:pt x="506" y="1322"/>
                    </a:cubicBezTo>
                    <a:cubicBezTo>
                      <a:pt x="476" y="1312"/>
                      <a:pt x="446" y="1302"/>
                      <a:pt x="416" y="1292"/>
                    </a:cubicBezTo>
                    <a:cubicBezTo>
                      <a:pt x="387" y="1272"/>
                      <a:pt x="357" y="1253"/>
                      <a:pt x="327" y="1243"/>
                    </a:cubicBezTo>
                    <a:lnTo>
                      <a:pt x="248" y="1193"/>
                    </a:lnTo>
                    <a:cubicBezTo>
                      <a:pt x="218" y="1173"/>
                      <a:pt x="198" y="1163"/>
                      <a:pt x="169" y="1163"/>
                    </a:cubicBezTo>
                    <a:cubicBezTo>
                      <a:pt x="157" y="1160"/>
                      <a:pt x="146" y="1159"/>
                      <a:pt x="136" y="1159"/>
                    </a:cubicBezTo>
                    <a:cubicBezTo>
                      <a:pt x="112" y="1159"/>
                      <a:pt x="90" y="1166"/>
                      <a:pt x="69" y="1173"/>
                    </a:cubicBezTo>
                    <a:cubicBezTo>
                      <a:pt x="40" y="1193"/>
                      <a:pt x="20" y="1223"/>
                      <a:pt x="10" y="1253"/>
                    </a:cubicBezTo>
                    <a:cubicBezTo>
                      <a:pt x="0" y="1292"/>
                      <a:pt x="10" y="1332"/>
                      <a:pt x="30" y="1362"/>
                    </a:cubicBezTo>
                    <a:cubicBezTo>
                      <a:pt x="60" y="1391"/>
                      <a:pt x="89" y="1421"/>
                      <a:pt x="119" y="1441"/>
                    </a:cubicBezTo>
                    <a:cubicBezTo>
                      <a:pt x="159" y="1461"/>
                      <a:pt x="198" y="1481"/>
                      <a:pt x="238" y="1500"/>
                    </a:cubicBezTo>
                    <a:lnTo>
                      <a:pt x="337" y="1550"/>
                    </a:lnTo>
                    <a:cubicBezTo>
                      <a:pt x="347" y="1550"/>
                      <a:pt x="347" y="1560"/>
                      <a:pt x="347" y="1570"/>
                    </a:cubicBezTo>
                    <a:lnTo>
                      <a:pt x="347" y="1610"/>
                    </a:lnTo>
                    <a:cubicBezTo>
                      <a:pt x="347" y="1619"/>
                      <a:pt x="347" y="1629"/>
                      <a:pt x="347" y="1649"/>
                    </a:cubicBezTo>
                    <a:cubicBezTo>
                      <a:pt x="347" y="1659"/>
                      <a:pt x="357" y="1659"/>
                      <a:pt x="347" y="1669"/>
                    </a:cubicBezTo>
                    <a:cubicBezTo>
                      <a:pt x="337" y="1689"/>
                      <a:pt x="337" y="1699"/>
                      <a:pt x="337" y="1709"/>
                    </a:cubicBezTo>
                    <a:cubicBezTo>
                      <a:pt x="337" y="1719"/>
                      <a:pt x="327" y="1729"/>
                      <a:pt x="327" y="1738"/>
                    </a:cubicBezTo>
                    <a:cubicBezTo>
                      <a:pt x="317" y="1768"/>
                      <a:pt x="327" y="1798"/>
                      <a:pt x="347" y="1828"/>
                    </a:cubicBezTo>
                    <a:cubicBezTo>
                      <a:pt x="367" y="1848"/>
                      <a:pt x="397" y="1857"/>
                      <a:pt x="426" y="1867"/>
                    </a:cubicBezTo>
                    <a:cubicBezTo>
                      <a:pt x="439" y="1871"/>
                      <a:pt x="449" y="1874"/>
                      <a:pt x="460" y="1874"/>
                    </a:cubicBezTo>
                    <a:cubicBezTo>
                      <a:pt x="474" y="1874"/>
                      <a:pt x="488" y="1869"/>
                      <a:pt x="506" y="1857"/>
                    </a:cubicBezTo>
                    <a:cubicBezTo>
                      <a:pt x="526" y="1848"/>
                      <a:pt x="535" y="1838"/>
                      <a:pt x="555" y="1818"/>
                    </a:cubicBezTo>
                    <a:cubicBezTo>
                      <a:pt x="565" y="1798"/>
                      <a:pt x="575" y="1768"/>
                      <a:pt x="575" y="1748"/>
                    </a:cubicBezTo>
                    <a:cubicBezTo>
                      <a:pt x="585" y="1729"/>
                      <a:pt x="585" y="1699"/>
                      <a:pt x="595" y="1679"/>
                    </a:cubicBezTo>
                    <a:cubicBezTo>
                      <a:pt x="595" y="1659"/>
                      <a:pt x="605" y="1639"/>
                      <a:pt x="605" y="1619"/>
                    </a:cubicBezTo>
                    <a:cubicBezTo>
                      <a:pt x="615" y="1610"/>
                      <a:pt x="615" y="1600"/>
                      <a:pt x="625" y="1600"/>
                    </a:cubicBezTo>
                    <a:lnTo>
                      <a:pt x="744" y="1590"/>
                    </a:lnTo>
                    <a:cubicBezTo>
                      <a:pt x="793" y="1590"/>
                      <a:pt x="833" y="1580"/>
                      <a:pt x="873" y="1560"/>
                    </a:cubicBezTo>
                    <a:cubicBezTo>
                      <a:pt x="912" y="1550"/>
                      <a:pt x="942" y="1530"/>
                      <a:pt x="962" y="1500"/>
                    </a:cubicBezTo>
                    <a:cubicBezTo>
                      <a:pt x="992" y="1461"/>
                      <a:pt x="1011" y="1421"/>
                      <a:pt x="1021" y="1372"/>
                    </a:cubicBezTo>
                    <a:cubicBezTo>
                      <a:pt x="1041" y="1312"/>
                      <a:pt x="1031" y="1253"/>
                      <a:pt x="1011" y="1193"/>
                    </a:cubicBezTo>
                    <a:cubicBezTo>
                      <a:pt x="992" y="1134"/>
                      <a:pt x="952" y="1084"/>
                      <a:pt x="912" y="1044"/>
                    </a:cubicBezTo>
                    <a:cubicBezTo>
                      <a:pt x="873" y="995"/>
                      <a:pt x="823" y="955"/>
                      <a:pt x="773" y="915"/>
                    </a:cubicBezTo>
                    <a:lnTo>
                      <a:pt x="635" y="806"/>
                    </a:lnTo>
                    <a:cubicBezTo>
                      <a:pt x="595" y="777"/>
                      <a:pt x="565" y="747"/>
                      <a:pt x="526" y="717"/>
                    </a:cubicBezTo>
                    <a:cubicBezTo>
                      <a:pt x="506" y="697"/>
                      <a:pt x="496" y="668"/>
                      <a:pt x="496" y="628"/>
                    </a:cubicBezTo>
                    <a:cubicBezTo>
                      <a:pt x="496" y="618"/>
                      <a:pt x="506" y="598"/>
                      <a:pt x="526" y="588"/>
                    </a:cubicBezTo>
                    <a:cubicBezTo>
                      <a:pt x="535" y="578"/>
                      <a:pt x="555" y="568"/>
                      <a:pt x="565" y="568"/>
                    </a:cubicBezTo>
                    <a:lnTo>
                      <a:pt x="674" y="568"/>
                    </a:lnTo>
                    <a:cubicBezTo>
                      <a:pt x="714" y="578"/>
                      <a:pt x="744" y="588"/>
                      <a:pt x="773" y="598"/>
                    </a:cubicBezTo>
                    <a:cubicBezTo>
                      <a:pt x="803" y="618"/>
                      <a:pt x="823" y="628"/>
                      <a:pt x="843" y="648"/>
                    </a:cubicBezTo>
                    <a:lnTo>
                      <a:pt x="912" y="687"/>
                    </a:lnTo>
                    <a:cubicBezTo>
                      <a:pt x="942" y="697"/>
                      <a:pt x="962" y="707"/>
                      <a:pt x="992" y="707"/>
                    </a:cubicBezTo>
                    <a:cubicBezTo>
                      <a:pt x="1001" y="712"/>
                      <a:pt x="1011" y="715"/>
                      <a:pt x="1020" y="715"/>
                    </a:cubicBezTo>
                    <a:cubicBezTo>
                      <a:pt x="1029" y="715"/>
                      <a:pt x="1036" y="712"/>
                      <a:pt x="1041" y="707"/>
                    </a:cubicBezTo>
                    <a:cubicBezTo>
                      <a:pt x="1061" y="707"/>
                      <a:pt x="1091" y="707"/>
                      <a:pt x="1111" y="697"/>
                    </a:cubicBezTo>
                    <a:cubicBezTo>
                      <a:pt x="1120" y="697"/>
                      <a:pt x="1140" y="687"/>
                      <a:pt x="1160" y="678"/>
                    </a:cubicBezTo>
                    <a:cubicBezTo>
                      <a:pt x="1170" y="658"/>
                      <a:pt x="1180" y="638"/>
                      <a:pt x="1190" y="618"/>
                    </a:cubicBezTo>
                    <a:cubicBezTo>
                      <a:pt x="1180" y="608"/>
                      <a:pt x="1180" y="608"/>
                      <a:pt x="1170" y="598"/>
                    </a:cubicBezTo>
                    <a:cubicBezTo>
                      <a:pt x="1170" y="588"/>
                      <a:pt x="1170" y="578"/>
                      <a:pt x="1170" y="568"/>
                    </a:cubicBezTo>
                    <a:cubicBezTo>
                      <a:pt x="1160" y="539"/>
                      <a:pt x="1150" y="499"/>
                      <a:pt x="1120" y="479"/>
                    </a:cubicBezTo>
                    <a:cubicBezTo>
                      <a:pt x="1101" y="449"/>
                      <a:pt x="1071" y="420"/>
                      <a:pt x="1041" y="400"/>
                    </a:cubicBezTo>
                    <a:cubicBezTo>
                      <a:pt x="1011" y="370"/>
                      <a:pt x="982" y="350"/>
                      <a:pt x="952" y="340"/>
                    </a:cubicBezTo>
                    <a:cubicBezTo>
                      <a:pt x="912" y="321"/>
                      <a:pt x="882" y="301"/>
                      <a:pt x="853" y="291"/>
                    </a:cubicBezTo>
                    <a:cubicBezTo>
                      <a:pt x="863" y="261"/>
                      <a:pt x="873" y="221"/>
                      <a:pt x="882" y="192"/>
                    </a:cubicBezTo>
                    <a:cubicBezTo>
                      <a:pt x="892" y="162"/>
                      <a:pt x="902" y="122"/>
                      <a:pt x="912" y="93"/>
                    </a:cubicBezTo>
                    <a:cubicBezTo>
                      <a:pt x="922" y="73"/>
                      <a:pt x="912" y="53"/>
                      <a:pt x="892" y="33"/>
                    </a:cubicBezTo>
                    <a:cubicBezTo>
                      <a:pt x="882" y="23"/>
                      <a:pt x="853" y="13"/>
                      <a:pt x="833" y="3"/>
                    </a:cubicBezTo>
                    <a:cubicBezTo>
                      <a:pt x="826" y="2"/>
                      <a:pt x="819" y="1"/>
                      <a:pt x="8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46"/>
              <p:cNvSpPr/>
              <p:nvPr/>
            </p:nvSpPr>
            <p:spPr>
              <a:xfrm>
                <a:off x="1677758" y="3246920"/>
                <a:ext cx="388790" cy="360292"/>
              </a:xfrm>
              <a:custGeom>
                <a:avLst/>
                <a:gdLst/>
                <a:ahLst/>
                <a:cxnLst/>
                <a:rect l="l" t="t" r="r" b="b"/>
                <a:pathLst>
                  <a:path w="5373" h="4994" extrusionOk="0">
                    <a:moveTo>
                      <a:pt x="2602" y="1"/>
                    </a:moveTo>
                    <a:cubicBezTo>
                      <a:pt x="1264" y="1"/>
                      <a:pt x="0" y="1097"/>
                      <a:pt x="98" y="2661"/>
                    </a:cubicBezTo>
                    <a:cubicBezTo>
                      <a:pt x="194" y="4094"/>
                      <a:pt x="1382" y="4994"/>
                      <a:pt x="2605" y="4994"/>
                    </a:cubicBezTo>
                    <a:cubicBezTo>
                      <a:pt x="3269" y="4994"/>
                      <a:pt x="3944" y="4728"/>
                      <a:pt x="4461" y="4139"/>
                    </a:cubicBezTo>
                    <a:cubicBezTo>
                      <a:pt x="5373" y="3107"/>
                      <a:pt x="5264" y="1531"/>
                      <a:pt x="4233" y="629"/>
                    </a:cubicBezTo>
                    <a:cubicBezTo>
                      <a:pt x="3740" y="194"/>
                      <a:pt x="3164" y="1"/>
                      <a:pt x="26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46"/>
              <p:cNvSpPr/>
              <p:nvPr/>
            </p:nvSpPr>
            <p:spPr>
              <a:xfrm>
                <a:off x="1717483" y="3289485"/>
                <a:ext cx="305359" cy="282808"/>
              </a:xfrm>
              <a:custGeom>
                <a:avLst/>
                <a:gdLst/>
                <a:ahLst/>
                <a:cxnLst/>
                <a:rect l="l" t="t" r="r" b="b"/>
                <a:pathLst>
                  <a:path w="4220" h="3920" extrusionOk="0">
                    <a:moveTo>
                      <a:pt x="2051" y="1"/>
                    </a:moveTo>
                    <a:cubicBezTo>
                      <a:pt x="995" y="1"/>
                      <a:pt x="0" y="865"/>
                      <a:pt x="84" y="2091"/>
                    </a:cubicBezTo>
                    <a:cubicBezTo>
                      <a:pt x="155" y="3216"/>
                      <a:pt x="1088" y="3919"/>
                      <a:pt x="2049" y="3919"/>
                    </a:cubicBezTo>
                    <a:cubicBezTo>
                      <a:pt x="2570" y="3919"/>
                      <a:pt x="3100" y="3712"/>
                      <a:pt x="3505" y="3251"/>
                    </a:cubicBezTo>
                    <a:cubicBezTo>
                      <a:pt x="4219" y="2438"/>
                      <a:pt x="4140" y="1199"/>
                      <a:pt x="3327" y="485"/>
                    </a:cubicBezTo>
                    <a:cubicBezTo>
                      <a:pt x="2940" y="150"/>
                      <a:pt x="2490" y="1"/>
                      <a:pt x="20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46"/>
              <p:cNvSpPr/>
              <p:nvPr/>
            </p:nvSpPr>
            <p:spPr>
              <a:xfrm>
                <a:off x="1757716" y="3328155"/>
                <a:ext cx="221349" cy="205902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2854" extrusionOk="0">
                    <a:moveTo>
                      <a:pt x="1488" y="1"/>
                    </a:moveTo>
                    <a:cubicBezTo>
                      <a:pt x="723" y="1"/>
                      <a:pt x="1" y="630"/>
                      <a:pt x="64" y="1525"/>
                    </a:cubicBezTo>
                    <a:cubicBezTo>
                      <a:pt x="115" y="2342"/>
                      <a:pt x="792" y="2854"/>
                      <a:pt x="1488" y="2854"/>
                    </a:cubicBezTo>
                    <a:cubicBezTo>
                      <a:pt x="1866" y="2854"/>
                      <a:pt x="2250" y="2703"/>
                      <a:pt x="2543" y="2368"/>
                    </a:cubicBezTo>
                    <a:cubicBezTo>
                      <a:pt x="3058" y="1773"/>
                      <a:pt x="2999" y="881"/>
                      <a:pt x="2414" y="355"/>
                    </a:cubicBezTo>
                    <a:cubicBezTo>
                      <a:pt x="2134" y="110"/>
                      <a:pt x="1807" y="1"/>
                      <a:pt x="14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46"/>
              <p:cNvSpPr/>
              <p:nvPr/>
            </p:nvSpPr>
            <p:spPr>
              <a:xfrm>
                <a:off x="1815386" y="3360331"/>
                <a:ext cx="100508" cy="149268"/>
              </a:xfrm>
              <a:custGeom>
                <a:avLst/>
                <a:gdLst/>
                <a:ahLst/>
                <a:cxnLst/>
                <a:rect l="l" t="t" r="r" b="b"/>
                <a:pathLst>
                  <a:path w="1389" h="2069" extrusionOk="0">
                    <a:moveTo>
                      <a:pt x="1022" y="1"/>
                    </a:moveTo>
                    <a:cubicBezTo>
                      <a:pt x="983" y="1"/>
                      <a:pt x="945" y="21"/>
                      <a:pt x="923" y="58"/>
                    </a:cubicBezTo>
                    <a:cubicBezTo>
                      <a:pt x="903" y="88"/>
                      <a:pt x="883" y="127"/>
                      <a:pt x="873" y="167"/>
                    </a:cubicBezTo>
                    <a:cubicBezTo>
                      <a:pt x="853" y="207"/>
                      <a:pt x="834" y="237"/>
                      <a:pt x="814" y="276"/>
                    </a:cubicBezTo>
                    <a:cubicBezTo>
                      <a:pt x="772" y="269"/>
                      <a:pt x="730" y="262"/>
                      <a:pt x="687" y="262"/>
                    </a:cubicBezTo>
                    <a:cubicBezTo>
                      <a:pt x="670" y="262"/>
                      <a:pt x="653" y="263"/>
                      <a:pt x="635" y="266"/>
                    </a:cubicBezTo>
                    <a:cubicBezTo>
                      <a:pt x="586" y="266"/>
                      <a:pt x="526" y="286"/>
                      <a:pt x="477" y="306"/>
                    </a:cubicBezTo>
                    <a:cubicBezTo>
                      <a:pt x="417" y="326"/>
                      <a:pt x="377" y="365"/>
                      <a:pt x="338" y="405"/>
                    </a:cubicBezTo>
                    <a:cubicBezTo>
                      <a:pt x="298" y="455"/>
                      <a:pt x="268" y="504"/>
                      <a:pt x="249" y="564"/>
                    </a:cubicBezTo>
                    <a:cubicBezTo>
                      <a:pt x="229" y="623"/>
                      <a:pt x="229" y="693"/>
                      <a:pt x="249" y="762"/>
                    </a:cubicBezTo>
                    <a:cubicBezTo>
                      <a:pt x="268" y="822"/>
                      <a:pt x="298" y="881"/>
                      <a:pt x="338" y="931"/>
                    </a:cubicBezTo>
                    <a:cubicBezTo>
                      <a:pt x="367" y="990"/>
                      <a:pt x="417" y="1040"/>
                      <a:pt x="467" y="1089"/>
                    </a:cubicBezTo>
                    <a:cubicBezTo>
                      <a:pt x="516" y="1129"/>
                      <a:pt x="566" y="1169"/>
                      <a:pt x="615" y="1208"/>
                    </a:cubicBezTo>
                    <a:lnTo>
                      <a:pt x="665" y="1248"/>
                    </a:lnTo>
                    <a:cubicBezTo>
                      <a:pt x="685" y="1258"/>
                      <a:pt x="705" y="1278"/>
                      <a:pt x="724" y="1297"/>
                    </a:cubicBezTo>
                    <a:cubicBezTo>
                      <a:pt x="734" y="1307"/>
                      <a:pt x="754" y="1327"/>
                      <a:pt x="764" y="1347"/>
                    </a:cubicBezTo>
                    <a:cubicBezTo>
                      <a:pt x="774" y="1367"/>
                      <a:pt x="784" y="1387"/>
                      <a:pt x="774" y="1407"/>
                    </a:cubicBezTo>
                    <a:cubicBezTo>
                      <a:pt x="774" y="1426"/>
                      <a:pt x="754" y="1436"/>
                      <a:pt x="744" y="1446"/>
                    </a:cubicBezTo>
                    <a:cubicBezTo>
                      <a:pt x="724" y="1456"/>
                      <a:pt x="705" y="1466"/>
                      <a:pt x="685" y="1466"/>
                    </a:cubicBezTo>
                    <a:lnTo>
                      <a:pt x="625" y="1466"/>
                    </a:lnTo>
                    <a:cubicBezTo>
                      <a:pt x="605" y="1466"/>
                      <a:pt x="586" y="1456"/>
                      <a:pt x="576" y="1456"/>
                    </a:cubicBezTo>
                    <a:cubicBezTo>
                      <a:pt x="536" y="1446"/>
                      <a:pt x="496" y="1426"/>
                      <a:pt x="467" y="1407"/>
                    </a:cubicBezTo>
                    <a:lnTo>
                      <a:pt x="377" y="1347"/>
                    </a:lnTo>
                    <a:lnTo>
                      <a:pt x="288" y="1288"/>
                    </a:lnTo>
                    <a:cubicBezTo>
                      <a:pt x="258" y="1268"/>
                      <a:pt x="229" y="1248"/>
                      <a:pt x="199" y="1238"/>
                    </a:cubicBezTo>
                    <a:cubicBezTo>
                      <a:pt x="183" y="1234"/>
                      <a:pt x="166" y="1231"/>
                      <a:pt x="150" y="1231"/>
                    </a:cubicBezTo>
                    <a:cubicBezTo>
                      <a:pt x="128" y="1231"/>
                      <a:pt x="107" y="1236"/>
                      <a:pt x="90" y="1248"/>
                    </a:cubicBezTo>
                    <a:cubicBezTo>
                      <a:pt x="50" y="1268"/>
                      <a:pt x="30" y="1297"/>
                      <a:pt x="20" y="1337"/>
                    </a:cubicBezTo>
                    <a:cubicBezTo>
                      <a:pt x="1" y="1367"/>
                      <a:pt x="11" y="1416"/>
                      <a:pt x="30" y="1446"/>
                    </a:cubicBezTo>
                    <a:cubicBezTo>
                      <a:pt x="60" y="1486"/>
                      <a:pt x="90" y="1516"/>
                      <a:pt x="120" y="1545"/>
                    </a:cubicBezTo>
                    <a:cubicBezTo>
                      <a:pt x="159" y="1575"/>
                      <a:pt x="199" y="1605"/>
                      <a:pt x="249" y="1625"/>
                    </a:cubicBezTo>
                    <a:cubicBezTo>
                      <a:pt x="288" y="1654"/>
                      <a:pt x="328" y="1674"/>
                      <a:pt x="358" y="1694"/>
                    </a:cubicBezTo>
                    <a:cubicBezTo>
                      <a:pt x="367" y="1694"/>
                      <a:pt x="367" y="1704"/>
                      <a:pt x="367" y="1714"/>
                    </a:cubicBezTo>
                    <a:cubicBezTo>
                      <a:pt x="367" y="1734"/>
                      <a:pt x="367" y="1744"/>
                      <a:pt x="367" y="1754"/>
                    </a:cubicBezTo>
                    <a:cubicBezTo>
                      <a:pt x="358" y="1773"/>
                      <a:pt x="358" y="1783"/>
                      <a:pt x="358" y="1803"/>
                    </a:cubicBezTo>
                    <a:lnTo>
                      <a:pt x="348" y="1833"/>
                    </a:lnTo>
                    <a:cubicBezTo>
                      <a:pt x="338" y="1843"/>
                      <a:pt x="338" y="1853"/>
                      <a:pt x="338" y="1873"/>
                    </a:cubicBezTo>
                    <a:cubicBezTo>
                      <a:pt x="328" y="1883"/>
                      <a:pt x="318" y="1892"/>
                      <a:pt x="318" y="1902"/>
                    </a:cubicBezTo>
                    <a:cubicBezTo>
                      <a:pt x="308" y="1942"/>
                      <a:pt x="318" y="1972"/>
                      <a:pt x="338" y="2001"/>
                    </a:cubicBezTo>
                    <a:cubicBezTo>
                      <a:pt x="358" y="2031"/>
                      <a:pt x="387" y="2051"/>
                      <a:pt x="417" y="2061"/>
                    </a:cubicBezTo>
                    <a:cubicBezTo>
                      <a:pt x="432" y="2066"/>
                      <a:pt x="447" y="2068"/>
                      <a:pt x="462" y="2068"/>
                    </a:cubicBezTo>
                    <a:cubicBezTo>
                      <a:pt x="477" y="2068"/>
                      <a:pt x="491" y="2066"/>
                      <a:pt x="506" y="2061"/>
                    </a:cubicBezTo>
                    <a:cubicBezTo>
                      <a:pt x="526" y="2051"/>
                      <a:pt x="546" y="2031"/>
                      <a:pt x="566" y="2011"/>
                    </a:cubicBezTo>
                    <a:cubicBezTo>
                      <a:pt x="576" y="1992"/>
                      <a:pt x="596" y="1962"/>
                      <a:pt x="605" y="1942"/>
                    </a:cubicBezTo>
                    <a:lnTo>
                      <a:pt x="625" y="1863"/>
                    </a:lnTo>
                    <a:cubicBezTo>
                      <a:pt x="635" y="1833"/>
                      <a:pt x="635" y="1813"/>
                      <a:pt x="645" y="1793"/>
                    </a:cubicBezTo>
                    <a:cubicBezTo>
                      <a:pt x="655" y="1783"/>
                      <a:pt x="655" y="1773"/>
                      <a:pt x="665" y="1773"/>
                    </a:cubicBezTo>
                    <a:lnTo>
                      <a:pt x="814" y="1773"/>
                    </a:lnTo>
                    <a:cubicBezTo>
                      <a:pt x="863" y="1773"/>
                      <a:pt x="903" y="1764"/>
                      <a:pt x="953" y="1754"/>
                    </a:cubicBezTo>
                    <a:cubicBezTo>
                      <a:pt x="992" y="1744"/>
                      <a:pt x="1032" y="1724"/>
                      <a:pt x="1062" y="1694"/>
                    </a:cubicBezTo>
                    <a:cubicBezTo>
                      <a:pt x="1101" y="1654"/>
                      <a:pt x="1121" y="1605"/>
                      <a:pt x="1141" y="1555"/>
                    </a:cubicBezTo>
                    <a:cubicBezTo>
                      <a:pt x="1161" y="1486"/>
                      <a:pt x="1161" y="1416"/>
                      <a:pt x="1141" y="1347"/>
                    </a:cubicBezTo>
                    <a:cubicBezTo>
                      <a:pt x="1121" y="1288"/>
                      <a:pt x="1091" y="1218"/>
                      <a:pt x="1052" y="1169"/>
                    </a:cubicBezTo>
                    <a:cubicBezTo>
                      <a:pt x="1002" y="1109"/>
                      <a:pt x="953" y="1060"/>
                      <a:pt x="903" y="1010"/>
                    </a:cubicBezTo>
                    <a:lnTo>
                      <a:pt x="754" y="871"/>
                    </a:lnTo>
                    <a:cubicBezTo>
                      <a:pt x="715" y="841"/>
                      <a:pt x="685" y="802"/>
                      <a:pt x="645" y="762"/>
                    </a:cubicBezTo>
                    <a:cubicBezTo>
                      <a:pt x="625" y="732"/>
                      <a:pt x="605" y="703"/>
                      <a:pt x="615" y="663"/>
                    </a:cubicBezTo>
                    <a:cubicBezTo>
                      <a:pt x="625" y="643"/>
                      <a:pt x="635" y="633"/>
                      <a:pt x="655" y="623"/>
                    </a:cubicBezTo>
                    <a:cubicBezTo>
                      <a:pt x="665" y="603"/>
                      <a:pt x="685" y="603"/>
                      <a:pt x="705" y="603"/>
                    </a:cubicBezTo>
                    <a:cubicBezTo>
                      <a:pt x="715" y="598"/>
                      <a:pt x="727" y="596"/>
                      <a:pt x="739" y="596"/>
                    </a:cubicBezTo>
                    <a:cubicBezTo>
                      <a:pt x="752" y="596"/>
                      <a:pt x="764" y="598"/>
                      <a:pt x="774" y="603"/>
                    </a:cubicBezTo>
                    <a:cubicBezTo>
                      <a:pt x="794" y="603"/>
                      <a:pt x="814" y="603"/>
                      <a:pt x="824" y="613"/>
                    </a:cubicBezTo>
                    <a:cubicBezTo>
                      <a:pt x="863" y="623"/>
                      <a:pt x="893" y="633"/>
                      <a:pt x="933" y="653"/>
                    </a:cubicBezTo>
                    <a:lnTo>
                      <a:pt x="1012" y="712"/>
                    </a:lnTo>
                    <a:cubicBezTo>
                      <a:pt x="1032" y="732"/>
                      <a:pt x="1062" y="742"/>
                      <a:pt x="1081" y="762"/>
                    </a:cubicBezTo>
                    <a:cubicBezTo>
                      <a:pt x="1111" y="782"/>
                      <a:pt x="1131" y="792"/>
                      <a:pt x="1161" y="802"/>
                    </a:cubicBezTo>
                    <a:cubicBezTo>
                      <a:pt x="1181" y="802"/>
                      <a:pt x="1200" y="812"/>
                      <a:pt x="1230" y="812"/>
                    </a:cubicBezTo>
                    <a:lnTo>
                      <a:pt x="1300" y="812"/>
                    </a:lnTo>
                    <a:cubicBezTo>
                      <a:pt x="1319" y="802"/>
                      <a:pt x="1339" y="802"/>
                      <a:pt x="1359" y="782"/>
                    </a:cubicBezTo>
                    <a:cubicBezTo>
                      <a:pt x="1369" y="772"/>
                      <a:pt x="1389" y="752"/>
                      <a:pt x="1389" y="732"/>
                    </a:cubicBezTo>
                    <a:cubicBezTo>
                      <a:pt x="1389" y="722"/>
                      <a:pt x="1389" y="712"/>
                      <a:pt x="1389" y="703"/>
                    </a:cubicBezTo>
                    <a:lnTo>
                      <a:pt x="1389" y="673"/>
                    </a:lnTo>
                    <a:cubicBezTo>
                      <a:pt x="1379" y="633"/>
                      <a:pt x="1359" y="594"/>
                      <a:pt x="1339" y="564"/>
                    </a:cubicBezTo>
                    <a:cubicBezTo>
                      <a:pt x="1319" y="524"/>
                      <a:pt x="1290" y="494"/>
                      <a:pt x="1260" y="465"/>
                    </a:cubicBezTo>
                    <a:cubicBezTo>
                      <a:pt x="1220" y="435"/>
                      <a:pt x="1190" y="415"/>
                      <a:pt x="1161" y="385"/>
                    </a:cubicBezTo>
                    <a:cubicBezTo>
                      <a:pt x="1121" y="365"/>
                      <a:pt x="1091" y="346"/>
                      <a:pt x="1052" y="326"/>
                    </a:cubicBezTo>
                    <a:cubicBezTo>
                      <a:pt x="1071" y="286"/>
                      <a:pt x="1081" y="256"/>
                      <a:pt x="1101" y="217"/>
                    </a:cubicBezTo>
                    <a:cubicBezTo>
                      <a:pt x="1111" y="187"/>
                      <a:pt x="1131" y="147"/>
                      <a:pt x="1141" y="118"/>
                    </a:cubicBezTo>
                    <a:cubicBezTo>
                      <a:pt x="1151" y="88"/>
                      <a:pt x="1141" y="68"/>
                      <a:pt x="1121" y="48"/>
                    </a:cubicBezTo>
                    <a:cubicBezTo>
                      <a:pt x="1101" y="28"/>
                      <a:pt x="1081" y="18"/>
                      <a:pt x="1062" y="9"/>
                    </a:cubicBezTo>
                    <a:cubicBezTo>
                      <a:pt x="1049" y="3"/>
                      <a:pt x="1035" y="1"/>
                      <a:pt x="10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46"/>
              <p:cNvSpPr/>
              <p:nvPr/>
            </p:nvSpPr>
            <p:spPr>
              <a:xfrm>
                <a:off x="1654024" y="3051984"/>
                <a:ext cx="319759" cy="84482"/>
              </a:xfrm>
              <a:custGeom>
                <a:avLst/>
                <a:gdLst/>
                <a:ahLst/>
                <a:cxnLst/>
                <a:rect l="l" t="t" r="r" b="b"/>
                <a:pathLst>
                  <a:path w="4419" h="1171" extrusionOk="0">
                    <a:moveTo>
                      <a:pt x="1922" y="0"/>
                    </a:moveTo>
                    <a:cubicBezTo>
                      <a:pt x="1722" y="0"/>
                      <a:pt x="1522" y="34"/>
                      <a:pt x="1328" y="98"/>
                    </a:cubicBezTo>
                    <a:cubicBezTo>
                      <a:pt x="1021" y="191"/>
                      <a:pt x="740" y="328"/>
                      <a:pt x="412" y="328"/>
                    </a:cubicBezTo>
                    <a:cubicBezTo>
                      <a:pt x="390" y="328"/>
                      <a:pt x="369" y="328"/>
                      <a:pt x="347" y="326"/>
                    </a:cubicBezTo>
                    <a:cubicBezTo>
                      <a:pt x="340" y="326"/>
                      <a:pt x="334" y="326"/>
                      <a:pt x="328" y="326"/>
                    </a:cubicBezTo>
                    <a:cubicBezTo>
                      <a:pt x="0" y="326"/>
                      <a:pt x="16" y="842"/>
                      <a:pt x="347" y="862"/>
                    </a:cubicBezTo>
                    <a:cubicBezTo>
                      <a:pt x="674" y="862"/>
                      <a:pt x="991" y="792"/>
                      <a:pt x="1279" y="673"/>
                    </a:cubicBezTo>
                    <a:cubicBezTo>
                      <a:pt x="1499" y="605"/>
                      <a:pt x="1713" y="531"/>
                      <a:pt x="1934" y="531"/>
                    </a:cubicBezTo>
                    <a:cubicBezTo>
                      <a:pt x="2003" y="531"/>
                      <a:pt x="2071" y="538"/>
                      <a:pt x="2141" y="554"/>
                    </a:cubicBezTo>
                    <a:cubicBezTo>
                      <a:pt x="2479" y="624"/>
                      <a:pt x="2756" y="822"/>
                      <a:pt x="3113" y="862"/>
                    </a:cubicBezTo>
                    <a:cubicBezTo>
                      <a:pt x="3391" y="891"/>
                      <a:pt x="3668" y="862"/>
                      <a:pt x="3867" y="1090"/>
                    </a:cubicBezTo>
                    <a:cubicBezTo>
                      <a:pt x="3921" y="1147"/>
                      <a:pt x="3983" y="1171"/>
                      <a:pt x="4043" y="1171"/>
                    </a:cubicBezTo>
                    <a:cubicBezTo>
                      <a:pt x="4242" y="1171"/>
                      <a:pt x="4419" y="904"/>
                      <a:pt x="4243" y="713"/>
                    </a:cubicBezTo>
                    <a:cubicBezTo>
                      <a:pt x="4005" y="445"/>
                      <a:pt x="3708" y="376"/>
                      <a:pt x="3371" y="346"/>
                    </a:cubicBezTo>
                    <a:cubicBezTo>
                      <a:pt x="3202" y="346"/>
                      <a:pt x="3024" y="306"/>
                      <a:pt x="2865" y="257"/>
                    </a:cubicBezTo>
                    <a:cubicBezTo>
                      <a:pt x="2687" y="178"/>
                      <a:pt x="2508" y="108"/>
                      <a:pt x="2330" y="49"/>
                    </a:cubicBezTo>
                    <a:cubicBezTo>
                      <a:pt x="2196" y="16"/>
                      <a:pt x="2059" y="0"/>
                      <a:pt x="19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46"/>
              <p:cNvSpPr/>
              <p:nvPr/>
            </p:nvSpPr>
            <p:spPr>
              <a:xfrm>
                <a:off x="1970382" y="3133435"/>
                <a:ext cx="50290" cy="37948"/>
              </a:xfrm>
              <a:custGeom>
                <a:avLst/>
                <a:gdLst/>
                <a:ahLst/>
                <a:cxnLst/>
                <a:rect l="l" t="t" r="r" b="b"/>
                <a:pathLst>
                  <a:path w="695" h="526" extrusionOk="0">
                    <a:moveTo>
                      <a:pt x="347" y="0"/>
                    </a:moveTo>
                    <a:cubicBezTo>
                      <a:pt x="0" y="0"/>
                      <a:pt x="0" y="526"/>
                      <a:pt x="347" y="526"/>
                    </a:cubicBezTo>
                    <a:cubicBezTo>
                      <a:pt x="694" y="526"/>
                      <a:pt x="685" y="0"/>
                      <a:pt x="3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46"/>
              <p:cNvSpPr/>
              <p:nvPr/>
            </p:nvSpPr>
            <p:spPr>
              <a:xfrm>
                <a:off x="661968" y="3488389"/>
                <a:ext cx="332422" cy="161677"/>
              </a:xfrm>
              <a:custGeom>
                <a:avLst/>
                <a:gdLst/>
                <a:ahLst/>
                <a:cxnLst/>
                <a:rect l="l" t="t" r="r" b="b"/>
                <a:pathLst>
                  <a:path w="4594" h="2241" extrusionOk="0">
                    <a:moveTo>
                      <a:pt x="386" y="0"/>
                    </a:moveTo>
                    <a:cubicBezTo>
                      <a:pt x="107" y="0"/>
                      <a:pt x="1" y="450"/>
                      <a:pt x="314" y="524"/>
                    </a:cubicBezTo>
                    <a:cubicBezTo>
                      <a:pt x="740" y="623"/>
                      <a:pt x="968" y="940"/>
                      <a:pt x="1157" y="1317"/>
                    </a:cubicBezTo>
                    <a:cubicBezTo>
                      <a:pt x="1286" y="1605"/>
                      <a:pt x="1563" y="1803"/>
                      <a:pt x="1881" y="1823"/>
                    </a:cubicBezTo>
                    <a:cubicBezTo>
                      <a:pt x="2079" y="1843"/>
                      <a:pt x="2277" y="1823"/>
                      <a:pt x="2466" y="1863"/>
                    </a:cubicBezTo>
                    <a:cubicBezTo>
                      <a:pt x="2694" y="1932"/>
                      <a:pt x="2902" y="2021"/>
                      <a:pt x="3110" y="2130"/>
                    </a:cubicBezTo>
                    <a:cubicBezTo>
                      <a:pt x="3262" y="2202"/>
                      <a:pt x="3429" y="2241"/>
                      <a:pt x="3598" y="2241"/>
                    </a:cubicBezTo>
                    <a:cubicBezTo>
                      <a:pt x="3617" y="2241"/>
                      <a:pt x="3637" y="2240"/>
                      <a:pt x="3656" y="2239"/>
                    </a:cubicBezTo>
                    <a:cubicBezTo>
                      <a:pt x="3864" y="2210"/>
                      <a:pt x="4072" y="2170"/>
                      <a:pt x="4280" y="2100"/>
                    </a:cubicBezTo>
                    <a:cubicBezTo>
                      <a:pt x="4593" y="2027"/>
                      <a:pt x="4487" y="1577"/>
                      <a:pt x="4208" y="1577"/>
                    </a:cubicBezTo>
                    <a:cubicBezTo>
                      <a:pt x="4187" y="1577"/>
                      <a:pt x="4165" y="1579"/>
                      <a:pt x="4141" y="1585"/>
                    </a:cubicBezTo>
                    <a:cubicBezTo>
                      <a:pt x="3973" y="1644"/>
                      <a:pt x="3794" y="1684"/>
                      <a:pt x="3616" y="1714"/>
                    </a:cubicBezTo>
                    <a:cubicBezTo>
                      <a:pt x="3608" y="1714"/>
                      <a:pt x="3601" y="1714"/>
                      <a:pt x="3593" y="1714"/>
                    </a:cubicBezTo>
                    <a:cubicBezTo>
                      <a:pt x="3423" y="1714"/>
                      <a:pt x="3262" y="1611"/>
                      <a:pt x="3110" y="1535"/>
                    </a:cubicBezTo>
                    <a:cubicBezTo>
                      <a:pt x="2922" y="1436"/>
                      <a:pt x="2723" y="1367"/>
                      <a:pt x="2515" y="1327"/>
                    </a:cubicBezTo>
                    <a:cubicBezTo>
                      <a:pt x="2307" y="1287"/>
                      <a:pt x="2099" y="1307"/>
                      <a:pt x="1891" y="1287"/>
                    </a:cubicBezTo>
                    <a:cubicBezTo>
                      <a:pt x="1782" y="1278"/>
                      <a:pt x="1752" y="1258"/>
                      <a:pt x="1702" y="1198"/>
                    </a:cubicBezTo>
                    <a:cubicBezTo>
                      <a:pt x="1603" y="1059"/>
                      <a:pt x="1553" y="901"/>
                      <a:pt x="1454" y="752"/>
                    </a:cubicBezTo>
                    <a:cubicBezTo>
                      <a:pt x="1236" y="385"/>
                      <a:pt x="879" y="117"/>
                      <a:pt x="453" y="8"/>
                    </a:cubicBezTo>
                    <a:cubicBezTo>
                      <a:pt x="430" y="3"/>
                      <a:pt x="407" y="0"/>
                      <a:pt x="3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46"/>
              <p:cNvSpPr/>
              <p:nvPr/>
            </p:nvSpPr>
            <p:spPr>
              <a:xfrm>
                <a:off x="998225" y="3596967"/>
                <a:ext cx="49567" cy="3867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536" extrusionOk="0">
                    <a:moveTo>
                      <a:pt x="337" y="1"/>
                    </a:moveTo>
                    <a:cubicBezTo>
                      <a:pt x="0" y="1"/>
                      <a:pt x="0" y="536"/>
                      <a:pt x="337" y="536"/>
                    </a:cubicBezTo>
                    <a:cubicBezTo>
                      <a:pt x="684" y="536"/>
                      <a:pt x="684" y="1"/>
                      <a:pt x="3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46"/>
              <p:cNvSpPr/>
              <p:nvPr/>
            </p:nvSpPr>
            <p:spPr>
              <a:xfrm>
                <a:off x="1037661" y="3792985"/>
                <a:ext cx="282783" cy="40834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566" extrusionOk="0">
                    <a:moveTo>
                      <a:pt x="3570" y="0"/>
                    </a:moveTo>
                    <a:cubicBezTo>
                      <a:pt x="2489" y="0"/>
                      <a:pt x="1418" y="40"/>
                      <a:pt x="347" y="40"/>
                    </a:cubicBezTo>
                    <a:cubicBezTo>
                      <a:pt x="0" y="40"/>
                      <a:pt x="0" y="566"/>
                      <a:pt x="347" y="566"/>
                    </a:cubicBezTo>
                    <a:cubicBezTo>
                      <a:pt x="1418" y="566"/>
                      <a:pt x="2499" y="536"/>
                      <a:pt x="3570" y="536"/>
                    </a:cubicBezTo>
                    <a:cubicBezTo>
                      <a:pt x="3907" y="536"/>
                      <a:pt x="3907" y="0"/>
                      <a:pt x="35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46"/>
              <p:cNvSpPr/>
              <p:nvPr/>
            </p:nvSpPr>
            <p:spPr>
              <a:xfrm>
                <a:off x="1337593" y="3790821"/>
                <a:ext cx="49567" cy="3802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527" extrusionOk="0">
                    <a:moveTo>
                      <a:pt x="347" y="1"/>
                    </a:moveTo>
                    <a:cubicBezTo>
                      <a:pt x="0" y="1"/>
                      <a:pt x="0" y="526"/>
                      <a:pt x="347" y="526"/>
                    </a:cubicBezTo>
                    <a:cubicBezTo>
                      <a:pt x="684" y="526"/>
                      <a:pt x="684" y="1"/>
                      <a:pt x="34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46"/>
              <p:cNvSpPr/>
              <p:nvPr/>
            </p:nvSpPr>
            <p:spPr>
              <a:xfrm>
                <a:off x="968774" y="3790821"/>
                <a:ext cx="49567" cy="3802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527" extrusionOk="0">
                    <a:moveTo>
                      <a:pt x="338" y="1"/>
                    </a:moveTo>
                    <a:cubicBezTo>
                      <a:pt x="1" y="1"/>
                      <a:pt x="1" y="526"/>
                      <a:pt x="338" y="526"/>
                    </a:cubicBezTo>
                    <a:cubicBezTo>
                      <a:pt x="685" y="526"/>
                      <a:pt x="685" y="1"/>
                      <a:pt x="3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46"/>
              <p:cNvSpPr/>
              <p:nvPr/>
            </p:nvSpPr>
            <p:spPr>
              <a:xfrm>
                <a:off x="1032089" y="4085028"/>
                <a:ext cx="65269" cy="171417"/>
              </a:xfrm>
              <a:custGeom>
                <a:avLst/>
                <a:gdLst/>
                <a:ahLst/>
                <a:cxnLst/>
                <a:rect l="l" t="t" r="r" b="b"/>
                <a:pathLst>
                  <a:path w="902" h="2376" extrusionOk="0">
                    <a:moveTo>
                      <a:pt x="282" y="0"/>
                    </a:moveTo>
                    <a:cubicBezTo>
                      <a:pt x="148" y="0"/>
                      <a:pt x="0" y="110"/>
                      <a:pt x="18" y="285"/>
                    </a:cubicBezTo>
                    <a:cubicBezTo>
                      <a:pt x="117" y="930"/>
                      <a:pt x="246" y="1564"/>
                      <a:pt x="405" y="2199"/>
                    </a:cubicBezTo>
                    <a:cubicBezTo>
                      <a:pt x="433" y="2322"/>
                      <a:pt x="528" y="2376"/>
                      <a:pt x="625" y="2376"/>
                    </a:cubicBezTo>
                    <a:cubicBezTo>
                      <a:pt x="762" y="2376"/>
                      <a:pt x="901" y="2268"/>
                      <a:pt x="861" y="2100"/>
                    </a:cubicBezTo>
                    <a:cubicBezTo>
                      <a:pt x="702" y="1465"/>
                      <a:pt x="573" y="821"/>
                      <a:pt x="484" y="176"/>
                    </a:cubicBezTo>
                    <a:cubicBezTo>
                      <a:pt x="464" y="54"/>
                      <a:pt x="376" y="0"/>
                      <a:pt x="2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46"/>
              <p:cNvSpPr/>
              <p:nvPr/>
            </p:nvSpPr>
            <p:spPr>
              <a:xfrm>
                <a:off x="1012552" y="4027601"/>
                <a:ext cx="44574" cy="33692"/>
              </a:xfrm>
              <a:custGeom>
                <a:avLst/>
                <a:gdLst/>
                <a:ahLst/>
                <a:cxnLst/>
                <a:rect l="l" t="t" r="r" b="b"/>
                <a:pathLst>
                  <a:path w="616" h="467" extrusionOk="0">
                    <a:moveTo>
                      <a:pt x="318" y="1"/>
                    </a:moveTo>
                    <a:cubicBezTo>
                      <a:pt x="20" y="1"/>
                      <a:pt x="0" y="437"/>
                      <a:pt x="298" y="467"/>
                    </a:cubicBezTo>
                    <a:cubicBezTo>
                      <a:pt x="595" y="457"/>
                      <a:pt x="615" y="30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46"/>
              <p:cNvSpPr/>
              <p:nvPr/>
            </p:nvSpPr>
            <p:spPr>
              <a:xfrm>
                <a:off x="1065882" y="4282272"/>
                <a:ext cx="45008" cy="33692"/>
              </a:xfrm>
              <a:custGeom>
                <a:avLst/>
                <a:gdLst/>
                <a:ahLst/>
                <a:cxnLst/>
                <a:rect l="l" t="t" r="r" b="b"/>
                <a:pathLst>
                  <a:path w="622" h="467" extrusionOk="0">
                    <a:moveTo>
                      <a:pt x="315" y="0"/>
                    </a:moveTo>
                    <a:cubicBezTo>
                      <a:pt x="26" y="0"/>
                      <a:pt x="0" y="457"/>
                      <a:pt x="304" y="466"/>
                    </a:cubicBezTo>
                    <a:cubicBezTo>
                      <a:pt x="592" y="466"/>
                      <a:pt x="622" y="30"/>
                      <a:pt x="324" y="0"/>
                    </a:cubicBezTo>
                    <a:cubicBezTo>
                      <a:pt x="321" y="0"/>
                      <a:pt x="318" y="0"/>
                      <a:pt x="31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46"/>
              <p:cNvSpPr/>
              <p:nvPr/>
            </p:nvSpPr>
            <p:spPr>
              <a:xfrm>
                <a:off x="1140991" y="2743925"/>
                <a:ext cx="121275" cy="233028"/>
              </a:xfrm>
              <a:custGeom>
                <a:avLst/>
                <a:gdLst/>
                <a:ahLst/>
                <a:cxnLst/>
                <a:rect l="l" t="t" r="r" b="b"/>
                <a:pathLst>
                  <a:path w="1676" h="3230" extrusionOk="0">
                    <a:moveTo>
                      <a:pt x="1380" y="1"/>
                    </a:moveTo>
                    <a:cubicBezTo>
                      <a:pt x="1314" y="1"/>
                      <a:pt x="1250" y="25"/>
                      <a:pt x="1200" y="75"/>
                    </a:cubicBezTo>
                    <a:cubicBezTo>
                      <a:pt x="1071" y="174"/>
                      <a:pt x="1041" y="303"/>
                      <a:pt x="972" y="452"/>
                    </a:cubicBezTo>
                    <a:cubicBezTo>
                      <a:pt x="903" y="591"/>
                      <a:pt x="704" y="650"/>
                      <a:pt x="605" y="739"/>
                    </a:cubicBezTo>
                    <a:cubicBezTo>
                      <a:pt x="377" y="947"/>
                      <a:pt x="367" y="1195"/>
                      <a:pt x="327" y="1473"/>
                    </a:cubicBezTo>
                    <a:cubicBezTo>
                      <a:pt x="278" y="1622"/>
                      <a:pt x="208" y="1770"/>
                      <a:pt x="119" y="1899"/>
                    </a:cubicBezTo>
                    <a:cubicBezTo>
                      <a:pt x="40" y="2048"/>
                      <a:pt x="0" y="2217"/>
                      <a:pt x="20" y="2385"/>
                    </a:cubicBezTo>
                    <a:cubicBezTo>
                      <a:pt x="70" y="2683"/>
                      <a:pt x="308" y="2940"/>
                      <a:pt x="516" y="3149"/>
                    </a:cubicBezTo>
                    <a:cubicBezTo>
                      <a:pt x="571" y="3206"/>
                      <a:pt x="633" y="3230"/>
                      <a:pt x="693" y="3230"/>
                    </a:cubicBezTo>
                    <a:cubicBezTo>
                      <a:pt x="894" y="3230"/>
                      <a:pt x="1073" y="2963"/>
                      <a:pt x="883" y="2772"/>
                    </a:cubicBezTo>
                    <a:cubicBezTo>
                      <a:pt x="813" y="2702"/>
                      <a:pt x="744" y="2623"/>
                      <a:pt x="684" y="2544"/>
                    </a:cubicBezTo>
                    <a:cubicBezTo>
                      <a:pt x="645" y="2494"/>
                      <a:pt x="605" y="2435"/>
                      <a:pt x="575" y="2385"/>
                    </a:cubicBezTo>
                    <a:cubicBezTo>
                      <a:pt x="567" y="2369"/>
                      <a:pt x="552" y="2293"/>
                      <a:pt x="542" y="2293"/>
                    </a:cubicBezTo>
                    <a:cubicBezTo>
                      <a:pt x="540" y="2293"/>
                      <a:pt x="537" y="2297"/>
                      <a:pt x="536" y="2306"/>
                    </a:cubicBezTo>
                    <a:cubicBezTo>
                      <a:pt x="575" y="2038"/>
                      <a:pt x="803" y="1840"/>
                      <a:pt x="843" y="1562"/>
                    </a:cubicBezTo>
                    <a:cubicBezTo>
                      <a:pt x="873" y="1344"/>
                      <a:pt x="843" y="1205"/>
                      <a:pt x="1051" y="1057"/>
                    </a:cubicBezTo>
                    <a:cubicBezTo>
                      <a:pt x="1190" y="977"/>
                      <a:pt x="1299" y="878"/>
                      <a:pt x="1398" y="759"/>
                    </a:cubicBezTo>
                    <a:cubicBezTo>
                      <a:pt x="1468" y="660"/>
                      <a:pt x="1478" y="531"/>
                      <a:pt x="1567" y="462"/>
                    </a:cubicBezTo>
                    <a:cubicBezTo>
                      <a:pt x="1676" y="353"/>
                      <a:pt x="1676" y="184"/>
                      <a:pt x="1567" y="75"/>
                    </a:cubicBezTo>
                    <a:cubicBezTo>
                      <a:pt x="1512" y="25"/>
                      <a:pt x="1445" y="1"/>
                      <a:pt x="138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46"/>
              <p:cNvSpPr/>
              <p:nvPr/>
            </p:nvSpPr>
            <p:spPr>
              <a:xfrm>
                <a:off x="1275870" y="2719972"/>
                <a:ext cx="49567" cy="3867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536" extrusionOk="0">
                    <a:moveTo>
                      <a:pt x="347" y="0"/>
                    </a:moveTo>
                    <a:cubicBezTo>
                      <a:pt x="0" y="0"/>
                      <a:pt x="0" y="536"/>
                      <a:pt x="347" y="536"/>
                    </a:cubicBezTo>
                    <a:cubicBezTo>
                      <a:pt x="684" y="536"/>
                      <a:pt x="684" y="0"/>
                      <a:pt x="3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46"/>
              <p:cNvSpPr/>
              <p:nvPr/>
            </p:nvSpPr>
            <p:spPr>
              <a:xfrm>
                <a:off x="1199096" y="3001122"/>
                <a:ext cx="49567" cy="3867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536" extrusionOk="0">
                    <a:moveTo>
                      <a:pt x="337" y="0"/>
                    </a:moveTo>
                    <a:cubicBezTo>
                      <a:pt x="0" y="0"/>
                      <a:pt x="0" y="536"/>
                      <a:pt x="337" y="536"/>
                    </a:cubicBezTo>
                    <a:cubicBezTo>
                      <a:pt x="685" y="536"/>
                      <a:pt x="685" y="0"/>
                      <a:pt x="33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46"/>
              <p:cNvSpPr/>
              <p:nvPr/>
            </p:nvSpPr>
            <p:spPr>
              <a:xfrm>
                <a:off x="569854" y="2984456"/>
                <a:ext cx="450296" cy="372485"/>
              </a:xfrm>
              <a:custGeom>
                <a:avLst/>
                <a:gdLst/>
                <a:ahLst/>
                <a:cxnLst/>
                <a:rect l="l" t="t" r="r" b="b"/>
                <a:pathLst>
                  <a:path w="6223" h="5163" extrusionOk="0">
                    <a:moveTo>
                      <a:pt x="3327" y="1"/>
                    </a:moveTo>
                    <a:cubicBezTo>
                      <a:pt x="3143" y="1"/>
                      <a:pt x="2955" y="21"/>
                      <a:pt x="2767" y="63"/>
                    </a:cubicBezTo>
                    <a:cubicBezTo>
                      <a:pt x="516" y="558"/>
                      <a:pt x="1" y="3523"/>
                      <a:pt x="1934" y="4752"/>
                    </a:cubicBezTo>
                    <a:cubicBezTo>
                      <a:pt x="2382" y="5036"/>
                      <a:pt x="2858" y="5163"/>
                      <a:pt x="3318" y="5163"/>
                    </a:cubicBezTo>
                    <a:cubicBezTo>
                      <a:pt x="4854" y="5163"/>
                      <a:pt x="6222" y="3750"/>
                      <a:pt x="5841" y="2026"/>
                    </a:cubicBezTo>
                    <a:cubicBezTo>
                      <a:pt x="5575" y="817"/>
                      <a:pt x="4509" y="1"/>
                      <a:pt x="33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46"/>
              <p:cNvSpPr/>
              <p:nvPr/>
            </p:nvSpPr>
            <p:spPr>
              <a:xfrm>
                <a:off x="624413" y="3027022"/>
                <a:ext cx="353623" cy="292692"/>
              </a:xfrm>
              <a:custGeom>
                <a:avLst/>
                <a:gdLst/>
                <a:ahLst/>
                <a:cxnLst/>
                <a:rect l="l" t="t" r="r" b="b"/>
                <a:pathLst>
                  <a:path w="4887" h="4057" extrusionOk="0">
                    <a:moveTo>
                      <a:pt x="2608" y="0"/>
                    </a:moveTo>
                    <a:cubicBezTo>
                      <a:pt x="2464" y="0"/>
                      <a:pt x="2318" y="16"/>
                      <a:pt x="2172" y="48"/>
                    </a:cubicBezTo>
                    <a:cubicBezTo>
                      <a:pt x="407" y="444"/>
                      <a:pt x="0" y="2764"/>
                      <a:pt x="1527" y="3736"/>
                    </a:cubicBezTo>
                    <a:cubicBezTo>
                      <a:pt x="1876" y="3957"/>
                      <a:pt x="2246" y="4056"/>
                      <a:pt x="2606" y="4056"/>
                    </a:cubicBezTo>
                    <a:cubicBezTo>
                      <a:pt x="3810" y="4056"/>
                      <a:pt x="4887" y="2944"/>
                      <a:pt x="4581" y="1585"/>
                    </a:cubicBezTo>
                    <a:cubicBezTo>
                      <a:pt x="4375" y="640"/>
                      <a:pt x="3537" y="0"/>
                      <a:pt x="260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46"/>
              <p:cNvSpPr/>
              <p:nvPr/>
            </p:nvSpPr>
            <p:spPr>
              <a:xfrm>
                <a:off x="676078" y="3067134"/>
                <a:ext cx="256589" cy="212106"/>
              </a:xfrm>
              <a:custGeom>
                <a:avLst/>
                <a:gdLst/>
                <a:ahLst/>
                <a:cxnLst/>
                <a:rect l="l" t="t" r="r" b="b"/>
                <a:pathLst>
                  <a:path w="3546" h="2940" extrusionOk="0">
                    <a:moveTo>
                      <a:pt x="1902" y="1"/>
                    </a:moveTo>
                    <a:cubicBezTo>
                      <a:pt x="1795" y="1"/>
                      <a:pt x="1686" y="12"/>
                      <a:pt x="1577" y="37"/>
                    </a:cubicBezTo>
                    <a:cubicBezTo>
                      <a:pt x="298" y="315"/>
                      <a:pt x="0" y="2000"/>
                      <a:pt x="1101" y="2704"/>
                    </a:cubicBezTo>
                    <a:cubicBezTo>
                      <a:pt x="1357" y="2867"/>
                      <a:pt x="1628" y="2939"/>
                      <a:pt x="1891" y="2939"/>
                    </a:cubicBezTo>
                    <a:cubicBezTo>
                      <a:pt x="2767" y="2939"/>
                      <a:pt x="3545" y="2131"/>
                      <a:pt x="3332" y="1147"/>
                    </a:cubicBezTo>
                    <a:cubicBezTo>
                      <a:pt x="3178" y="463"/>
                      <a:pt x="2574" y="1"/>
                      <a:pt x="19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46"/>
              <p:cNvSpPr/>
              <p:nvPr/>
            </p:nvSpPr>
            <p:spPr>
              <a:xfrm>
                <a:off x="761463" y="3104577"/>
                <a:ext cx="111941" cy="134767"/>
              </a:xfrm>
              <a:custGeom>
                <a:avLst/>
                <a:gdLst/>
                <a:ahLst/>
                <a:cxnLst/>
                <a:rect l="l" t="t" r="r" b="b"/>
                <a:pathLst>
                  <a:path w="1547" h="1868" extrusionOk="0">
                    <a:moveTo>
                      <a:pt x="215" y="0"/>
                    </a:moveTo>
                    <a:cubicBezTo>
                      <a:pt x="209" y="0"/>
                      <a:pt x="203" y="1"/>
                      <a:pt x="198" y="4"/>
                    </a:cubicBezTo>
                    <a:cubicBezTo>
                      <a:pt x="169" y="4"/>
                      <a:pt x="149" y="14"/>
                      <a:pt x="129" y="34"/>
                    </a:cubicBezTo>
                    <a:cubicBezTo>
                      <a:pt x="79" y="63"/>
                      <a:pt x="59" y="123"/>
                      <a:pt x="79" y="172"/>
                    </a:cubicBezTo>
                    <a:cubicBezTo>
                      <a:pt x="99" y="212"/>
                      <a:pt x="119" y="252"/>
                      <a:pt x="139" y="281"/>
                    </a:cubicBezTo>
                    <a:cubicBezTo>
                      <a:pt x="159" y="321"/>
                      <a:pt x="178" y="361"/>
                      <a:pt x="198" y="400"/>
                    </a:cubicBezTo>
                    <a:cubicBezTo>
                      <a:pt x="149" y="440"/>
                      <a:pt x="109" y="490"/>
                      <a:pt x="79" y="539"/>
                    </a:cubicBezTo>
                    <a:cubicBezTo>
                      <a:pt x="50" y="589"/>
                      <a:pt x="20" y="648"/>
                      <a:pt x="10" y="708"/>
                    </a:cubicBezTo>
                    <a:cubicBezTo>
                      <a:pt x="0" y="757"/>
                      <a:pt x="0" y="817"/>
                      <a:pt x="10" y="876"/>
                    </a:cubicBezTo>
                    <a:cubicBezTo>
                      <a:pt x="20" y="936"/>
                      <a:pt x="50" y="995"/>
                      <a:pt x="89" y="1045"/>
                    </a:cubicBezTo>
                    <a:cubicBezTo>
                      <a:pt x="129" y="1095"/>
                      <a:pt x="188" y="1144"/>
                      <a:pt x="248" y="1164"/>
                    </a:cubicBezTo>
                    <a:cubicBezTo>
                      <a:pt x="307" y="1184"/>
                      <a:pt x="377" y="1204"/>
                      <a:pt x="446" y="1204"/>
                    </a:cubicBezTo>
                    <a:cubicBezTo>
                      <a:pt x="516" y="1204"/>
                      <a:pt x="585" y="1194"/>
                      <a:pt x="654" y="1184"/>
                    </a:cubicBezTo>
                    <a:cubicBezTo>
                      <a:pt x="724" y="1174"/>
                      <a:pt x="783" y="1154"/>
                      <a:pt x="843" y="1144"/>
                    </a:cubicBezTo>
                    <a:lnTo>
                      <a:pt x="912" y="1124"/>
                    </a:lnTo>
                    <a:cubicBezTo>
                      <a:pt x="932" y="1114"/>
                      <a:pt x="962" y="1104"/>
                      <a:pt x="992" y="1104"/>
                    </a:cubicBezTo>
                    <a:lnTo>
                      <a:pt x="1061" y="1104"/>
                    </a:lnTo>
                    <a:cubicBezTo>
                      <a:pt x="1111" y="1104"/>
                      <a:pt x="1140" y="1144"/>
                      <a:pt x="1130" y="1184"/>
                    </a:cubicBezTo>
                    <a:cubicBezTo>
                      <a:pt x="1130" y="1204"/>
                      <a:pt x="1120" y="1223"/>
                      <a:pt x="1111" y="1243"/>
                    </a:cubicBezTo>
                    <a:cubicBezTo>
                      <a:pt x="1101" y="1263"/>
                      <a:pt x="1091" y="1283"/>
                      <a:pt x="1071" y="1293"/>
                    </a:cubicBezTo>
                    <a:lnTo>
                      <a:pt x="1031" y="1332"/>
                    </a:lnTo>
                    <a:cubicBezTo>
                      <a:pt x="1001" y="1352"/>
                      <a:pt x="972" y="1372"/>
                      <a:pt x="932" y="1392"/>
                    </a:cubicBezTo>
                    <a:lnTo>
                      <a:pt x="823" y="1422"/>
                    </a:lnTo>
                    <a:lnTo>
                      <a:pt x="714" y="1461"/>
                    </a:lnTo>
                    <a:cubicBezTo>
                      <a:pt x="684" y="1471"/>
                      <a:pt x="654" y="1491"/>
                      <a:pt x="625" y="1511"/>
                    </a:cubicBezTo>
                    <a:cubicBezTo>
                      <a:pt x="595" y="1531"/>
                      <a:pt x="575" y="1570"/>
                      <a:pt x="565" y="1610"/>
                    </a:cubicBezTo>
                    <a:cubicBezTo>
                      <a:pt x="555" y="1650"/>
                      <a:pt x="565" y="1689"/>
                      <a:pt x="595" y="1719"/>
                    </a:cubicBezTo>
                    <a:cubicBezTo>
                      <a:pt x="615" y="1749"/>
                      <a:pt x="654" y="1769"/>
                      <a:pt x="694" y="1779"/>
                    </a:cubicBezTo>
                    <a:cubicBezTo>
                      <a:pt x="744" y="1779"/>
                      <a:pt x="793" y="1769"/>
                      <a:pt x="833" y="1759"/>
                    </a:cubicBezTo>
                    <a:cubicBezTo>
                      <a:pt x="882" y="1749"/>
                      <a:pt x="932" y="1729"/>
                      <a:pt x="982" y="1709"/>
                    </a:cubicBezTo>
                    <a:cubicBezTo>
                      <a:pt x="1031" y="1689"/>
                      <a:pt x="1071" y="1670"/>
                      <a:pt x="1101" y="1660"/>
                    </a:cubicBezTo>
                    <a:cubicBezTo>
                      <a:pt x="1104" y="1656"/>
                      <a:pt x="1107" y="1655"/>
                      <a:pt x="1111" y="1655"/>
                    </a:cubicBezTo>
                    <a:cubicBezTo>
                      <a:pt x="1117" y="1655"/>
                      <a:pt x="1124" y="1660"/>
                      <a:pt x="1130" y="1660"/>
                    </a:cubicBezTo>
                    <a:cubicBezTo>
                      <a:pt x="1140" y="1670"/>
                      <a:pt x="1150" y="1680"/>
                      <a:pt x="1160" y="1689"/>
                    </a:cubicBezTo>
                    <a:lnTo>
                      <a:pt x="1190" y="1729"/>
                    </a:lnTo>
                    <a:cubicBezTo>
                      <a:pt x="1200" y="1739"/>
                      <a:pt x="1200" y="1749"/>
                      <a:pt x="1210" y="1749"/>
                    </a:cubicBezTo>
                    <a:lnTo>
                      <a:pt x="1230" y="1789"/>
                    </a:lnTo>
                    <a:lnTo>
                      <a:pt x="1259" y="1818"/>
                    </a:lnTo>
                    <a:cubicBezTo>
                      <a:pt x="1279" y="1848"/>
                      <a:pt x="1309" y="1868"/>
                      <a:pt x="1348" y="1868"/>
                    </a:cubicBezTo>
                    <a:cubicBezTo>
                      <a:pt x="1378" y="1868"/>
                      <a:pt x="1418" y="1848"/>
                      <a:pt x="1448" y="1828"/>
                    </a:cubicBezTo>
                    <a:cubicBezTo>
                      <a:pt x="1467" y="1818"/>
                      <a:pt x="1487" y="1789"/>
                      <a:pt x="1497" y="1759"/>
                    </a:cubicBezTo>
                    <a:cubicBezTo>
                      <a:pt x="1507" y="1729"/>
                      <a:pt x="1507" y="1709"/>
                      <a:pt x="1497" y="1680"/>
                    </a:cubicBezTo>
                    <a:cubicBezTo>
                      <a:pt x="1487" y="1660"/>
                      <a:pt x="1477" y="1630"/>
                      <a:pt x="1458" y="1610"/>
                    </a:cubicBezTo>
                    <a:cubicBezTo>
                      <a:pt x="1438" y="1580"/>
                      <a:pt x="1428" y="1561"/>
                      <a:pt x="1408" y="1541"/>
                    </a:cubicBezTo>
                    <a:lnTo>
                      <a:pt x="1368" y="1481"/>
                    </a:lnTo>
                    <a:cubicBezTo>
                      <a:pt x="1368" y="1471"/>
                      <a:pt x="1358" y="1461"/>
                      <a:pt x="1368" y="1451"/>
                    </a:cubicBezTo>
                    <a:cubicBezTo>
                      <a:pt x="1398" y="1412"/>
                      <a:pt x="1428" y="1372"/>
                      <a:pt x="1458" y="1323"/>
                    </a:cubicBezTo>
                    <a:cubicBezTo>
                      <a:pt x="1487" y="1293"/>
                      <a:pt x="1517" y="1243"/>
                      <a:pt x="1527" y="1204"/>
                    </a:cubicBezTo>
                    <a:cubicBezTo>
                      <a:pt x="1547" y="1164"/>
                      <a:pt x="1547" y="1114"/>
                      <a:pt x="1547" y="1075"/>
                    </a:cubicBezTo>
                    <a:cubicBezTo>
                      <a:pt x="1537" y="1015"/>
                      <a:pt x="1507" y="966"/>
                      <a:pt x="1477" y="926"/>
                    </a:cubicBezTo>
                    <a:cubicBezTo>
                      <a:pt x="1428" y="866"/>
                      <a:pt x="1378" y="827"/>
                      <a:pt x="1309" y="797"/>
                    </a:cubicBezTo>
                    <a:cubicBezTo>
                      <a:pt x="1239" y="777"/>
                      <a:pt x="1170" y="767"/>
                      <a:pt x="1101" y="767"/>
                    </a:cubicBezTo>
                    <a:cubicBezTo>
                      <a:pt x="1031" y="767"/>
                      <a:pt x="952" y="777"/>
                      <a:pt x="882" y="787"/>
                    </a:cubicBezTo>
                    <a:lnTo>
                      <a:pt x="684" y="827"/>
                    </a:lnTo>
                    <a:cubicBezTo>
                      <a:pt x="625" y="837"/>
                      <a:pt x="575" y="847"/>
                      <a:pt x="516" y="847"/>
                    </a:cubicBezTo>
                    <a:cubicBezTo>
                      <a:pt x="508" y="848"/>
                      <a:pt x="501" y="849"/>
                      <a:pt x="494" y="849"/>
                    </a:cubicBezTo>
                    <a:cubicBezTo>
                      <a:pt x="462" y="849"/>
                      <a:pt x="433" y="833"/>
                      <a:pt x="416" y="817"/>
                    </a:cubicBezTo>
                    <a:cubicBezTo>
                      <a:pt x="407" y="797"/>
                      <a:pt x="397" y="777"/>
                      <a:pt x="397" y="757"/>
                    </a:cubicBezTo>
                    <a:cubicBezTo>
                      <a:pt x="407" y="738"/>
                      <a:pt x="407" y="718"/>
                      <a:pt x="416" y="698"/>
                    </a:cubicBezTo>
                    <a:cubicBezTo>
                      <a:pt x="426" y="678"/>
                      <a:pt x="446" y="658"/>
                      <a:pt x="456" y="648"/>
                    </a:cubicBezTo>
                    <a:cubicBezTo>
                      <a:pt x="466" y="628"/>
                      <a:pt x="486" y="619"/>
                      <a:pt x="506" y="609"/>
                    </a:cubicBezTo>
                    <a:cubicBezTo>
                      <a:pt x="535" y="579"/>
                      <a:pt x="565" y="559"/>
                      <a:pt x="605" y="549"/>
                    </a:cubicBezTo>
                    <a:lnTo>
                      <a:pt x="694" y="519"/>
                    </a:lnTo>
                    <a:lnTo>
                      <a:pt x="783" y="490"/>
                    </a:lnTo>
                    <a:cubicBezTo>
                      <a:pt x="813" y="480"/>
                      <a:pt x="843" y="460"/>
                      <a:pt x="863" y="440"/>
                    </a:cubicBezTo>
                    <a:cubicBezTo>
                      <a:pt x="882" y="430"/>
                      <a:pt x="902" y="410"/>
                      <a:pt x="912" y="400"/>
                    </a:cubicBezTo>
                    <a:cubicBezTo>
                      <a:pt x="932" y="381"/>
                      <a:pt x="942" y="361"/>
                      <a:pt x="952" y="341"/>
                    </a:cubicBezTo>
                    <a:cubicBezTo>
                      <a:pt x="962" y="311"/>
                      <a:pt x="962" y="291"/>
                      <a:pt x="962" y="272"/>
                    </a:cubicBezTo>
                    <a:cubicBezTo>
                      <a:pt x="962" y="252"/>
                      <a:pt x="952" y="222"/>
                      <a:pt x="942" y="212"/>
                    </a:cubicBezTo>
                    <a:cubicBezTo>
                      <a:pt x="932" y="192"/>
                      <a:pt x="922" y="182"/>
                      <a:pt x="902" y="182"/>
                    </a:cubicBezTo>
                    <a:lnTo>
                      <a:pt x="873" y="162"/>
                    </a:lnTo>
                    <a:cubicBezTo>
                      <a:pt x="833" y="143"/>
                      <a:pt x="793" y="143"/>
                      <a:pt x="754" y="143"/>
                    </a:cubicBezTo>
                    <a:cubicBezTo>
                      <a:pt x="739" y="140"/>
                      <a:pt x="725" y="139"/>
                      <a:pt x="712" y="139"/>
                    </a:cubicBezTo>
                    <a:cubicBezTo>
                      <a:pt x="681" y="139"/>
                      <a:pt x="653" y="146"/>
                      <a:pt x="625" y="153"/>
                    </a:cubicBezTo>
                    <a:cubicBezTo>
                      <a:pt x="585" y="153"/>
                      <a:pt x="545" y="172"/>
                      <a:pt x="506" y="182"/>
                    </a:cubicBezTo>
                    <a:cubicBezTo>
                      <a:pt x="456" y="202"/>
                      <a:pt x="426" y="212"/>
                      <a:pt x="387" y="232"/>
                    </a:cubicBezTo>
                    <a:lnTo>
                      <a:pt x="327" y="133"/>
                    </a:lnTo>
                    <a:cubicBezTo>
                      <a:pt x="307" y="93"/>
                      <a:pt x="288" y="63"/>
                      <a:pt x="258" y="34"/>
                    </a:cubicBezTo>
                    <a:cubicBezTo>
                      <a:pt x="250" y="11"/>
                      <a:pt x="232" y="0"/>
                      <a:pt x="2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46"/>
              <p:cNvSpPr/>
              <p:nvPr/>
            </p:nvSpPr>
            <p:spPr>
              <a:xfrm>
                <a:off x="692576" y="3290784"/>
                <a:ext cx="136399" cy="136715"/>
              </a:xfrm>
              <a:custGeom>
                <a:avLst/>
                <a:gdLst/>
                <a:ahLst/>
                <a:cxnLst/>
                <a:rect l="l" t="t" r="r" b="b"/>
                <a:pathLst>
                  <a:path w="1885" h="1895" extrusionOk="0">
                    <a:moveTo>
                      <a:pt x="922" y="1"/>
                    </a:moveTo>
                    <a:cubicBezTo>
                      <a:pt x="833" y="11"/>
                      <a:pt x="754" y="685"/>
                      <a:pt x="714" y="725"/>
                    </a:cubicBezTo>
                    <a:cubicBezTo>
                      <a:pt x="625" y="814"/>
                      <a:pt x="0" y="873"/>
                      <a:pt x="10" y="963"/>
                    </a:cubicBezTo>
                    <a:cubicBezTo>
                      <a:pt x="20" y="1052"/>
                      <a:pt x="625" y="1082"/>
                      <a:pt x="714" y="1171"/>
                    </a:cubicBezTo>
                    <a:cubicBezTo>
                      <a:pt x="764" y="1220"/>
                      <a:pt x="863" y="1895"/>
                      <a:pt x="962" y="1895"/>
                    </a:cubicBezTo>
                    <a:cubicBezTo>
                      <a:pt x="1061" y="1885"/>
                      <a:pt x="1130" y="1220"/>
                      <a:pt x="1170" y="1171"/>
                    </a:cubicBezTo>
                    <a:cubicBezTo>
                      <a:pt x="1259" y="1091"/>
                      <a:pt x="1884" y="1022"/>
                      <a:pt x="1884" y="933"/>
                    </a:cubicBezTo>
                    <a:cubicBezTo>
                      <a:pt x="1874" y="854"/>
                      <a:pt x="1249" y="804"/>
                      <a:pt x="1170" y="725"/>
                    </a:cubicBezTo>
                    <a:cubicBezTo>
                      <a:pt x="1121" y="675"/>
                      <a:pt x="1021" y="1"/>
                      <a:pt x="92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46"/>
              <p:cNvSpPr/>
              <p:nvPr/>
            </p:nvSpPr>
            <p:spPr>
              <a:xfrm>
                <a:off x="1544181" y="3206374"/>
                <a:ext cx="122071" cy="122430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697" extrusionOk="0">
                    <a:moveTo>
                      <a:pt x="824" y="1"/>
                    </a:moveTo>
                    <a:cubicBezTo>
                      <a:pt x="744" y="11"/>
                      <a:pt x="675" y="606"/>
                      <a:pt x="635" y="655"/>
                    </a:cubicBezTo>
                    <a:cubicBezTo>
                      <a:pt x="556" y="735"/>
                      <a:pt x="1" y="784"/>
                      <a:pt x="1" y="863"/>
                    </a:cubicBezTo>
                    <a:cubicBezTo>
                      <a:pt x="1" y="943"/>
                      <a:pt x="556" y="982"/>
                      <a:pt x="635" y="1052"/>
                    </a:cubicBezTo>
                    <a:cubicBezTo>
                      <a:pt x="675" y="1091"/>
                      <a:pt x="772" y="1696"/>
                      <a:pt x="851" y="1696"/>
                    </a:cubicBezTo>
                    <a:cubicBezTo>
                      <a:pt x="852" y="1696"/>
                      <a:pt x="853" y="1696"/>
                      <a:pt x="853" y="1696"/>
                    </a:cubicBezTo>
                    <a:cubicBezTo>
                      <a:pt x="933" y="1696"/>
                      <a:pt x="1002" y="1091"/>
                      <a:pt x="1042" y="1052"/>
                    </a:cubicBezTo>
                    <a:cubicBezTo>
                      <a:pt x="1121" y="972"/>
                      <a:pt x="1686" y="913"/>
                      <a:pt x="1676" y="844"/>
                    </a:cubicBezTo>
                    <a:cubicBezTo>
                      <a:pt x="1676" y="764"/>
                      <a:pt x="1121" y="725"/>
                      <a:pt x="1042" y="645"/>
                    </a:cubicBezTo>
                    <a:cubicBezTo>
                      <a:pt x="1002" y="606"/>
                      <a:pt x="913" y="1"/>
                      <a:pt x="82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46"/>
              <p:cNvSpPr/>
              <p:nvPr/>
            </p:nvSpPr>
            <p:spPr>
              <a:xfrm>
                <a:off x="942218" y="3440340"/>
                <a:ext cx="46021" cy="34413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0"/>
                    </a:moveTo>
                    <a:cubicBezTo>
                      <a:pt x="1" y="0"/>
                      <a:pt x="1" y="476"/>
                      <a:pt x="318" y="476"/>
                    </a:cubicBezTo>
                    <a:cubicBezTo>
                      <a:pt x="635" y="476"/>
                      <a:pt x="63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46"/>
              <p:cNvSpPr/>
              <p:nvPr/>
            </p:nvSpPr>
            <p:spPr>
              <a:xfrm>
                <a:off x="1397073" y="2921690"/>
                <a:ext cx="45297" cy="34413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77" extrusionOk="0">
                    <a:moveTo>
                      <a:pt x="308" y="0"/>
                    </a:moveTo>
                    <a:cubicBezTo>
                      <a:pt x="1" y="0"/>
                      <a:pt x="1" y="476"/>
                      <a:pt x="308" y="476"/>
                    </a:cubicBezTo>
                    <a:cubicBezTo>
                      <a:pt x="626" y="476"/>
                      <a:pt x="626" y="0"/>
                      <a:pt x="3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46"/>
              <p:cNvSpPr/>
              <p:nvPr/>
            </p:nvSpPr>
            <p:spPr>
              <a:xfrm>
                <a:off x="1563574" y="3458160"/>
                <a:ext cx="46672" cy="3513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487" extrusionOk="0">
                    <a:moveTo>
                      <a:pt x="328" y="1"/>
                    </a:moveTo>
                    <a:cubicBezTo>
                      <a:pt x="0" y="1"/>
                      <a:pt x="0" y="487"/>
                      <a:pt x="328" y="487"/>
                    </a:cubicBezTo>
                    <a:cubicBezTo>
                      <a:pt x="645" y="477"/>
                      <a:pt x="645" y="1"/>
                      <a:pt x="32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97" name="Google Shape;2797;p46"/>
          <p:cNvGrpSpPr/>
          <p:nvPr/>
        </p:nvGrpSpPr>
        <p:grpSpPr>
          <a:xfrm>
            <a:off x="713219" y="1618886"/>
            <a:ext cx="537441" cy="456890"/>
            <a:chOff x="3824894" y="3938349"/>
            <a:chExt cx="537441" cy="456890"/>
          </a:xfrm>
        </p:grpSpPr>
        <p:sp>
          <p:nvSpPr>
            <p:cNvPr id="2798" name="Google Shape;2798;p46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99" name="Google Shape;2799;p46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2800" name="Google Shape;2800;p46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46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46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46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04" name="Google Shape;2804;p46"/>
          <p:cNvGrpSpPr/>
          <p:nvPr/>
        </p:nvGrpSpPr>
        <p:grpSpPr>
          <a:xfrm>
            <a:off x="2358251" y="1527319"/>
            <a:ext cx="683711" cy="640033"/>
            <a:chOff x="4230151" y="3601344"/>
            <a:chExt cx="683711" cy="640033"/>
          </a:xfrm>
        </p:grpSpPr>
        <p:sp>
          <p:nvSpPr>
            <p:cNvPr id="2805" name="Google Shape;2805;p46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06" name="Google Shape;2806;p46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2807" name="Google Shape;2807;p46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46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46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46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46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46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46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46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46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46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17" name="Google Shape;2817;p46"/>
          <p:cNvGrpSpPr/>
          <p:nvPr/>
        </p:nvGrpSpPr>
        <p:grpSpPr>
          <a:xfrm rot="1799918">
            <a:off x="1185751" y="982132"/>
            <a:ext cx="537356" cy="456817"/>
            <a:chOff x="3824894" y="3938349"/>
            <a:chExt cx="537441" cy="456890"/>
          </a:xfrm>
        </p:grpSpPr>
        <p:sp>
          <p:nvSpPr>
            <p:cNvPr id="2818" name="Google Shape;2818;p46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9" name="Google Shape;2819;p46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2820" name="Google Shape;2820;p46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46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46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46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24" name="Google Shape;2824;p46"/>
          <p:cNvGrpSpPr/>
          <p:nvPr/>
        </p:nvGrpSpPr>
        <p:grpSpPr>
          <a:xfrm>
            <a:off x="977167" y="3302107"/>
            <a:ext cx="273484" cy="274317"/>
            <a:chOff x="5885615" y="165400"/>
            <a:chExt cx="364743" cy="365756"/>
          </a:xfrm>
        </p:grpSpPr>
        <p:sp>
          <p:nvSpPr>
            <p:cNvPr id="2825" name="Google Shape;2825;p46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46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7" name="Google Shape;2827;p46"/>
          <p:cNvGrpSpPr/>
          <p:nvPr/>
        </p:nvGrpSpPr>
        <p:grpSpPr>
          <a:xfrm>
            <a:off x="7673744" y="539507"/>
            <a:ext cx="273484" cy="274317"/>
            <a:chOff x="5885615" y="165400"/>
            <a:chExt cx="364743" cy="365756"/>
          </a:xfrm>
        </p:grpSpPr>
        <p:sp>
          <p:nvSpPr>
            <p:cNvPr id="2828" name="Google Shape;2828;p46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46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0" name="Google Shape;2830;p46"/>
          <p:cNvGrpSpPr/>
          <p:nvPr/>
        </p:nvGrpSpPr>
        <p:grpSpPr>
          <a:xfrm>
            <a:off x="2899643" y="3074638"/>
            <a:ext cx="274452" cy="274317"/>
            <a:chOff x="2167548" y="1796250"/>
            <a:chExt cx="274452" cy="274317"/>
          </a:xfrm>
        </p:grpSpPr>
        <p:sp>
          <p:nvSpPr>
            <p:cNvPr id="2831" name="Google Shape;2831;p46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6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3" name="Google Shape;2833;p46"/>
          <p:cNvGrpSpPr/>
          <p:nvPr/>
        </p:nvGrpSpPr>
        <p:grpSpPr>
          <a:xfrm>
            <a:off x="575995" y="1042537"/>
            <a:ext cx="274452" cy="274317"/>
            <a:chOff x="2167548" y="1796250"/>
            <a:chExt cx="274452" cy="274317"/>
          </a:xfrm>
        </p:grpSpPr>
        <p:sp>
          <p:nvSpPr>
            <p:cNvPr id="2834" name="Google Shape;2834;p46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46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6" name="Google Shape;2836;p46"/>
          <p:cNvGrpSpPr/>
          <p:nvPr/>
        </p:nvGrpSpPr>
        <p:grpSpPr>
          <a:xfrm flipH="1">
            <a:off x="8071742" y="837788"/>
            <a:ext cx="359149" cy="274320"/>
            <a:chOff x="1684504" y="2090725"/>
            <a:chExt cx="359149" cy="274320"/>
          </a:xfrm>
        </p:grpSpPr>
        <p:sp>
          <p:nvSpPr>
            <p:cNvPr id="2837" name="Google Shape;2837;p46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6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9" name="Google Shape;2839;p46"/>
          <p:cNvGrpSpPr/>
          <p:nvPr/>
        </p:nvGrpSpPr>
        <p:grpSpPr>
          <a:xfrm flipH="1">
            <a:off x="1877517" y="1527325"/>
            <a:ext cx="359149" cy="274320"/>
            <a:chOff x="1684504" y="2090725"/>
            <a:chExt cx="359149" cy="274320"/>
          </a:xfrm>
        </p:grpSpPr>
        <p:sp>
          <p:nvSpPr>
            <p:cNvPr id="2840" name="Google Shape;2840;p46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46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2" name="Google Shape;2842;p46"/>
          <p:cNvGrpSpPr/>
          <p:nvPr/>
        </p:nvGrpSpPr>
        <p:grpSpPr>
          <a:xfrm>
            <a:off x="925876" y="539488"/>
            <a:ext cx="376078" cy="365766"/>
            <a:chOff x="1243851" y="2712376"/>
            <a:chExt cx="376078" cy="365766"/>
          </a:xfrm>
        </p:grpSpPr>
        <p:sp>
          <p:nvSpPr>
            <p:cNvPr id="2843" name="Google Shape;2843;p46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46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5" name="Google Shape;2845;p46"/>
          <p:cNvGrpSpPr/>
          <p:nvPr/>
        </p:nvGrpSpPr>
        <p:grpSpPr>
          <a:xfrm flipH="1">
            <a:off x="2236676" y="1035888"/>
            <a:ext cx="376078" cy="365766"/>
            <a:chOff x="1243851" y="2712376"/>
            <a:chExt cx="376078" cy="365766"/>
          </a:xfrm>
        </p:grpSpPr>
        <p:sp>
          <p:nvSpPr>
            <p:cNvPr id="2846" name="Google Shape;2846;p46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46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48" name="Google Shape;2848;p46"/>
          <p:cNvSpPr/>
          <p:nvPr/>
        </p:nvSpPr>
        <p:spPr>
          <a:xfrm rot="-1799991">
            <a:off x="2049505" y="4137445"/>
            <a:ext cx="558556" cy="16841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94x10</a:t>
            </a:r>
          </a:p>
        </p:txBody>
      </p:sp>
      <p:sp>
        <p:nvSpPr>
          <p:cNvPr id="2849" name="Google Shape;2849;p46"/>
          <p:cNvSpPr/>
          <p:nvPr/>
        </p:nvSpPr>
        <p:spPr>
          <a:xfrm rot="1800017">
            <a:off x="594782" y="2276263"/>
            <a:ext cx="236896" cy="14146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22</a:t>
            </a:r>
          </a:p>
        </p:txBody>
      </p:sp>
      <p:grpSp>
        <p:nvGrpSpPr>
          <p:cNvPr id="2850" name="Google Shape;2850;p46"/>
          <p:cNvGrpSpPr/>
          <p:nvPr/>
        </p:nvGrpSpPr>
        <p:grpSpPr>
          <a:xfrm>
            <a:off x="2768456" y="4329694"/>
            <a:ext cx="273484" cy="274317"/>
            <a:chOff x="5885615" y="165400"/>
            <a:chExt cx="364743" cy="365756"/>
          </a:xfrm>
        </p:grpSpPr>
        <p:sp>
          <p:nvSpPr>
            <p:cNvPr id="2851" name="Google Shape;2851;p46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46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3" name="Google Shape;2853;p46"/>
          <p:cNvGrpSpPr/>
          <p:nvPr/>
        </p:nvGrpSpPr>
        <p:grpSpPr>
          <a:xfrm>
            <a:off x="1317220" y="4084488"/>
            <a:ext cx="274452" cy="274317"/>
            <a:chOff x="2167548" y="1796250"/>
            <a:chExt cx="274452" cy="274317"/>
          </a:xfrm>
        </p:grpSpPr>
        <p:sp>
          <p:nvSpPr>
            <p:cNvPr id="2854" name="Google Shape;2854;p46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46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p47"/>
          <p:cNvSpPr txBox="1">
            <a:spLocks noGrp="1"/>
          </p:cNvSpPr>
          <p:nvPr>
            <p:ph type="title"/>
          </p:nvPr>
        </p:nvSpPr>
        <p:spPr>
          <a:xfrm>
            <a:off x="713225" y="4009700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grpSp>
        <p:nvGrpSpPr>
          <p:cNvPr id="2861" name="Google Shape;2861;p47"/>
          <p:cNvGrpSpPr/>
          <p:nvPr/>
        </p:nvGrpSpPr>
        <p:grpSpPr>
          <a:xfrm>
            <a:off x="7998450" y="4466844"/>
            <a:ext cx="273484" cy="274317"/>
            <a:chOff x="5885615" y="165400"/>
            <a:chExt cx="364743" cy="365756"/>
          </a:xfrm>
        </p:grpSpPr>
        <p:sp>
          <p:nvSpPr>
            <p:cNvPr id="2862" name="Google Shape;2862;p4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4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4" name="Google Shape;2864;p47"/>
          <p:cNvGrpSpPr/>
          <p:nvPr/>
        </p:nvGrpSpPr>
        <p:grpSpPr>
          <a:xfrm>
            <a:off x="1074977" y="3232057"/>
            <a:ext cx="273484" cy="274317"/>
            <a:chOff x="5885615" y="165400"/>
            <a:chExt cx="364743" cy="365756"/>
          </a:xfrm>
        </p:grpSpPr>
        <p:sp>
          <p:nvSpPr>
            <p:cNvPr id="2865" name="Google Shape;2865;p4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7" name="Google Shape;2867;p47"/>
          <p:cNvGrpSpPr/>
          <p:nvPr/>
        </p:nvGrpSpPr>
        <p:grpSpPr>
          <a:xfrm>
            <a:off x="8293548" y="4169688"/>
            <a:ext cx="274452" cy="274317"/>
            <a:chOff x="2167548" y="1796250"/>
            <a:chExt cx="274452" cy="274317"/>
          </a:xfrm>
        </p:grpSpPr>
        <p:sp>
          <p:nvSpPr>
            <p:cNvPr id="2868" name="Google Shape;2868;p4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0" name="Google Shape;2870;p47"/>
          <p:cNvGrpSpPr/>
          <p:nvPr/>
        </p:nvGrpSpPr>
        <p:grpSpPr>
          <a:xfrm>
            <a:off x="1480600" y="3560875"/>
            <a:ext cx="274452" cy="274317"/>
            <a:chOff x="2167548" y="1796250"/>
            <a:chExt cx="274452" cy="274317"/>
          </a:xfrm>
        </p:grpSpPr>
        <p:sp>
          <p:nvSpPr>
            <p:cNvPr id="2871" name="Google Shape;2871;p4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4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3" name="Google Shape;2873;p47"/>
          <p:cNvGrpSpPr/>
          <p:nvPr/>
        </p:nvGrpSpPr>
        <p:grpSpPr>
          <a:xfrm>
            <a:off x="757719" y="3784674"/>
            <a:ext cx="537441" cy="456890"/>
            <a:chOff x="3824894" y="3938349"/>
            <a:chExt cx="537441" cy="456890"/>
          </a:xfrm>
        </p:grpSpPr>
        <p:sp>
          <p:nvSpPr>
            <p:cNvPr id="2874" name="Google Shape;2874;p47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75" name="Google Shape;2875;p47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2876" name="Google Shape;2876;p47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47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47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47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4" name="Google Shape;2884;p4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792" r="4792"/>
          <a:stretch/>
        </p:blipFill>
        <p:spPr>
          <a:xfrm>
            <a:off x="4755925" y="539500"/>
            <a:ext cx="3674998" cy="4064502"/>
          </a:xfrm>
          <a:prstGeom prst="rect">
            <a:avLst/>
          </a:prstGeom>
        </p:spPr>
      </p:pic>
      <p:sp>
        <p:nvSpPr>
          <p:cNvPr id="2885" name="Google Shape;2885;p48"/>
          <p:cNvSpPr txBox="1">
            <a:spLocks noGrp="1"/>
          </p:cNvSpPr>
          <p:nvPr>
            <p:ph type="title"/>
          </p:nvPr>
        </p:nvSpPr>
        <p:spPr>
          <a:xfrm>
            <a:off x="713225" y="1154525"/>
            <a:ext cx="3675000" cy="17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always reinforces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concept</a:t>
            </a:r>
            <a:endParaRPr/>
          </a:p>
        </p:txBody>
      </p:sp>
      <p:sp>
        <p:nvSpPr>
          <p:cNvPr id="2886" name="Google Shape;2886;p48"/>
          <p:cNvSpPr txBox="1">
            <a:spLocks noGrp="1"/>
          </p:cNvSpPr>
          <p:nvPr>
            <p:ph type="subTitle" idx="1"/>
          </p:nvPr>
        </p:nvSpPr>
        <p:spPr>
          <a:xfrm>
            <a:off x="713225" y="3074575"/>
            <a:ext cx="3675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 use an image instead of a long text</a:t>
            </a:r>
            <a:r>
              <a:rPr lang="en"/>
              <a:t>. Your audience will appreciate it</a:t>
            </a:r>
            <a:endParaRPr/>
          </a:p>
        </p:txBody>
      </p:sp>
      <p:grpSp>
        <p:nvGrpSpPr>
          <p:cNvPr id="2887" name="Google Shape;2887;p48"/>
          <p:cNvGrpSpPr/>
          <p:nvPr/>
        </p:nvGrpSpPr>
        <p:grpSpPr>
          <a:xfrm>
            <a:off x="4414076" y="3963969"/>
            <a:ext cx="683711" cy="640033"/>
            <a:chOff x="4230151" y="3601344"/>
            <a:chExt cx="683711" cy="640033"/>
          </a:xfrm>
        </p:grpSpPr>
        <p:sp>
          <p:nvSpPr>
            <p:cNvPr id="2888" name="Google Shape;2888;p48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89" name="Google Shape;2889;p48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2890" name="Google Shape;2890;p48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48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48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48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48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48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48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48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48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48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00" name="Google Shape;2900;p48"/>
          <p:cNvGrpSpPr/>
          <p:nvPr/>
        </p:nvGrpSpPr>
        <p:grpSpPr>
          <a:xfrm>
            <a:off x="713219" y="539499"/>
            <a:ext cx="537441" cy="456890"/>
            <a:chOff x="3824894" y="3938349"/>
            <a:chExt cx="537441" cy="456890"/>
          </a:xfrm>
        </p:grpSpPr>
        <p:sp>
          <p:nvSpPr>
            <p:cNvPr id="2901" name="Google Shape;2901;p48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02" name="Google Shape;2902;p48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2903" name="Google Shape;2903;p48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48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48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48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07" name="Google Shape;2907;p48"/>
          <p:cNvGrpSpPr/>
          <p:nvPr/>
        </p:nvGrpSpPr>
        <p:grpSpPr>
          <a:xfrm>
            <a:off x="1436705" y="333032"/>
            <a:ext cx="273484" cy="274317"/>
            <a:chOff x="5885615" y="165400"/>
            <a:chExt cx="364743" cy="365756"/>
          </a:xfrm>
        </p:grpSpPr>
        <p:sp>
          <p:nvSpPr>
            <p:cNvPr id="2908" name="Google Shape;2908;p4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4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0" name="Google Shape;2910;p48"/>
          <p:cNvGrpSpPr/>
          <p:nvPr/>
        </p:nvGrpSpPr>
        <p:grpSpPr>
          <a:xfrm>
            <a:off x="8294031" y="402344"/>
            <a:ext cx="273484" cy="274317"/>
            <a:chOff x="5885615" y="165400"/>
            <a:chExt cx="364743" cy="365756"/>
          </a:xfrm>
        </p:grpSpPr>
        <p:sp>
          <p:nvSpPr>
            <p:cNvPr id="2911" name="Google Shape;2911;p4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4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3" name="Google Shape;2913;p48"/>
          <p:cNvGrpSpPr/>
          <p:nvPr/>
        </p:nvGrpSpPr>
        <p:grpSpPr>
          <a:xfrm>
            <a:off x="8567530" y="813600"/>
            <a:ext cx="274452" cy="274317"/>
            <a:chOff x="2167548" y="1796250"/>
            <a:chExt cx="274452" cy="274317"/>
          </a:xfrm>
        </p:grpSpPr>
        <p:sp>
          <p:nvSpPr>
            <p:cNvPr id="2914" name="Google Shape;2914;p4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4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6" name="Google Shape;2916;p48"/>
          <p:cNvGrpSpPr/>
          <p:nvPr/>
        </p:nvGrpSpPr>
        <p:grpSpPr>
          <a:xfrm>
            <a:off x="337158" y="458400"/>
            <a:ext cx="274452" cy="274317"/>
            <a:chOff x="2167548" y="1796250"/>
            <a:chExt cx="274452" cy="274317"/>
          </a:xfrm>
        </p:grpSpPr>
        <p:sp>
          <p:nvSpPr>
            <p:cNvPr id="2917" name="Google Shape;2917;p4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9" name="Google Shape;2919;p48"/>
          <p:cNvGrpSpPr/>
          <p:nvPr/>
        </p:nvGrpSpPr>
        <p:grpSpPr>
          <a:xfrm>
            <a:off x="5047629" y="4466838"/>
            <a:ext cx="359149" cy="274320"/>
            <a:chOff x="1684504" y="2090725"/>
            <a:chExt cx="359149" cy="274320"/>
          </a:xfrm>
        </p:grpSpPr>
        <p:sp>
          <p:nvSpPr>
            <p:cNvPr id="2920" name="Google Shape;2920;p48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8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2" name="Google Shape;2922;p48"/>
          <p:cNvGrpSpPr/>
          <p:nvPr/>
        </p:nvGrpSpPr>
        <p:grpSpPr>
          <a:xfrm>
            <a:off x="337138" y="906163"/>
            <a:ext cx="376078" cy="365766"/>
            <a:chOff x="1243851" y="2712376"/>
            <a:chExt cx="376078" cy="365766"/>
          </a:xfrm>
        </p:grpSpPr>
        <p:sp>
          <p:nvSpPr>
            <p:cNvPr id="2923" name="Google Shape;2923;p48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48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9" name="Google Shape;2929;p49"/>
          <p:cNvSpPr txBox="1">
            <a:spLocks noGrp="1"/>
          </p:cNvSpPr>
          <p:nvPr>
            <p:ph type="title"/>
          </p:nvPr>
        </p:nvSpPr>
        <p:spPr>
          <a:xfrm>
            <a:off x="1371600" y="1474472"/>
            <a:ext cx="64008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98,300,000</a:t>
            </a:r>
            <a:endParaRPr/>
          </a:p>
        </p:txBody>
      </p:sp>
      <p:sp>
        <p:nvSpPr>
          <p:cNvPr id="2930" name="Google Shape;2930;p49"/>
          <p:cNvSpPr txBox="1">
            <a:spLocks noGrp="1"/>
          </p:cNvSpPr>
          <p:nvPr>
            <p:ph type="subTitle" idx="1"/>
          </p:nvPr>
        </p:nvSpPr>
        <p:spPr>
          <a:xfrm>
            <a:off x="1371600" y="3211828"/>
            <a:ext cx="6400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Big numbers</a:t>
            </a:r>
            <a:r>
              <a:rPr lang="en"/>
              <a:t> catch your audience’s attention</a:t>
            </a:r>
            <a:endParaRPr/>
          </a:p>
        </p:txBody>
      </p:sp>
      <p:cxnSp>
        <p:nvCxnSpPr>
          <p:cNvPr id="2931" name="Google Shape;2931;p49"/>
          <p:cNvCxnSpPr/>
          <p:nvPr/>
        </p:nvCxnSpPr>
        <p:spPr>
          <a:xfrm>
            <a:off x="3657600" y="3028950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2932" name="Google Shape;2932;p49"/>
          <p:cNvGrpSpPr/>
          <p:nvPr/>
        </p:nvGrpSpPr>
        <p:grpSpPr>
          <a:xfrm>
            <a:off x="7226941" y="3050737"/>
            <a:ext cx="1203844" cy="1553265"/>
            <a:chOff x="5856366" y="2206562"/>
            <a:chExt cx="1203844" cy="1553265"/>
          </a:xfrm>
        </p:grpSpPr>
        <p:sp>
          <p:nvSpPr>
            <p:cNvPr id="2933" name="Google Shape;2933;p49"/>
            <p:cNvSpPr/>
            <p:nvPr/>
          </p:nvSpPr>
          <p:spPr>
            <a:xfrm>
              <a:off x="5856366" y="2209133"/>
              <a:ext cx="1203844" cy="1548123"/>
            </a:xfrm>
            <a:custGeom>
              <a:avLst/>
              <a:gdLst/>
              <a:ahLst/>
              <a:cxnLst/>
              <a:rect l="l" t="t" r="r" b="b"/>
              <a:pathLst>
                <a:path w="19197" h="24688" extrusionOk="0">
                  <a:moveTo>
                    <a:pt x="10293" y="1"/>
                  </a:moveTo>
                  <a:cubicBezTo>
                    <a:pt x="9172" y="1"/>
                    <a:pt x="8260" y="913"/>
                    <a:pt x="8260" y="2043"/>
                  </a:cubicBezTo>
                  <a:cubicBezTo>
                    <a:pt x="8260" y="2133"/>
                    <a:pt x="8270" y="2232"/>
                    <a:pt x="8280" y="2321"/>
                  </a:cubicBezTo>
                  <a:cubicBezTo>
                    <a:pt x="8310" y="2946"/>
                    <a:pt x="8310" y="4413"/>
                    <a:pt x="7536" y="4721"/>
                  </a:cubicBezTo>
                  <a:lnTo>
                    <a:pt x="6842" y="4730"/>
                  </a:lnTo>
                  <a:cubicBezTo>
                    <a:pt x="6555" y="4730"/>
                    <a:pt x="6327" y="4909"/>
                    <a:pt x="6327" y="5107"/>
                  </a:cubicBezTo>
                  <a:lnTo>
                    <a:pt x="6356" y="7041"/>
                  </a:lnTo>
                  <a:cubicBezTo>
                    <a:pt x="6356" y="7110"/>
                    <a:pt x="6386" y="7189"/>
                    <a:pt x="6446" y="7239"/>
                  </a:cubicBezTo>
                  <a:cubicBezTo>
                    <a:pt x="4869" y="7507"/>
                    <a:pt x="3669" y="8726"/>
                    <a:pt x="3669" y="10174"/>
                  </a:cubicBezTo>
                  <a:lnTo>
                    <a:pt x="3669" y="12038"/>
                  </a:lnTo>
                  <a:lnTo>
                    <a:pt x="3669" y="17630"/>
                  </a:lnTo>
                  <a:lnTo>
                    <a:pt x="3669" y="18592"/>
                  </a:lnTo>
                  <a:cubicBezTo>
                    <a:pt x="3272" y="19615"/>
                    <a:pt x="2464" y="19790"/>
                    <a:pt x="1956" y="19790"/>
                  </a:cubicBezTo>
                  <a:cubicBezTo>
                    <a:pt x="1691" y="19790"/>
                    <a:pt x="1508" y="19742"/>
                    <a:pt x="1508" y="19742"/>
                  </a:cubicBezTo>
                  <a:cubicBezTo>
                    <a:pt x="1349" y="19752"/>
                    <a:pt x="1230" y="20843"/>
                    <a:pt x="1161" y="20912"/>
                  </a:cubicBezTo>
                  <a:cubicBezTo>
                    <a:pt x="1022" y="21061"/>
                    <a:pt x="1" y="21160"/>
                    <a:pt x="11" y="21299"/>
                  </a:cubicBezTo>
                  <a:cubicBezTo>
                    <a:pt x="11" y="21438"/>
                    <a:pt x="1012" y="21507"/>
                    <a:pt x="1161" y="21646"/>
                  </a:cubicBezTo>
                  <a:cubicBezTo>
                    <a:pt x="1240" y="21725"/>
                    <a:pt x="1407" y="22816"/>
                    <a:pt x="1546" y="22816"/>
                  </a:cubicBezTo>
                  <a:cubicBezTo>
                    <a:pt x="1546" y="22816"/>
                    <a:pt x="1547" y="22816"/>
                    <a:pt x="1548" y="22816"/>
                  </a:cubicBezTo>
                  <a:cubicBezTo>
                    <a:pt x="1696" y="22806"/>
                    <a:pt x="1825" y="21715"/>
                    <a:pt x="1895" y="21646"/>
                  </a:cubicBezTo>
                  <a:cubicBezTo>
                    <a:pt x="2033" y="21507"/>
                    <a:pt x="3055" y="21398"/>
                    <a:pt x="3045" y="21259"/>
                  </a:cubicBezTo>
                  <a:lnTo>
                    <a:pt x="3045" y="21259"/>
                  </a:lnTo>
                  <a:cubicBezTo>
                    <a:pt x="3263" y="21279"/>
                    <a:pt x="3471" y="21319"/>
                    <a:pt x="3669" y="21378"/>
                  </a:cubicBezTo>
                  <a:lnTo>
                    <a:pt x="3669" y="22846"/>
                  </a:lnTo>
                  <a:cubicBezTo>
                    <a:pt x="3669" y="23579"/>
                    <a:pt x="4344" y="24283"/>
                    <a:pt x="5167" y="24383"/>
                  </a:cubicBezTo>
                  <a:cubicBezTo>
                    <a:pt x="6927" y="24586"/>
                    <a:pt x="8694" y="24688"/>
                    <a:pt x="10460" y="24688"/>
                  </a:cubicBezTo>
                  <a:cubicBezTo>
                    <a:pt x="12226" y="24688"/>
                    <a:pt x="13991" y="24586"/>
                    <a:pt x="15746" y="24383"/>
                  </a:cubicBezTo>
                  <a:cubicBezTo>
                    <a:pt x="16579" y="24283"/>
                    <a:pt x="17253" y="23579"/>
                    <a:pt x="17253" y="22856"/>
                  </a:cubicBezTo>
                  <a:lnTo>
                    <a:pt x="17253" y="17670"/>
                  </a:lnTo>
                  <a:lnTo>
                    <a:pt x="17253" y="12098"/>
                  </a:lnTo>
                  <a:lnTo>
                    <a:pt x="17253" y="10224"/>
                  </a:lnTo>
                  <a:cubicBezTo>
                    <a:pt x="17253" y="9708"/>
                    <a:pt x="17105" y="9202"/>
                    <a:pt x="16817" y="8766"/>
                  </a:cubicBezTo>
                  <a:cubicBezTo>
                    <a:pt x="17005" y="8087"/>
                    <a:pt x="17339" y="7978"/>
                    <a:pt x="17535" y="7978"/>
                  </a:cubicBezTo>
                  <a:cubicBezTo>
                    <a:pt x="17628" y="7978"/>
                    <a:pt x="17690" y="8002"/>
                    <a:pt x="17690" y="8002"/>
                  </a:cubicBezTo>
                  <a:cubicBezTo>
                    <a:pt x="17838" y="7993"/>
                    <a:pt x="17957" y="6902"/>
                    <a:pt x="18037" y="6832"/>
                  </a:cubicBezTo>
                  <a:cubicBezTo>
                    <a:pt x="18166" y="6694"/>
                    <a:pt x="19197" y="6585"/>
                    <a:pt x="19187" y="6436"/>
                  </a:cubicBezTo>
                  <a:cubicBezTo>
                    <a:pt x="19177" y="6297"/>
                    <a:pt x="18166" y="6228"/>
                    <a:pt x="18027" y="6099"/>
                  </a:cubicBezTo>
                  <a:cubicBezTo>
                    <a:pt x="17948" y="6019"/>
                    <a:pt x="17779" y="4919"/>
                    <a:pt x="17640" y="4919"/>
                  </a:cubicBezTo>
                  <a:cubicBezTo>
                    <a:pt x="17491" y="4929"/>
                    <a:pt x="17362" y="6029"/>
                    <a:pt x="17293" y="6099"/>
                  </a:cubicBezTo>
                  <a:cubicBezTo>
                    <a:pt x="17154" y="6238"/>
                    <a:pt x="16272" y="6337"/>
                    <a:pt x="16153" y="6456"/>
                  </a:cubicBezTo>
                  <a:cubicBezTo>
                    <a:pt x="15508" y="6357"/>
                    <a:pt x="14874" y="6218"/>
                    <a:pt x="14249" y="6049"/>
                  </a:cubicBezTo>
                  <a:lnTo>
                    <a:pt x="14239" y="5018"/>
                  </a:lnTo>
                  <a:cubicBezTo>
                    <a:pt x="14239" y="4810"/>
                    <a:pt x="14001" y="4641"/>
                    <a:pt x="13714" y="4641"/>
                  </a:cubicBezTo>
                  <a:cubicBezTo>
                    <a:pt x="13714" y="4641"/>
                    <a:pt x="12335" y="3947"/>
                    <a:pt x="12335" y="2043"/>
                  </a:cubicBezTo>
                  <a:cubicBezTo>
                    <a:pt x="12335" y="913"/>
                    <a:pt x="11423" y="1"/>
                    <a:pt x="10293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4" name="Google Shape;2934;p49"/>
            <p:cNvGrpSpPr/>
            <p:nvPr/>
          </p:nvGrpSpPr>
          <p:grpSpPr>
            <a:xfrm>
              <a:off x="5856679" y="2206562"/>
              <a:ext cx="1203217" cy="1553265"/>
              <a:chOff x="4857130" y="2207174"/>
              <a:chExt cx="1203217" cy="1553265"/>
            </a:xfrm>
          </p:grpSpPr>
          <p:sp>
            <p:nvSpPr>
              <p:cNvPr id="2935" name="Google Shape;2935;p49"/>
              <p:cNvSpPr/>
              <p:nvPr/>
            </p:nvSpPr>
            <p:spPr>
              <a:xfrm>
                <a:off x="5868203" y="2514315"/>
                <a:ext cx="192143" cy="193453"/>
              </a:xfrm>
              <a:custGeom>
                <a:avLst/>
                <a:gdLst/>
                <a:ahLst/>
                <a:cxnLst/>
                <a:rect l="l" t="t" r="r" b="b"/>
                <a:pathLst>
                  <a:path w="3064" h="3085" extrusionOk="0">
                    <a:moveTo>
                      <a:pt x="1507" y="1"/>
                    </a:moveTo>
                    <a:cubicBezTo>
                      <a:pt x="1359" y="11"/>
                      <a:pt x="1230" y="1111"/>
                      <a:pt x="1160" y="1181"/>
                    </a:cubicBezTo>
                    <a:cubicBezTo>
                      <a:pt x="1021" y="1329"/>
                      <a:pt x="0" y="1429"/>
                      <a:pt x="10" y="1567"/>
                    </a:cubicBezTo>
                    <a:cubicBezTo>
                      <a:pt x="20" y="1706"/>
                      <a:pt x="1021" y="1776"/>
                      <a:pt x="1160" y="1914"/>
                    </a:cubicBezTo>
                    <a:cubicBezTo>
                      <a:pt x="1239" y="1984"/>
                      <a:pt x="1407" y="3085"/>
                      <a:pt x="1555" y="3085"/>
                    </a:cubicBezTo>
                    <a:cubicBezTo>
                      <a:pt x="1556" y="3085"/>
                      <a:pt x="1556" y="3085"/>
                      <a:pt x="1557" y="3084"/>
                    </a:cubicBezTo>
                    <a:cubicBezTo>
                      <a:pt x="1696" y="3075"/>
                      <a:pt x="1834" y="1984"/>
                      <a:pt x="1904" y="1914"/>
                    </a:cubicBezTo>
                    <a:cubicBezTo>
                      <a:pt x="2033" y="1776"/>
                      <a:pt x="3064" y="1667"/>
                      <a:pt x="3054" y="1528"/>
                    </a:cubicBezTo>
                    <a:cubicBezTo>
                      <a:pt x="3044" y="1379"/>
                      <a:pt x="2033" y="1310"/>
                      <a:pt x="1904" y="1181"/>
                    </a:cubicBezTo>
                    <a:cubicBezTo>
                      <a:pt x="1815" y="1101"/>
                      <a:pt x="1656" y="1"/>
                      <a:pt x="150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49"/>
              <p:cNvSpPr/>
              <p:nvPr/>
            </p:nvSpPr>
            <p:spPr>
              <a:xfrm>
                <a:off x="4857130" y="3444518"/>
                <a:ext cx="191579" cy="193390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4" extrusionOk="0">
                    <a:moveTo>
                      <a:pt x="1510" y="0"/>
                    </a:moveTo>
                    <a:cubicBezTo>
                      <a:pt x="1509" y="0"/>
                      <a:pt x="1509" y="0"/>
                      <a:pt x="1508" y="0"/>
                    </a:cubicBezTo>
                    <a:cubicBezTo>
                      <a:pt x="1359" y="10"/>
                      <a:pt x="1230" y="1101"/>
                      <a:pt x="1161" y="1180"/>
                    </a:cubicBezTo>
                    <a:cubicBezTo>
                      <a:pt x="1022" y="1319"/>
                      <a:pt x="1" y="1428"/>
                      <a:pt x="11" y="1567"/>
                    </a:cubicBezTo>
                    <a:cubicBezTo>
                      <a:pt x="21" y="1706"/>
                      <a:pt x="1012" y="1775"/>
                      <a:pt x="1161" y="1904"/>
                    </a:cubicBezTo>
                    <a:cubicBezTo>
                      <a:pt x="1240" y="1983"/>
                      <a:pt x="1407" y="3084"/>
                      <a:pt x="1546" y="3084"/>
                    </a:cubicBezTo>
                    <a:cubicBezTo>
                      <a:pt x="1546" y="3084"/>
                      <a:pt x="1547" y="3084"/>
                      <a:pt x="1548" y="3084"/>
                    </a:cubicBezTo>
                    <a:cubicBezTo>
                      <a:pt x="1696" y="3074"/>
                      <a:pt x="1825" y="1983"/>
                      <a:pt x="1895" y="1904"/>
                    </a:cubicBezTo>
                    <a:cubicBezTo>
                      <a:pt x="2033" y="1765"/>
                      <a:pt x="3055" y="1656"/>
                      <a:pt x="3055" y="1517"/>
                    </a:cubicBezTo>
                    <a:cubicBezTo>
                      <a:pt x="3045" y="1378"/>
                      <a:pt x="2033" y="1299"/>
                      <a:pt x="1895" y="1180"/>
                    </a:cubicBezTo>
                    <a:cubicBezTo>
                      <a:pt x="1816" y="1101"/>
                      <a:pt x="1648" y="0"/>
                      <a:pt x="151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49"/>
              <p:cNvSpPr/>
              <p:nvPr/>
            </p:nvSpPr>
            <p:spPr>
              <a:xfrm>
                <a:off x="5086586" y="2657978"/>
                <a:ext cx="851915" cy="1102461"/>
              </a:xfrm>
              <a:custGeom>
                <a:avLst/>
                <a:gdLst/>
                <a:ahLst/>
                <a:cxnLst/>
                <a:rect l="l" t="t" r="r" b="b"/>
                <a:pathLst>
                  <a:path w="13585" h="17581" extrusionOk="0">
                    <a:moveTo>
                      <a:pt x="10184" y="10"/>
                    </a:moveTo>
                    <a:lnTo>
                      <a:pt x="3392" y="0"/>
                    </a:lnTo>
                    <a:cubicBezTo>
                      <a:pt x="1528" y="0"/>
                      <a:pt x="1" y="1339"/>
                      <a:pt x="1" y="2985"/>
                    </a:cubicBezTo>
                    <a:lnTo>
                      <a:pt x="1" y="4839"/>
                    </a:lnTo>
                    <a:lnTo>
                      <a:pt x="1" y="10431"/>
                    </a:lnTo>
                    <a:lnTo>
                      <a:pt x="1" y="15637"/>
                    </a:lnTo>
                    <a:cubicBezTo>
                      <a:pt x="1" y="16370"/>
                      <a:pt x="675" y="17074"/>
                      <a:pt x="1498" y="17174"/>
                    </a:cubicBezTo>
                    <a:cubicBezTo>
                      <a:pt x="5018" y="17580"/>
                      <a:pt x="8567" y="17580"/>
                      <a:pt x="12077" y="17174"/>
                    </a:cubicBezTo>
                    <a:cubicBezTo>
                      <a:pt x="12910" y="17074"/>
                      <a:pt x="13585" y="16370"/>
                      <a:pt x="13585" y="15647"/>
                    </a:cubicBezTo>
                    <a:lnTo>
                      <a:pt x="13585" y="10461"/>
                    </a:lnTo>
                    <a:lnTo>
                      <a:pt x="13585" y="4889"/>
                    </a:lnTo>
                    <a:lnTo>
                      <a:pt x="13585" y="3015"/>
                    </a:lnTo>
                    <a:cubicBezTo>
                      <a:pt x="13585" y="1379"/>
                      <a:pt x="12048" y="20"/>
                      <a:pt x="10184" y="1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49"/>
              <p:cNvSpPr/>
              <p:nvPr/>
            </p:nvSpPr>
            <p:spPr>
              <a:xfrm>
                <a:off x="5253206" y="2496945"/>
                <a:ext cx="498168" cy="174139"/>
              </a:xfrm>
              <a:custGeom>
                <a:avLst/>
                <a:gdLst/>
                <a:ahLst/>
                <a:cxnLst/>
                <a:rect l="l" t="t" r="r" b="b"/>
                <a:pathLst>
                  <a:path w="7944" h="2777" extrusionOk="0">
                    <a:moveTo>
                      <a:pt x="7943" y="2301"/>
                    </a:moveTo>
                    <a:cubicBezTo>
                      <a:pt x="7943" y="2509"/>
                      <a:pt x="7715" y="2667"/>
                      <a:pt x="7427" y="2677"/>
                    </a:cubicBezTo>
                    <a:lnTo>
                      <a:pt x="556" y="2776"/>
                    </a:lnTo>
                    <a:cubicBezTo>
                      <a:pt x="269" y="2776"/>
                      <a:pt x="31" y="2618"/>
                      <a:pt x="31" y="2400"/>
                    </a:cubicBezTo>
                    <a:lnTo>
                      <a:pt x="1" y="476"/>
                    </a:lnTo>
                    <a:cubicBezTo>
                      <a:pt x="1" y="268"/>
                      <a:pt x="239" y="109"/>
                      <a:pt x="526" y="99"/>
                    </a:cubicBezTo>
                    <a:lnTo>
                      <a:pt x="7388" y="0"/>
                    </a:lnTo>
                    <a:cubicBezTo>
                      <a:pt x="7675" y="0"/>
                      <a:pt x="7913" y="159"/>
                      <a:pt x="7923" y="37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49"/>
              <p:cNvSpPr/>
              <p:nvPr/>
            </p:nvSpPr>
            <p:spPr>
              <a:xfrm>
                <a:off x="5631285" y="2821833"/>
                <a:ext cx="168564" cy="158838"/>
              </a:xfrm>
              <a:custGeom>
                <a:avLst/>
                <a:gdLst/>
                <a:ahLst/>
                <a:cxnLst/>
                <a:rect l="l" t="t" r="r" b="b"/>
                <a:pathLst>
                  <a:path w="2688" h="2533" extrusionOk="0">
                    <a:moveTo>
                      <a:pt x="1217" y="0"/>
                    </a:moveTo>
                    <a:cubicBezTo>
                      <a:pt x="851" y="0"/>
                      <a:pt x="463" y="166"/>
                      <a:pt x="298" y="511"/>
                    </a:cubicBezTo>
                    <a:cubicBezTo>
                      <a:pt x="109" y="947"/>
                      <a:pt x="10" y="1423"/>
                      <a:pt x="10" y="1909"/>
                    </a:cubicBezTo>
                    <a:cubicBezTo>
                      <a:pt x="0" y="2057"/>
                      <a:pt x="0" y="2375"/>
                      <a:pt x="139" y="2464"/>
                    </a:cubicBezTo>
                    <a:cubicBezTo>
                      <a:pt x="200" y="2506"/>
                      <a:pt x="284" y="2532"/>
                      <a:pt x="364" y="2532"/>
                    </a:cubicBezTo>
                    <a:cubicBezTo>
                      <a:pt x="454" y="2532"/>
                      <a:pt x="539" y="2498"/>
                      <a:pt x="575" y="2414"/>
                    </a:cubicBezTo>
                    <a:cubicBezTo>
                      <a:pt x="645" y="2246"/>
                      <a:pt x="635" y="1968"/>
                      <a:pt x="635" y="1790"/>
                    </a:cubicBezTo>
                    <a:cubicBezTo>
                      <a:pt x="645" y="1443"/>
                      <a:pt x="635" y="580"/>
                      <a:pt x="1160" y="570"/>
                    </a:cubicBezTo>
                    <a:cubicBezTo>
                      <a:pt x="1168" y="570"/>
                      <a:pt x="1175" y="570"/>
                      <a:pt x="1182" y="570"/>
                    </a:cubicBezTo>
                    <a:cubicBezTo>
                      <a:pt x="1874" y="570"/>
                      <a:pt x="1845" y="1497"/>
                      <a:pt x="1904" y="1978"/>
                    </a:cubicBezTo>
                    <a:cubicBezTo>
                      <a:pt x="1914" y="2087"/>
                      <a:pt x="1944" y="2186"/>
                      <a:pt x="1983" y="2285"/>
                    </a:cubicBezTo>
                    <a:cubicBezTo>
                      <a:pt x="2025" y="2384"/>
                      <a:pt x="2127" y="2442"/>
                      <a:pt x="2234" y="2442"/>
                    </a:cubicBezTo>
                    <a:cubicBezTo>
                      <a:pt x="2256" y="2442"/>
                      <a:pt x="2279" y="2439"/>
                      <a:pt x="2301" y="2434"/>
                    </a:cubicBezTo>
                    <a:cubicBezTo>
                      <a:pt x="2687" y="2385"/>
                      <a:pt x="2410" y="1244"/>
                      <a:pt x="2370" y="1056"/>
                    </a:cubicBezTo>
                    <a:cubicBezTo>
                      <a:pt x="2241" y="590"/>
                      <a:pt x="1974" y="164"/>
                      <a:pt x="1498" y="35"/>
                    </a:cubicBezTo>
                    <a:cubicBezTo>
                      <a:pt x="1408" y="12"/>
                      <a:pt x="1313" y="0"/>
                      <a:pt x="12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49"/>
              <p:cNvSpPr/>
              <p:nvPr/>
            </p:nvSpPr>
            <p:spPr>
              <a:xfrm>
                <a:off x="5260669" y="2838952"/>
                <a:ext cx="168564" cy="159089"/>
              </a:xfrm>
              <a:custGeom>
                <a:avLst/>
                <a:gdLst/>
                <a:ahLst/>
                <a:cxnLst/>
                <a:rect l="l" t="t" r="r" b="b"/>
                <a:pathLst>
                  <a:path w="2688" h="2537" extrusionOk="0">
                    <a:moveTo>
                      <a:pt x="1209" y="1"/>
                    </a:moveTo>
                    <a:cubicBezTo>
                      <a:pt x="845" y="1"/>
                      <a:pt x="462" y="171"/>
                      <a:pt x="298" y="505"/>
                    </a:cubicBezTo>
                    <a:cubicBezTo>
                      <a:pt x="110" y="952"/>
                      <a:pt x="11" y="1427"/>
                      <a:pt x="11" y="1903"/>
                    </a:cubicBezTo>
                    <a:cubicBezTo>
                      <a:pt x="1" y="2052"/>
                      <a:pt x="1" y="2379"/>
                      <a:pt x="130" y="2469"/>
                    </a:cubicBezTo>
                    <a:cubicBezTo>
                      <a:pt x="194" y="2510"/>
                      <a:pt x="279" y="2536"/>
                      <a:pt x="359" y="2536"/>
                    </a:cubicBezTo>
                    <a:cubicBezTo>
                      <a:pt x="452" y="2536"/>
                      <a:pt x="539" y="2500"/>
                      <a:pt x="576" y="2409"/>
                    </a:cubicBezTo>
                    <a:cubicBezTo>
                      <a:pt x="645" y="2250"/>
                      <a:pt x="626" y="1963"/>
                      <a:pt x="626" y="1794"/>
                    </a:cubicBezTo>
                    <a:cubicBezTo>
                      <a:pt x="635" y="1437"/>
                      <a:pt x="635" y="585"/>
                      <a:pt x="1161" y="575"/>
                    </a:cubicBezTo>
                    <a:cubicBezTo>
                      <a:pt x="1168" y="575"/>
                      <a:pt x="1176" y="574"/>
                      <a:pt x="1183" y="574"/>
                    </a:cubicBezTo>
                    <a:cubicBezTo>
                      <a:pt x="1874" y="574"/>
                      <a:pt x="1846" y="1502"/>
                      <a:pt x="1905" y="1983"/>
                    </a:cubicBezTo>
                    <a:cubicBezTo>
                      <a:pt x="1914" y="2082"/>
                      <a:pt x="1934" y="2181"/>
                      <a:pt x="1974" y="2280"/>
                    </a:cubicBezTo>
                    <a:cubicBezTo>
                      <a:pt x="2022" y="2376"/>
                      <a:pt x="2122" y="2440"/>
                      <a:pt x="2227" y="2440"/>
                    </a:cubicBezTo>
                    <a:cubicBezTo>
                      <a:pt x="2251" y="2440"/>
                      <a:pt x="2276" y="2436"/>
                      <a:pt x="2301" y="2429"/>
                    </a:cubicBezTo>
                    <a:cubicBezTo>
                      <a:pt x="2688" y="2389"/>
                      <a:pt x="2410" y="1239"/>
                      <a:pt x="2371" y="1051"/>
                    </a:cubicBezTo>
                    <a:cubicBezTo>
                      <a:pt x="2242" y="595"/>
                      <a:pt x="1974" y="168"/>
                      <a:pt x="1498" y="39"/>
                    </a:cubicBezTo>
                    <a:cubicBezTo>
                      <a:pt x="1406" y="14"/>
                      <a:pt x="1308" y="1"/>
                      <a:pt x="12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49"/>
              <p:cNvSpPr/>
              <p:nvPr/>
            </p:nvSpPr>
            <p:spPr>
              <a:xfrm>
                <a:off x="5467737" y="2989387"/>
                <a:ext cx="115700" cy="70295"/>
              </a:xfrm>
              <a:custGeom>
                <a:avLst/>
                <a:gdLst/>
                <a:ahLst/>
                <a:cxnLst/>
                <a:rect l="l" t="t" r="r" b="b"/>
                <a:pathLst>
                  <a:path w="1845" h="1121" extrusionOk="0">
                    <a:moveTo>
                      <a:pt x="903" y="1121"/>
                    </a:moveTo>
                    <a:lnTo>
                      <a:pt x="873" y="1121"/>
                    </a:lnTo>
                    <a:cubicBezTo>
                      <a:pt x="447" y="1101"/>
                      <a:pt x="149" y="803"/>
                      <a:pt x="20" y="278"/>
                    </a:cubicBezTo>
                    <a:cubicBezTo>
                      <a:pt x="1" y="228"/>
                      <a:pt x="11" y="169"/>
                      <a:pt x="40" y="129"/>
                    </a:cubicBezTo>
                    <a:cubicBezTo>
                      <a:pt x="70" y="79"/>
                      <a:pt x="120" y="50"/>
                      <a:pt x="169" y="50"/>
                    </a:cubicBezTo>
                    <a:cubicBezTo>
                      <a:pt x="249" y="60"/>
                      <a:pt x="318" y="109"/>
                      <a:pt x="328" y="189"/>
                    </a:cubicBezTo>
                    <a:cubicBezTo>
                      <a:pt x="377" y="397"/>
                      <a:pt x="526" y="754"/>
                      <a:pt x="873" y="754"/>
                    </a:cubicBezTo>
                    <a:lnTo>
                      <a:pt x="883" y="754"/>
                    </a:lnTo>
                    <a:cubicBezTo>
                      <a:pt x="1181" y="754"/>
                      <a:pt x="1498" y="565"/>
                      <a:pt x="1518" y="179"/>
                    </a:cubicBezTo>
                    <a:cubicBezTo>
                      <a:pt x="1518" y="79"/>
                      <a:pt x="1587" y="10"/>
                      <a:pt x="1676" y="0"/>
                    </a:cubicBezTo>
                    <a:cubicBezTo>
                      <a:pt x="1726" y="0"/>
                      <a:pt x="1775" y="20"/>
                      <a:pt x="1805" y="60"/>
                    </a:cubicBezTo>
                    <a:cubicBezTo>
                      <a:pt x="1835" y="99"/>
                      <a:pt x="1845" y="139"/>
                      <a:pt x="1845" y="189"/>
                    </a:cubicBezTo>
                    <a:cubicBezTo>
                      <a:pt x="1835" y="704"/>
                      <a:pt x="1419" y="1111"/>
                      <a:pt x="913" y="11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49"/>
              <p:cNvSpPr/>
              <p:nvPr/>
            </p:nvSpPr>
            <p:spPr>
              <a:xfrm>
                <a:off x="5319114" y="3018609"/>
                <a:ext cx="87167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390" h="953" extrusionOk="0">
                    <a:moveTo>
                      <a:pt x="1389" y="466"/>
                    </a:moveTo>
                    <a:cubicBezTo>
                      <a:pt x="1389" y="734"/>
                      <a:pt x="1092" y="942"/>
                      <a:pt x="705" y="952"/>
                    </a:cubicBezTo>
                    <a:cubicBezTo>
                      <a:pt x="328" y="952"/>
                      <a:pt x="11" y="754"/>
                      <a:pt x="11" y="486"/>
                    </a:cubicBezTo>
                    <a:cubicBezTo>
                      <a:pt x="1" y="228"/>
                      <a:pt x="308" y="10"/>
                      <a:pt x="695" y="10"/>
                    </a:cubicBezTo>
                    <a:cubicBezTo>
                      <a:pt x="1072" y="0"/>
                      <a:pt x="1389" y="208"/>
                      <a:pt x="1389" y="46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49"/>
              <p:cNvSpPr/>
              <p:nvPr/>
            </p:nvSpPr>
            <p:spPr>
              <a:xfrm>
                <a:off x="5643701" y="3008638"/>
                <a:ext cx="87104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389" h="953" extrusionOk="0">
                    <a:moveTo>
                      <a:pt x="1389" y="467"/>
                    </a:moveTo>
                    <a:cubicBezTo>
                      <a:pt x="1389" y="724"/>
                      <a:pt x="1081" y="942"/>
                      <a:pt x="705" y="942"/>
                    </a:cubicBezTo>
                    <a:cubicBezTo>
                      <a:pt x="318" y="952"/>
                      <a:pt x="11" y="744"/>
                      <a:pt x="1" y="486"/>
                    </a:cubicBezTo>
                    <a:cubicBezTo>
                      <a:pt x="1" y="229"/>
                      <a:pt x="298" y="10"/>
                      <a:pt x="685" y="1"/>
                    </a:cubicBezTo>
                    <a:cubicBezTo>
                      <a:pt x="1062" y="1"/>
                      <a:pt x="1379" y="199"/>
                      <a:pt x="1389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49"/>
              <p:cNvSpPr/>
              <p:nvPr/>
            </p:nvSpPr>
            <p:spPr>
              <a:xfrm>
                <a:off x="5276848" y="2758059"/>
                <a:ext cx="104538" cy="44836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715" extrusionOk="0">
                    <a:moveTo>
                      <a:pt x="1458" y="209"/>
                    </a:moveTo>
                    <a:cubicBezTo>
                      <a:pt x="1052" y="1"/>
                      <a:pt x="566" y="30"/>
                      <a:pt x="189" y="298"/>
                    </a:cubicBezTo>
                    <a:cubicBezTo>
                      <a:pt x="1" y="427"/>
                      <a:pt x="219" y="715"/>
                      <a:pt x="407" y="586"/>
                    </a:cubicBezTo>
                    <a:cubicBezTo>
                      <a:pt x="685" y="407"/>
                      <a:pt x="1032" y="387"/>
                      <a:pt x="1319" y="546"/>
                    </a:cubicBezTo>
                    <a:cubicBezTo>
                      <a:pt x="1528" y="655"/>
                      <a:pt x="1666" y="318"/>
                      <a:pt x="1458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49"/>
              <p:cNvSpPr/>
              <p:nvPr/>
            </p:nvSpPr>
            <p:spPr>
              <a:xfrm>
                <a:off x="5653672" y="2744389"/>
                <a:ext cx="105165" cy="44836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715" extrusionOk="0">
                    <a:moveTo>
                      <a:pt x="1468" y="209"/>
                    </a:moveTo>
                    <a:cubicBezTo>
                      <a:pt x="1061" y="1"/>
                      <a:pt x="575" y="30"/>
                      <a:pt x="199" y="288"/>
                    </a:cubicBezTo>
                    <a:cubicBezTo>
                      <a:pt x="0" y="417"/>
                      <a:pt x="228" y="714"/>
                      <a:pt x="417" y="576"/>
                    </a:cubicBezTo>
                    <a:cubicBezTo>
                      <a:pt x="684" y="397"/>
                      <a:pt x="1041" y="387"/>
                      <a:pt x="1319" y="546"/>
                    </a:cubicBezTo>
                    <a:cubicBezTo>
                      <a:pt x="1537" y="645"/>
                      <a:pt x="1676" y="308"/>
                      <a:pt x="1468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49"/>
              <p:cNvSpPr/>
              <p:nvPr/>
            </p:nvSpPr>
            <p:spPr>
              <a:xfrm>
                <a:off x="5312279" y="2503780"/>
                <a:ext cx="23704" cy="167304"/>
              </a:xfrm>
              <a:custGeom>
                <a:avLst/>
                <a:gdLst/>
                <a:ahLst/>
                <a:cxnLst/>
                <a:rect l="l" t="t" r="r" b="b"/>
                <a:pathLst>
                  <a:path w="378" h="2668" extrusionOk="0">
                    <a:moveTo>
                      <a:pt x="1" y="0"/>
                    </a:moveTo>
                    <a:lnTo>
                      <a:pt x="31" y="2667"/>
                    </a:lnTo>
                    <a:lnTo>
                      <a:pt x="378" y="2667"/>
                    </a:lnTo>
                    <a:lnTo>
                      <a:pt x="34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49"/>
              <p:cNvSpPr/>
              <p:nvPr/>
            </p:nvSpPr>
            <p:spPr>
              <a:xfrm>
                <a:off x="5383204" y="2502526"/>
                <a:ext cx="23642" cy="167931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678" extrusionOk="0">
                    <a:moveTo>
                      <a:pt x="0" y="0"/>
                    </a:moveTo>
                    <a:lnTo>
                      <a:pt x="40" y="2678"/>
                    </a:lnTo>
                    <a:lnTo>
                      <a:pt x="377" y="2668"/>
                    </a:lnTo>
                    <a:lnTo>
                      <a:pt x="34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49"/>
              <p:cNvSpPr/>
              <p:nvPr/>
            </p:nvSpPr>
            <p:spPr>
              <a:xfrm>
                <a:off x="5454066" y="2501899"/>
                <a:ext cx="23704" cy="167304"/>
              </a:xfrm>
              <a:custGeom>
                <a:avLst/>
                <a:gdLst/>
                <a:ahLst/>
                <a:cxnLst/>
                <a:rect l="l" t="t" r="r" b="b"/>
                <a:pathLst>
                  <a:path w="378" h="2668" extrusionOk="0">
                    <a:moveTo>
                      <a:pt x="1" y="1"/>
                    </a:moveTo>
                    <a:lnTo>
                      <a:pt x="40" y="2668"/>
                    </a:lnTo>
                    <a:lnTo>
                      <a:pt x="377" y="2668"/>
                    </a:lnTo>
                    <a:lnTo>
                      <a:pt x="34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49"/>
              <p:cNvSpPr/>
              <p:nvPr/>
            </p:nvSpPr>
            <p:spPr>
              <a:xfrm>
                <a:off x="5524929" y="2500645"/>
                <a:ext cx="23704" cy="167931"/>
              </a:xfrm>
              <a:custGeom>
                <a:avLst/>
                <a:gdLst/>
                <a:ahLst/>
                <a:cxnLst/>
                <a:rect l="l" t="t" r="r" b="b"/>
                <a:pathLst>
                  <a:path w="378" h="2678" extrusionOk="0">
                    <a:moveTo>
                      <a:pt x="1" y="1"/>
                    </a:moveTo>
                    <a:lnTo>
                      <a:pt x="41" y="2678"/>
                    </a:lnTo>
                    <a:lnTo>
                      <a:pt x="378" y="2668"/>
                    </a:lnTo>
                    <a:lnTo>
                      <a:pt x="34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49"/>
              <p:cNvSpPr/>
              <p:nvPr/>
            </p:nvSpPr>
            <p:spPr>
              <a:xfrm>
                <a:off x="5595854" y="2498199"/>
                <a:ext cx="24269" cy="167931"/>
              </a:xfrm>
              <a:custGeom>
                <a:avLst/>
                <a:gdLst/>
                <a:ahLst/>
                <a:cxnLst/>
                <a:rect l="l" t="t" r="r" b="b"/>
                <a:pathLst>
                  <a:path w="387" h="2678" extrusionOk="0">
                    <a:moveTo>
                      <a:pt x="347" y="0"/>
                    </a:moveTo>
                    <a:lnTo>
                      <a:pt x="0" y="10"/>
                    </a:lnTo>
                    <a:lnTo>
                      <a:pt x="40" y="2677"/>
                    </a:lnTo>
                    <a:lnTo>
                      <a:pt x="387" y="2667"/>
                    </a:lnTo>
                    <a:lnTo>
                      <a:pt x="34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49"/>
              <p:cNvSpPr/>
              <p:nvPr/>
            </p:nvSpPr>
            <p:spPr>
              <a:xfrm>
                <a:off x="5666716" y="2498199"/>
                <a:ext cx="24331" cy="167931"/>
              </a:xfrm>
              <a:custGeom>
                <a:avLst/>
                <a:gdLst/>
                <a:ahLst/>
                <a:cxnLst/>
                <a:rect l="l" t="t" r="r" b="b"/>
                <a:pathLst>
                  <a:path w="388" h="2678" extrusionOk="0">
                    <a:moveTo>
                      <a:pt x="348" y="0"/>
                    </a:moveTo>
                    <a:lnTo>
                      <a:pt x="1" y="10"/>
                    </a:lnTo>
                    <a:lnTo>
                      <a:pt x="40" y="2677"/>
                    </a:lnTo>
                    <a:lnTo>
                      <a:pt x="387" y="2677"/>
                    </a:lnTo>
                    <a:lnTo>
                      <a:pt x="34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49"/>
              <p:cNvSpPr/>
              <p:nvPr/>
            </p:nvSpPr>
            <p:spPr>
              <a:xfrm>
                <a:off x="5122644" y="2718303"/>
                <a:ext cx="120090" cy="16479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2628" extrusionOk="0">
                    <a:moveTo>
                      <a:pt x="1577" y="50"/>
                    </a:moveTo>
                    <a:cubicBezTo>
                      <a:pt x="1062" y="129"/>
                      <a:pt x="615" y="436"/>
                      <a:pt x="338" y="873"/>
                    </a:cubicBezTo>
                    <a:cubicBezTo>
                      <a:pt x="60" y="1309"/>
                      <a:pt x="1" y="1874"/>
                      <a:pt x="11" y="2380"/>
                    </a:cubicBezTo>
                    <a:cubicBezTo>
                      <a:pt x="11" y="2628"/>
                      <a:pt x="387" y="2618"/>
                      <a:pt x="377" y="2370"/>
                    </a:cubicBezTo>
                    <a:cubicBezTo>
                      <a:pt x="358" y="1943"/>
                      <a:pt x="437" y="1517"/>
                      <a:pt x="615" y="1120"/>
                    </a:cubicBezTo>
                    <a:cubicBezTo>
                      <a:pt x="834" y="704"/>
                      <a:pt x="1240" y="486"/>
                      <a:pt x="1686" y="397"/>
                    </a:cubicBezTo>
                    <a:cubicBezTo>
                      <a:pt x="1914" y="357"/>
                      <a:pt x="1805" y="0"/>
                      <a:pt x="1577" y="5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49"/>
              <p:cNvSpPr/>
              <p:nvPr/>
            </p:nvSpPr>
            <p:spPr>
              <a:xfrm>
                <a:off x="5255088" y="2709586"/>
                <a:ext cx="30540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68" extrusionOk="0">
                    <a:moveTo>
                      <a:pt x="239" y="0"/>
                    </a:moveTo>
                    <a:cubicBezTo>
                      <a:pt x="1" y="0"/>
                      <a:pt x="1" y="367"/>
                      <a:pt x="239" y="367"/>
                    </a:cubicBezTo>
                    <a:cubicBezTo>
                      <a:pt x="486" y="367"/>
                      <a:pt x="486" y="0"/>
                      <a:pt x="2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49"/>
              <p:cNvSpPr/>
              <p:nvPr/>
            </p:nvSpPr>
            <p:spPr>
              <a:xfrm>
                <a:off x="5115182" y="2901722"/>
                <a:ext cx="31167" cy="23641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77" extrusionOk="0">
                    <a:moveTo>
                      <a:pt x="249" y="0"/>
                    </a:moveTo>
                    <a:cubicBezTo>
                      <a:pt x="1" y="0"/>
                      <a:pt x="1" y="377"/>
                      <a:pt x="249" y="377"/>
                    </a:cubicBezTo>
                    <a:cubicBezTo>
                      <a:pt x="496" y="377"/>
                      <a:pt x="496" y="0"/>
                      <a:pt x="2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49"/>
              <p:cNvSpPr/>
              <p:nvPr/>
            </p:nvSpPr>
            <p:spPr>
              <a:xfrm>
                <a:off x="5873157" y="2883662"/>
                <a:ext cx="32421" cy="22449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580" extrusionOk="0">
                    <a:moveTo>
                      <a:pt x="417" y="258"/>
                    </a:moveTo>
                    <a:cubicBezTo>
                      <a:pt x="397" y="1"/>
                      <a:pt x="0" y="10"/>
                      <a:pt x="20" y="258"/>
                    </a:cubicBezTo>
                    <a:cubicBezTo>
                      <a:pt x="90" y="1290"/>
                      <a:pt x="110" y="2311"/>
                      <a:pt x="119" y="3342"/>
                    </a:cubicBezTo>
                    <a:cubicBezTo>
                      <a:pt x="139" y="3580"/>
                      <a:pt x="506" y="3580"/>
                      <a:pt x="516" y="3342"/>
                    </a:cubicBezTo>
                    <a:cubicBezTo>
                      <a:pt x="506" y="2311"/>
                      <a:pt x="486" y="1280"/>
                      <a:pt x="417" y="25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49"/>
              <p:cNvSpPr/>
              <p:nvPr/>
            </p:nvSpPr>
            <p:spPr>
              <a:xfrm>
                <a:off x="5878739" y="3135496"/>
                <a:ext cx="31167" cy="2489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97" extrusionOk="0">
                    <a:moveTo>
                      <a:pt x="249" y="0"/>
                    </a:moveTo>
                    <a:cubicBezTo>
                      <a:pt x="1" y="10"/>
                      <a:pt x="1" y="377"/>
                      <a:pt x="249" y="397"/>
                    </a:cubicBezTo>
                    <a:cubicBezTo>
                      <a:pt x="496" y="377"/>
                      <a:pt x="496" y="10"/>
                      <a:pt x="2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49"/>
              <p:cNvSpPr/>
              <p:nvPr/>
            </p:nvSpPr>
            <p:spPr>
              <a:xfrm>
                <a:off x="5531388" y="3319291"/>
                <a:ext cx="384099" cy="328462"/>
              </a:xfrm>
              <a:custGeom>
                <a:avLst/>
                <a:gdLst/>
                <a:ahLst/>
                <a:cxnLst/>
                <a:rect l="l" t="t" r="r" b="b"/>
                <a:pathLst>
                  <a:path w="6125" h="5238" extrusionOk="0">
                    <a:moveTo>
                      <a:pt x="3147" y="1"/>
                    </a:moveTo>
                    <a:cubicBezTo>
                      <a:pt x="1409" y="1"/>
                      <a:pt x="0" y="1799"/>
                      <a:pt x="741" y="3603"/>
                    </a:cubicBezTo>
                    <a:cubicBezTo>
                      <a:pt x="1180" y="4692"/>
                      <a:pt x="2170" y="5237"/>
                      <a:pt x="3161" y="5237"/>
                    </a:cubicBezTo>
                    <a:cubicBezTo>
                      <a:pt x="4138" y="5237"/>
                      <a:pt x="5116" y="4707"/>
                      <a:pt x="5569" y="3643"/>
                    </a:cubicBezTo>
                    <a:cubicBezTo>
                      <a:pt x="6125" y="2314"/>
                      <a:pt x="5500" y="778"/>
                      <a:pt x="4171" y="212"/>
                    </a:cubicBezTo>
                    <a:cubicBezTo>
                      <a:pt x="3826" y="67"/>
                      <a:pt x="3480" y="1"/>
                      <a:pt x="31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49"/>
              <p:cNvSpPr/>
              <p:nvPr/>
            </p:nvSpPr>
            <p:spPr>
              <a:xfrm>
                <a:off x="5582559" y="3364315"/>
                <a:ext cx="286898" cy="245312"/>
              </a:xfrm>
              <a:custGeom>
                <a:avLst/>
                <a:gdLst/>
                <a:ahLst/>
                <a:cxnLst/>
                <a:rect l="l" t="t" r="r" b="b"/>
                <a:pathLst>
                  <a:path w="4575" h="3912" extrusionOk="0">
                    <a:moveTo>
                      <a:pt x="2349" y="0"/>
                    </a:moveTo>
                    <a:cubicBezTo>
                      <a:pt x="1049" y="0"/>
                      <a:pt x="1" y="1342"/>
                      <a:pt x="549" y="2697"/>
                    </a:cubicBezTo>
                    <a:cubicBezTo>
                      <a:pt x="879" y="3505"/>
                      <a:pt x="1617" y="3912"/>
                      <a:pt x="2356" y="3912"/>
                    </a:cubicBezTo>
                    <a:cubicBezTo>
                      <a:pt x="3087" y="3912"/>
                      <a:pt x="3819" y="3515"/>
                      <a:pt x="4159" y="2717"/>
                    </a:cubicBezTo>
                    <a:cubicBezTo>
                      <a:pt x="4575" y="1725"/>
                      <a:pt x="4109" y="575"/>
                      <a:pt x="3117" y="159"/>
                    </a:cubicBezTo>
                    <a:cubicBezTo>
                      <a:pt x="2858" y="50"/>
                      <a:pt x="2599" y="0"/>
                      <a:pt x="23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49"/>
              <p:cNvSpPr/>
              <p:nvPr/>
            </p:nvSpPr>
            <p:spPr>
              <a:xfrm>
                <a:off x="5677314" y="3397738"/>
                <a:ext cx="102029" cy="173888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2773" extrusionOk="0">
                    <a:moveTo>
                      <a:pt x="1025" y="1"/>
                    </a:moveTo>
                    <a:cubicBezTo>
                      <a:pt x="965" y="1"/>
                      <a:pt x="909" y="31"/>
                      <a:pt x="883" y="92"/>
                    </a:cubicBezTo>
                    <a:cubicBezTo>
                      <a:pt x="873" y="141"/>
                      <a:pt x="853" y="191"/>
                      <a:pt x="843" y="240"/>
                    </a:cubicBezTo>
                    <a:cubicBezTo>
                      <a:pt x="823" y="290"/>
                      <a:pt x="813" y="350"/>
                      <a:pt x="793" y="399"/>
                    </a:cubicBezTo>
                    <a:cubicBezTo>
                      <a:pt x="775" y="396"/>
                      <a:pt x="755" y="395"/>
                      <a:pt x="736" y="395"/>
                    </a:cubicBezTo>
                    <a:cubicBezTo>
                      <a:pt x="681" y="395"/>
                      <a:pt x="623" y="404"/>
                      <a:pt x="565" y="419"/>
                    </a:cubicBezTo>
                    <a:cubicBezTo>
                      <a:pt x="496" y="439"/>
                      <a:pt x="426" y="469"/>
                      <a:pt x="367" y="508"/>
                    </a:cubicBezTo>
                    <a:cubicBezTo>
                      <a:pt x="307" y="548"/>
                      <a:pt x="248" y="607"/>
                      <a:pt x="208" y="667"/>
                    </a:cubicBezTo>
                    <a:cubicBezTo>
                      <a:pt x="169" y="726"/>
                      <a:pt x="149" y="806"/>
                      <a:pt x="139" y="885"/>
                    </a:cubicBezTo>
                    <a:cubicBezTo>
                      <a:pt x="129" y="964"/>
                      <a:pt x="139" y="1054"/>
                      <a:pt x="179" y="1133"/>
                    </a:cubicBezTo>
                    <a:cubicBezTo>
                      <a:pt x="208" y="1202"/>
                      <a:pt x="258" y="1272"/>
                      <a:pt x="317" y="1331"/>
                    </a:cubicBezTo>
                    <a:cubicBezTo>
                      <a:pt x="377" y="1391"/>
                      <a:pt x="446" y="1450"/>
                      <a:pt x="516" y="1500"/>
                    </a:cubicBezTo>
                    <a:cubicBezTo>
                      <a:pt x="595" y="1539"/>
                      <a:pt x="664" y="1579"/>
                      <a:pt x="734" y="1619"/>
                    </a:cubicBezTo>
                    <a:lnTo>
                      <a:pt x="803" y="1658"/>
                    </a:lnTo>
                    <a:cubicBezTo>
                      <a:pt x="833" y="1678"/>
                      <a:pt x="863" y="1688"/>
                      <a:pt x="892" y="1708"/>
                    </a:cubicBezTo>
                    <a:cubicBezTo>
                      <a:pt x="922" y="1728"/>
                      <a:pt x="942" y="1748"/>
                      <a:pt x="962" y="1777"/>
                    </a:cubicBezTo>
                    <a:cubicBezTo>
                      <a:pt x="982" y="1797"/>
                      <a:pt x="992" y="1817"/>
                      <a:pt x="992" y="1847"/>
                    </a:cubicBezTo>
                    <a:cubicBezTo>
                      <a:pt x="992" y="1867"/>
                      <a:pt x="982" y="1896"/>
                      <a:pt x="952" y="1906"/>
                    </a:cubicBezTo>
                    <a:cubicBezTo>
                      <a:pt x="932" y="1926"/>
                      <a:pt x="912" y="1936"/>
                      <a:pt x="892" y="1946"/>
                    </a:cubicBezTo>
                    <a:cubicBezTo>
                      <a:pt x="863" y="1946"/>
                      <a:pt x="833" y="1956"/>
                      <a:pt x="803" y="1956"/>
                    </a:cubicBezTo>
                    <a:lnTo>
                      <a:pt x="744" y="1956"/>
                    </a:lnTo>
                    <a:cubicBezTo>
                      <a:pt x="694" y="1946"/>
                      <a:pt x="645" y="1936"/>
                      <a:pt x="595" y="1916"/>
                    </a:cubicBezTo>
                    <a:cubicBezTo>
                      <a:pt x="565" y="1896"/>
                      <a:pt x="516" y="1877"/>
                      <a:pt x="476" y="1857"/>
                    </a:cubicBezTo>
                    <a:cubicBezTo>
                      <a:pt x="436" y="1837"/>
                      <a:pt x="397" y="1817"/>
                      <a:pt x="347" y="1797"/>
                    </a:cubicBezTo>
                    <a:cubicBezTo>
                      <a:pt x="317" y="1777"/>
                      <a:pt x="268" y="1767"/>
                      <a:pt x="228" y="1758"/>
                    </a:cubicBezTo>
                    <a:cubicBezTo>
                      <a:pt x="179" y="1758"/>
                      <a:pt x="129" y="1767"/>
                      <a:pt x="89" y="1797"/>
                    </a:cubicBezTo>
                    <a:cubicBezTo>
                      <a:pt x="50" y="1827"/>
                      <a:pt x="20" y="1867"/>
                      <a:pt x="20" y="1926"/>
                    </a:cubicBezTo>
                    <a:cubicBezTo>
                      <a:pt x="0" y="1976"/>
                      <a:pt x="20" y="2035"/>
                      <a:pt x="60" y="2075"/>
                    </a:cubicBezTo>
                    <a:cubicBezTo>
                      <a:pt x="99" y="2124"/>
                      <a:pt x="149" y="2154"/>
                      <a:pt x="198" y="2184"/>
                    </a:cubicBezTo>
                    <a:cubicBezTo>
                      <a:pt x="258" y="2214"/>
                      <a:pt x="307" y="2243"/>
                      <a:pt x="377" y="2263"/>
                    </a:cubicBezTo>
                    <a:cubicBezTo>
                      <a:pt x="436" y="2283"/>
                      <a:pt x="486" y="2303"/>
                      <a:pt x="526" y="2323"/>
                    </a:cubicBezTo>
                    <a:cubicBezTo>
                      <a:pt x="536" y="2323"/>
                      <a:pt x="536" y="2333"/>
                      <a:pt x="536" y="2343"/>
                    </a:cubicBezTo>
                    <a:cubicBezTo>
                      <a:pt x="545" y="2362"/>
                      <a:pt x="545" y="2382"/>
                      <a:pt x="536" y="2402"/>
                    </a:cubicBezTo>
                    <a:cubicBezTo>
                      <a:pt x="545" y="2422"/>
                      <a:pt x="545" y="2442"/>
                      <a:pt x="536" y="2462"/>
                    </a:cubicBezTo>
                    <a:cubicBezTo>
                      <a:pt x="536" y="2471"/>
                      <a:pt x="536" y="2481"/>
                      <a:pt x="536" y="2501"/>
                    </a:cubicBezTo>
                    <a:cubicBezTo>
                      <a:pt x="536" y="2511"/>
                      <a:pt x="536" y="2531"/>
                      <a:pt x="536" y="2551"/>
                    </a:cubicBezTo>
                    <a:lnTo>
                      <a:pt x="526" y="2600"/>
                    </a:lnTo>
                    <a:cubicBezTo>
                      <a:pt x="516" y="2640"/>
                      <a:pt x="536" y="2690"/>
                      <a:pt x="565" y="2719"/>
                    </a:cubicBezTo>
                    <a:cubicBezTo>
                      <a:pt x="595" y="2749"/>
                      <a:pt x="635" y="2769"/>
                      <a:pt x="684" y="2769"/>
                    </a:cubicBezTo>
                    <a:cubicBezTo>
                      <a:pt x="692" y="2772"/>
                      <a:pt x="702" y="2773"/>
                      <a:pt x="712" y="2773"/>
                    </a:cubicBezTo>
                    <a:cubicBezTo>
                      <a:pt x="739" y="2773"/>
                      <a:pt x="772" y="2764"/>
                      <a:pt x="793" y="2749"/>
                    </a:cubicBezTo>
                    <a:cubicBezTo>
                      <a:pt x="823" y="2739"/>
                      <a:pt x="843" y="2709"/>
                      <a:pt x="853" y="2680"/>
                    </a:cubicBezTo>
                    <a:cubicBezTo>
                      <a:pt x="873" y="2650"/>
                      <a:pt x="883" y="2610"/>
                      <a:pt x="883" y="2580"/>
                    </a:cubicBezTo>
                    <a:cubicBezTo>
                      <a:pt x="892" y="2541"/>
                      <a:pt x="892" y="2511"/>
                      <a:pt x="902" y="2471"/>
                    </a:cubicBezTo>
                    <a:cubicBezTo>
                      <a:pt x="902" y="2442"/>
                      <a:pt x="912" y="2412"/>
                      <a:pt x="912" y="2392"/>
                    </a:cubicBezTo>
                    <a:cubicBezTo>
                      <a:pt x="912" y="2372"/>
                      <a:pt x="922" y="2352"/>
                      <a:pt x="932" y="2352"/>
                    </a:cubicBezTo>
                    <a:lnTo>
                      <a:pt x="1121" y="2333"/>
                    </a:lnTo>
                    <a:cubicBezTo>
                      <a:pt x="1180" y="2323"/>
                      <a:pt x="1240" y="2303"/>
                      <a:pt x="1289" y="2273"/>
                    </a:cubicBezTo>
                    <a:cubicBezTo>
                      <a:pt x="1339" y="2253"/>
                      <a:pt x="1388" y="2214"/>
                      <a:pt x="1418" y="2174"/>
                    </a:cubicBezTo>
                    <a:cubicBezTo>
                      <a:pt x="1458" y="2114"/>
                      <a:pt x="1477" y="2045"/>
                      <a:pt x="1487" y="1976"/>
                    </a:cubicBezTo>
                    <a:cubicBezTo>
                      <a:pt x="1497" y="1886"/>
                      <a:pt x="1477" y="1797"/>
                      <a:pt x="1438" y="1718"/>
                    </a:cubicBezTo>
                    <a:cubicBezTo>
                      <a:pt x="1398" y="1639"/>
                      <a:pt x="1349" y="1569"/>
                      <a:pt x="1289" y="1510"/>
                    </a:cubicBezTo>
                    <a:cubicBezTo>
                      <a:pt x="1220" y="1440"/>
                      <a:pt x="1150" y="1391"/>
                      <a:pt x="1071" y="1341"/>
                    </a:cubicBezTo>
                    <a:lnTo>
                      <a:pt x="853" y="1192"/>
                    </a:lnTo>
                    <a:cubicBezTo>
                      <a:pt x="793" y="1163"/>
                      <a:pt x="744" y="1113"/>
                      <a:pt x="684" y="1073"/>
                    </a:cubicBezTo>
                    <a:cubicBezTo>
                      <a:pt x="645" y="1044"/>
                      <a:pt x="625" y="994"/>
                      <a:pt x="635" y="944"/>
                    </a:cubicBezTo>
                    <a:cubicBezTo>
                      <a:pt x="635" y="925"/>
                      <a:pt x="645" y="905"/>
                      <a:pt x="664" y="885"/>
                    </a:cubicBezTo>
                    <a:cubicBezTo>
                      <a:pt x="684" y="865"/>
                      <a:pt x="704" y="855"/>
                      <a:pt x="734" y="845"/>
                    </a:cubicBezTo>
                    <a:cubicBezTo>
                      <a:pt x="754" y="835"/>
                      <a:pt x="783" y="835"/>
                      <a:pt x="813" y="835"/>
                    </a:cubicBezTo>
                    <a:lnTo>
                      <a:pt x="883" y="835"/>
                    </a:lnTo>
                    <a:cubicBezTo>
                      <a:pt x="932" y="835"/>
                      <a:pt x="982" y="855"/>
                      <a:pt x="1021" y="865"/>
                    </a:cubicBezTo>
                    <a:lnTo>
                      <a:pt x="1140" y="925"/>
                    </a:lnTo>
                    <a:cubicBezTo>
                      <a:pt x="1180" y="944"/>
                      <a:pt x="1210" y="954"/>
                      <a:pt x="1249" y="974"/>
                    </a:cubicBezTo>
                    <a:cubicBezTo>
                      <a:pt x="1279" y="994"/>
                      <a:pt x="1319" y="1004"/>
                      <a:pt x="1349" y="1004"/>
                    </a:cubicBezTo>
                    <a:lnTo>
                      <a:pt x="1438" y="1004"/>
                    </a:lnTo>
                    <a:cubicBezTo>
                      <a:pt x="1468" y="1004"/>
                      <a:pt x="1497" y="994"/>
                      <a:pt x="1527" y="984"/>
                    </a:cubicBezTo>
                    <a:cubicBezTo>
                      <a:pt x="1547" y="974"/>
                      <a:pt x="1577" y="954"/>
                      <a:pt x="1596" y="935"/>
                    </a:cubicBezTo>
                    <a:cubicBezTo>
                      <a:pt x="1616" y="915"/>
                      <a:pt x="1626" y="885"/>
                      <a:pt x="1626" y="855"/>
                    </a:cubicBezTo>
                    <a:cubicBezTo>
                      <a:pt x="1626" y="845"/>
                      <a:pt x="1626" y="825"/>
                      <a:pt x="1616" y="816"/>
                    </a:cubicBezTo>
                    <a:cubicBezTo>
                      <a:pt x="1616" y="806"/>
                      <a:pt x="1616" y="786"/>
                      <a:pt x="1606" y="776"/>
                    </a:cubicBezTo>
                    <a:cubicBezTo>
                      <a:pt x="1587" y="726"/>
                      <a:pt x="1557" y="687"/>
                      <a:pt x="1517" y="647"/>
                    </a:cubicBezTo>
                    <a:cubicBezTo>
                      <a:pt x="1487" y="607"/>
                      <a:pt x="1438" y="578"/>
                      <a:pt x="1398" y="548"/>
                    </a:cubicBezTo>
                    <a:cubicBezTo>
                      <a:pt x="1349" y="518"/>
                      <a:pt x="1299" y="488"/>
                      <a:pt x="1249" y="469"/>
                    </a:cubicBezTo>
                    <a:cubicBezTo>
                      <a:pt x="1200" y="439"/>
                      <a:pt x="1160" y="419"/>
                      <a:pt x="1111" y="409"/>
                    </a:cubicBezTo>
                    <a:cubicBezTo>
                      <a:pt x="1121" y="359"/>
                      <a:pt x="1130" y="310"/>
                      <a:pt x="1140" y="260"/>
                    </a:cubicBezTo>
                    <a:cubicBezTo>
                      <a:pt x="1160" y="221"/>
                      <a:pt x="1170" y="171"/>
                      <a:pt x="1170" y="121"/>
                    </a:cubicBezTo>
                    <a:cubicBezTo>
                      <a:pt x="1180" y="92"/>
                      <a:pt x="1160" y="52"/>
                      <a:pt x="1140" y="42"/>
                    </a:cubicBezTo>
                    <a:cubicBezTo>
                      <a:pt x="1111" y="22"/>
                      <a:pt x="1081" y="3"/>
                      <a:pt x="1051" y="3"/>
                    </a:cubicBezTo>
                    <a:cubicBezTo>
                      <a:pt x="1042" y="1"/>
                      <a:pt x="1034" y="1"/>
                      <a:pt x="10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49"/>
              <p:cNvSpPr/>
              <p:nvPr/>
            </p:nvSpPr>
            <p:spPr>
              <a:xfrm>
                <a:off x="5186671" y="3123581"/>
                <a:ext cx="360018" cy="306075"/>
              </a:xfrm>
              <a:custGeom>
                <a:avLst/>
                <a:gdLst/>
                <a:ahLst/>
                <a:cxnLst/>
                <a:rect l="l" t="t" r="r" b="b"/>
                <a:pathLst>
                  <a:path w="5741" h="4881" extrusionOk="0">
                    <a:moveTo>
                      <a:pt x="3255" y="0"/>
                    </a:moveTo>
                    <a:cubicBezTo>
                      <a:pt x="3225" y="0"/>
                      <a:pt x="3195" y="1"/>
                      <a:pt x="3164" y="2"/>
                    </a:cubicBezTo>
                    <a:cubicBezTo>
                      <a:pt x="992" y="81"/>
                      <a:pt x="1" y="2738"/>
                      <a:pt x="1587" y="4216"/>
                    </a:cubicBezTo>
                    <a:cubicBezTo>
                      <a:pt x="2080" y="4675"/>
                      <a:pt x="2667" y="4880"/>
                      <a:pt x="3240" y="4880"/>
                    </a:cubicBezTo>
                    <a:cubicBezTo>
                      <a:pt x="4523" y="4880"/>
                      <a:pt x="5740" y="3853"/>
                      <a:pt x="5692" y="2352"/>
                    </a:cubicBezTo>
                    <a:cubicBezTo>
                      <a:pt x="5644" y="1034"/>
                      <a:pt x="4563" y="0"/>
                      <a:pt x="32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49"/>
              <p:cNvSpPr/>
              <p:nvPr/>
            </p:nvSpPr>
            <p:spPr>
              <a:xfrm>
                <a:off x="5240163" y="3164592"/>
                <a:ext cx="269402" cy="228945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3651" extrusionOk="0">
                    <a:moveTo>
                      <a:pt x="2443" y="1"/>
                    </a:moveTo>
                    <a:cubicBezTo>
                      <a:pt x="2419" y="1"/>
                      <a:pt x="2395" y="1"/>
                      <a:pt x="2370" y="2"/>
                    </a:cubicBezTo>
                    <a:cubicBezTo>
                      <a:pt x="744" y="62"/>
                      <a:pt x="1" y="2055"/>
                      <a:pt x="1190" y="3155"/>
                    </a:cubicBezTo>
                    <a:cubicBezTo>
                      <a:pt x="1557" y="3498"/>
                      <a:pt x="1995" y="3651"/>
                      <a:pt x="2423" y="3651"/>
                    </a:cubicBezTo>
                    <a:cubicBezTo>
                      <a:pt x="3383" y="3651"/>
                      <a:pt x="4295" y="2882"/>
                      <a:pt x="4254" y="1757"/>
                    </a:cubicBezTo>
                    <a:cubicBezTo>
                      <a:pt x="4216" y="770"/>
                      <a:pt x="3412" y="1"/>
                      <a:pt x="24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49"/>
              <p:cNvSpPr/>
              <p:nvPr/>
            </p:nvSpPr>
            <p:spPr>
              <a:xfrm>
                <a:off x="5340248" y="3198454"/>
                <a:ext cx="101465" cy="156393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2494" extrusionOk="0">
                    <a:moveTo>
                      <a:pt x="502" y="0"/>
                    </a:moveTo>
                    <a:cubicBezTo>
                      <a:pt x="487" y="0"/>
                      <a:pt x="472" y="3"/>
                      <a:pt x="457" y="8"/>
                    </a:cubicBezTo>
                    <a:cubicBezTo>
                      <a:pt x="388" y="18"/>
                      <a:pt x="348" y="77"/>
                      <a:pt x="348" y="137"/>
                    </a:cubicBezTo>
                    <a:cubicBezTo>
                      <a:pt x="358" y="186"/>
                      <a:pt x="358" y="236"/>
                      <a:pt x="368" y="285"/>
                    </a:cubicBezTo>
                    <a:cubicBezTo>
                      <a:pt x="378" y="335"/>
                      <a:pt x="388" y="384"/>
                      <a:pt x="398" y="434"/>
                    </a:cubicBezTo>
                    <a:cubicBezTo>
                      <a:pt x="328" y="464"/>
                      <a:pt x="269" y="503"/>
                      <a:pt x="209" y="543"/>
                    </a:cubicBezTo>
                    <a:cubicBezTo>
                      <a:pt x="160" y="593"/>
                      <a:pt x="110" y="642"/>
                      <a:pt x="80" y="702"/>
                    </a:cubicBezTo>
                    <a:cubicBezTo>
                      <a:pt x="41" y="761"/>
                      <a:pt x="21" y="821"/>
                      <a:pt x="11" y="890"/>
                    </a:cubicBezTo>
                    <a:cubicBezTo>
                      <a:pt x="1" y="959"/>
                      <a:pt x="11" y="1039"/>
                      <a:pt x="31" y="1108"/>
                    </a:cubicBezTo>
                    <a:cubicBezTo>
                      <a:pt x="51" y="1178"/>
                      <a:pt x="100" y="1247"/>
                      <a:pt x="150" y="1297"/>
                    </a:cubicBezTo>
                    <a:cubicBezTo>
                      <a:pt x="219" y="1346"/>
                      <a:pt x="279" y="1386"/>
                      <a:pt x="358" y="1416"/>
                    </a:cubicBezTo>
                    <a:cubicBezTo>
                      <a:pt x="427" y="1445"/>
                      <a:pt x="507" y="1465"/>
                      <a:pt x="586" y="1475"/>
                    </a:cubicBezTo>
                    <a:cubicBezTo>
                      <a:pt x="675" y="1485"/>
                      <a:pt x="745" y="1505"/>
                      <a:pt x="824" y="1505"/>
                    </a:cubicBezTo>
                    <a:lnTo>
                      <a:pt x="893" y="1505"/>
                    </a:lnTo>
                    <a:lnTo>
                      <a:pt x="993" y="1515"/>
                    </a:lnTo>
                    <a:cubicBezTo>
                      <a:pt x="1022" y="1515"/>
                      <a:pt x="1052" y="1525"/>
                      <a:pt x="1082" y="1535"/>
                    </a:cubicBezTo>
                    <a:cubicBezTo>
                      <a:pt x="1102" y="1544"/>
                      <a:pt x="1121" y="1564"/>
                      <a:pt x="1131" y="1584"/>
                    </a:cubicBezTo>
                    <a:cubicBezTo>
                      <a:pt x="1141" y="1604"/>
                      <a:pt x="1141" y="1634"/>
                      <a:pt x="1131" y="1654"/>
                    </a:cubicBezTo>
                    <a:cubicBezTo>
                      <a:pt x="1121" y="1673"/>
                      <a:pt x="1102" y="1693"/>
                      <a:pt x="1082" y="1703"/>
                    </a:cubicBezTo>
                    <a:cubicBezTo>
                      <a:pt x="1062" y="1723"/>
                      <a:pt x="1042" y="1733"/>
                      <a:pt x="1022" y="1753"/>
                    </a:cubicBezTo>
                    <a:cubicBezTo>
                      <a:pt x="1002" y="1753"/>
                      <a:pt x="983" y="1763"/>
                      <a:pt x="963" y="1773"/>
                    </a:cubicBezTo>
                    <a:cubicBezTo>
                      <a:pt x="923" y="1782"/>
                      <a:pt x="874" y="1792"/>
                      <a:pt x="824" y="1792"/>
                    </a:cubicBezTo>
                    <a:lnTo>
                      <a:pt x="566" y="1792"/>
                    </a:lnTo>
                    <a:cubicBezTo>
                      <a:pt x="527" y="1792"/>
                      <a:pt x="487" y="1802"/>
                      <a:pt x="447" y="1812"/>
                    </a:cubicBezTo>
                    <a:cubicBezTo>
                      <a:pt x="408" y="1832"/>
                      <a:pt x="368" y="1862"/>
                      <a:pt x="338" y="1901"/>
                    </a:cubicBezTo>
                    <a:cubicBezTo>
                      <a:pt x="318" y="1941"/>
                      <a:pt x="308" y="1991"/>
                      <a:pt x="328" y="2030"/>
                    </a:cubicBezTo>
                    <a:cubicBezTo>
                      <a:pt x="348" y="2080"/>
                      <a:pt x="378" y="2120"/>
                      <a:pt x="427" y="2139"/>
                    </a:cubicBezTo>
                    <a:cubicBezTo>
                      <a:pt x="477" y="2159"/>
                      <a:pt x="527" y="2169"/>
                      <a:pt x="586" y="2169"/>
                    </a:cubicBezTo>
                    <a:cubicBezTo>
                      <a:pt x="611" y="2174"/>
                      <a:pt x="638" y="2177"/>
                      <a:pt x="667" y="2177"/>
                    </a:cubicBezTo>
                    <a:cubicBezTo>
                      <a:pt x="695" y="2177"/>
                      <a:pt x="725" y="2174"/>
                      <a:pt x="755" y="2169"/>
                    </a:cubicBezTo>
                    <a:cubicBezTo>
                      <a:pt x="814" y="2169"/>
                      <a:pt x="874" y="2159"/>
                      <a:pt x="913" y="2159"/>
                    </a:cubicBezTo>
                    <a:cubicBezTo>
                      <a:pt x="913" y="2159"/>
                      <a:pt x="923" y="2169"/>
                      <a:pt x="933" y="2179"/>
                    </a:cubicBezTo>
                    <a:cubicBezTo>
                      <a:pt x="943" y="2189"/>
                      <a:pt x="953" y="2209"/>
                      <a:pt x="963" y="2219"/>
                    </a:cubicBezTo>
                    <a:cubicBezTo>
                      <a:pt x="963" y="2239"/>
                      <a:pt x="973" y="2258"/>
                      <a:pt x="983" y="2278"/>
                    </a:cubicBezTo>
                    <a:cubicBezTo>
                      <a:pt x="983" y="2288"/>
                      <a:pt x="983" y="2298"/>
                      <a:pt x="993" y="2308"/>
                    </a:cubicBezTo>
                    <a:cubicBezTo>
                      <a:pt x="993" y="2318"/>
                      <a:pt x="1002" y="2338"/>
                      <a:pt x="1002" y="2358"/>
                    </a:cubicBezTo>
                    <a:cubicBezTo>
                      <a:pt x="1002" y="2367"/>
                      <a:pt x="1012" y="2387"/>
                      <a:pt x="1022" y="2397"/>
                    </a:cubicBezTo>
                    <a:cubicBezTo>
                      <a:pt x="1032" y="2437"/>
                      <a:pt x="1062" y="2467"/>
                      <a:pt x="1102" y="2486"/>
                    </a:cubicBezTo>
                    <a:cubicBezTo>
                      <a:pt x="1121" y="2491"/>
                      <a:pt x="1141" y="2494"/>
                      <a:pt x="1161" y="2494"/>
                    </a:cubicBezTo>
                    <a:cubicBezTo>
                      <a:pt x="1181" y="2494"/>
                      <a:pt x="1201" y="2491"/>
                      <a:pt x="1221" y="2486"/>
                    </a:cubicBezTo>
                    <a:cubicBezTo>
                      <a:pt x="1260" y="2477"/>
                      <a:pt x="1290" y="2457"/>
                      <a:pt x="1310" y="2417"/>
                    </a:cubicBezTo>
                    <a:cubicBezTo>
                      <a:pt x="1330" y="2397"/>
                      <a:pt x="1330" y="2367"/>
                      <a:pt x="1340" y="2338"/>
                    </a:cubicBezTo>
                    <a:cubicBezTo>
                      <a:pt x="1340" y="2298"/>
                      <a:pt x="1330" y="2268"/>
                      <a:pt x="1320" y="2239"/>
                    </a:cubicBezTo>
                    <a:cubicBezTo>
                      <a:pt x="1310" y="2209"/>
                      <a:pt x="1300" y="2169"/>
                      <a:pt x="1290" y="2139"/>
                    </a:cubicBezTo>
                    <a:lnTo>
                      <a:pt x="1270" y="2070"/>
                    </a:lnTo>
                    <a:cubicBezTo>
                      <a:pt x="1260" y="2050"/>
                      <a:pt x="1260" y="2030"/>
                      <a:pt x="1270" y="2030"/>
                    </a:cubicBezTo>
                    <a:lnTo>
                      <a:pt x="1419" y="1931"/>
                    </a:lnTo>
                    <a:cubicBezTo>
                      <a:pt x="1459" y="1901"/>
                      <a:pt x="1508" y="1862"/>
                      <a:pt x="1538" y="1822"/>
                    </a:cubicBezTo>
                    <a:cubicBezTo>
                      <a:pt x="1568" y="1782"/>
                      <a:pt x="1597" y="1733"/>
                      <a:pt x="1607" y="1683"/>
                    </a:cubicBezTo>
                    <a:cubicBezTo>
                      <a:pt x="1617" y="1614"/>
                      <a:pt x="1607" y="1554"/>
                      <a:pt x="1587" y="1495"/>
                    </a:cubicBezTo>
                    <a:cubicBezTo>
                      <a:pt x="1558" y="1406"/>
                      <a:pt x="1518" y="1336"/>
                      <a:pt x="1449" y="1287"/>
                    </a:cubicBezTo>
                    <a:cubicBezTo>
                      <a:pt x="1389" y="1237"/>
                      <a:pt x="1310" y="1197"/>
                      <a:pt x="1230" y="1178"/>
                    </a:cubicBezTo>
                    <a:cubicBezTo>
                      <a:pt x="1151" y="1148"/>
                      <a:pt x="1072" y="1128"/>
                      <a:pt x="983" y="1118"/>
                    </a:cubicBezTo>
                    <a:cubicBezTo>
                      <a:pt x="903" y="1098"/>
                      <a:pt x="824" y="1088"/>
                      <a:pt x="745" y="1078"/>
                    </a:cubicBezTo>
                    <a:cubicBezTo>
                      <a:pt x="685" y="1069"/>
                      <a:pt x="616" y="1059"/>
                      <a:pt x="556" y="1039"/>
                    </a:cubicBezTo>
                    <a:cubicBezTo>
                      <a:pt x="517" y="1039"/>
                      <a:pt x="477" y="1009"/>
                      <a:pt x="467" y="969"/>
                    </a:cubicBezTo>
                    <a:cubicBezTo>
                      <a:pt x="457" y="940"/>
                      <a:pt x="457" y="920"/>
                      <a:pt x="467" y="900"/>
                    </a:cubicBezTo>
                    <a:cubicBezTo>
                      <a:pt x="477" y="870"/>
                      <a:pt x="487" y="850"/>
                      <a:pt x="507" y="840"/>
                    </a:cubicBezTo>
                    <a:cubicBezTo>
                      <a:pt x="527" y="821"/>
                      <a:pt x="546" y="811"/>
                      <a:pt x="566" y="791"/>
                    </a:cubicBezTo>
                    <a:cubicBezTo>
                      <a:pt x="586" y="781"/>
                      <a:pt x="606" y="771"/>
                      <a:pt x="636" y="771"/>
                    </a:cubicBezTo>
                    <a:cubicBezTo>
                      <a:pt x="675" y="751"/>
                      <a:pt x="715" y="741"/>
                      <a:pt x="764" y="741"/>
                    </a:cubicBezTo>
                    <a:lnTo>
                      <a:pt x="993" y="741"/>
                    </a:lnTo>
                    <a:cubicBezTo>
                      <a:pt x="1022" y="741"/>
                      <a:pt x="1062" y="741"/>
                      <a:pt x="1092" y="731"/>
                    </a:cubicBezTo>
                    <a:cubicBezTo>
                      <a:pt x="1121" y="722"/>
                      <a:pt x="1141" y="702"/>
                      <a:pt x="1161" y="692"/>
                    </a:cubicBezTo>
                    <a:cubicBezTo>
                      <a:pt x="1191" y="682"/>
                      <a:pt x="1211" y="662"/>
                      <a:pt x="1230" y="642"/>
                    </a:cubicBezTo>
                    <a:cubicBezTo>
                      <a:pt x="1250" y="622"/>
                      <a:pt x="1260" y="603"/>
                      <a:pt x="1270" y="573"/>
                    </a:cubicBezTo>
                    <a:cubicBezTo>
                      <a:pt x="1280" y="553"/>
                      <a:pt x="1280" y="523"/>
                      <a:pt x="1270" y="493"/>
                    </a:cubicBezTo>
                    <a:cubicBezTo>
                      <a:pt x="1270" y="493"/>
                      <a:pt x="1260" y="484"/>
                      <a:pt x="1260" y="474"/>
                    </a:cubicBezTo>
                    <a:cubicBezTo>
                      <a:pt x="1250" y="464"/>
                      <a:pt x="1240" y="454"/>
                      <a:pt x="1230" y="444"/>
                    </a:cubicBezTo>
                    <a:cubicBezTo>
                      <a:pt x="1191" y="414"/>
                      <a:pt x="1151" y="384"/>
                      <a:pt x="1112" y="374"/>
                    </a:cubicBezTo>
                    <a:cubicBezTo>
                      <a:pt x="1062" y="355"/>
                      <a:pt x="1012" y="345"/>
                      <a:pt x="963" y="335"/>
                    </a:cubicBezTo>
                    <a:cubicBezTo>
                      <a:pt x="913" y="325"/>
                      <a:pt x="864" y="325"/>
                      <a:pt x="814" y="325"/>
                    </a:cubicBezTo>
                    <a:lnTo>
                      <a:pt x="665" y="325"/>
                    </a:lnTo>
                    <a:cubicBezTo>
                      <a:pt x="655" y="285"/>
                      <a:pt x="645" y="236"/>
                      <a:pt x="636" y="186"/>
                    </a:cubicBezTo>
                    <a:cubicBezTo>
                      <a:pt x="626" y="146"/>
                      <a:pt x="616" y="97"/>
                      <a:pt x="606" y="57"/>
                    </a:cubicBezTo>
                    <a:cubicBezTo>
                      <a:pt x="596" y="27"/>
                      <a:pt x="576" y="8"/>
                      <a:pt x="546" y="8"/>
                    </a:cubicBezTo>
                    <a:cubicBezTo>
                      <a:pt x="531" y="3"/>
                      <a:pt x="517" y="0"/>
                      <a:pt x="5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49"/>
              <p:cNvSpPr/>
              <p:nvPr/>
            </p:nvSpPr>
            <p:spPr>
              <a:xfrm>
                <a:off x="5059244" y="3302611"/>
                <a:ext cx="385729" cy="327960"/>
              </a:xfrm>
              <a:custGeom>
                <a:avLst/>
                <a:gdLst/>
                <a:ahLst/>
                <a:cxnLst/>
                <a:rect l="l" t="t" r="r" b="b"/>
                <a:pathLst>
                  <a:path w="6151" h="5230" extrusionOk="0">
                    <a:moveTo>
                      <a:pt x="3500" y="0"/>
                    </a:moveTo>
                    <a:cubicBezTo>
                      <a:pt x="3464" y="0"/>
                      <a:pt x="3428" y="1"/>
                      <a:pt x="3391" y="2"/>
                    </a:cubicBezTo>
                    <a:cubicBezTo>
                      <a:pt x="1061" y="82"/>
                      <a:pt x="0" y="2937"/>
                      <a:pt x="1706" y="4524"/>
                    </a:cubicBezTo>
                    <a:cubicBezTo>
                      <a:pt x="2227" y="5012"/>
                      <a:pt x="2851" y="5230"/>
                      <a:pt x="3463" y="5230"/>
                    </a:cubicBezTo>
                    <a:cubicBezTo>
                      <a:pt x="4838" y="5230"/>
                      <a:pt x="6150" y="4127"/>
                      <a:pt x="6088" y="2521"/>
                    </a:cubicBezTo>
                    <a:cubicBezTo>
                      <a:pt x="6040" y="1110"/>
                      <a:pt x="4889" y="0"/>
                      <a:pt x="35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49"/>
              <p:cNvSpPr/>
              <p:nvPr/>
            </p:nvSpPr>
            <p:spPr>
              <a:xfrm>
                <a:off x="5115809" y="3346757"/>
                <a:ext cx="289093" cy="245374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3913" extrusionOk="0">
                    <a:moveTo>
                      <a:pt x="2629" y="0"/>
                    </a:moveTo>
                    <a:cubicBezTo>
                      <a:pt x="2599" y="0"/>
                      <a:pt x="2569" y="1"/>
                      <a:pt x="2539" y="2"/>
                    </a:cubicBezTo>
                    <a:cubicBezTo>
                      <a:pt x="804" y="62"/>
                      <a:pt x="1" y="2194"/>
                      <a:pt x="1280" y="3384"/>
                    </a:cubicBezTo>
                    <a:cubicBezTo>
                      <a:pt x="1673" y="3750"/>
                      <a:pt x="2141" y="3913"/>
                      <a:pt x="2600" y="3913"/>
                    </a:cubicBezTo>
                    <a:cubicBezTo>
                      <a:pt x="3631" y="3913"/>
                      <a:pt x="4610" y="3085"/>
                      <a:pt x="4562" y="1876"/>
                    </a:cubicBezTo>
                    <a:cubicBezTo>
                      <a:pt x="4533" y="835"/>
                      <a:pt x="3670" y="0"/>
                      <a:pt x="26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49"/>
              <p:cNvSpPr/>
              <p:nvPr/>
            </p:nvSpPr>
            <p:spPr>
              <a:xfrm>
                <a:off x="5222165" y="3383128"/>
                <a:ext cx="109492" cy="167617"/>
              </a:xfrm>
              <a:custGeom>
                <a:avLst/>
                <a:gdLst/>
                <a:ahLst/>
                <a:cxnLst/>
                <a:rect l="l" t="t" r="r" b="b"/>
                <a:pathLst>
                  <a:path w="1746" h="2673" extrusionOk="0">
                    <a:moveTo>
                      <a:pt x="552" y="0"/>
                    </a:moveTo>
                    <a:cubicBezTo>
                      <a:pt x="536" y="0"/>
                      <a:pt x="521" y="2"/>
                      <a:pt x="506" y="7"/>
                    </a:cubicBezTo>
                    <a:cubicBezTo>
                      <a:pt x="436" y="17"/>
                      <a:pt x="387" y="87"/>
                      <a:pt x="397" y="156"/>
                    </a:cubicBezTo>
                    <a:cubicBezTo>
                      <a:pt x="397" y="206"/>
                      <a:pt x="407" y="255"/>
                      <a:pt x="417" y="315"/>
                    </a:cubicBezTo>
                    <a:cubicBezTo>
                      <a:pt x="426" y="364"/>
                      <a:pt x="436" y="414"/>
                      <a:pt x="446" y="473"/>
                    </a:cubicBezTo>
                    <a:cubicBezTo>
                      <a:pt x="367" y="493"/>
                      <a:pt x="307" y="533"/>
                      <a:pt x="248" y="583"/>
                    </a:cubicBezTo>
                    <a:cubicBezTo>
                      <a:pt x="188" y="632"/>
                      <a:pt x="139" y="692"/>
                      <a:pt x="99" y="751"/>
                    </a:cubicBezTo>
                    <a:cubicBezTo>
                      <a:pt x="20" y="880"/>
                      <a:pt x="0" y="1039"/>
                      <a:pt x="50" y="1187"/>
                    </a:cubicBezTo>
                    <a:cubicBezTo>
                      <a:pt x="79" y="1267"/>
                      <a:pt x="129" y="1346"/>
                      <a:pt x="188" y="1396"/>
                    </a:cubicBezTo>
                    <a:cubicBezTo>
                      <a:pt x="258" y="1445"/>
                      <a:pt x="327" y="1495"/>
                      <a:pt x="407" y="1525"/>
                    </a:cubicBezTo>
                    <a:cubicBezTo>
                      <a:pt x="486" y="1554"/>
                      <a:pt x="565" y="1574"/>
                      <a:pt x="654" y="1584"/>
                    </a:cubicBezTo>
                    <a:cubicBezTo>
                      <a:pt x="744" y="1594"/>
                      <a:pt x="823" y="1614"/>
                      <a:pt x="902" y="1614"/>
                    </a:cubicBezTo>
                    <a:lnTo>
                      <a:pt x="982" y="1614"/>
                    </a:lnTo>
                    <a:cubicBezTo>
                      <a:pt x="1011" y="1614"/>
                      <a:pt x="1051" y="1614"/>
                      <a:pt x="1081" y="1624"/>
                    </a:cubicBezTo>
                    <a:cubicBezTo>
                      <a:pt x="1121" y="1624"/>
                      <a:pt x="1150" y="1634"/>
                      <a:pt x="1180" y="1653"/>
                    </a:cubicBezTo>
                    <a:cubicBezTo>
                      <a:pt x="1200" y="1653"/>
                      <a:pt x="1220" y="1673"/>
                      <a:pt x="1230" y="1703"/>
                    </a:cubicBezTo>
                    <a:cubicBezTo>
                      <a:pt x="1240" y="1723"/>
                      <a:pt x="1240" y="1753"/>
                      <a:pt x="1230" y="1772"/>
                    </a:cubicBezTo>
                    <a:cubicBezTo>
                      <a:pt x="1220" y="1792"/>
                      <a:pt x="1200" y="1812"/>
                      <a:pt x="1180" y="1832"/>
                    </a:cubicBezTo>
                    <a:cubicBezTo>
                      <a:pt x="1160" y="1852"/>
                      <a:pt x="1140" y="1862"/>
                      <a:pt x="1111" y="1881"/>
                    </a:cubicBezTo>
                    <a:lnTo>
                      <a:pt x="1051" y="1901"/>
                    </a:lnTo>
                    <a:cubicBezTo>
                      <a:pt x="1002" y="1921"/>
                      <a:pt x="952" y="1931"/>
                      <a:pt x="912" y="1931"/>
                    </a:cubicBezTo>
                    <a:lnTo>
                      <a:pt x="625" y="1931"/>
                    </a:lnTo>
                    <a:cubicBezTo>
                      <a:pt x="585" y="1931"/>
                      <a:pt x="545" y="1941"/>
                      <a:pt x="506" y="1951"/>
                    </a:cubicBezTo>
                    <a:cubicBezTo>
                      <a:pt x="456" y="1961"/>
                      <a:pt x="417" y="2000"/>
                      <a:pt x="397" y="2040"/>
                    </a:cubicBezTo>
                    <a:cubicBezTo>
                      <a:pt x="367" y="2080"/>
                      <a:pt x="357" y="2139"/>
                      <a:pt x="377" y="2179"/>
                    </a:cubicBezTo>
                    <a:cubicBezTo>
                      <a:pt x="397" y="2228"/>
                      <a:pt x="426" y="2278"/>
                      <a:pt x="476" y="2298"/>
                    </a:cubicBezTo>
                    <a:cubicBezTo>
                      <a:pt x="536" y="2318"/>
                      <a:pt x="595" y="2328"/>
                      <a:pt x="645" y="2338"/>
                    </a:cubicBezTo>
                    <a:lnTo>
                      <a:pt x="843" y="2338"/>
                    </a:lnTo>
                    <a:cubicBezTo>
                      <a:pt x="902" y="2328"/>
                      <a:pt x="962" y="2318"/>
                      <a:pt x="1002" y="2318"/>
                    </a:cubicBezTo>
                    <a:cubicBezTo>
                      <a:pt x="1011" y="2318"/>
                      <a:pt x="1021" y="2328"/>
                      <a:pt x="1021" y="2338"/>
                    </a:cubicBezTo>
                    <a:cubicBezTo>
                      <a:pt x="1031" y="2357"/>
                      <a:pt x="1041" y="2367"/>
                      <a:pt x="1051" y="2387"/>
                    </a:cubicBezTo>
                    <a:cubicBezTo>
                      <a:pt x="1061" y="2407"/>
                      <a:pt x="1071" y="2417"/>
                      <a:pt x="1071" y="2437"/>
                    </a:cubicBezTo>
                    <a:lnTo>
                      <a:pt x="1091" y="2476"/>
                    </a:lnTo>
                    <a:lnTo>
                      <a:pt x="1101" y="2526"/>
                    </a:lnTo>
                    <a:cubicBezTo>
                      <a:pt x="1101" y="2546"/>
                      <a:pt x="1111" y="2556"/>
                      <a:pt x="1121" y="2576"/>
                    </a:cubicBezTo>
                    <a:cubicBezTo>
                      <a:pt x="1130" y="2615"/>
                      <a:pt x="1160" y="2655"/>
                      <a:pt x="1200" y="2665"/>
                    </a:cubicBezTo>
                    <a:cubicBezTo>
                      <a:pt x="1220" y="2670"/>
                      <a:pt x="1242" y="2672"/>
                      <a:pt x="1264" y="2672"/>
                    </a:cubicBezTo>
                    <a:cubicBezTo>
                      <a:pt x="1287" y="2672"/>
                      <a:pt x="1309" y="2670"/>
                      <a:pt x="1329" y="2665"/>
                    </a:cubicBezTo>
                    <a:cubicBezTo>
                      <a:pt x="1368" y="2655"/>
                      <a:pt x="1398" y="2635"/>
                      <a:pt x="1418" y="2595"/>
                    </a:cubicBezTo>
                    <a:cubicBezTo>
                      <a:pt x="1438" y="2576"/>
                      <a:pt x="1448" y="2536"/>
                      <a:pt x="1448" y="2506"/>
                    </a:cubicBezTo>
                    <a:cubicBezTo>
                      <a:pt x="1448" y="2466"/>
                      <a:pt x="1438" y="2437"/>
                      <a:pt x="1428" y="2397"/>
                    </a:cubicBezTo>
                    <a:cubicBezTo>
                      <a:pt x="1418" y="2367"/>
                      <a:pt x="1408" y="2328"/>
                      <a:pt x="1398" y="2298"/>
                    </a:cubicBezTo>
                    <a:cubicBezTo>
                      <a:pt x="1388" y="2268"/>
                      <a:pt x="1388" y="2248"/>
                      <a:pt x="1378" y="2219"/>
                    </a:cubicBezTo>
                    <a:cubicBezTo>
                      <a:pt x="1368" y="2199"/>
                      <a:pt x="1368" y="2179"/>
                      <a:pt x="1378" y="2179"/>
                    </a:cubicBezTo>
                    <a:lnTo>
                      <a:pt x="1537" y="2070"/>
                    </a:lnTo>
                    <a:cubicBezTo>
                      <a:pt x="1587" y="2040"/>
                      <a:pt x="1626" y="2000"/>
                      <a:pt x="1666" y="1951"/>
                    </a:cubicBezTo>
                    <a:cubicBezTo>
                      <a:pt x="1706" y="1901"/>
                      <a:pt x="1725" y="1852"/>
                      <a:pt x="1735" y="1802"/>
                    </a:cubicBezTo>
                    <a:cubicBezTo>
                      <a:pt x="1745" y="1733"/>
                      <a:pt x="1745" y="1663"/>
                      <a:pt x="1715" y="1594"/>
                    </a:cubicBezTo>
                    <a:cubicBezTo>
                      <a:pt x="1696" y="1505"/>
                      <a:pt x="1636" y="1435"/>
                      <a:pt x="1567" y="1376"/>
                    </a:cubicBezTo>
                    <a:cubicBezTo>
                      <a:pt x="1497" y="1326"/>
                      <a:pt x="1428" y="1277"/>
                      <a:pt x="1339" y="1257"/>
                    </a:cubicBezTo>
                    <a:cubicBezTo>
                      <a:pt x="1249" y="1227"/>
                      <a:pt x="1160" y="1207"/>
                      <a:pt x="1071" y="1187"/>
                    </a:cubicBezTo>
                    <a:lnTo>
                      <a:pt x="823" y="1148"/>
                    </a:lnTo>
                    <a:cubicBezTo>
                      <a:pt x="754" y="1148"/>
                      <a:pt x="684" y="1128"/>
                      <a:pt x="615" y="1108"/>
                    </a:cubicBezTo>
                    <a:cubicBezTo>
                      <a:pt x="565" y="1108"/>
                      <a:pt x="536" y="1068"/>
                      <a:pt x="516" y="1029"/>
                    </a:cubicBezTo>
                    <a:cubicBezTo>
                      <a:pt x="506" y="1009"/>
                      <a:pt x="506" y="979"/>
                      <a:pt x="516" y="959"/>
                    </a:cubicBezTo>
                    <a:cubicBezTo>
                      <a:pt x="526" y="930"/>
                      <a:pt x="536" y="910"/>
                      <a:pt x="555" y="900"/>
                    </a:cubicBezTo>
                    <a:cubicBezTo>
                      <a:pt x="575" y="880"/>
                      <a:pt x="605" y="860"/>
                      <a:pt x="625" y="850"/>
                    </a:cubicBezTo>
                    <a:cubicBezTo>
                      <a:pt x="645" y="840"/>
                      <a:pt x="674" y="830"/>
                      <a:pt x="694" y="821"/>
                    </a:cubicBezTo>
                    <a:cubicBezTo>
                      <a:pt x="744" y="801"/>
                      <a:pt x="783" y="791"/>
                      <a:pt x="833" y="791"/>
                    </a:cubicBezTo>
                    <a:lnTo>
                      <a:pt x="1081" y="791"/>
                    </a:lnTo>
                    <a:cubicBezTo>
                      <a:pt x="1121" y="791"/>
                      <a:pt x="1160" y="791"/>
                      <a:pt x="1200" y="771"/>
                    </a:cubicBezTo>
                    <a:cubicBezTo>
                      <a:pt x="1220" y="761"/>
                      <a:pt x="1249" y="751"/>
                      <a:pt x="1269" y="741"/>
                    </a:cubicBezTo>
                    <a:cubicBezTo>
                      <a:pt x="1299" y="721"/>
                      <a:pt x="1319" y="702"/>
                      <a:pt x="1339" y="682"/>
                    </a:cubicBezTo>
                    <a:cubicBezTo>
                      <a:pt x="1358" y="662"/>
                      <a:pt x="1368" y="642"/>
                      <a:pt x="1378" y="612"/>
                    </a:cubicBezTo>
                    <a:cubicBezTo>
                      <a:pt x="1388" y="583"/>
                      <a:pt x="1388" y="553"/>
                      <a:pt x="1378" y="533"/>
                    </a:cubicBezTo>
                    <a:cubicBezTo>
                      <a:pt x="1378" y="523"/>
                      <a:pt x="1368" y="513"/>
                      <a:pt x="1368" y="503"/>
                    </a:cubicBezTo>
                    <a:cubicBezTo>
                      <a:pt x="1358" y="493"/>
                      <a:pt x="1349" y="483"/>
                      <a:pt x="1339" y="473"/>
                    </a:cubicBezTo>
                    <a:cubicBezTo>
                      <a:pt x="1299" y="444"/>
                      <a:pt x="1259" y="414"/>
                      <a:pt x="1210" y="394"/>
                    </a:cubicBezTo>
                    <a:cubicBezTo>
                      <a:pt x="1160" y="374"/>
                      <a:pt x="1101" y="364"/>
                      <a:pt x="1051" y="354"/>
                    </a:cubicBezTo>
                    <a:cubicBezTo>
                      <a:pt x="992" y="345"/>
                      <a:pt x="942" y="345"/>
                      <a:pt x="892" y="345"/>
                    </a:cubicBezTo>
                    <a:cubicBezTo>
                      <a:pt x="833" y="345"/>
                      <a:pt x="783" y="345"/>
                      <a:pt x="734" y="354"/>
                    </a:cubicBezTo>
                    <a:cubicBezTo>
                      <a:pt x="724" y="305"/>
                      <a:pt x="714" y="255"/>
                      <a:pt x="704" y="206"/>
                    </a:cubicBezTo>
                    <a:cubicBezTo>
                      <a:pt x="694" y="156"/>
                      <a:pt x="684" y="107"/>
                      <a:pt x="664" y="67"/>
                    </a:cubicBezTo>
                    <a:cubicBezTo>
                      <a:pt x="654" y="37"/>
                      <a:pt x="635" y="7"/>
                      <a:pt x="605" y="7"/>
                    </a:cubicBezTo>
                    <a:cubicBezTo>
                      <a:pt x="585" y="2"/>
                      <a:pt x="568" y="0"/>
                      <a:pt x="5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49"/>
              <p:cNvSpPr/>
              <p:nvPr/>
            </p:nvSpPr>
            <p:spPr>
              <a:xfrm>
                <a:off x="5452185" y="3163463"/>
                <a:ext cx="111373" cy="20712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3303" extrusionOk="0">
                    <a:moveTo>
                      <a:pt x="665" y="0"/>
                    </a:moveTo>
                    <a:cubicBezTo>
                      <a:pt x="506" y="209"/>
                      <a:pt x="387" y="447"/>
                      <a:pt x="298" y="704"/>
                    </a:cubicBezTo>
                    <a:cubicBezTo>
                      <a:pt x="1" y="1636"/>
                      <a:pt x="278" y="2658"/>
                      <a:pt x="1012" y="3302"/>
                    </a:cubicBezTo>
                    <a:cubicBezTo>
                      <a:pt x="1776" y="2281"/>
                      <a:pt x="1627" y="843"/>
                      <a:pt x="6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49"/>
              <p:cNvSpPr/>
              <p:nvPr/>
            </p:nvSpPr>
            <p:spPr>
              <a:xfrm>
                <a:off x="5250133" y="3353718"/>
                <a:ext cx="193398" cy="263058"/>
              </a:xfrm>
              <a:custGeom>
                <a:avLst/>
                <a:gdLst/>
                <a:ahLst/>
                <a:cxnLst/>
                <a:rect l="l" t="t" r="r" b="b"/>
                <a:pathLst>
                  <a:path w="3084" h="4195" extrusionOk="0">
                    <a:moveTo>
                      <a:pt x="2330" y="1"/>
                    </a:moveTo>
                    <a:cubicBezTo>
                      <a:pt x="486" y="566"/>
                      <a:pt x="0" y="2945"/>
                      <a:pt x="1468" y="4195"/>
                    </a:cubicBezTo>
                    <a:cubicBezTo>
                      <a:pt x="2459" y="3778"/>
                      <a:pt x="3084" y="2787"/>
                      <a:pt x="3044" y="1706"/>
                    </a:cubicBezTo>
                    <a:cubicBezTo>
                      <a:pt x="3024" y="1061"/>
                      <a:pt x="2767" y="457"/>
                      <a:pt x="23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49"/>
              <p:cNvSpPr/>
              <p:nvPr/>
            </p:nvSpPr>
            <p:spPr>
              <a:xfrm>
                <a:off x="5546062" y="3389775"/>
                <a:ext cx="153702" cy="236345"/>
              </a:xfrm>
              <a:custGeom>
                <a:avLst/>
                <a:gdLst/>
                <a:ahLst/>
                <a:cxnLst/>
                <a:rect l="l" t="t" r="r" b="b"/>
                <a:pathLst>
                  <a:path w="2451" h="3769" extrusionOk="0">
                    <a:moveTo>
                      <a:pt x="784" y="1"/>
                    </a:moveTo>
                    <a:cubicBezTo>
                      <a:pt x="675" y="149"/>
                      <a:pt x="586" y="308"/>
                      <a:pt x="517" y="477"/>
                    </a:cubicBezTo>
                    <a:cubicBezTo>
                      <a:pt x="1" y="1696"/>
                      <a:pt x="477" y="3104"/>
                      <a:pt x="1627" y="3768"/>
                    </a:cubicBezTo>
                    <a:cubicBezTo>
                      <a:pt x="1815" y="3530"/>
                      <a:pt x="1964" y="3263"/>
                      <a:pt x="2063" y="2975"/>
                    </a:cubicBezTo>
                    <a:cubicBezTo>
                      <a:pt x="2450" y="1795"/>
                      <a:pt x="1895" y="526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49"/>
              <p:cNvSpPr/>
              <p:nvPr/>
            </p:nvSpPr>
            <p:spPr>
              <a:xfrm>
                <a:off x="5331594" y="2207174"/>
                <a:ext cx="298500" cy="255721"/>
              </a:xfrm>
              <a:custGeom>
                <a:avLst/>
                <a:gdLst/>
                <a:ahLst/>
                <a:cxnLst/>
                <a:rect l="l" t="t" r="r" b="b"/>
                <a:pathLst>
                  <a:path w="4760" h="4078" extrusionOk="0">
                    <a:moveTo>
                      <a:pt x="2745" y="1"/>
                    </a:moveTo>
                    <a:cubicBezTo>
                      <a:pt x="2739" y="1"/>
                      <a:pt x="2733" y="1"/>
                      <a:pt x="2727" y="1"/>
                    </a:cubicBezTo>
                    <a:cubicBezTo>
                      <a:pt x="912" y="1"/>
                      <a:pt x="0" y="2192"/>
                      <a:pt x="1279" y="3481"/>
                    </a:cubicBezTo>
                    <a:cubicBezTo>
                      <a:pt x="1695" y="3893"/>
                      <a:pt x="2204" y="4078"/>
                      <a:pt x="2704" y="4078"/>
                    </a:cubicBezTo>
                    <a:cubicBezTo>
                      <a:pt x="3754" y="4078"/>
                      <a:pt x="4760" y="3263"/>
                      <a:pt x="4760" y="2033"/>
                    </a:cubicBezTo>
                    <a:cubicBezTo>
                      <a:pt x="4760" y="909"/>
                      <a:pt x="3857" y="1"/>
                      <a:pt x="27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49"/>
              <p:cNvSpPr/>
              <p:nvPr/>
            </p:nvSpPr>
            <p:spPr>
              <a:xfrm>
                <a:off x="5375742" y="2241412"/>
                <a:ext cx="223875" cy="191258"/>
              </a:xfrm>
              <a:custGeom>
                <a:avLst/>
                <a:gdLst/>
                <a:ahLst/>
                <a:cxnLst/>
                <a:rect l="l" t="t" r="r" b="b"/>
                <a:pathLst>
                  <a:path w="3570" h="3050" extrusionOk="0">
                    <a:moveTo>
                      <a:pt x="2043" y="0"/>
                    </a:moveTo>
                    <a:cubicBezTo>
                      <a:pt x="684" y="0"/>
                      <a:pt x="0" y="1636"/>
                      <a:pt x="962" y="2598"/>
                    </a:cubicBezTo>
                    <a:cubicBezTo>
                      <a:pt x="1274" y="2910"/>
                      <a:pt x="1658" y="3050"/>
                      <a:pt x="2035" y="3050"/>
                    </a:cubicBezTo>
                    <a:cubicBezTo>
                      <a:pt x="2819" y="3050"/>
                      <a:pt x="3570" y="2444"/>
                      <a:pt x="3570" y="1527"/>
                    </a:cubicBezTo>
                    <a:cubicBezTo>
                      <a:pt x="3570" y="684"/>
                      <a:pt x="2886" y="0"/>
                      <a:pt x="20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49"/>
              <p:cNvSpPr/>
              <p:nvPr/>
            </p:nvSpPr>
            <p:spPr>
              <a:xfrm>
                <a:off x="5460902" y="2268125"/>
                <a:ext cx="84031" cy="13294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120" extrusionOk="0">
                    <a:moveTo>
                      <a:pt x="417" y="0"/>
                    </a:moveTo>
                    <a:cubicBezTo>
                      <a:pt x="358" y="10"/>
                      <a:pt x="318" y="60"/>
                      <a:pt x="328" y="119"/>
                    </a:cubicBezTo>
                    <a:cubicBezTo>
                      <a:pt x="328" y="159"/>
                      <a:pt x="328" y="199"/>
                      <a:pt x="338" y="238"/>
                    </a:cubicBezTo>
                    <a:cubicBezTo>
                      <a:pt x="348" y="278"/>
                      <a:pt x="358" y="318"/>
                      <a:pt x="358" y="367"/>
                    </a:cubicBezTo>
                    <a:cubicBezTo>
                      <a:pt x="298" y="387"/>
                      <a:pt x="239" y="417"/>
                      <a:pt x="199" y="447"/>
                    </a:cubicBezTo>
                    <a:cubicBezTo>
                      <a:pt x="149" y="486"/>
                      <a:pt x="100" y="526"/>
                      <a:pt x="70" y="575"/>
                    </a:cubicBezTo>
                    <a:cubicBezTo>
                      <a:pt x="40" y="625"/>
                      <a:pt x="20" y="675"/>
                      <a:pt x="10" y="734"/>
                    </a:cubicBezTo>
                    <a:cubicBezTo>
                      <a:pt x="1" y="794"/>
                      <a:pt x="1" y="853"/>
                      <a:pt x="20" y="913"/>
                    </a:cubicBezTo>
                    <a:cubicBezTo>
                      <a:pt x="40" y="972"/>
                      <a:pt x="70" y="1032"/>
                      <a:pt x="120" y="1081"/>
                    </a:cubicBezTo>
                    <a:cubicBezTo>
                      <a:pt x="169" y="1121"/>
                      <a:pt x="229" y="1151"/>
                      <a:pt x="288" y="1180"/>
                    </a:cubicBezTo>
                    <a:cubicBezTo>
                      <a:pt x="348" y="1210"/>
                      <a:pt x="417" y="1220"/>
                      <a:pt x="486" y="1240"/>
                    </a:cubicBezTo>
                    <a:cubicBezTo>
                      <a:pt x="556" y="1250"/>
                      <a:pt x="615" y="1260"/>
                      <a:pt x="675" y="1260"/>
                    </a:cubicBezTo>
                    <a:lnTo>
                      <a:pt x="734" y="1260"/>
                    </a:lnTo>
                    <a:cubicBezTo>
                      <a:pt x="764" y="1270"/>
                      <a:pt x="794" y="1270"/>
                      <a:pt x="814" y="1270"/>
                    </a:cubicBezTo>
                    <a:cubicBezTo>
                      <a:pt x="843" y="1279"/>
                      <a:pt x="863" y="1289"/>
                      <a:pt x="893" y="1299"/>
                    </a:cubicBezTo>
                    <a:cubicBezTo>
                      <a:pt x="923" y="1309"/>
                      <a:pt x="943" y="1359"/>
                      <a:pt x="923" y="1398"/>
                    </a:cubicBezTo>
                    <a:cubicBezTo>
                      <a:pt x="913" y="1418"/>
                      <a:pt x="893" y="1428"/>
                      <a:pt x="883" y="1438"/>
                    </a:cubicBezTo>
                    <a:cubicBezTo>
                      <a:pt x="863" y="1458"/>
                      <a:pt x="843" y="1468"/>
                      <a:pt x="833" y="1478"/>
                    </a:cubicBezTo>
                    <a:lnTo>
                      <a:pt x="784" y="1498"/>
                    </a:lnTo>
                    <a:cubicBezTo>
                      <a:pt x="744" y="1507"/>
                      <a:pt x="705" y="1507"/>
                      <a:pt x="665" y="1507"/>
                    </a:cubicBezTo>
                    <a:lnTo>
                      <a:pt x="447" y="1507"/>
                    </a:lnTo>
                    <a:cubicBezTo>
                      <a:pt x="417" y="1507"/>
                      <a:pt x="377" y="1507"/>
                      <a:pt x="348" y="1517"/>
                    </a:cubicBezTo>
                    <a:cubicBezTo>
                      <a:pt x="308" y="1527"/>
                      <a:pt x="278" y="1557"/>
                      <a:pt x="258" y="1587"/>
                    </a:cubicBezTo>
                    <a:cubicBezTo>
                      <a:pt x="239" y="1617"/>
                      <a:pt x="229" y="1656"/>
                      <a:pt x="239" y="1696"/>
                    </a:cubicBezTo>
                    <a:cubicBezTo>
                      <a:pt x="258" y="1736"/>
                      <a:pt x="278" y="1775"/>
                      <a:pt x="318" y="1785"/>
                    </a:cubicBezTo>
                    <a:cubicBezTo>
                      <a:pt x="358" y="1805"/>
                      <a:pt x="407" y="1815"/>
                      <a:pt x="447" y="1825"/>
                    </a:cubicBezTo>
                    <a:lnTo>
                      <a:pt x="724" y="1825"/>
                    </a:lnTo>
                    <a:cubicBezTo>
                      <a:pt x="724" y="1825"/>
                      <a:pt x="744" y="1835"/>
                      <a:pt x="744" y="1845"/>
                    </a:cubicBezTo>
                    <a:cubicBezTo>
                      <a:pt x="754" y="1855"/>
                      <a:pt x="764" y="1874"/>
                      <a:pt x="774" y="1894"/>
                    </a:cubicBezTo>
                    <a:cubicBezTo>
                      <a:pt x="784" y="1904"/>
                      <a:pt x="784" y="1924"/>
                      <a:pt x="794" y="1934"/>
                    </a:cubicBezTo>
                    <a:cubicBezTo>
                      <a:pt x="794" y="1944"/>
                      <a:pt x="794" y="1954"/>
                      <a:pt x="794" y="1964"/>
                    </a:cubicBezTo>
                    <a:cubicBezTo>
                      <a:pt x="804" y="1974"/>
                      <a:pt x="804" y="1983"/>
                      <a:pt x="804" y="2003"/>
                    </a:cubicBezTo>
                    <a:cubicBezTo>
                      <a:pt x="814" y="2013"/>
                      <a:pt x="814" y="2023"/>
                      <a:pt x="814" y="2043"/>
                    </a:cubicBezTo>
                    <a:cubicBezTo>
                      <a:pt x="824" y="2073"/>
                      <a:pt x="853" y="2102"/>
                      <a:pt x="883" y="2112"/>
                    </a:cubicBezTo>
                    <a:cubicBezTo>
                      <a:pt x="898" y="2117"/>
                      <a:pt x="915" y="2120"/>
                      <a:pt x="933" y="2120"/>
                    </a:cubicBezTo>
                    <a:cubicBezTo>
                      <a:pt x="950" y="2120"/>
                      <a:pt x="967" y="2117"/>
                      <a:pt x="982" y="2112"/>
                    </a:cubicBezTo>
                    <a:cubicBezTo>
                      <a:pt x="1012" y="2112"/>
                      <a:pt x="1042" y="2092"/>
                      <a:pt x="1062" y="2073"/>
                    </a:cubicBezTo>
                    <a:cubicBezTo>
                      <a:pt x="1071" y="2043"/>
                      <a:pt x="1081" y="2023"/>
                      <a:pt x="1081" y="1993"/>
                    </a:cubicBezTo>
                    <a:cubicBezTo>
                      <a:pt x="1081" y="1974"/>
                      <a:pt x="1081" y="1944"/>
                      <a:pt x="1071" y="1914"/>
                    </a:cubicBezTo>
                    <a:cubicBezTo>
                      <a:pt x="1062" y="1884"/>
                      <a:pt x="1062" y="1864"/>
                      <a:pt x="1052" y="1835"/>
                    </a:cubicBezTo>
                    <a:cubicBezTo>
                      <a:pt x="1042" y="1815"/>
                      <a:pt x="1042" y="1785"/>
                      <a:pt x="1032" y="1775"/>
                    </a:cubicBezTo>
                    <a:cubicBezTo>
                      <a:pt x="1022" y="1755"/>
                      <a:pt x="1022" y="1736"/>
                      <a:pt x="1032" y="1736"/>
                    </a:cubicBezTo>
                    <a:lnTo>
                      <a:pt x="1161" y="1666"/>
                    </a:lnTo>
                    <a:cubicBezTo>
                      <a:pt x="1200" y="1636"/>
                      <a:pt x="1230" y="1607"/>
                      <a:pt x="1260" y="1577"/>
                    </a:cubicBezTo>
                    <a:cubicBezTo>
                      <a:pt x="1290" y="1537"/>
                      <a:pt x="1309" y="1498"/>
                      <a:pt x="1329" y="1458"/>
                    </a:cubicBezTo>
                    <a:cubicBezTo>
                      <a:pt x="1339" y="1408"/>
                      <a:pt x="1329" y="1349"/>
                      <a:pt x="1309" y="1299"/>
                    </a:cubicBezTo>
                    <a:cubicBezTo>
                      <a:pt x="1299" y="1230"/>
                      <a:pt x="1260" y="1170"/>
                      <a:pt x="1210" y="1121"/>
                    </a:cubicBezTo>
                    <a:cubicBezTo>
                      <a:pt x="1151" y="1081"/>
                      <a:pt x="1091" y="1051"/>
                      <a:pt x="1032" y="1022"/>
                    </a:cubicBezTo>
                    <a:cubicBezTo>
                      <a:pt x="962" y="1002"/>
                      <a:pt x="893" y="982"/>
                      <a:pt x="824" y="962"/>
                    </a:cubicBezTo>
                    <a:cubicBezTo>
                      <a:pt x="744" y="952"/>
                      <a:pt x="685" y="942"/>
                      <a:pt x="625" y="932"/>
                    </a:cubicBezTo>
                    <a:cubicBezTo>
                      <a:pt x="576" y="922"/>
                      <a:pt x="516" y="913"/>
                      <a:pt x="467" y="893"/>
                    </a:cubicBezTo>
                    <a:cubicBezTo>
                      <a:pt x="437" y="883"/>
                      <a:pt x="407" y="863"/>
                      <a:pt x="387" y="823"/>
                    </a:cubicBezTo>
                    <a:cubicBezTo>
                      <a:pt x="387" y="804"/>
                      <a:pt x="387" y="784"/>
                      <a:pt x="387" y="774"/>
                    </a:cubicBezTo>
                    <a:cubicBezTo>
                      <a:pt x="397" y="754"/>
                      <a:pt x="417" y="734"/>
                      <a:pt x="427" y="724"/>
                    </a:cubicBezTo>
                    <a:cubicBezTo>
                      <a:pt x="447" y="704"/>
                      <a:pt x="467" y="694"/>
                      <a:pt x="486" y="685"/>
                    </a:cubicBezTo>
                    <a:cubicBezTo>
                      <a:pt x="496" y="675"/>
                      <a:pt x="516" y="675"/>
                      <a:pt x="536" y="665"/>
                    </a:cubicBezTo>
                    <a:cubicBezTo>
                      <a:pt x="576" y="655"/>
                      <a:pt x="605" y="655"/>
                      <a:pt x="645" y="645"/>
                    </a:cubicBezTo>
                    <a:lnTo>
                      <a:pt x="833" y="645"/>
                    </a:lnTo>
                    <a:cubicBezTo>
                      <a:pt x="843" y="648"/>
                      <a:pt x="853" y="649"/>
                      <a:pt x="863" y="649"/>
                    </a:cubicBezTo>
                    <a:cubicBezTo>
                      <a:pt x="883" y="649"/>
                      <a:pt x="903" y="645"/>
                      <a:pt x="923" y="645"/>
                    </a:cubicBezTo>
                    <a:cubicBezTo>
                      <a:pt x="943" y="635"/>
                      <a:pt x="962" y="625"/>
                      <a:pt x="982" y="615"/>
                    </a:cubicBezTo>
                    <a:cubicBezTo>
                      <a:pt x="1002" y="605"/>
                      <a:pt x="1022" y="585"/>
                      <a:pt x="1042" y="575"/>
                    </a:cubicBezTo>
                    <a:cubicBezTo>
                      <a:pt x="1052" y="556"/>
                      <a:pt x="1062" y="536"/>
                      <a:pt x="1071" y="516"/>
                    </a:cubicBezTo>
                    <a:cubicBezTo>
                      <a:pt x="1081" y="496"/>
                      <a:pt x="1081" y="476"/>
                      <a:pt x="1071" y="447"/>
                    </a:cubicBezTo>
                    <a:cubicBezTo>
                      <a:pt x="1081" y="437"/>
                      <a:pt x="1081" y="427"/>
                      <a:pt x="1071" y="417"/>
                    </a:cubicBezTo>
                    <a:cubicBezTo>
                      <a:pt x="1071" y="407"/>
                      <a:pt x="1062" y="397"/>
                      <a:pt x="1052" y="387"/>
                    </a:cubicBezTo>
                    <a:cubicBezTo>
                      <a:pt x="1022" y="367"/>
                      <a:pt x="992" y="337"/>
                      <a:pt x="952" y="328"/>
                    </a:cubicBezTo>
                    <a:cubicBezTo>
                      <a:pt x="913" y="308"/>
                      <a:pt x="873" y="298"/>
                      <a:pt x="833" y="288"/>
                    </a:cubicBezTo>
                    <a:cubicBezTo>
                      <a:pt x="784" y="288"/>
                      <a:pt x="744" y="278"/>
                      <a:pt x="705" y="278"/>
                    </a:cubicBezTo>
                    <a:lnTo>
                      <a:pt x="586" y="278"/>
                    </a:lnTo>
                    <a:cubicBezTo>
                      <a:pt x="576" y="238"/>
                      <a:pt x="566" y="199"/>
                      <a:pt x="566" y="159"/>
                    </a:cubicBezTo>
                    <a:cubicBezTo>
                      <a:pt x="556" y="129"/>
                      <a:pt x="546" y="90"/>
                      <a:pt x="536" y="50"/>
                    </a:cubicBezTo>
                    <a:cubicBezTo>
                      <a:pt x="536" y="30"/>
                      <a:pt x="516" y="10"/>
                      <a:pt x="4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49"/>
              <p:cNvSpPr/>
              <p:nvPr/>
            </p:nvSpPr>
            <p:spPr>
              <a:xfrm>
                <a:off x="5278039" y="3333275"/>
                <a:ext cx="388112" cy="328086"/>
              </a:xfrm>
              <a:custGeom>
                <a:avLst/>
                <a:gdLst/>
                <a:ahLst/>
                <a:cxnLst/>
                <a:rect l="l" t="t" r="r" b="b"/>
                <a:pathLst>
                  <a:path w="6189" h="5232" extrusionOk="0">
                    <a:moveTo>
                      <a:pt x="3407" y="0"/>
                    </a:moveTo>
                    <a:cubicBezTo>
                      <a:pt x="1277" y="0"/>
                      <a:pt x="0" y="2495"/>
                      <a:pt x="1380" y="4233"/>
                    </a:cubicBezTo>
                    <a:cubicBezTo>
                      <a:pt x="1921" y="4920"/>
                      <a:pt x="2670" y="5231"/>
                      <a:pt x="3409" y="5231"/>
                    </a:cubicBezTo>
                    <a:cubicBezTo>
                      <a:pt x="4644" y="5231"/>
                      <a:pt x="5853" y="4360"/>
                      <a:pt x="6020" y="2914"/>
                    </a:cubicBezTo>
                    <a:cubicBezTo>
                      <a:pt x="6189" y="1477"/>
                      <a:pt x="5157" y="188"/>
                      <a:pt x="3730" y="19"/>
                    </a:cubicBezTo>
                    <a:cubicBezTo>
                      <a:pt x="3620" y="7"/>
                      <a:pt x="3513" y="0"/>
                      <a:pt x="34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49"/>
              <p:cNvSpPr/>
              <p:nvPr/>
            </p:nvSpPr>
            <p:spPr>
              <a:xfrm>
                <a:off x="5333663" y="3377672"/>
                <a:ext cx="290222" cy="245437"/>
              </a:xfrm>
              <a:custGeom>
                <a:avLst/>
                <a:gdLst/>
                <a:ahLst/>
                <a:cxnLst/>
                <a:rect l="l" t="t" r="r" b="b"/>
                <a:pathLst>
                  <a:path w="4628" h="3914" extrusionOk="0">
                    <a:moveTo>
                      <a:pt x="2544" y="0"/>
                    </a:moveTo>
                    <a:cubicBezTo>
                      <a:pt x="955" y="0"/>
                      <a:pt x="0" y="1867"/>
                      <a:pt x="1028" y="3168"/>
                    </a:cubicBezTo>
                    <a:cubicBezTo>
                      <a:pt x="1433" y="3680"/>
                      <a:pt x="1993" y="3913"/>
                      <a:pt x="2546" y="3913"/>
                    </a:cubicBezTo>
                    <a:cubicBezTo>
                      <a:pt x="3471" y="3913"/>
                      <a:pt x="4378" y="3262"/>
                      <a:pt x="4508" y="2177"/>
                    </a:cubicBezTo>
                    <a:cubicBezTo>
                      <a:pt x="4627" y="1106"/>
                      <a:pt x="3864" y="134"/>
                      <a:pt x="2793" y="15"/>
                    </a:cubicBezTo>
                    <a:cubicBezTo>
                      <a:pt x="2708" y="5"/>
                      <a:pt x="2625" y="0"/>
                      <a:pt x="25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49"/>
              <p:cNvSpPr/>
              <p:nvPr/>
            </p:nvSpPr>
            <p:spPr>
              <a:xfrm>
                <a:off x="5441023" y="3411534"/>
                <a:ext cx="102029" cy="171944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2742" extrusionOk="0">
                    <a:moveTo>
                      <a:pt x="635" y="1"/>
                    </a:moveTo>
                    <a:cubicBezTo>
                      <a:pt x="575" y="11"/>
                      <a:pt x="526" y="60"/>
                      <a:pt x="516" y="130"/>
                    </a:cubicBezTo>
                    <a:cubicBezTo>
                      <a:pt x="516" y="179"/>
                      <a:pt x="516" y="229"/>
                      <a:pt x="516" y="288"/>
                    </a:cubicBezTo>
                    <a:lnTo>
                      <a:pt x="516" y="447"/>
                    </a:lnTo>
                    <a:cubicBezTo>
                      <a:pt x="437" y="467"/>
                      <a:pt x="367" y="496"/>
                      <a:pt x="298" y="536"/>
                    </a:cubicBezTo>
                    <a:cubicBezTo>
                      <a:pt x="238" y="566"/>
                      <a:pt x="179" y="615"/>
                      <a:pt x="129" y="675"/>
                    </a:cubicBezTo>
                    <a:cubicBezTo>
                      <a:pt x="90" y="734"/>
                      <a:pt x="50" y="794"/>
                      <a:pt x="30" y="863"/>
                    </a:cubicBezTo>
                    <a:cubicBezTo>
                      <a:pt x="10" y="943"/>
                      <a:pt x="0" y="1022"/>
                      <a:pt x="20" y="1091"/>
                    </a:cubicBezTo>
                    <a:cubicBezTo>
                      <a:pt x="30" y="1181"/>
                      <a:pt x="70" y="1260"/>
                      <a:pt x="129" y="1329"/>
                    </a:cubicBezTo>
                    <a:cubicBezTo>
                      <a:pt x="179" y="1389"/>
                      <a:pt x="248" y="1438"/>
                      <a:pt x="318" y="1478"/>
                    </a:cubicBezTo>
                    <a:cubicBezTo>
                      <a:pt x="397" y="1518"/>
                      <a:pt x="476" y="1557"/>
                      <a:pt x="556" y="1577"/>
                    </a:cubicBezTo>
                    <a:cubicBezTo>
                      <a:pt x="655" y="1607"/>
                      <a:pt x="734" y="1627"/>
                      <a:pt x="803" y="1647"/>
                    </a:cubicBezTo>
                    <a:lnTo>
                      <a:pt x="883" y="1657"/>
                    </a:lnTo>
                    <a:cubicBezTo>
                      <a:pt x="922" y="1666"/>
                      <a:pt x="952" y="1676"/>
                      <a:pt x="982" y="1686"/>
                    </a:cubicBezTo>
                    <a:cubicBezTo>
                      <a:pt x="1012" y="1696"/>
                      <a:pt x="1041" y="1706"/>
                      <a:pt x="1071" y="1726"/>
                    </a:cubicBezTo>
                    <a:cubicBezTo>
                      <a:pt x="1091" y="1736"/>
                      <a:pt x="1111" y="1766"/>
                      <a:pt x="1121" y="1785"/>
                    </a:cubicBezTo>
                    <a:cubicBezTo>
                      <a:pt x="1121" y="1815"/>
                      <a:pt x="1111" y="1835"/>
                      <a:pt x="1101" y="1855"/>
                    </a:cubicBezTo>
                    <a:cubicBezTo>
                      <a:pt x="1081" y="1875"/>
                      <a:pt x="1061" y="1894"/>
                      <a:pt x="1041" y="1914"/>
                    </a:cubicBezTo>
                    <a:cubicBezTo>
                      <a:pt x="1022" y="1924"/>
                      <a:pt x="992" y="1934"/>
                      <a:pt x="972" y="1944"/>
                    </a:cubicBezTo>
                    <a:cubicBezTo>
                      <a:pt x="952" y="1944"/>
                      <a:pt x="922" y="1954"/>
                      <a:pt x="903" y="1954"/>
                    </a:cubicBezTo>
                    <a:cubicBezTo>
                      <a:pt x="878" y="1959"/>
                      <a:pt x="853" y="1961"/>
                      <a:pt x="829" y="1961"/>
                    </a:cubicBezTo>
                    <a:cubicBezTo>
                      <a:pt x="806" y="1961"/>
                      <a:pt x="784" y="1959"/>
                      <a:pt x="764" y="1954"/>
                    </a:cubicBezTo>
                    <a:lnTo>
                      <a:pt x="615" y="1934"/>
                    </a:lnTo>
                    <a:lnTo>
                      <a:pt x="486" y="1914"/>
                    </a:lnTo>
                    <a:cubicBezTo>
                      <a:pt x="461" y="1909"/>
                      <a:pt x="439" y="1907"/>
                      <a:pt x="418" y="1907"/>
                    </a:cubicBezTo>
                    <a:cubicBezTo>
                      <a:pt x="397" y="1907"/>
                      <a:pt x="377" y="1909"/>
                      <a:pt x="357" y="1914"/>
                    </a:cubicBezTo>
                    <a:cubicBezTo>
                      <a:pt x="308" y="1924"/>
                      <a:pt x="268" y="1944"/>
                      <a:pt x="238" y="1984"/>
                    </a:cubicBezTo>
                    <a:cubicBezTo>
                      <a:pt x="199" y="2023"/>
                      <a:pt x="189" y="2073"/>
                      <a:pt x="199" y="2123"/>
                    </a:cubicBezTo>
                    <a:cubicBezTo>
                      <a:pt x="209" y="2172"/>
                      <a:pt x="238" y="2222"/>
                      <a:pt x="278" y="2251"/>
                    </a:cubicBezTo>
                    <a:cubicBezTo>
                      <a:pt x="327" y="2281"/>
                      <a:pt x="387" y="2301"/>
                      <a:pt x="446" y="2311"/>
                    </a:cubicBezTo>
                    <a:cubicBezTo>
                      <a:pt x="506" y="2321"/>
                      <a:pt x="565" y="2331"/>
                      <a:pt x="635" y="2341"/>
                    </a:cubicBezTo>
                    <a:cubicBezTo>
                      <a:pt x="694" y="2341"/>
                      <a:pt x="754" y="2351"/>
                      <a:pt x="794" y="2351"/>
                    </a:cubicBezTo>
                    <a:cubicBezTo>
                      <a:pt x="803" y="2351"/>
                      <a:pt x="813" y="2360"/>
                      <a:pt x="813" y="2370"/>
                    </a:cubicBezTo>
                    <a:cubicBezTo>
                      <a:pt x="823" y="2390"/>
                      <a:pt x="833" y="2400"/>
                      <a:pt x="833" y="2420"/>
                    </a:cubicBezTo>
                    <a:cubicBezTo>
                      <a:pt x="843" y="2440"/>
                      <a:pt x="843" y="2460"/>
                      <a:pt x="843" y="2479"/>
                    </a:cubicBezTo>
                    <a:cubicBezTo>
                      <a:pt x="843" y="2489"/>
                      <a:pt x="843" y="2499"/>
                      <a:pt x="843" y="2519"/>
                    </a:cubicBezTo>
                    <a:cubicBezTo>
                      <a:pt x="853" y="2529"/>
                      <a:pt x="853" y="2549"/>
                      <a:pt x="853" y="2569"/>
                    </a:cubicBezTo>
                    <a:cubicBezTo>
                      <a:pt x="853" y="2589"/>
                      <a:pt x="863" y="2598"/>
                      <a:pt x="863" y="2618"/>
                    </a:cubicBezTo>
                    <a:cubicBezTo>
                      <a:pt x="873" y="2658"/>
                      <a:pt x="893" y="2698"/>
                      <a:pt x="932" y="2717"/>
                    </a:cubicBezTo>
                    <a:cubicBezTo>
                      <a:pt x="961" y="2732"/>
                      <a:pt x="990" y="2741"/>
                      <a:pt x="1023" y="2741"/>
                    </a:cubicBezTo>
                    <a:cubicBezTo>
                      <a:pt x="1035" y="2741"/>
                      <a:pt x="1048" y="2740"/>
                      <a:pt x="1061" y="2737"/>
                    </a:cubicBezTo>
                    <a:cubicBezTo>
                      <a:pt x="1101" y="2737"/>
                      <a:pt x="1131" y="2717"/>
                      <a:pt x="1160" y="2688"/>
                    </a:cubicBezTo>
                    <a:cubicBezTo>
                      <a:pt x="1180" y="2668"/>
                      <a:pt x="1200" y="2638"/>
                      <a:pt x="1200" y="2608"/>
                    </a:cubicBezTo>
                    <a:cubicBezTo>
                      <a:pt x="1210" y="2569"/>
                      <a:pt x="1210" y="2529"/>
                      <a:pt x="1200" y="2499"/>
                    </a:cubicBezTo>
                    <a:cubicBezTo>
                      <a:pt x="1190" y="2460"/>
                      <a:pt x="1190" y="2430"/>
                      <a:pt x="1180" y="2390"/>
                    </a:cubicBezTo>
                    <a:cubicBezTo>
                      <a:pt x="1180" y="2360"/>
                      <a:pt x="1170" y="2331"/>
                      <a:pt x="1170" y="2311"/>
                    </a:cubicBezTo>
                    <a:cubicBezTo>
                      <a:pt x="1170" y="2281"/>
                      <a:pt x="1170" y="2271"/>
                      <a:pt x="1180" y="2271"/>
                    </a:cubicBezTo>
                    <a:lnTo>
                      <a:pt x="1359" y="2192"/>
                    </a:lnTo>
                    <a:cubicBezTo>
                      <a:pt x="1408" y="2162"/>
                      <a:pt x="1458" y="2132"/>
                      <a:pt x="1507" y="2093"/>
                    </a:cubicBezTo>
                    <a:cubicBezTo>
                      <a:pt x="1547" y="2053"/>
                      <a:pt x="1577" y="2004"/>
                      <a:pt x="1597" y="1954"/>
                    </a:cubicBezTo>
                    <a:cubicBezTo>
                      <a:pt x="1616" y="1885"/>
                      <a:pt x="1626" y="1815"/>
                      <a:pt x="1607" y="1746"/>
                    </a:cubicBezTo>
                    <a:cubicBezTo>
                      <a:pt x="1597" y="1657"/>
                      <a:pt x="1557" y="1577"/>
                      <a:pt x="1497" y="1508"/>
                    </a:cubicBezTo>
                    <a:cubicBezTo>
                      <a:pt x="1438" y="1448"/>
                      <a:pt x="1369" y="1399"/>
                      <a:pt x="1289" y="1359"/>
                    </a:cubicBezTo>
                    <a:cubicBezTo>
                      <a:pt x="1210" y="1309"/>
                      <a:pt x="1121" y="1280"/>
                      <a:pt x="1041" y="1250"/>
                    </a:cubicBezTo>
                    <a:lnTo>
                      <a:pt x="794" y="1181"/>
                    </a:lnTo>
                    <a:cubicBezTo>
                      <a:pt x="724" y="1161"/>
                      <a:pt x="665" y="1131"/>
                      <a:pt x="595" y="1111"/>
                    </a:cubicBezTo>
                    <a:cubicBezTo>
                      <a:pt x="556" y="1091"/>
                      <a:pt x="516" y="1052"/>
                      <a:pt x="506" y="1012"/>
                    </a:cubicBezTo>
                    <a:cubicBezTo>
                      <a:pt x="506" y="982"/>
                      <a:pt x="506" y="962"/>
                      <a:pt x="526" y="943"/>
                    </a:cubicBezTo>
                    <a:cubicBezTo>
                      <a:pt x="536" y="913"/>
                      <a:pt x="556" y="903"/>
                      <a:pt x="575" y="883"/>
                    </a:cubicBezTo>
                    <a:cubicBezTo>
                      <a:pt x="605" y="873"/>
                      <a:pt x="625" y="853"/>
                      <a:pt x="655" y="853"/>
                    </a:cubicBezTo>
                    <a:cubicBezTo>
                      <a:pt x="675" y="843"/>
                      <a:pt x="694" y="834"/>
                      <a:pt x="724" y="834"/>
                    </a:cubicBezTo>
                    <a:cubicBezTo>
                      <a:pt x="749" y="829"/>
                      <a:pt x="774" y="826"/>
                      <a:pt x="797" y="826"/>
                    </a:cubicBezTo>
                    <a:cubicBezTo>
                      <a:pt x="821" y="826"/>
                      <a:pt x="843" y="829"/>
                      <a:pt x="863" y="834"/>
                    </a:cubicBezTo>
                    <a:cubicBezTo>
                      <a:pt x="912" y="834"/>
                      <a:pt x="952" y="843"/>
                      <a:pt x="992" y="843"/>
                    </a:cubicBezTo>
                    <a:lnTo>
                      <a:pt x="1101" y="863"/>
                    </a:lnTo>
                    <a:cubicBezTo>
                      <a:pt x="1121" y="868"/>
                      <a:pt x="1141" y="871"/>
                      <a:pt x="1160" y="871"/>
                    </a:cubicBezTo>
                    <a:cubicBezTo>
                      <a:pt x="1180" y="871"/>
                      <a:pt x="1200" y="868"/>
                      <a:pt x="1220" y="863"/>
                    </a:cubicBezTo>
                    <a:cubicBezTo>
                      <a:pt x="1250" y="863"/>
                      <a:pt x="1269" y="853"/>
                      <a:pt x="1299" y="843"/>
                    </a:cubicBezTo>
                    <a:cubicBezTo>
                      <a:pt x="1329" y="834"/>
                      <a:pt x="1349" y="814"/>
                      <a:pt x="1379" y="794"/>
                    </a:cubicBezTo>
                    <a:cubicBezTo>
                      <a:pt x="1398" y="784"/>
                      <a:pt x="1418" y="754"/>
                      <a:pt x="1428" y="734"/>
                    </a:cubicBezTo>
                    <a:cubicBezTo>
                      <a:pt x="1448" y="705"/>
                      <a:pt x="1448" y="675"/>
                      <a:pt x="1438" y="655"/>
                    </a:cubicBezTo>
                    <a:cubicBezTo>
                      <a:pt x="1438" y="635"/>
                      <a:pt x="1428" y="635"/>
                      <a:pt x="1418" y="625"/>
                    </a:cubicBezTo>
                    <a:cubicBezTo>
                      <a:pt x="1418" y="605"/>
                      <a:pt x="1408" y="596"/>
                      <a:pt x="1398" y="586"/>
                    </a:cubicBezTo>
                    <a:cubicBezTo>
                      <a:pt x="1359" y="546"/>
                      <a:pt x="1319" y="516"/>
                      <a:pt x="1269" y="486"/>
                    </a:cubicBezTo>
                    <a:cubicBezTo>
                      <a:pt x="1230" y="457"/>
                      <a:pt x="1180" y="437"/>
                      <a:pt x="1121" y="427"/>
                    </a:cubicBezTo>
                    <a:cubicBezTo>
                      <a:pt x="1071" y="407"/>
                      <a:pt x="1022" y="397"/>
                      <a:pt x="962" y="387"/>
                    </a:cubicBezTo>
                    <a:cubicBezTo>
                      <a:pt x="912" y="377"/>
                      <a:pt x="863" y="377"/>
                      <a:pt x="813" y="377"/>
                    </a:cubicBezTo>
                    <a:cubicBezTo>
                      <a:pt x="803" y="328"/>
                      <a:pt x="803" y="278"/>
                      <a:pt x="803" y="229"/>
                    </a:cubicBezTo>
                    <a:cubicBezTo>
                      <a:pt x="803" y="179"/>
                      <a:pt x="794" y="130"/>
                      <a:pt x="794" y="80"/>
                    </a:cubicBezTo>
                    <a:cubicBezTo>
                      <a:pt x="784" y="50"/>
                      <a:pt x="764" y="20"/>
                      <a:pt x="734" y="11"/>
                    </a:cubicBezTo>
                    <a:cubicBezTo>
                      <a:pt x="704" y="1"/>
                      <a:pt x="675" y="1"/>
                      <a:pt x="6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49"/>
              <p:cNvSpPr/>
              <p:nvPr/>
            </p:nvSpPr>
            <p:spPr>
              <a:xfrm>
                <a:off x="5505677" y="2826473"/>
                <a:ext cx="37375" cy="29911"/>
              </a:xfrm>
              <a:custGeom>
                <a:avLst/>
                <a:gdLst/>
                <a:ahLst/>
                <a:cxnLst/>
                <a:rect l="l" t="t" r="r" b="b"/>
                <a:pathLst>
                  <a:path w="596" h="477" extrusionOk="0">
                    <a:moveTo>
                      <a:pt x="298" y="0"/>
                    </a:moveTo>
                    <a:cubicBezTo>
                      <a:pt x="0" y="20"/>
                      <a:pt x="0" y="456"/>
                      <a:pt x="298" y="476"/>
                    </a:cubicBezTo>
                    <a:cubicBezTo>
                      <a:pt x="595" y="456"/>
                      <a:pt x="595" y="20"/>
                      <a:pt x="2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49"/>
              <p:cNvSpPr/>
              <p:nvPr/>
            </p:nvSpPr>
            <p:spPr>
              <a:xfrm>
                <a:off x="5150613" y="2974463"/>
                <a:ext cx="40511" cy="29911"/>
              </a:xfrm>
              <a:custGeom>
                <a:avLst/>
                <a:gdLst/>
                <a:ahLst/>
                <a:cxnLst/>
                <a:rect l="l" t="t" r="r" b="b"/>
                <a:pathLst>
                  <a:path w="646" h="477" extrusionOk="0">
                    <a:moveTo>
                      <a:pt x="318" y="0"/>
                    </a:moveTo>
                    <a:cubicBezTo>
                      <a:pt x="1" y="0"/>
                      <a:pt x="1" y="476"/>
                      <a:pt x="318" y="476"/>
                    </a:cubicBezTo>
                    <a:cubicBezTo>
                      <a:pt x="645" y="476"/>
                      <a:pt x="64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49"/>
              <p:cNvSpPr/>
              <p:nvPr/>
            </p:nvSpPr>
            <p:spPr>
              <a:xfrm>
                <a:off x="5862559" y="3285304"/>
                <a:ext cx="39256" cy="29911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77" extrusionOk="0">
                    <a:moveTo>
                      <a:pt x="318" y="1"/>
                    </a:moveTo>
                    <a:cubicBezTo>
                      <a:pt x="1" y="1"/>
                      <a:pt x="1" y="477"/>
                      <a:pt x="318" y="477"/>
                    </a:cubicBezTo>
                    <a:cubicBezTo>
                      <a:pt x="626" y="477"/>
                      <a:pt x="626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49"/>
              <p:cNvSpPr/>
              <p:nvPr/>
            </p:nvSpPr>
            <p:spPr>
              <a:xfrm>
                <a:off x="5130734" y="3111228"/>
                <a:ext cx="105792" cy="106415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697" extrusionOk="0">
                    <a:moveTo>
                      <a:pt x="833" y="1"/>
                    </a:moveTo>
                    <a:cubicBezTo>
                      <a:pt x="744" y="10"/>
                      <a:pt x="675" y="605"/>
                      <a:pt x="645" y="645"/>
                    </a:cubicBezTo>
                    <a:cubicBezTo>
                      <a:pt x="566" y="724"/>
                      <a:pt x="1" y="784"/>
                      <a:pt x="10" y="863"/>
                    </a:cubicBezTo>
                    <a:cubicBezTo>
                      <a:pt x="10" y="943"/>
                      <a:pt x="566" y="972"/>
                      <a:pt x="645" y="1052"/>
                    </a:cubicBezTo>
                    <a:cubicBezTo>
                      <a:pt x="684" y="1091"/>
                      <a:pt x="773" y="1696"/>
                      <a:pt x="851" y="1696"/>
                    </a:cubicBezTo>
                    <a:cubicBezTo>
                      <a:pt x="852" y="1696"/>
                      <a:pt x="853" y="1696"/>
                      <a:pt x="853" y="1696"/>
                    </a:cubicBezTo>
                    <a:cubicBezTo>
                      <a:pt x="942" y="1696"/>
                      <a:pt x="1012" y="1091"/>
                      <a:pt x="1052" y="1052"/>
                    </a:cubicBezTo>
                    <a:cubicBezTo>
                      <a:pt x="1121" y="972"/>
                      <a:pt x="1686" y="913"/>
                      <a:pt x="1686" y="833"/>
                    </a:cubicBezTo>
                    <a:cubicBezTo>
                      <a:pt x="1676" y="764"/>
                      <a:pt x="1121" y="724"/>
                      <a:pt x="1052" y="645"/>
                    </a:cubicBezTo>
                    <a:cubicBezTo>
                      <a:pt x="1002" y="605"/>
                      <a:pt x="913" y="1"/>
                      <a:pt x="8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49"/>
              <p:cNvSpPr/>
              <p:nvPr/>
            </p:nvSpPr>
            <p:spPr>
              <a:xfrm>
                <a:off x="5565377" y="3513496"/>
                <a:ext cx="72806" cy="7343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71" extrusionOk="0">
                    <a:moveTo>
                      <a:pt x="575" y="1"/>
                    </a:moveTo>
                    <a:cubicBezTo>
                      <a:pt x="516" y="1"/>
                      <a:pt x="466" y="417"/>
                      <a:pt x="437" y="447"/>
                    </a:cubicBezTo>
                    <a:cubicBezTo>
                      <a:pt x="387" y="506"/>
                      <a:pt x="0" y="546"/>
                      <a:pt x="0" y="596"/>
                    </a:cubicBezTo>
                    <a:cubicBezTo>
                      <a:pt x="10" y="645"/>
                      <a:pt x="387" y="675"/>
                      <a:pt x="437" y="725"/>
                    </a:cubicBezTo>
                    <a:cubicBezTo>
                      <a:pt x="466" y="754"/>
                      <a:pt x="534" y="1171"/>
                      <a:pt x="593" y="1171"/>
                    </a:cubicBezTo>
                    <a:cubicBezTo>
                      <a:pt x="594" y="1171"/>
                      <a:pt x="595" y="1171"/>
                      <a:pt x="595" y="1171"/>
                    </a:cubicBezTo>
                    <a:cubicBezTo>
                      <a:pt x="645" y="1171"/>
                      <a:pt x="694" y="754"/>
                      <a:pt x="724" y="725"/>
                    </a:cubicBezTo>
                    <a:cubicBezTo>
                      <a:pt x="774" y="675"/>
                      <a:pt x="1160" y="635"/>
                      <a:pt x="1160" y="576"/>
                    </a:cubicBezTo>
                    <a:cubicBezTo>
                      <a:pt x="1160" y="526"/>
                      <a:pt x="774" y="497"/>
                      <a:pt x="724" y="447"/>
                    </a:cubicBezTo>
                    <a:cubicBezTo>
                      <a:pt x="694" y="417"/>
                      <a:pt x="625" y="1"/>
                      <a:pt x="5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49"/>
              <p:cNvSpPr/>
              <p:nvPr/>
            </p:nvSpPr>
            <p:spPr>
              <a:xfrm>
                <a:off x="5208494" y="3679295"/>
                <a:ext cx="261187" cy="38941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621" extrusionOk="0">
                    <a:moveTo>
                      <a:pt x="208" y="1"/>
                    </a:moveTo>
                    <a:cubicBezTo>
                      <a:pt x="44" y="1"/>
                      <a:pt x="0" y="303"/>
                      <a:pt x="178" y="331"/>
                    </a:cubicBezTo>
                    <a:cubicBezTo>
                      <a:pt x="1332" y="560"/>
                      <a:pt x="2503" y="620"/>
                      <a:pt x="3675" y="620"/>
                    </a:cubicBezTo>
                    <a:cubicBezTo>
                      <a:pt x="3772" y="620"/>
                      <a:pt x="3869" y="620"/>
                      <a:pt x="3966" y="619"/>
                    </a:cubicBezTo>
                    <a:cubicBezTo>
                      <a:pt x="4164" y="619"/>
                      <a:pt x="4164" y="272"/>
                      <a:pt x="3966" y="272"/>
                    </a:cubicBezTo>
                    <a:cubicBezTo>
                      <a:pt x="3857" y="273"/>
                      <a:pt x="3747" y="273"/>
                      <a:pt x="3637" y="273"/>
                    </a:cubicBezTo>
                    <a:cubicBezTo>
                      <a:pt x="2505" y="273"/>
                      <a:pt x="1359" y="221"/>
                      <a:pt x="238" y="4"/>
                    </a:cubicBezTo>
                    <a:cubicBezTo>
                      <a:pt x="227" y="2"/>
                      <a:pt x="217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49"/>
              <p:cNvSpPr/>
              <p:nvPr/>
            </p:nvSpPr>
            <p:spPr>
              <a:xfrm>
                <a:off x="5492570" y="3698045"/>
                <a:ext cx="20632" cy="15928"/>
              </a:xfrm>
              <a:custGeom>
                <a:avLst/>
                <a:gdLst/>
                <a:ahLst/>
                <a:cxnLst/>
                <a:rect l="l" t="t" r="r" b="b"/>
                <a:pathLst>
                  <a:path w="329" h="254" extrusionOk="0">
                    <a:moveTo>
                      <a:pt x="168" y="0"/>
                    </a:moveTo>
                    <a:cubicBezTo>
                      <a:pt x="85" y="0"/>
                      <a:pt x="1" y="45"/>
                      <a:pt x="11" y="132"/>
                    </a:cubicBezTo>
                    <a:cubicBezTo>
                      <a:pt x="6" y="213"/>
                      <a:pt x="83" y="253"/>
                      <a:pt x="161" y="253"/>
                    </a:cubicBezTo>
                    <a:cubicBezTo>
                      <a:pt x="244" y="253"/>
                      <a:pt x="329" y="208"/>
                      <a:pt x="319" y="122"/>
                    </a:cubicBezTo>
                    <a:cubicBezTo>
                      <a:pt x="323" y="40"/>
                      <a:pt x="246" y="0"/>
                      <a:pt x="1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49"/>
              <p:cNvSpPr/>
              <p:nvPr/>
            </p:nvSpPr>
            <p:spPr>
              <a:xfrm>
                <a:off x="5169363" y="3673965"/>
                <a:ext cx="21949" cy="19251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7" extrusionOk="0">
                    <a:moveTo>
                      <a:pt x="169" y="0"/>
                    </a:moveTo>
                    <a:cubicBezTo>
                      <a:pt x="106" y="0"/>
                      <a:pt x="45" y="37"/>
                      <a:pt x="29" y="119"/>
                    </a:cubicBezTo>
                    <a:cubicBezTo>
                      <a:pt x="0" y="235"/>
                      <a:pt x="90" y="307"/>
                      <a:pt x="179" y="307"/>
                    </a:cubicBezTo>
                    <a:cubicBezTo>
                      <a:pt x="243" y="307"/>
                      <a:pt x="306" y="271"/>
                      <a:pt x="326" y="188"/>
                    </a:cubicBezTo>
                    <a:cubicBezTo>
                      <a:pt x="350" y="72"/>
                      <a:pt x="258" y="0"/>
                      <a:pt x="16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49"/>
              <p:cNvSpPr/>
              <p:nvPr/>
            </p:nvSpPr>
            <p:spPr>
              <a:xfrm>
                <a:off x="5139952" y="3379992"/>
                <a:ext cx="32860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077" extrusionOk="0">
                    <a:moveTo>
                      <a:pt x="414" y="0"/>
                    </a:moveTo>
                    <a:cubicBezTo>
                      <a:pt x="396" y="0"/>
                      <a:pt x="376" y="8"/>
                      <a:pt x="359" y="28"/>
                    </a:cubicBezTo>
                    <a:cubicBezTo>
                      <a:pt x="141" y="295"/>
                      <a:pt x="72" y="633"/>
                      <a:pt x="12" y="970"/>
                    </a:cubicBezTo>
                    <a:cubicBezTo>
                      <a:pt x="0" y="1035"/>
                      <a:pt x="53" y="1076"/>
                      <a:pt x="99" y="1076"/>
                    </a:cubicBezTo>
                    <a:cubicBezTo>
                      <a:pt x="130" y="1076"/>
                      <a:pt x="157" y="1059"/>
                      <a:pt x="161" y="1019"/>
                    </a:cubicBezTo>
                    <a:cubicBezTo>
                      <a:pt x="220" y="702"/>
                      <a:pt x="270" y="385"/>
                      <a:pt x="478" y="137"/>
                    </a:cubicBezTo>
                    <a:cubicBezTo>
                      <a:pt x="523" y="77"/>
                      <a:pt x="472" y="0"/>
                      <a:pt x="4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49"/>
              <p:cNvSpPr/>
              <p:nvPr/>
            </p:nvSpPr>
            <p:spPr>
              <a:xfrm>
                <a:off x="5178017" y="3359299"/>
                <a:ext cx="19315" cy="14674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34" extrusionOk="0">
                    <a:moveTo>
                      <a:pt x="211" y="1"/>
                    </a:moveTo>
                    <a:cubicBezTo>
                      <a:pt x="196" y="1"/>
                      <a:pt x="182" y="4"/>
                      <a:pt x="169" y="11"/>
                    </a:cubicBezTo>
                    <a:cubicBezTo>
                      <a:pt x="129" y="31"/>
                      <a:pt x="99" y="70"/>
                      <a:pt x="50" y="90"/>
                    </a:cubicBezTo>
                    <a:cubicBezTo>
                      <a:pt x="10" y="110"/>
                      <a:pt x="0" y="159"/>
                      <a:pt x="20" y="199"/>
                    </a:cubicBezTo>
                    <a:cubicBezTo>
                      <a:pt x="33" y="218"/>
                      <a:pt x="58" y="234"/>
                      <a:pt x="86" y="234"/>
                    </a:cubicBezTo>
                    <a:cubicBezTo>
                      <a:pt x="100" y="234"/>
                      <a:pt x="115" y="229"/>
                      <a:pt x="129" y="219"/>
                    </a:cubicBezTo>
                    <a:cubicBezTo>
                      <a:pt x="169" y="199"/>
                      <a:pt x="208" y="169"/>
                      <a:pt x="248" y="149"/>
                    </a:cubicBezTo>
                    <a:cubicBezTo>
                      <a:pt x="288" y="130"/>
                      <a:pt x="307" y="80"/>
                      <a:pt x="288" y="40"/>
                    </a:cubicBezTo>
                    <a:cubicBezTo>
                      <a:pt x="268" y="14"/>
                      <a:pt x="239" y="1"/>
                      <a:pt x="21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49"/>
              <p:cNvSpPr/>
              <p:nvPr/>
            </p:nvSpPr>
            <p:spPr>
              <a:xfrm>
                <a:off x="5359688" y="3544662"/>
                <a:ext cx="46280" cy="63962"/>
              </a:xfrm>
              <a:custGeom>
                <a:avLst/>
                <a:gdLst/>
                <a:ahLst/>
                <a:cxnLst/>
                <a:rect l="l" t="t" r="r" b="b"/>
                <a:pathLst>
                  <a:path w="738" h="1020" extrusionOk="0">
                    <a:moveTo>
                      <a:pt x="111" y="0"/>
                    </a:moveTo>
                    <a:cubicBezTo>
                      <a:pt x="59" y="0"/>
                      <a:pt x="1" y="60"/>
                      <a:pt x="28" y="128"/>
                    </a:cubicBezTo>
                    <a:cubicBezTo>
                      <a:pt x="167" y="436"/>
                      <a:pt x="296" y="803"/>
                      <a:pt x="593" y="1001"/>
                    </a:cubicBezTo>
                    <a:cubicBezTo>
                      <a:pt x="608" y="1014"/>
                      <a:pt x="622" y="1019"/>
                      <a:pt x="636" y="1019"/>
                    </a:cubicBezTo>
                    <a:cubicBezTo>
                      <a:pt x="696" y="1019"/>
                      <a:pt x="737" y="911"/>
                      <a:pt x="673" y="862"/>
                    </a:cubicBezTo>
                    <a:cubicBezTo>
                      <a:pt x="405" y="684"/>
                      <a:pt x="296" y="327"/>
                      <a:pt x="167" y="39"/>
                    </a:cubicBezTo>
                    <a:cubicBezTo>
                      <a:pt x="155" y="12"/>
                      <a:pt x="133" y="0"/>
                      <a:pt x="1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49"/>
              <p:cNvSpPr/>
              <p:nvPr/>
            </p:nvSpPr>
            <p:spPr>
              <a:xfrm>
                <a:off x="5414496" y="3616086"/>
                <a:ext cx="21259" cy="13419"/>
              </a:xfrm>
              <a:custGeom>
                <a:avLst/>
                <a:gdLst/>
                <a:ahLst/>
                <a:cxnLst/>
                <a:rect l="l" t="t" r="r" b="b"/>
                <a:pathLst>
                  <a:path w="339" h="214" extrusionOk="0">
                    <a:moveTo>
                      <a:pt x="117" y="0"/>
                    </a:moveTo>
                    <a:cubicBezTo>
                      <a:pt x="47" y="0"/>
                      <a:pt x="0" y="107"/>
                      <a:pt x="76" y="150"/>
                    </a:cubicBezTo>
                    <a:cubicBezTo>
                      <a:pt x="116" y="169"/>
                      <a:pt x="146" y="179"/>
                      <a:pt x="185" y="199"/>
                    </a:cubicBezTo>
                    <a:cubicBezTo>
                      <a:pt x="201" y="209"/>
                      <a:pt x="216" y="214"/>
                      <a:pt x="229" y="214"/>
                    </a:cubicBezTo>
                    <a:cubicBezTo>
                      <a:pt x="297" y="214"/>
                      <a:pt x="339" y="111"/>
                      <a:pt x="265" y="70"/>
                    </a:cubicBezTo>
                    <a:cubicBezTo>
                      <a:pt x="235" y="40"/>
                      <a:pt x="195" y="31"/>
                      <a:pt x="156" y="11"/>
                    </a:cubicBezTo>
                    <a:cubicBezTo>
                      <a:pt x="142" y="3"/>
                      <a:pt x="129" y="0"/>
                      <a:pt x="11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49"/>
              <p:cNvSpPr/>
              <p:nvPr/>
            </p:nvSpPr>
            <p:spPr>
              <a:xfrm>
                <a:off x="5364078" y="3140261"/>
                <a:ext cx="65783" cy="16868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269" extrusionOk="0">
                    <a:moveTo>
                      <a:pt x="375" y="0"/>
                    </a:moveTo>
                    <a:cubicBezTo>
                      <a:pt x="283" y="0"/>
                      <a:pt x="190" y="8"/>
                      <a:pt x="97" y="23"/>
                    </a:cubicBezTo>
                    <a:cubicBezTo>
                      <a:pt x="1" y="43"/>
                      <a:pt x="44" y="183"/>
                      <a:pt x="137" y="183"/>
                    </a:cubicBezTo>
                    <a:cubicBezTo>
                      <a:pt x="140" y="183"/>
                      <a:pt x="143" y="182"/>
                      <a:pt x="147" y="182"/>
                    </a:cubicBezTo>
                    <a:cubicBezTo>
                      <a:pt x="229" y="166"/>
                      <a:pt x="313" y="158"/>
                      <a:pt x="398" y="158"/>
                    </a:cubicBezTo>
                    <a:cubicBezTo>
                      <a:pt x="578" y="158"/>
                      <a:pt x="761" y="194"/>
                      <a:pt x="930" y="261"/>
                    </a:cubicBezTo>
                    <a:cubicBezTo>
                      <a:pt x="940" y="266"/>
                      <a:pt x="950" y="268"/>
                      <a:pt x="959" y="268"/>
                    </a:cubicBezTo>
                    <a:cubicBezTo>
                      <a:pt x="1027" y="268"/>
                      <a:pt x="1048" y="148"/>
                      <a:pt x="969" y="113"/>
                    </a:cubicBezTo>
                    <a:cubicBezTo>
                      <a:pt x="779" y="38"/>
                      <a:pt x="578" y="0"/>
                      <a:pt x="37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49"/>
              <p:cNvSpPr/>
              <p:nvPr/>
            </p:nvSpPr>
            <p:spPr>
              <a:xfrm>
                <a:off x="5446290" y="3159450"/>
                <a:ext cx="22137" cy="16806"/>
              </a:xfrm>
              <a:custGeom>
                <a:avLst/>
                <a:gdLst/>
                <a:ahLst/>
                <a:cxnLst/>
                <a:rect l="l" t="t" r="r" b="b"/>
                <a:pathLst>
                  <a:path w="353" h="268" extrusionOk="0">
                    <a:moveTo>
                      <a:pt x="110" y="0"/>
                    </a:moveTo>
                    <a:cubicBezTo>
                      <a:pt x="43" y="0"/>
                      <a:pt x="1" y="104"/>
                      <a:pt x="75" y="154"/>
                    </a:cubicBezTo>
                    <a:cubicBezTo>
                      <a:pt x="125" y="183"/>
                      <a:pt x="174" y="223"/>
                      <a:pt x="224" y="253"/>
                    </a:cubicBezTo>
                    <a:cubicBezTo>
                      <a:pt x="237" y="263"/>
                      <a:pt x="253" y="268"/>
                      <a:pt x="267" y="268"/>
                    </a:cubicBezTo>
                    <a:cubicBezTo>
                      <a:pt x="294" y="268"/>
                      <a:pt x="320" y="252"/>
                      <a:pt x="333" y="233"/>
                    </a:cubicBezTo>
                    <a:cubicBezTo>
                      <a:pt x="353" y="193"/>
                      <a:pt x="343" y="144"/>
                      <a:pt x="303" y="124"/>
                    </a:cubicBezTo>
                    <a:cubicBezTo>
                      <a:pt x="253" y="84"/>
                      <a:pt x="204" y="45"/>
                      <a:pt x="154" y="15"/>
                    </a:cubicBezTo>
                    <a:cubicBezTo>
                      <a:pt x="139" y="5"/>
                      <a:pt x="124" y="0"/>
                      <a:pt x="1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49"/>
              <p:cNvSpPr/>
              <p:nvPr/>
            </p:nvSpPr>
            <p:spPr>
              <a:xfrm>
                <a:off x="5447168" y="3104393"/>
                <a:ext cx="363843" cy="307894"/>
              </a:xfrm>
              <a:custGeom>
                <a:avLst/>
                <a:gdLst/>
                <a:ahLst/>
                <a:cxnLst/>
                <a:rect l="l" t="t" r="r" b="b"/>
                <a:pathLst>
                  <a:path w="5802" h="4910" extrusionOk="0">
                    <a:moveTo>
                      <a:pt x="3025" y="1"/>
                    </a:moveTo>
                    <a:cubicBezTo>
                      <a:pt x="1304" y="1"/>
                      <a:pt x="0" y="1868"/>
                      <a:pt x="864" y="3570"/>
                    </a:cubicBezTo>
                    <a:cubicBezTo>
                      <a:pt x="1320" y="4473"/>
                      <a:pt x="2182" y="4910"/>
                      <a:pt x="3041" y="4910"/>
                    </a:cubicBezTo>
                    <a:cubicBezTo>
                      <a:pt x="4029" y="4910"/>
                      <a:pt x="5015" y="4332"/>
                      <a:pt x="5376" y="3223"/>
                    </a:cubicBezTo>
                    <a:cubicBezTo>
                      <a:pt x="5802" y="1934"/>
                      <a:pt x="5098" y="546"/>
                      <a:pt x="3809" y="129"/>
                    </a:cubicBezTo>
                    <a:cubicBezTo>
                      <a:pt x="3542" y="41"/>
                      <a:pt x="3279" y="1"/>
                      <a:pt x="30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49"/>
              <p:cNvSpPr/>
              <p:nvPr/>
            </p:nvSpPr>
            <p:spPr>
              <a:xfrm>
                <a:off x="5496082" y="3146344"/>
                <a:ext cx="272036" cy="230262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3672" extrusionOk="0">
                    <a:moveTo>
                      <a:pt x="2268" y="1"/>
                    </a:moveTo>
                    <a:cubicBezTo>
                      <a:pt x="975" y="1"/>
                      <a:pt x="0" y="1401"/>
                      <a:pt x="649" y="2673"/>
                    </a:cubicBezTo>
                    <a:cubicBezTo>
                      <a:pt x="990" y="3346"/>
                      <a:pt x="1633" y="3671"/>
                      <a:pt x="2274" y="3671"/>
                    </a:cubicBezTo>
                    <a:cubicBezTo>
                      <a:pt x="3013" y="3671"/>
                      <a:pt x="3750" y="3239"/>
                      <a:pt x="4020" y="2405"/>
                    </a:cubicBezTo>
                    <a:cubicBezTo>
                      <a:pt x="4338" y="1443"/>
                      <a:pt x="3812" y="412"/>
                      <a:pt x="2850" y="95"/>
                    </a:cubicBezTo>
                    <a:cubicBezTo>
                      <a:pt x="2652" y="31"/>
                      <a:pt x="2457" y="1"/>
                      <a:pt x="22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49"/>
              <p:cNvSpPr/>
              <p:nvPr/>
            </p:nvSpPr>
            <p:spPr>
              <a:xfrm>
                <a:off x="5592718" y="3177071"/>
                <a:ext cx="89613" cy="163667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2610" extrusionOk="0">
                    <a:moveTo>
                      <a:pt x="805" y="0"/>
                    </a:moveTo>
                    <a:cubicBezTo>
                      <a:pt x="750" y="0"/>
                      <a:pt x="694" y="37"/>
                      <a:pt x="685" y="91"/>
                    </a:cubicBezTo>
                    <a:cubicBezTo>
                      <a:pt x="665" y="140"/>
                      <a:pt x="655" y="190"/>
                      <a:pt x="645" y="240"/>
                    </a:cubicBezTo>
                    <a:cubicBezTo>
                      <a:pt x="635" y="289"/>
                      <a:pt x="635" y="339"/>
                      <a:pt x="625" y="388"/>
                    </a:cubicBezTo>
                    <a:cubicBezTo>
                      <a:pt x="546" y="388"/>
                      <a:pt x="477" y="398"/>
                      <a:pt x="407" y="428"/>
                    </a:cubicBezTo>
                    <a:cubicBezTo>
                      <a:pt x="338" y="448"/>
                      <a:pt x="278" y="487"/>
                      <a:pt x="229" y="527"/>
                    </a:cubicBezTo>
                    <a:cubicBezTo>
                      <a:pt x="179" y="567"/>
                      <a:pt x="130" y="626"/>
                      <a:pt x="100" y="686"/>
                    </a:cubicBezTo>
                    <a:cubicBezTo>
                      <a:pt x="70" y="745"/>
                      <a:pt x="50" y="815"/>
                      <a:pt x="50" y="894"/>
                    </a:cubicBezTo>
                    <a:cubicBezTo>
                      <a:pt x="40" y="973"/>
                      <a:pt x="60" y="1053"/>
                      <a:pt x="100" y="1122"/>
                    </a:cubicBezTo>
                    <a:cubicBezTo>
                      <a:pt x="139" y="1191"/>
                      <a:pt x="199" y="1251"/>
                      <a:pt x="258" y="1300"/>
                    </a:cubicBezTo>
                    <a:cubicBezTo>
                      <a:pt x="318" y="1350"/>
                      <a:pt x="387" y="1400"/>
                      <a:pt x="457" y="1439"/>
                    </a:cubicBezTo>
                    <a:cubicBezTo>
                      <a:pt x="526" y="1479"/>
                      <a:pt x="596" y="1509"/>
                      <a:pt x="665" y="1538"/>
                    </a:cubicBezTo>
                    <a:lnTo>
                      <a:pt x="734" y="1568"/>
                    </a:lnTo>
                    <a:cubicBezTo>
                      <a:pt x="764" y="1578"/>
                      <a:pt x="794" y="1598"/>
                      <a:pt x="824" y="1608"/>
                    </a:cubicBezTo>
                    <a:cubicBezTo>
                      <a:pt x="843" y="1628"/>
                      <a:pt x="873" y="1648"/>
                      <a:pt x="893" y="1667"/>
                    </a:cubicBezTo>
                    <a:cubicBezTo>
                      <a:pt x="913" y="1687"/>
                      <a:pt x="923" y="1707"/>
                      <a:pt x="923" y="1727"/>
                    </a:cubicBezTo>
                    <a:cubicBezTo>
                      <a:pt x="923" y="1757"/>
                      <a:pt x="913" y="1776"/>
                      <a:pt x="893" y="1796"/>
                    </a:cubicBezTo>
                    <a:cubicBezTo>
                      <a:pt x="873" y="1806"/>
                      <a:pt x="853" y="1816"/>
                      <a:pt x="834" y="1826"/>
                    </a:cubicBezTo>
                    <a:cubicBezTo>
                      <a:pt x="814" y="1836"/>
                      <a:pt x="784" y="1846"/>
                      <a:pt x="764" y="1846"/>
                    </a:cubicBezTo>
                    <a:lnTo>
                      <a:pt x="695" y="1846"/>
                    </a:lnTo>
                    <a:cubicBezTo>
                      <a:pt x="655" y="1846"/>
                      <a:pt x="605" y="1836"/>
                      <a:pt x="566" y="1826"/>
                    </a:cubicBezTo>
                    <a:cubicBezTo>
                      <a:pt x="516" y="1806"/>
                      <a:pt x="477" y="1796"/>
                      <a:pt x="437" y="1776"/>
                    </a:cubicBezTo>
                    <a:lnTo>
                      <a:pt x="318" y="1727"/>
                    </a:lnTo>
                    <a:cubicBezTo>
                      <a:pt x="278" y="1717"/>
                      <a:pt x="229" y="1707"/>
                      <a:pt x="189" y="1707"/>
                    </a:cubicBezTo>
                    <a:cubicBezTo>
                      <a:pt x="149" y="1707"/>
                      <a:pt x="100" y="1727"/>
                      <a:pt x="70" y="1757"/>
                    </a:cubicBezTo>
                    <a:cubicBezTo>
                      <a:pt x="30" y="1786"/>
                      <a:pt x="11" y="1826"/>
                      <a:pt x="11" y="1876"/>
                    </a:cubicBezTo>
                    <a:cubicBezTo>
                      <a:pt x="1" y="1925"/>
                      <a:pt x="20" y="1975"/>
                      <a:pt x="60" y="2004"/>
                    </a:cubicBezTo>
                    <a:cubicBezTo>
                      <a:pt x="100" y="2044"/>
                      <a:pt x="149" y="2074"/>
                      <a:pt x="199" y="2094"/>
                    </a:cubicBezTo>
                    <a:cubicBezTo>
                      <a:pt x="249" y="2123"/>
                      <a:pt x="308" y="2143"/>
                      <a:pt x="367" y="2153"/>
                    </a:cubicBezTo>
                    <a:cubicBezTo>
                      <a:pt x="427" y="2173"/>
                      <a:pt x="477" y="2183"/>
                      <a:pt x="516" y="2193"/>
                    </a:cubicBezTo>
                    <a:cubicBezTo>
                      <a:pt x="516" y="2193"/>
                      <a:pt x="526" y="2203"/>
                      <a:pt x="526" y="2223"/>
                    </a:cubicBezTo>
                    <a:cubicBezTo>
                      <a:pt x="536" y="2242"/>
                      <a:pt x="536" y="2252"/>
                      <a:pt x="536" y="2272"/>
                    </a:cubicBezTo>
                    <a:lnTo>
                      <a:pt x="536" y="2322"/>
                    </a:lnTo>
                    <a:lnTo>
                      <a:pt x="536" y="2361"/>
                    </a:lnTo>
                    <a:cubicBezTo>
                      <a:pt x="536" y="2381"/>
                      <a:pt x="536" y="2391"/>
                      <a:pt x="536" y="2411"/>
                    </a:cubicBezTo>
                    <a:lnTo>
                      <a:pt x="536" y="2461"/>
                    </a:lnTo>
                    <a:cubicBezTo>
                      <a:pt x="536" y="2500"/>
                      <a:pt x="556" y="2540"/>
                      <a:pt x="586" y="2570"/>
                    </a:cubicBezTo>
                    <a:cubicBezTo>
                      <a:pt x="615" y="2589"/>
                      <a:pt x="655" y="2609"/>
                      <a:pt x="695" y="2609"/>
                    </a:cubicBezTo>
                    <a:cubicBezTo>
                      <a:pt x="734" y="2609"/>
                      <a:pt x="774" y="2599"/>
                      <a:pt x="804" y="2580"/>
                    </a:cubicBezTo>
                    <a:cubicBezTo>
                      <a:pt x="824" y="2560"/>
                      <a:pt x="843" y="2540"/>
                      <a:pt x="853" y="2510"/>
                    </a:cubicBezTo>
                    <a:cubicBezTo>
                      <a:pt x="863" y="2480"/>
                      <a:pt x="873" y="2441"/>
                      <a:pt x="873" y="2411"/>
                    </a:cubicBezTo>
                    <a:lnTo>
                      <a:pt x="873" y="2312"/>
                    </a:lnTo>
                    <a:cubicBezTo>
                      <a:pt x="873" y="2282"/>
                      <a:pt x="873" y="2252"/>
                      <a:pt x="873" y="2233"/>
                    </a:cubicBezTo>
                    <a:cubicBezTo>
                      <a:pt x="873" y="2213"/>
                      <a:pt x="883" y="2193"/>
                      <a:pt x="893" y="2193"/>
                    </a:cubicBezTo>
                    <a:lnTo>
                      <a:pt x="1062" y="2153"/>
                    </a:lnTo>
                    <a:cubicBezTo>
                      <a:pt x="1121" y="2143"/>
                      <a:pt x="1171" y="2123"/>
                      <a:pt x="1220" y="2094"/>
                    </a:cubicBezTo>
                    <a:cubicBezTo>
                      <a:pt x="1270" y="2064"/>
                      <a:pt x="1300" y="2034"/>
                      <a:pt x="1329" y="1985"/>
                    </a:cubicBezTo>
                    <a:cubicBezTo>
                      <a:pt x="1359" y="1925"/>
                      <a:pt x="1379" y="1866"/>
                      <a:pt x="1379" y="1796"/>
                    </a:cubicBezTo>
                    <a:cubicBezTo>
                      <a:pt x="1389" y="1717"/>
                      <a:pt x="1359" y="1628"/>
                      <a:pt x="1319" y="1558"/>
                    </a:cubicBezTo>
                    <a:cubicBezTo>
                      <a:pt x="1280" y="1489"/>
                      <a:pt x="1220" y="1429"/>
                      <a:pt x="1161" y="1380"/>
                    </a:cubicBezTo>
                    <a:cubicBezTo>
                      <a:pt x="1091" y="1330"/>
                      <a:pt x="1022" y="1281"/>
                      <a:pt x="943" y="1231"/>
                    </a:cubicBezTo>
                    <a:lnTo>
                      <a:pt x="724" y="1122"/>
                    </a:lnTo>
                    <a:cubicBezTo>
                      <a:pt x="675" y="1092"/>
                      <a:pt x="615" y="1063"/>
                      <a:pt x="566" y="1023"/>
                    </a:cubicBezTo>
                    <a:cubicBezTo>
                      <a:pt x="526" y="1003"/>
                      <a:pt x="496" y="963"/>
                      <a:pt x="496" y="914"/>
                    </a:cubicBezTo>
                    <a:cubicBezTo>
                      <a:pt x="496" y="894"/>
                      <a:pt x="506" y="864"/>
                      <a:pt x="526" y="854"/>
                    </a:cubicBezTo>
                    <a:cubicBezTo>
                      <a:pt x="546" y="834"/>
                      <a:pt x="566" y="825"/>
                      <a:pt x="586" y="815"/>
                    </a:cubicBezTo>
                    <a:cubicBezTo>
                      <a:pt x="605" y="805"/>
                      <a:pt x="635" y="795"/>
                      <a:pt x="665" y="795"/>
                    </a:cubicBezTo>
                    <a:lnTo>
                      <a:pt x="724" y="795"/>
                    </a:lnTo>
                    <a:cubicBezTo>
                      <a:pt x="774" y="795"/>
                      <a:pt x="824" y="805"/>
                      <a:pt x="863" y="815"/>
                    </a:cubicBezTo>
                    <a:lnTo>
                      <a:pt x="972" y="854"/>
                    </a:lnTo>
                    <a:lnTo>
                      <a:pt x="1071" y="894"/>
                    </a:lnTo>
                    <a:cubicBezTo>
                      <a:pt x="1108" y="906"/>
                      <a:pt x="1149" y="915"/>
                      <a:pt x="1188" y="915"/>
                    </a:cubicBezTo>
                    <a:cubicBezTo>
                      <a:pt x="1213" y="915"/>
                      <a:pt x="1237" y="911"/>
                      <a:pt x="1260" y="904"/>
                    </a:cubicBezTo>
                    <a:cubicBezTo>
                      <a:pt x="1290" y="904"/>
                      <a:pt x="1309" y="894"/>
                      <a:pt x="1339" y="884"/>
                    </a:cubicBezTo>
                    <a:cubicBezTo>
                      <a:pt x="1359" y="864"/>
                      <a:pt x="1379" y="854"/>
                      <a:pt x="1399" y="834"/>
                    </a:cubicBezTo>
                    <a:cubicBezTo>
                      <a:pt x="1419" y="815"/>
                      <a:pt x="1428" y="785"/>
                      <a:pt x="1428" y="755"/>
                    </a:cubicBezTo>
                    <a:cubicBezTo>
                      <a:pt x="1428" y="745"/>
                      <a:pt x="1428" y="725"/>
                      <a:pt x="1419" y="715"/>
                    </a:cubicBezTo>
                    <a:lnTo>
                      <a:pt x="1409" y="676"/>
                    </a:lnTo>
                    <a:cubicBezTo>
                      <a:pt x="1389" y="636"/>
                      <a:pt x="1359" y="596"/>
                      <a:pt x="1319" y="567"/>
                    </a:cubicBezTo>
                    <a:cubicBezTo>
                      <a:pt x="1280" y="527"/>
                      <a:pt x="1240" y="497"/>
                      <a:pt x="1190" y="478"/>
                    </a:cubicBezTo>
                    <a:cubicBezTo>
                      <a:pt x="1151" y="458"/>
                      <a:pt x="1101" y="438"/>
                      <a:pt x="1052" y="418"/>
                    </a:cubicBezTo>
                    <a:cubicBezTo>
                      <a:pt x="1002" y="398"/>
                      <a:pt x="962" y="378"/>
                      <a:pt x="913" y="368"/>
                    </a:cubicBezTo>
                    <a:cubicBezTo>
                      <a:pt x="923" y="329"/>
                      <a:pt x="923" y="279"/>
                      <a:pt x="933" y="230"/>
                    </a:cubicBezTo>
                    <a:cubicBezTo>
                      <a:pt x="943" y="190"/>
                      <a:pt x="943" y="140"/>
                      <a:pt x="952" y="101"/>
                    </a:cubicBezTo>
                    <a:cubicBezTo>
                      <a:pt x="952" y="71"/>
                      <a:pt x="933" y="41"/>
                      <a:pt x="913" y="21"/>
                    </a:cubicBezTo>
                    <a:cubicBezTo>
                      <a:pt x="883" y="11"/>
                      <a:pt x="853" y="2"/>
                      <a:pt x="824" y="2"/>
                    </a:cubicBezTo>
                    <a:cubicBezTo>
                      <a:pt x="817" y="1"/>
                      <a:pt x="811" y="0"/>
                      <a:pt x="8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49"/>
              <p:cNvSpPr/>
              <p:nvPr/>
            </p:nvSpPr>
            <p:spPr>
              <a:xfrm>
                <a:off x="5720835" y="3106901"/>
                <a:ext cx="105729" cy="106352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696" extrusionOk="0">
                    <a:moveTo>
                      <a:pt x="833" y="0"/>
                    </a:moveTo>
                    <a:cubicBezTo>
                      <a:pt x="744" y="10"/>
                      <a:pt x="674" y="605"/>
                      <a:pt x="635" y="645"/>
                    </a:cubicBezTo>
                    <a:cubicBezTo>
                      <a:pt x="565" y="724"/>
                      <a:pt x="0" y="783"/>
                      <a:pt x="0" y="863"/>
                    </a:cubicBezTo>
                    <a:cubicBezTo>
                      <a:pt x="10" y="942"/>
                      <a:pt x="565" y="972"/>
                      <a:pt x="635" y="1051"/>
                    </a:cubicBezTo>
                    <a:cubicBezTo>
                      <a:pt x="684" y="1091"/>
                      <a:pt x="772" y="1696"/>
                      <a:pt x="851" y="1696"/>
                    </a:cubicBezTo>
                    <a:cubicBezTo>
                      <a:pt x="852" y="1696"/>
                      <a:pt x="852" y="1696"/>
                      <a:pt x="853" y="1696"/>
                    </a:cubicBezTo>
                    <a:cubicBezTo>
                      <a:pt x="932" y="1696"/>
                      <a:pt x="1002" y="1091"/>
                      <a:pt x="1051" y="1051"/>
                    </a:cubicBezTo>
                    <a:cubicBezTo>
                      <a:pt x="1121" y="972"/>
                      <a:pt x="1686" y="912"/>
                      <a:pt x="1676" y="833"/>
                    </a:cubicBezTo>
                    <a:cubicBezTo>
                      <a:pt x="1676" y="764"/>
                      <a:pt x="1121" y="724"/>
                      <a:pt x="1041" y="645"/>
                    </a:cubicBezTo>
                    <a:cubicBezTo>
                      <a:pt x="1002" y="605"/>
                      <a:pt x="912" y="0"/>
                      <a:pt x="8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49"/>
              <p:cNvSpPr/>
              <p:nvPr/>
            </p:nvSpPr>
            <p:spPr>
              <a:xfrm>
                <a:off x="5734129" y="3277403"/>
                <a:ext cx="39131" cy="72427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155" extrusionOk="0">
                    <a:moveTo>
                      <a:pt x="524" y="1"/>
                    </a:moveTo>
                    <a:cubicBezTo>
                      <a:pt x="494" y="1"/>
                      <a:pt x="466" y="18"/>
                      <a:pt x="462" y="57"/>
                    </a:cubicBezTo>
                    <a:cubicBezTo>
                      <a:pt x="413" y="414"/>
                      <a:pt x="264" y="742"/>
                      <a:pt x="46" y="1009"/>
                    </a:cubicBezTo>
                    <a:cubicBezTo>
                      <a:pt x="0" y="1070"/>
                      <a:pt x="54" y="1154"/>
                      <a:pt x="113" y="1154"/>
                    </a:cubicBezTo>
                    <a:cubicBezTo>
                      <a:pt x="131" y="1154"/>
                      <a:pt x="149" y="1147"/>
                      <a:pt x="165" y="1128"/>
                    </a:cubicBezTo>
                    <a:cubicBezTo>
                      <a:pt x="403" y="831"/>
                      <a:pt x="552" y="474"/>
                      <a:pt x="611" y="107"/>
                    </a:cubicBezTo>
                    <a:cubicBezTo>
                      <a:pt x="623" y="41"/>
                      <a:pt x="570" y="1"/>
                      <a:pt x="52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49"/>
              <p:cNvSpPr/>
              <p:nvPr/>
            </p:nvSpPr>
            <p:spPr>
              <a:xfrm>
                <a:off x="5758273" y="3230121"/>
                <a:ext cx="14925" cy="25647"/>
              </a:xfrm>
              <a:custGeom>
                <a:avLst/>
                <a:gdLst/>
                <a:ahLst/>
                <a:cxnLst/>
                <a:rect l="l" t="t" r="r" b="b"/>
                <a:pathLst>
                  <a:path w="238" h="409" extrusionOk="0">
                    <a:moveTo>
                      <a:pt x="96" y="0"/>
                    </a:moveTo>
                    <a:cubicBezTo>
                      <a:pt x="49" y="0"/>
                      <a:pt x="0" y="38"/>
                      <a:pt x="18" y="98"/>
                    </a:cubicBezTo>
                    <a:cubicBezTo>
                      <a:pt x="38" y="187"/>
                      <a:pt x="58" y="266"/>
                      <a:pt x="77" y="355"/>
                    </a:cubicBezTo>
                    <a:cubicBezTo>
                      <a:pt x="81" y="392"/>
                      <a:pt x="111" y="408"/>
                      <a:pt x="142" y="408"/>
                    </a:cubicBezTo>
                    <a:cubicBezTo>
                      <a:pt x="187" y="408"/>
                      <a:pt x="238" y="374"/>
                      <a:pt x="226" y="316"/>
                    </a:cubicBezTo>
                    <a:cubicBezTo>
                      <a:pt x="206" y="226"/>
                      <a:pt x="196" y="147"/>
                      <a:pt x="167" y="58"/>
                    </a:cubicBezTo>
                    <a:cubicBezTo>
                      <a:pt x="159" y="18"/>
                      <a:pt x="128" y="0"/>
                      <a:pt x="9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49"/>
              <p:cNvSpPr/>
              <p:nvPr/>
            </p:nvSpPr>
            <p:spPr>
              <a:xfrm>
                <a:off x="5537972" y="2229310"/>
                <a:ext cx="57442" cy="41951"/>
              </a:xfrm>
              <a:custGeom>
                <a:avLst/>
                <a:gdLst/>
                <a:ahLst/>
                <a:cxnLst/>
                <a:rect l="l" t="t" r="r" b="b"/>
                <a:pathLst>
                  <a:path w="916" h="669" extrusionOk="0">
                    <a:moveTo>
                      <a:pt x="132" y="0"/>
                    </a:moveTo>
                    <a:cubicBezTo>
                      <a:pt x="49" y="0"/>
                      <a:pt x="1" y="117"/>
                      <a:pt x="90" y="153"/>
                    </a:cubicBezTo>
                    <a:cubicBezTo>
                      <a:pt x="338" y="252"/>
                      <a:pt x="566" y="421"/>
                      <a:pt x="735" y="639"/>
                    </a:cubicBezTo>
                    <a:cubicBezTo>
                      <a:pt x="753" y="660"/>
                      <a:pt x="775" y="668"/>
                      <a:pt x="796" y="668"/>
                    </a:cubicBezTo>
                    <a:cubicBezTo>
                      <a:pt x="858" y="668"/>
                      <a:pt x="915" y="599"/>
                      <a:pt x="864" y="540"/>
                    </a:cubicBezTo>
                    <a:cubicBezTo>
                      <a:pt x="675" y="302"/>
                      <a:pt x="437" y="124"/>
                      <a:pt x="160" y="5"/>
                    </a:cubicBezTo>
                    <a:cubicBezTo>
                      <a:pt x="150" y="2"/>
                      <a:pt x="141" y="0"/>
                      <a:pt x="1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96" name="Google Shape;2996;p49"/>
          <p:cNvGrpSpPr/>
          <p:nvPr/>
        </p:nvGrpSpPr>
        <p:grpSpPr>
          <a:xfrm flipH="1">
            <a:off x="713224" y="539512"/>
            <a:ext cx="1220748" cy="1371666"/>
            <a:chOff x="6219820" y="2675088"/>
            <a:chExt cx="1387371" cy="1553944"/>
          </a:xfrm>
        </p:grpSpPr>
        <p:sp>
          <p:nvSpPr>
            <p:cNvPr id="2997" name="Google Shape;2997;p49"/>
            <p:cNvSpPr/>
            <p:nvPr/>
          </p:nvSpPr>
          <p:spPr>
            <a:xfrm>
              <a:off x="6220175" y="2682195"/>
              <a:ext cx="1386661" cy="1539729"/>
            </a:xfrm>
            <a:custGeom>
              <a:avLst/>
              <a:gdLst/>
              <a:ahLst/>
              <a:cxnLst/>
              <a:rect l="l" t="t" r="r" b="b"/>
              <a:pathLst>
                <a:path w="21467" h="24047" extrusionOk="0">
                  <a:moveTo>
                    <a:pt x="8907" y="1"/>
                  </a:moveTo>
                  <a:cubicBezTo>
                    <a:pt x="8859" y="1"/>
                    <a:pt x="8810" y="12"/>
                    <a:pt x="8765" y="36"/>
                  </a:cubicBezTo>
                  <a:lnTo>
                    <a:pt x="6485" y="1186"/>
                  </a:lnTo>
                  <a:lnTo>
                    <a:pt x="5929" y="611"/>
                  </a:lnTo>
                  <a:cubicBezTo>
                    <a:pt x="5869" y="545"/>
                    <a:pt x="5787" y="513"/>
                    <a:pt x="5705" y="513"/>
                  </a:cubicBezTo>
                  <a:cubicBezTo>
                    <a:pt x="5626" y="513"/>
                    <a:pt x="5546" y="543"/>
                    <a:pt x="5483" y="601"/>
                  </a:cubicBezTo>
                  <a:lnTo>
                    <a:pt x="1864" y="4101"/>
                  </a:lnTo>
                  <a:cubicBezTo>
                    <a:pt x="1745" y="4220"/>
                    <a:pt x="1735" y="4418"/>
                    <a:pt x="1854" y="4547"/>
                  </a:cubicBezTo>
                  <a:lnTo>
                    <a:pt x="2112" y="4815"/>
                  </a:lnTo>
                  <a:lnTo>
                    <a:pt x="89" y="8147"/>
                  </a:lnTo>
                  <a:cubicBezTo>
                    <a:pt x="0" y="8295"/>
                    <a:pt x="40" y="8494"/>
                    <a:pt x="188" y="8583"/>
                  </a:cubicBezTo>
                  <a:lnTo>
                    <a:pt x="4789" y="11379"/>
                  </a:lnTo>
                  <a:cubicBezTo>
                    <a:pt x="4432" y="12232"/>
                    <a:pt x="3391" y="12668"/>
                    <a:pt x="3391" y="12668"/>
                  </a:cubicBezTo>
                  <a:cubicBezTo>
                    <a:pt x="3242" y="12678"/>
                    <a:pt x="3113" y="13769"/>
                    <a:pt x="3044" y="13848"/>
                  </a:cubicBezTo>
                  <a:cubicBezTo>
                    <a:pt x="2905" y="13987"/>
                    <a:pt x="1894" y="14096"/>
                    <a:pt x="1894" y="14235"/>
                  </a:cubicBezTo>
                  <a:cubicBezTo>
                    <a:pt x="1904" y="14373"/>
                    <a:pt x="2905" y="14433"/>
                    <a:pt x="3044" y="14572"/>
                  </a:cubicBezTo>
                  <a:cubicBezTo>
                    <a:pt x="3123" y="14651"/>
                    <a:pt x="3290" y="15752"/>
                    <a:pt x="3439" y="15752"/>
                  </a:cubicBezTo>
                  <a:cubicBezTo>
                    <a:pt x="3439" y="15752"/>
                    <a:pt x="3440" y="15752"/>
                    <a:pt x="3441" y="15752"/>
                  </a:cubicBezTo>
                  <a:cubicBezTo>
                    <a:pt x="3589" y="15742"/>
                    <a:pt x="3718" y="14651"/>
                    <a:pt x="3788" y="14572"/>
                  </a:cubicBezTo>
                  <a:cubicBezTo>
                    <a:pt x="3926" y="14433"/>
                    <a:pt x="4948" y="14324"/>
                    <a:pt x="4938" y="14185"/>
                  </a:cubicBezTo>
                  <a:cubicBezTo>
                    <a:pt x="5463" y="14185"/>
                    <a:pt x="5949" y="14453"/>
                    <a:pt x="6366" y="14820"/>
                  </a:cubicBezTo>
                  <a:cubicBezTo>
                    <a:pt x="6098" y="15762"/>
                    <a:pt x="5840" y="16694"/>
                    <a:pt x="5592" y="17636"/>
                  </a:cubicBezTo>
                  <a:cubicBezTo>
                    <a:pt x="5414" y="18320"/>
                    <a:pt x="5513" y="19043"/>
                    <a:pt x="5880" y="19648"/>
                  </a:cubicBezTo>
                  <a:cubicBezTo>
                    <a:pt x="6068" y="20025"/>
                    <a:pt x="6257" y="20402"/>
                    <a:pt x="6445" y="20779"/>
                  </a:cubicBezTo>
                  <a:cubicBezTo>
                    <a:pt x="6693" y="21314"/>
                    <a:pt x="7139" y="21731"/>
                    <a:pt x="7694" y="21929"/>
                  </a:cubicBezTo>
                  <a:cubicBezTo>
                    <a:pt x="9985" y="22722"/>
                    <a:pt x="12305" y="23406"/>
                    <a:pt x="14655" y="23991"/>
                  </a:cubicBezTo>
                  <a:cubicBezTo>
                    <a:pt x="14809" y="24028"/>
                    <a:pt x="14966" y="24046"/>
                    <a:pt x="15122" y="24046"/>
                  </a:cubicBezTo>
                  <a:cubicBezTo>
                    <a:pt x="16132" y="24046"/>
                    <a:pt x="17136" y="23304"/>
                    <a:pt x="17471" y="22256"/>
                  </a:cubicBezTo>
                  <a:cubicBezTo>
                    <a:pt x="18849" y="17963"/>
                    <a:pt x="20128" y="13659"/>
                    <a:pt x="21308" y="9326"/>
                  </a:cubicBezTo>
                  <a:cubicBezTo>
                    <a:pt x="21467" y="8732"/>
                    <a:pt x="21397" y="8097"/>
                    <a:pt x="21130" y="7542"/>
                  </a:cubicBezTo>
                  <a:cubicBezTo>
                    <a:pt x="21120" y="7512"/>
                    <a:pt x="21100" y="7482"/>
                    <a:pt x="21090" y="7452"/>
                  </a:cubicBezTo>
                  <a:cubicBezTo>
                    <a:pt x="20911" y="7096"/>
                    <a:pt x="20693" y="6709"/>
                    <a:pt x="20495" y="6342"/>
                  </a:cubicBezTo>
                  <a:cubicBezTo>
                    <a:pt x="20436" y="6213"/>
                    <a:pt x="20376" y="6084"/>
                    <a:pt x="20307" y="5975"/>
                  </a:cubicBezTo>
                  <a:cubicBezTo>
                    <a:pt x="20297" y="5965"/>
                    <a:pt x="20297" y="5955"/>
                    <a:pt x="20297" y="5955"/>
                  </a:cubicBezTo>
                  <a:cubicBezTo>
                    <a:pt x="20039" y="5539"/>
                    <a:pt x="19652" y="5212"/>
                    <a:pt x="19186" y="5043"/>
                  </a:cubicBezTo>
                  <a:cubicBezTo>
                    <a:pt x="18145" y="4676"/>
                    <a:pt x="17084" y="4339"/>
                    <a:pt x="16023" y="4012"/>
                  </a:cubicBezTo>
                  <a:lnTo>
                    <a:pt x="15627" y="3258"/>
                  </a:lnTo>
                  <a:cubicBezTo>
                    <a:pt x="15775" y="3258"/>
                    <a:pt x="15904" y="2158"/>
                    <a:pt x="15974" y="2088"/>
                  </a:cubicBezTo>
                  <a:cubicBezTo>
                    <a:pt x="16112" y="1949"/>
                    <a:pt x="17134" y="1840"/>
                    <a:pt x="17124" y="1702"/>
                  </a:cubicBezTo>
                  <a:cubicBezTo>
                    <a:pt x="17124" y="1563"/>
                    <a:pt x="16112" y="1483"/>
                    <a:pt x="15974" y="1355"/>
                  </a:cubicBezTo>
                  <a:cubicBezTo>
                    <a:pt x="15895" y="1276"/>
                    <a:pt x="15727" y="184"/>
                    <a:pt x="15589" y="184"/>
                  </a:cubicBezTo>
                  <a:cubicBezTo>
                    <a:pt x="15588" y="184"/>
                    <a:pt x="15588" y="184"/>
                    <a:pt x="15587" y="185"/>
                  </a:cubicBezTo>
                  <a:cubicBezTo>
                    <a:pt x="15438" y="194"/>
                    <a:pt x="15309" y="1285"/>
                    <a:pt x="15240" y="1355"/>
                  </a:cubicBezTo>
                  <a:cubicBezTo>
                    <a:pt x="15101" y="1503"/>
                    <a:pt x="14080" y="1602"/>
                    <a:pt x="14090" y="1741"/>
                  </a:cubicBezTo>
                  <a:cubicBezTo>
                    <a:pt x="14090" y="1751"/>
                    <a:pt x="14100" y="1761"/>
                    <a:pt x="14100" y="1771"/>
                  </a:cubicBezTo>
                  <a:cubicBezTo>
                    <a:pt x="14199" y="1930"/>
                    <a:pt x="14615" y="2733"/>
                    <a:pt x="14298" y="3516"/>
                  </a:cubicBezTo>
                  <a:cubicBezTo>
                    <a:pt x="13604" y="3328"/>
                    <a:pt x="12920" y="3149"/>
                    <a:pt x="12226" y="2971"/>
                  </a:cubicBezTo>
                  <a:cubicBezTo>
                    <a:pt x="12071" y="2937"/>
                    <a:pt x="11913" y="2921"/>
                    <a:pt x="11755" y="2921"/>
                  </a:cubicBezTo>
                  <a:cubicBezTo>
                    <a:pt x="11395" y="2921"/>
                    <a:pt x="11035" y="3007"/>
                    <a:pt x="10718" y="3179"/>
                  </a:cubicBezTo>
                  <a:lnTo>
                    <a:pt x="9182" y="165"/>
                  </a:lnTo>
                  <a:cubicBezTo>
                    <a:pt x="9126" y="61"/>
                    <a:pt x="9018" y="1"/>
                    <a:pt x="8907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8" name="Google Shape;2998;p49"/>
            <p:cNvGrpSpPr/>
            <p:nvPr/>
          </p:nvGrpSpPr>
          <p:grpSpPr>
            <a:xfrm>
              <a:off x="6219820" y="2675088"/>
              <a:ext cx="1387371" cy="1553944"/>
              <a:chOff x="5180181" y="2675425"/>
              <a:chExt cx="1387371" cy="1553944"/>
            </a:xfrm>
          </p:grpSpPr>
          <p:sp>
            <p:nvSpPr>
              <p:cNvPr id="2999" name="Google Shape;2999;p49"/>
              <p:cNvSpPr/>
              <p:nvPr/>
            </p:nvSpPr>
            <p:spPr>
              <a:xfrm>
                <a:off x="5554897" y="2930393"/>
                <a:ext cx="1012656" cy="1298977"/>
              </a:xfrm>
              <a:custGeom>
                <a:avLst/>
                <a:gdLst/>
                <a:ahLst/>
                <a:cxnLst/>
                <a:rect l="l" t="t" r="r" b="b"/>
                <a:pathLst>
                  <a:path w="15677" h="20287" extrusionOk="0">
                    <a:moveTo>
                      <a:pt x="15339" y="3550"/>
                    </a:moveTo>
                    <a:lnTo>
                      <a:pt x="15339" y="3550"/>
                    </a:lnTo>
                    <a:cubicBezTo>
                      <a:pt x="15330" y="3520"/>
                      <a:pt x="15310" y="3490"/>
                      <a:pt x="15300" y="3460"/>
                    </a:cubicBezTo>
                    <a:cubicBezTo>
                      <a:pt x="15052" y="2985"/>
                      <a:pt x="14735" y="2439"/>
                      <a:pt x="14507" y="1973"/>
                    </a:cubicBezTo>
                    <a:cubicBezTo>
                      <a:pt x="14516" y="2181"/>
                      <a:pt x="14616" y="2459"/>
                      <a:pt x="14626" y="2667"/>
                    </a:cubicBezTo>
                    <a:cubicBezTo>
                      <a:pt x="14457" y="2538"/>
                      <a:pt x="14278" y="2439"/>
                      <a:pt x="14080" y="2380"/>
                    </a:cubicBezTo>
                    <a:cubicBezTo>
                      <a:pt x="11780" y="1577"/>
                      <a:pt x="9460" y="882"/>
                      <a:pt x="7110" y="288"/>
                    </a:cubicBezTo>
                    <a:cubicBezTo>
                      <a:pt x="5960" y="0"/>
                      <a:pt x="4690" y="793"/>
                      <a:pt x="4294" y="2013"/>
                    </a:cubicBezTo>
                    <a:cubicBezTo>
                      <a:pt x="2925" y="6316"/>
                      <a:pt x="1656" y="10629"/>
                      <a:pt x="476" y="14972"/>
                    </a:cubicBezTo>
                    <a:cubicBezTo>
                      <a:pt x="407" y="15200"/>
                      <a:pt x="377" y="15438"/>
                      <a:pt x="387" y="15676"/>
                    </a:cubicBezTo>
                    <a:lnTo>
                      <a:pt x="0" y="15498"/>
                    </a:lnTo>
                    <a:cubicBezTo>
                      <a:pt x="219" y="15934"/>
                      <a:pt x="437" y="16370"/>
                      <a:pt x="655" y="16797"/>
                    </a:cubicBezTo>
                    <a:lnTo>
                      <a:pt x="655" y="16797"/>
                    </a:lnTo>
                    <a:cubicBezTo>
                      <a:pt x="903" y="17332"/>
                      <a:pt x="1349" y="17748"/>
                      <a:pt x="1904" y="17957"/>
                    </a:cubicBezTo>
                    <a:cubicBezTo>
                      <a:pt x="4195" y="18750"/>
                      <a:pt x="6515" y="19434"/>
                      <a:pt x="8865" y="20009"/>
                    </a:cubicBezTo>
                    <a:cubicBezTo>
                      <a:pt x="10015" y="20287"/>
                      <a:pt x="11294" y="19494"/>
                      <a:pt x="11681" y="18274"/>
                    </a:cubicBezTo>
                    <a:cubicBezTo>
                      <a:pt x="13059" y="13991"/>
                      <a:pt x="14338" y="9677"/>
                      <a:pt x="15518" y="5354"/>
                    </a:cubicBezTo>
                    <a:cubicBezTo>
                      <a:pt x="15677" y="4749"/>
                      <a:pt x="15617" y="4115"/>
                      <a:pt x="15339" y="355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49"/>
              <p:cNvSpPr/>
              <p:nvPr/>
            </p:nvSpPr>
            <p:spPr>
              <a:xfrm>
                <a:off x="5520274" y="2847858"/>
                <a:ext cx="1013948" cy="1297696"/>
              </a:xfrm>
              <a:custGeom>
                <a:avLst/>
                <a:gdLst/>
                <a:ahLst/>
                <a:cxnLst/>
                <a:rect l="l" t="t" r="r" b="b"/>
                <a:pathLst>
                  <a:path w="15697" h="20267" extrusionOk="0">
                    <a:moveTo>
                      <a:pt x="11542" y="18254"/>
                    </a:moveTo>
                    <a:cubicBezTo>
                      <a:pt x="11146" y="19474"/>
                      <a:pt x="9877" y="20267"/>
                      <a:pt x="8726" y="19989"/>
                    </a:cubicBezTo>
                    <a:cubicBezTo>
                      <a:pt x="6377" y="19414"/>
                      <a:pt x="4056" y="18720"/>
                      <a:pt x="1766" y="17917"/>
                    </a:cubicBezTo>
                    <a:cubicBezTo>
                      <a:pt x="645" y="17530"/>
                      <a:pt x="1" y="16172"/>
                      <a:pt x="338" y="14942"/>
                    </a:cubicBezTo>
                    <a:cubicBezTo>
                      <a:pt x="1508" y="10609"/>
                      <a:pt x="2777" y="6296"/>
                      <a:pt x="4155" y="2013"/>
                    </a:cubicBezTo>
                    <a:cubicBezTo>
                      <a:pt x="4552" y="793"/>
                      <a:pt x="5831" y="0"/>
                      <a:pt x="6971" y="278"/>
                    </a:cubicBezTo>
                    <a:cubicBezTo>
                      <a:pt x="9321" y="853"/>
                      <a:pt x="11642" y="1547"/>
                      <a:pt x="13932" y="2350"/>
                    </a:cubicBezTo>
                    <a:cubicBezTo>
                      <a:pt x="15052" y="2747"/>
                      <a:pt x="15697" y="4105"/>
                      <a:pt x="15370" y="5334"/>
                    </a:cubicBezTo>
                    <a:cubicBezTo>
                      <a:pt x="14200" y="9667"/>
                      <a:pt x="12921" y="13971"/>
                      <a:pt x="11542" y="1825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49"/>
              <p:cNvSpPr/>
              <p:nvPr/>
            </p:nvSpPr>
            <p:spPr>
              <a:xfrm>
                <a:off x="5642617" y="2966570"/>
                <a:ext cx="786573" cy="1005079"/>
              </a:xfrm>
              <a:custGeom>
                <a:avLst/>
                <a:gdLst/>
                <a:ahLst/>
                <a:cxnLst/>
                <a:rect l="l" t="t" r="r" b="b"/>
                <a:pathLst>
                  <a:path w="12177" h="15697" extrusionOk="0">
                    <a:moveTo>
                      <a:pt x="8399" y="15369"/>
                    </a:moveTo>
                    <a:cubicBezTo>
                      <a:pt x="8340" y="15567"/>
                      <a:pt x="8151" y="15696"/>
                      <a:pt x="7953" y="15676"/>
                    </a:cubicBezTo>
                    <a:cubicBezTo>
                      <a:pt x="5345" y="15091"/>
                      <a:pt x="2777" y="14328"/>
                      <a:pt x="269" y="13386"/>
                    </a:cubicBezTo>
                    <a:cubicBezTo>
                      <a:pt x="90" y="13297"/>
                      <a:pt x="1" y="13088"/>
                      <a:pt x="60" y="12890"/>
                    </a:cubicBezTo>
                    <a:cubicBezTo>
                      <a:pt x="1171" y="8676"/>
                      <a:pt x="2410" y="4492"/>
                      <a:pt x="3779" y="327"/>
                    </a:cubicBezTo>
                    <a:cubicBezTo>
                      <a:pt x="3828" y="129"/>
                      <a:pt x="4017" y="0"/>
                      <a:pt x="4225" y="30"/>
                    </a:cubicBezTo>
                    <a:cubicBezTo>
                      <a:pt x="6832" y="605"/>
                      <a:pt x="9401" y="1369"/>
                      <a:pt x="11909" y="2310"/>
                    </a:cubicBezTo>
                    <a:cubicBezTo>
                      <a:pt x="12088" y="2400"/>
                      <a:pt x="12177" y="2608"/>
                      <a:pt x="12117" y="2806"/>
                    </a:cubicBezTo>
                    <a:cubicBezTo>
                      <a:pt x="10997" y="7020"/>
                      <a:pt x="9757" y="11214"/>
                      <a:pt x="8399" y="153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49"/>
              <p:cNvSpPr/>
              <p:nvPr/>
            </p:nvSpPr>
            <p:spPr>
              <a:xfrm>
                <a:off x="5791896" y="3925227"/>
                <a:ext cx="172985" cy="118776"/>
              </a:xfrm>
              <a:custGeom>
                <a:avLst/>
                <a:gdLst/>
                <a:ahLst/>
                <a:cxnLst/>
                <a:rect l="l" t="t" r="r" b="b"/>
                <a:pathLst>
                  <a:path w="2678" h="1855" extrusionOk="0">
                    <a:moveTo>
                      <a:pt x="2439" y="1597"/>
                    </a:moveTo>
                    <a:cubicBezTo>
                      <a:pt x="2400" y="1755"/>
                      <a:pt x="2241" y="1854"/>
                      <a:pt x="2082" y="1815"/>
                    </a:cubicBezTo>
                    <a:lnTo>
                      <a:pt x="238" y="1269"/>
                    </a:lnTo>
                    <a:cubicBezTo>
                      <a:pt x="79" y="1210"/>
                      <a:pt x="0" y="1041"/>
                      <a:pt x="60" y="893"/>
                    </a:cubicBezTo>
                    <a:lnTo>
                      <a:pt x="248" y="258"/>
                    </a:lnTo>
                    <a:cubicBezTo>
                      <a:pt x="278" y="99"/>
                      <a:pt x="436" y="0"/>
                      <a:pt x="595" y="40"/>
                    </a:cubicBezTo>
                    <a:lnTo>
                      <a:pt x="2449" y="585"/>
                    </a:lnTo>
                    <a:cubicBezTo>
                      <a:pt x="2598" y="645"/>
                      <a:pt x="2677" y="813"/>
                      <a:pt x="2628" y="9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49"/>
              <p:cNvSpPr/>
              <p:nvPr/>
            </p:nvSpPr>
            <p:spPr>
              <a:xfrm>
                <a:off x="5303170" y="3486493"/>
                <a:ext cx="197338" cy="197533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5" extrusionOk="0">
                    <a:moveTo>
                      <a:pt x="1500" y="1"/>
                    </a:moveTo>
                    <a:cubicBezTo>
                      <a:pt x="1499" y="1"/>
                      <a:pt x="1499" y="1"/>
                      <a:pt x="1498" y="1"/>
                    </a:cubicBezTo>
                    <a:cubicBezTo>
                      <a:pt x="1359" y="11"/>
                      <a:pt x="1220" y="1101"/>
                      <a:pt x="1151" y="1171"/>
                    </a:cubicBezTo>
                    <a:cubicBezTo>
                      <a:pt x="1012" y="1320"/>
                      <a:pt x="1" y="1419"/>
                      <a:pt x="1" y="1558"/>
                    </a:cubicBezTo>
                    <a:cubicBezTo>
                      <a:pt x="11" y="1696"/>
                      <a:pt x="1012" y="1766"/>
                      <a:pt x="1151" y="1905"/>
                    </a:cubicBezTo>
                    <a:cubicBezTo>
                      <a:pt x="1230" y="1984"/>
                      <a:pt x="1399" y="3085"/>
                      <a:pt x="1547" y="3085"/>
                    </a:cubicBezTo>
                    <a:cubicBezTo>
                      <a:pt x="1696" y="3075"/>
                      <a:pt x="1825" y="1984"/>
                      <a:pt x="1895" y="1905"/>
                    </a:cubicBezTo>
                    <a:cubicBezTo>
                      <a:pt x="2033" y="1766"/>
                      <a:pt x="3055" y="1657"/>
                      <a:pt x="3045" y="1518"/>
                    </a:cubicBezTo>
                    <a:cubicBezTo>
                      <a:pt x="3035" y="1379"/>
                      <a:pt x="2033" y="1310"/>
                      <a:pt x="1895" y="1171"/>
                    </a:cubicBezTo>
                    <a:cubicBezTo>
                      <a:pt x="1816" y="1092"/>
                      <a:pt x="1648" y="1"/>
                      <a:pt x="15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49"/>
              <p:cNvSpPr/>
              <p:nvPr/>
            </p:nvSpPr>
            <p:spPr>
              <a:xfrm>
                <a:off x="6090325" y="2687207"/>
                <a:ext cx="197338" cy="197533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5" extrusionOk="0">
                    <a:moveTo>
                      <a:pt x="1510" y="0"/>
                    </a:moveTo>
                    <a:cubicBezTo>
                      <a:pt x="1509" y="0"/>
                      <a:pt x="1508" y="0"/>
                      <a:pt x="1508" y="0"/>
                    </a:cubicBezTo>
                    <a:cubicBezTo>
                      <a:pt x="1359" y="10"/>
                      <a:pt x="1230" y="1101"/>
                      <a:pt x="1161" y="1180"/>
                    </a:cubicBezTo>
                    <a:cubicBezTo>
                      <a:pt x="1012" y="1319"/>
                      <a:pt x="1" y="1428"/>
                      <a:pt x="11" y="1567"/>
                    </a:cubicBezTo>
                    <a:cubicBezTo>
                      <a:pt x="20" y="1706"/>
                      <a:pt x="1012" y="1775"/>
                      <a:pt x="1161" y="1904"/>
                    </a:cubicBezTo>
                    <a:cubicBezTo>
                      <a:pt x="1240" y="1983"/>
                      <a:pt x="1407" y="3084"/>
                      <a:pt x="1546" y="3084"/>
                    </a:cubicBezTo>
                    <a:cubicBezTo>
                      <a:pt x="1546" y="3084"/>
                      <a:pt x="1547" y="3084"/>
                      <a:pt x="1547" y="3084"/>
                    </a:cubicBezTo>
                    <a:cubicBezTo>
                      <a:pt x="1696" y="3074"/>
                      <a:pt x="1825" y="1984"/>
                      <a:pt x="1894" y="1904"/>
                    </a:cubicBezTo>
                    <a:cubicBezTo>
                      <a:pt x="2033" y="1765"/>
                      <a:pt x="3055" y="1656"/>
                      <a:pt x="3055" y="1517"/>
                    </a:cubicBezTo>
                    <a:cubicBezTo>
                      <a:pt x="3045" y="1379"/>
                      <a:pt x="2033" y="1299"/>
                      <a:pt x="1894" y="1180"/>
                    </a:cubicBezTo>
                    <a:cubicBezTo>
                      <a:pt x="1815" y="1101"/>
                      <a:pt x="1648" y="0"/>
                      <a:pt x="15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49"/>
              <p:cNvSpPr/>
              <p:nvPr/>
            </p:nvSpPr>
            <p:spPr>
              <a:xfrm>
                <a:off x="5731047" y="3757596"/>
                <a:ext cx="41664" cy="30542"/>
              </a:xfrm>
              <a:custGeom>
                <a:avLst/>
                <a:gdLst/>
                <a:ahLst/>
                <a:cxnLst/>
                <a:rect l="l" t="t" r="r" b="b"/>
                <a:pathLst>
                  <a:path w="645" h="477" extrusionOk="0">
                    <a:moveTo>
                      <a:pt x="327" y="1"/>
                    </a:moveTo>
                    <a:cubicBezTo>
                      <a:pt x="324" y="1"/>
                      <a:pt x="321" y="1"/>
                      <a:pt x="317" y="1"/>
                    </a:cubicBezTo>
                    <a:cubicBezTo>
                      <a:pt x="0" y="1"/>
                      <a:pt x="0" y="477"/>
                      <a:pt x="317" y="477"/>
                    </a:cubicBezTo>
                    <a:cubicBezTo>
                      <a:pt x="641" y="477"/>
                      <a:pt x="645" y="1"/>
                      <a:pt x="32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49"/>
              <p:cNvSpPr/>
              <p:nvPr/>
            </p:nvSpPr>
            <p:spPr>
              <a:xfrm>
                <a:off x="6274808" y="3246509"/>
                <a:ext cx="40372" cy="30542"/>
              </a:xfrm>
              <a:custGeom>
                <a:avLst/>
                <a:gdLst/>
                <a:ahLst/>
                <a:cxnLst/>
                <a:rect l="l" t="t" r="r" b="b"/>
                <a:pathLst>
                  <a:path w="625" h="477" extrusionOk="0">
                    <a:moveTo>
                      <a:pt x="318" y="1"/>
                    </a:moveTo>
                    <a:cubicBezTo>
                      <a:pt x="0" y="1"/>
                      <a:pt x="0" y="477"/>
                      <a:pt x="318" y="477"/>
                    </a:cubicBezTo>
                    <a:cubicBezTo>
                      <a:pt x="321" y="477"/>
                      <a:pt x="324" y="477"/>
                      <a:pt x="327" y="477"/>
                    </a:cubicBezTo>
                    <a:cubicBezTo>
                      <a:pt x="625" y="477"/>
                      <a:pt x="622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49"/>
              <p:cNvSpPr/>
              <p:nvPr/>
            </p:nvSpPr>
            <p:spPr>
              <a:xfrm>
                <a:off x="5717547" y="3155714"/>
                <a:ext cx="573345" cy="814141"/>
              </a:xfrm>
              <a:custGeom>
                <a:avLst/>
                <a:gdLst/>
                <a:ahLst/>
                <a:cxnLst/>
                <a:rect l="l" t="t" r="r" b="b"/>
                <a:pathLst>
                  <a:path w="8876" h="12715" extrusionOk="0">
                    <a:moveTo>
                      <a:pt x="4512" y="1"/>
                    </a:moveTo>
                    <a:lnTo>
                      <a:pt x="4512" y="1"/>
                    </a:lnTo>
                    <a:cubicBezTo>
                      <a:pt x="4661" y="507"/>
                      <a:pt x="4661" y="824"/>
                      <a:pt x="5226" y="2103"/>
                    </a:cubicBezTo>
                    <a:cubicBezTo>
                      <a:pt x="5266" y="2202"/>
                      <a:pt x="3759" y="2728"/>
                      <a:pt x="3144" y="3372"/>
                    </a:cubicBezTo>
                    <a:cubicBezTo>
                      <a:pt x="2692" y="3824"/>
                      <a:pt x="3191" y="4950"/>
                      <a:pt x="2416" y="4950"/>
                    </a:cubicBezTo>
                    <a:cubicBezTo>
                      <a:pt x="2324" y="4950"/>
                      <a:pt x="2215" y="4934"/>
                      <a:pt x="2083" y="4899"/>
                    </a:cubicBezTo>
                    <a:cubicBezTo>
                      <a:pt x="1429" y="4721"/>
                      <a:pt x="1121" y="3808"/>
                      <a:pt x="814" y="3134"/>
                    </a:cubicBezTo>
                    <a:cubicBezTo>
                      <a:pt x="536" y="4056"/>
                      <a:pt x="269" y="4988"/>
                      <a:pt x="1" y="5920"/>
                    </a:cubicBezTo>
                    <a:cubicBezTo>
                      <a:pt x="160" y="6297"/>
                      <a:pt x="328" y="6674"/>
                      <a:pt x="526" y="7031"/>
                    </a:cubicBezTo>
                    <a:cubicBezTo>
                      <a:pt x="1042" y="7903"/>
                      <a:pt x="1498" y="8677"/>
                      <a:pt x="2262" y="9341"/>
                    </a:cubicBezTo>
                    <a:cubicBezTo>
                      <a:pt x="3065" y="10025"/>
                      <a:pt x="3947" y="10610"/>
                      <a:pt x="4651" y="11413"/>
                    </a:cubicBezTo>
                    <a:cubicBezTo>
                      <a:pt x="4790" y="11691"/>
                      <a:pt x="4919" y="11989"/>
                      <a:pt x="5028" y="12286"/>
                    </a:cubicBezTo>
                    <a:cubicBezTo>
                      <a:pt x="5613" y="12435"/>
                      <a:pt x="6208" y="12584"/>
                      <a:pt x="6803" y="12712"/>
                    </a:cubicBezTo>
                    <a:cubicBezTo>
                      <a:pt x="6816" y="12714"/>
                      <a:pt x="6830" y="12714"/>
                      <a:pt x="6843" y="12714"/>
                    </a:cubicBezTo>
                    <a:cubicBezTo>
                      <a:pt x="7026" y="12714"/>
                      <a:pt x="7193" y="12590"/>
                      <a:pt x="7239" y="12405"/>
                    </a:cubicBezTo>
                    <a:cubicBezTo>
                      <a:pt x="7427" y="11840"/>
                      <a:pt x="7616" y="11265"/>
                      <a:pt x="7794" y="10690"/>
                    </a:cubicBezTo>
                    <a:lnTo>
                      <a:pt x="7814" y="10650"/>
                    </a:lnTo>
                    <a:lnTo>
                      <a:pt x="7804" y="10660"/>
                    </a:lnTo>
                    <a:cubicBezTo>
                      <a:pt x="8171" y="9500"/>
                      <a:pt x="8528" y="8340"/>
                      <a:pt x="8875" y="7190"/>
                    </a:cubicBezTo>
                    <a:cubicBezTo>
                      <a:pt x="8855" y="7100"/>
                      <a:pt x="8826" y="7011"/>
                      <a:pt x="8796" y="6932"/>
                    </a:cubicBezTo>
                    <a:cubicBezTo>
                      <a:pt x="8498" y="6079"/>
                      <a:pt x="8340" y="5187"/>
                      <a:pt x="8131" y="4314"/>
                    </a:cubicBezTo>
                    <a:cubicBezTo>
                      <a:pt x="7963" y="3610"/>
                      <a:pt x="7814" y="2817"/>
                      <a:pt x="7368" y="2232"/>
                    </a:cubicBezTo>
                    <a:cubicBezTo>
                      <a:pt x="6783" y="1468"/>
                      <a:pt x="5385" y="398"/>
                      <a:pt x="45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49"/>
              <p:cNvSpPr/>
              <p:nvPr/>
            </p:nvSpPr>
            <p:spPr>
              <a:xfrm>
                <a:off x="6336302" y="3523311"/>
                <a:ext cx="49997" cy="61661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63" extrusionOk="0">
                    <a:moveTo>
                      <a:pt x="129" y="338"/>
                    </a:moveTo>
                    <a:cubicBezTo>
                      <a:pt x="0" y="685"/>
                      <a:pt x="506" y="963"/>
                      <a:pt x="635" y="616"/>
                    </a:cubicBezTo>
                    <a:cubicBezTo>
                      <a:pt x="774" y="269"/>
                      <a:pt x="268" y="1"/>
                      <a:pt x="129" y="3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49"/>
              <p:cNvSpPr/>
              <p:nvPr/>
            </p:nvSpPr>
            <p:spPr>
              <a:xfrm>
                <a:off x="6358071" y="3255409"/>
                <a:ext cx="108907" cy="261627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4086" extrusionOk="0">
                    <a:moveTo>
                      <a:pt x="1071" y="348"/>
                    </a:moveTo>
                    <a:cubicBezTo>
                      <a:pt x="744" y="1399"/>
                      <a:pt x="437" y="2460"/>
                      <a:pt x="109" y="3511"/>
                    </a:cubicBezTo>
                    <a:cubicBezTo>
                      <a:pt x="0" y="3848"/>
                      <a:pt x="506" y="4086"/>
                      <a:pt x="615" y="3739"/>
                    </a:cubicBezTo>
                    <a:cubicBezTo>
                      <a:pt x="942" y="2688"/>
                      <a:pt x="1250" y="1627"/>
                      <a:pt x="1577" y="576"/>
                    </a:cubicBezTo>
                    <a:cubicBezTo>
                      <a:pt x="1686" y="239"/>
                      <a:pt x="1180" y="1"/>
                      <a:pt x="1071" y="34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49"/>
              <p:cNvSpPr/>
              <p:nvPr/>
            </p:nvSpPr>
            <p:spPr>
              <a:xfrm>
                <a:off x="6439396" y="3188114"/>
                <a:ext cx="49351" cy="59740"/>
              </a:xfrm>
              <a:custGeom>
                <a:avLst/>
                <a:gdLst/>
                <a:ahLst/>
                <a:cxnLst/>
                <a:rect l="l" t="t" r="r" b="b"/>
                <a:pathLst>
                  <a:path w="764" h="933" extrusionOk="0">
                    <a:moveTo>
                      <a:pt x="129" y="338"/>
                    </a:moveTo>
                    <a:cubicBezTo>
                      <a:pt x="0" y="665"/>
                      <a:pt x="496" y="933"/>
                      <a:pt x="625" y="605"/>
                    </a:cubicBezTo>
                    <a:cubicBezTo>
                      <a:pt x="764" y="268"/>
                      <a:pt x="258" y="1"/>
                      <a:pt x="129" y="3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49"/>
              <p:cNvSpPr/>
              <p:nvPr/>
            </p:nvSpPr>
            <p:spPr>
              <a:xfrm>
                <a:off x="5563875" y="3783657"/>
                <a:ext cx="49997" cy="61597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62" extrusionOk="0">
                    <a:moveTo>
                      <a:pt x="139" y="337"/>
                    </a:moveTo>
                    <a:cubicBezTo>
                      <a:pt x="0" y="684"/>
                      <a:pt x="506" y="962"/>
                      <a:pt x="645" y="615"/>
                    </a:cubicBezTo>
                    <a:cubicBezTo>
                      <a:pt x="774" y="268"/>
                      <a:pt x="268" y="0"/>
                      <a:pt x="139" y="33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49"/>
              <p:cNvSpPr/>
              <p:nvPr/>
            </p:nvSpPr>
            <p:spPr>
              <a:xfrm>
                <a:off x="5585644" y="3515691"/>
                <a:ext cx="108907" cy="261691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4087" extrusionOk="0">
                    <a:moveTo>
                      <a:pt x="1081" y="348"/>
                    </a:moveTo>
                    <a:cubicBezTo>
                      <a:pt x="744" y="1399"/>
                      <a:pt x="437" y="2460"/>
                      <a:pt x="109" y="3511"/>
                    </a:cubicBezTo>
                    <a:cubicBezTo>
                      <a:pt x="0" y="3848"/>
                      <a:pt x="516" y="4086"/>
                      <a:pt x="615" y="3739"/>
                    </a:cubicBezTo>
                    <a:cubicBezTo>
                      <a:pt x="952" y="2688"/>
                      <a:pt x="1260" y="1627"/>
                      <a:pt x="1587" y="576"/>
                    </a:cubicBezTo>
                    <a:cubicBezTo>
                      <a:pt x="1686" y="239"/>
                      <a:pt x="1180" y="1"/>
                      <a:pt x="1081" y="34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49"/>
              <p:cNvSpPr/>
              <p:nvPr/>
            </p:nvSpPr>
            <p:spPr>
              <a:xfrm>
                <a:off x="5667615" y="3448396"/>
                <a:ext cx="48123" cy="59740"/>
              </a:xfrm>
              <a:custGeom>
                <a:avLst/>
                <a:gdLst/>
                <a:ahLst/>
                <a:cxnLst/>
                <a:rect l="l" t="t" r="r" b="b"/>
                <a:pathLst>
                  <a:path w="745" h="933" extrusionOk="0">
                    <a:moveTo>
                      <a:pt x="119" y="338"/>
                    </a:moveTo>
                    <a:cubicBezTo>
                      <a:pt x="0" y="665"/>
                      <a:pt x="486" y="933"/>
                      <a:pt x="615" y="606"/>
                    </a:cubicBezTo>
                    <a:cubicBezTo>
                      <a:pt x="744" y="269"/>
                      <a:pt x="248" y="1"/>
                      <a:pt x="119" y="3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49"/>
              <p:cNvSpPr/>
              <p:nvPr/>
            </p:nvSpPr>
            <p:spPr>
              <a:xfrm>
                <a:off x="5442824" y="2675425"/>
                <a:ext cx="637940" cy="774699"/>
              </a:xfrm>
              <a:custGeom>
                <a:avLst/>
                <a:gdLst/>
                <a:ahLst/>
                <a:cxnLst/>
                <a:rect l="l" t="t" r="r" b="b"/>
                <a:pathLst>
                  <a:path w="9876" h="12099" extrusionOk="0">
                    <a:moveTo>
                      <a:pt x="4852" y="0"/>
                    </a:moveTo>
                    <a:cubicBezTo>
                      <a:pt x="4803" y="0"/>
                      <a:pt x="4755" y="12"/>
                      <a:pt x="4710" y="36"/>
                    </a:cubicBezTo>
                    <a:lnTo>
                      <a:pt x="218" y="2316"/>
                    </a:lnTo>
                    <a:cubicBezTo>
                      <a:pt x="60" y="2396"/>
                      <a:pt x="0" y="2574"/>
                      <a:pt x="80" y="2733"/>
                    </a:cubicBezTo>
                    <a:lnTo>
                      <a:pt x="4750" y="11934"/>
                    </a:lnTo>
                    <a:cubicBezTo>
                      <a:pt x="4805" y="12038"/>
                      <a:pt x="4914" y="12098"/>
                      <a:pt x="5028" y="12098"/>
                    </a:cubicBezTo>
                    <a:cubicBezTo>
                      <a:pt x="5077" y="12098"/>
                      <a:pt x="5128" y="12087"/>
                      <a:pt x="5176" y="12063"/>
                    </a:cubicBezTo>
                    <a:lnTo>
                      <a:pt x="9668" y="9782"/>
                    </a:lnTo>
                    <a:cubicBezTo>
                      <a:pt x="9816" y="9703"/>
                      <a:pt x="9876" y="9515"/>
                      <a:pt x="9797" y="9366"/>
                    </a:cubicBezTo>
                    <a:lnTo>
                      <a:pt x="5126" y="165"/>
                    </a:lnTo>
                    <a:cubicBezTo>
                      <a:pt x="5071" y="61"/>
                      <a:pt x="4963" y="0"/>
                      <a:pt x="48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49"/>
              <p:cNvSpPr/>
              <p:nvPr/>
            </p:nvSpPr>
            <p:spPr>
              <a:xfrm>
                <a:off x="5490818" y="2722039"/>
                <a:ext cx="541306" cy="680191"/>
              </a:xfrm>
              <a:custGeom>
                <a:avLst/>
                <a:gdLst/>
                <a:ahLst/>
                <a:cxnLst/>
                <a:rect l="l" t="t" r="r" b="b"/>
                <a:pathLst>
                  <a:path w="8380" h="10623" extrusionOk="0">
                    <a:moveTo>
                      <a:pt x="3868" y="0"/>
                    </a:moveTo>
                    <a:cubicBezTo>
                      <a:pt x="3834" y="0"/>
                      <a:pt x="3801" y="7"/>
                      <a:pt x="3769" y="22"/>
                    </a:cubicBezTo>
                    <a:lnTo>
                      <a:pt x="169" y="1856"/>
                    </a:lnTo>
                    <a:cubicBezTo>
                      <a:pt x="41" y="1925"/>
                      <a:pt x="1" y="2094"/>
                      <a:pt x="80" y="2213"/>
                    </a:cubicBezTo>
                    <a:lnTo>
                      <a:pt x="4264" y="10462"/>
                    </a:lnTo>
                    <a:cubicBezTo>
                      <a:pt x="4309" y="10559"/>
                      <a:pt x="4410" y="10623"/>
                      <a:pt x="4512" y="10623"/>
                    </a:cubicBezTo>
                    <a:cubicBezTo>
                      <a:pt x="4546" y="10623"/>
                      <a:pt x="4580" y="10616"/>
                      <a:pt x="4611" y="10601"/>
                    </a:cubicBezTo>
                    <a:lnTo>
                      <a:pt x="8211" y="8767"/>
                    </a:lnTo>
                    <a:cubicBezTo>
                      <a:pt x="8330" y="8698"/>
                      <a:pt x="8379" y="8529"/>
                      <a:pt x="8310" y="8410"/>
                    </a:cubicBezTo>
                    <a:lnTo>
                      <a:pt x="4116" y="160"/>
                    </a:lnTo>
                    <a:cubicBezTo>
                      <a:pt x="4071" y="63"/>
                      <a:pt x="3970" y="0"/>
                      <a:pt x="38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49"/>
              <p:cNvSpPr/>
              <p:nvPr/>
            </p:nvSpPr>
            <p:spPr>
              <a:xfrm>
                <a:off x="5690029" y="2722039"/>
                <a:ext cx="89722" cy="63262"/>
              </a:xfrm>
              <a:custGeom>
                <a:avLst/>
                <a:gdLst/>
                <a:ahLst/>
                <a:cxnLst/>
                <a:rect l="l" t="t" r="r" b="b"/>
                <a:pathLst>
                  <a:path w="1389" h="988" extrusionOk="0">
                    <a:moveTo>
                      <a:pt x="788" y="0"/>
                    </a:moveTo>
                    <a:cubicBezTo>
                      <a:pt x="754" y="0"/>
                      <a:pt x="719" y="7"/>
                      <a:pt x="685" y="22"/>
                    </a:cubicBezTo>
                    <a:lnTo>
                      <a:pt x="1" y="379"/>
                    </a:lnTo>
                    <a:cubicBezTo>
                      <a:pt x="10" y="398"/>
                      <a:pt x="20" y="428"/>
                      <a:pt x="40" y="458"/>
                    </a:cubicBezTo>
                    <a:cubicBezTo>
                      <a:pt x="208" y="794"/>
                      <a:pt x="550" y="987"/>
                      <a:pt x="904" y="987"/>
                    </a:cubicBezTo>
                    <a:cubicBezTo>
                      <a:pt x="1051" y="987"/>
                      <a:pt x="1200" y="954"/>
                      <a:pt x="1339" y="884"/>
                    </a:cubicBezTo>
                    <a:lnTo>
                      <a:pt x="1389" y="855"/>
                    </a:lnTo>
                    <a:lnTo>
                      <a:pt x="1042" y="160"/>
                    </a:lnTo>
                    <a:cubicBezTo>
                      <a:pt x="989" y="63"/>
                      <a:pt x="892" y="0"/>
                      <a:pt x="78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49"/>
              <p:cNvSpPr/>
              <p:nvPr/>
            </p:nvSpPr>
            <p:spPr>
              <a:xfrm>
                <a:off x="5490818" y="2818020"/>
                <a:ext cx="74413" cy="88297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1379" extrusionOk="0">
                    <a:moveTo>
                      <a:pt x="873" y="0"/>
                    </a:moveTo>
                    <a:lnTo>
                      <a:pt x="169" y="357"/>
                    </a:lnTo>
                    <a:cubicBezTo>
                      <a:pt x="41" y="426"/>
                      <a:pt x="1" y="595"/>
                      <a:pt x="70" y="714"/>
                    </a:cubicBezTo>
                    <a:lnTo>
                      <a:pt x="407" y="1378"/>
                    </a:lnTo>
                    <a:cubicBezTo>
                      <a:pt x="437" y="1368"/>
                      <a:pt x="457" y="1358"/>
                      <a:pt x="477" y="1339"/>
                    </a:cubicBezTo>
                    <a:cubicBezTo>
                      <a:pt x="953" y="1101"/>
                      <a:pt x="1151" y="516"/>
                      <a:pt x="903" y="50"/>
                    </a:cubicBezTo>
                    <a:cubicBezTo>
                      <a:pt x="893" y="30"/>
                      <a:pt x="883" y="10"/>
                      <a:pt x="87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49"/>
              <p:cNvSpPr/>
              <p:nvPr/>
            </p:nvSpPr>
            <p:spPr>
              <a:xfrm>
                <a:off x="5959003" y="3218592"/>
                <a:ext cx="73122" cy="87657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369" extrusionOk="0">
                    <a:moveTo>
                      <a:pt x="735" y="1"/>
                    </a:moveTo>
                    <a:cubicBezTo>
                      <a:pt x="705" y="10"/>
                      <a:pt x="685" y="20"/>
                      <a:pt x="665" y="30"/>
                    </a:cubicBezTo>
                    <a:cubicBezTo>
                      <a:pt x="189" y="278"/>
                      <a:pt x="1" y="853"/>
                      <a:pt x="239" y="1329"/>
                    </a:cubicBezTo>
                    <a:lnTo>
                      <a:pt x="269" y="1369"/>
                    </a:lnTo>
                    <a:lnTo>
                      <a:pt x="963" y="1012"/>
                    </a:lnTo>
                    <a:cubicBezTo>
                      <a:pt x="1092" y="943"/>
                      <a:pt x="1131" y="774"/>
                      <a:pt x="1062" y="655"/>
                    </a:cubicBezTo>
                    <a:lnTo>
                      <a:pt x="73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49"/>
              <p:cNvSpPr/>
              <p:nvPr/>
            </p:nvSpPr>
            <p:spPr>
              <a:xfrm>
                <a:off x="5743837" y="3339609"/>
                <a:ext cx="89722" cy="62749"/>
              </a:xfrm>
              <a:custGeom>
                <a:avLst/>
                <a:gdLst/>
                <a:ahLst/>
                <a:cxnLst/>
                <a:rect l="l" t="t" r="r" b="b"/>
                <a:pathLst>
                  <a:path w="1389" h="980" extrusionOk="0">
                    <a:moveTo>
                      <a:pt x="493" y="1"/>
                    </a:moveTo>
                    <a:cubicBezTo>
                      <a:pt x="347" y="1"/>
                      <a:pt x="199" y="34"/>
                      <a:pt x="60" y="104"/>
                    </a:cubicBezTo>
                    <a:cubicBezTo>
                      <a:pt x="40" y="113"/>
                      <a:pt x="20" y="133"/>
                      <a:pt x="0" y="143"/>
                    </a:cubicBezTo>
                    <a:lnTo>
                      <a:pt x="347" y="817"/>
                    </a:lnTo>
                    <a:cubicBezTo>
                      <a:pt x="391" y="920"/>
                      <a:pt x="484" y="979"/>
                      <a:pt x="585" y="979"/>
                    </a:cubicBezTo>
                    <a:cubicBezTo>
                      <a:pt x="621" y="979"/>
                      <a:pt x="658" y="972"/>
                      <a:pt x="694" y="956"/>
                    </a:cubicBezTo>
                    <a:lnTo>
                      <a:pt x="1389" y="609"/>
                    </a:lnTo>
                    <a:cubicBezTo>
                      <a:pt x="1379" y="579"/>
                      <a:pt x="1369" y="550"/>
                      <a:pt x="1359" y="530"/>
                    </a:cubicBezTo>
                    <a:cubicBezTo>
                      <a:pt x="1184" y="193"/>
                      <a:pt x="845" y="1"/>
                      <a:pt x="4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49"/>
              <p:cNvSpPr/>
              <p:nvPr/>
            </p:nvSpPr>
            <p:spPr>
              <a:xfrm>
                <a:off x="5608833" y="2840815"/>
                <a:ext cx="95342" cy="81894"/>
              </a:xfrm>
              <a:custGeom>
                <a:avLst/>
                <a:gdLst/>
                <a:ahLst/>
                <a:cxnLst/>
                <a:rect l="l" t="t" r="r" b="b"/>
                <a:pathLst>
                  <a:path w="1476" h="1279" extrusionOk="0">
                    <a:moveTo>
                      <a:pt x="749" y="0"/>
                    </a:moveTo>
                    <a:cubicBezTo>
                      <a:pt x="490" y="0"/>
                      <a:pt x="233" y="150"/>
                      <a:pt x="137" y="437"/>
                    </a:cubicBezTo>
                    <a:cubicBezTo>
                      <a:pt x="0" y="881"/>
                      <a:pt x="348" y="1278"/>
                      <a:pt x="755" y="1278"/>
                    </a:cubicBezTo>
                    <a:cubicBezTo>
                      <a:pt x="848" y="1278"/>
                      <a:pt x="945" y="1257"/>
                      <a:pt x="1039" y="1211"/>
                    </a:cubicBezTo>
                    <a:cubicBezTo>
                      <a:pt x="1347" y="1042"/>
                      <a:pt x="1476" y="665"/>
                      <a:pt x="1317" y="348"/>
                    </a:cubicBezTo>
                    <a:cubicBezTo>
                      <a:pt x="1197" y="113"/>
                      <a:pt x="973" y="0"/>
                      <a:pt x="7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49"/>
              <p:cNvSpPr/>
              <p:nvPr/>
            </p:nvSpPr>
            <p:spPr>
              <a:xfrm>
                <a:off x="5801714" y="3217247"/>
                <a:ext cx="95924" cy="82150"/>
              </a:xfrm>
              <a:custGeom>
                <a:avLst/>
                <a:gdLst/>
                <a:ahLst/>
                <a:cxnLst/>
                <a:rect l="l" t="t" r="r" b="b"/>
                <a:pathLst>
                  <a:path w="1485" h="1283" extrusionOk="0">
                    <a:moveTo>
                      <a:pt x="757" y="1"/>
                    </a:moveTo>
                    <a:cubicBezTo>
                      <a:pt x="499" y="1"/>
                      <a:pt x="241" y="151"/>
                      <a:pt x="146" y="438"/>
                    </a:cubicBezTo>
                    <a:cubicBezTo>
                      <a:pt x="1" y="880"/>
                      <a:pt x="344" y="1283"/>
                      <a:pt x="749" y="1283"/>
                    </a:cubicBezTo>
                    <a:cubicBezTo>
                      <a:pt x="844" y="1283"/>
                      <a:pt x="942" y="1260"/>
                      <a:pt x="1038" y="1211"/>
                    </a:cubicBezTo>
                    <a:cubicBezTo>
                      <a:pt x="1355" y="1053"/>
                      <a:pt x="1484" y="666"/>
                      <a:pt x="1325" y="349"/>
                    </a:cubicBezTo>
                    <a:cubicBezTo>
                      <a:pt x="1206" y="114"/>
                      <a:pt x="981" y="1"/>
                      <a:pt x="75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49"/>
              <p:cNvSpPr/>
              <p:nvPr/>
            </p:nvSpPr>
            <p:spPr>
              <a:xfrm>
                <a:off x="5627889" y="2953892"/>
                <a:ext cx="270395" cy="222376"/>
              </a:xfrm>
              <a:custGeom>
                <a:avLst/>
                <a:gdLst/>
                <a:ahLst/>
                <a:cxnLst/>
                <a:rect l="l" t="t" r="r" b="b"/>
                <a:pathLst>
                  <a:path w="4186" h="3473" extrusionOk="0">
                    <a:moveTo>
                      <a:pt x="2222" y="0"/>
                    </a:moveTo>
                    <a:cubicBezTo>
                      <a:pt x="1922" y="0"/>
                      <a:pt x="1612" y="70"/>
                      <a:pt x="1319" y="218"/>
                    </a:cubicBezTo>
                    <a:cubicBezTo>
                      <a:pt x="407" y="684"/>
                      <a:pt x="1" y="1745"/>
                      <a:pt x="427" y="2588"/>
                    </a:cubicBezTo>
                    <a:cubicBezTo>
                      <a:pt x="717" y="3154"/>
                      <a:pt x="1313" y="3472"/>
                      <a:pt x="1955" y="3472"/>
                    </a:cubicBezTo>
                    <a:cubicBezTo>
                      <a:pt x="2258" y="3472"/>
                      <a:pt x="2571" y="3401"/>
                      <a:pt x="2866" y="3252"/>
                    </a:cubicBezTo>
                    <a:cubicBezTo>
                      <a:pt x="3778" y="2786"/>
                      <a:pt x="4185" y="1735"/>
                      <a:pt x="3759" y="892"/>
                    </a:cubicBezTo>
                    <a:cubicBezTo>
                      <a:pt x="3468" y="324"/>
                      <a:pt x="2867" y="0"/>
                      <a:pt x="22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49"/>
              <p:cNvSpPr/>
              <p:nvPr/>
            </p:nvSpPr>
            <p:spPr>
              <a:xfrm>
                <a:off x="5674010" y="3000058"/>
                <a:ext cx="178153" cy="127164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1986" extrusionOk="0">
                    <a:moveTo>
                      <a:pt x="1669" y="0"/>
                    </a:moveTo>
                    <a:cubicBezTo>
                      <a:pt x="1655" y="0"/>
                      <a:pt x="1641" y="1"/>
                      <a:pt x="1627" y="3"/>
                    </a:cubicBezTo>
                    <a:cubicBezTo>
                      <a:pt x="1538" y="3"/>
                      <a:pt x="1458" y="23"/>
                      <a:pt x="1389" y="62"/>
                    </a:cubicBezTo>
                    <a:cubicBezTo>
                      <a:pt x="1300" y="102"/>
                      <a:pt x="1230" y="171"/>
                      <a:pt x="1190" y="251"/>
                    </a:cubicBezTo>
                    <a:cubicBezTo>
                      <a:pt x="1141" y="330"/>
                      <a:pt x="1111" y="409"/>
                      <a:pt x="1091" y="498"/>
                    </a:cubicBezTo>
                    <a:cubicBezTo>
                      <a:pt x="1072" y="588"/>
                      <a:pt x="1072" y="687"/>
                      <a:pt x="1072" y="776"/>
                    </a:cubicBezTo>
                    <a:cubicBezTo>
                      <a:pt x="1072" y="875"/>
                      <a:pt x="1081" y="964"/>
                      <a:pt x="1081" y="1054"/>
                    </a:cubicBezTo>
                    <a:cubicBezTo>
                      <a:pt x="1091" y="1074"/>
                      <a:pt x="1091" y="1103"/>
                      <a:pt x="1091" y="1133"/>
                    </a:cubicBezTo>
                    <a:cubicBezTo>
                      <a:pt x="1101" y="1173"/>
                      <a:pt x="1101" y="1212"/>
                      <a:pt x="1091" y="1252"/>
                    </a:cubicBezTo>
                    <a:cubicBezTo>
                      <a:pt x="1091" y="1282"/>
                      <a:pt x="1091" y="1321"/>
                      <a:pt x="1081" y="1351"/>
                    </a:cubicBezTo>
                    <a:cubicBezTo>
                      <a:pt x="1081" y="1381"/>
                      <a:pt x="1062" y="1401"/>
                      <a:pt x="1032" y="1421"/>
                    </a:cubicBezTo>
                    <a:cubicBezTo>
                      <a:pt x="1012" y="1431"/>
                      <a:pt x="982" y="1431"/>
                      <a:pt x="953" y="1431"/>
                    </a:cubicBezTo>
                    <a:cubicBezTo>
                      <a:pt x="933" y="1421"/>
                      <a:pt x="903" y="1401"/>
                      <a:pt x="883" y="1381"/>
                    </a:cubicBezTo>
                    <a:cubicBezTo>
                      <a:pt x="863" y="1361"/>
                      <a:pt x="843" y="1341"/>
                      <a:pt x="824" y="1321"/>
                    </a:cubicBezTo>
                    <a:cubicBezTo>
                      <a:pt x="814" y="1302"/>
                      <a:pt x="804" y="1282"/>
                      <a:pt x="794" y="1262"/>
                    </a:cubicBezTo>
                    <a:cubicBezTo>
                      <a:pt x="764" y="1212"/>
                      <a:pt x="744" y="1163"/>
                      <a:pt x="734" y="1113"/>
                    </a:cubicBezTo>
                    <a:cubicBezTo>
                      <a:pt x="724" y="1054"/>
                      <a:pt x="715" y="1004"/>
                      <a:pt x="705" y="955"/>
                    </a:cubicBezTo>
                    <a:cubicBezTo>
                      <a:pt x="705" y="905"/>
                      <a:pt x="695" y="855"/>
                      <a:pt x="685" y="806"/>
                    </a:cubicBezTo>
                    <a:cubicBezTo>
                      <a:pt x="675" y="766"/>
                      <a:pt x="665" y="717"/>
                      <a:pt x="645" y="677"/>
                    </a:cubicBezTo>
                    <a:cubicBezTo>
                      <a:pt x="615" y="627"/>
                      <a:pt x="576" y="598"/>
                      <a:pt x="526" y="578"/>
                    </a:cubicBezTo>
                    <a:cubicBezTo>
                      <a:pt x="504" y="569"/>
                      <a:pt x="480" y="564"/>
                      <a:pt x="455" y="564"/>
                    </a:cubicBezTo>
                    <a:cubicBezTo>
                      <a:pt x="425" y="564"/>
                      <a:pt x="395" y="571"/>
                      <a:pt x="368" y="588"/>
                    </a:cubicBezTo>
                    <a:cubicBezTo>
                      <a:pt x="318" y="608"/>
                      <a:pt x="278" y="647"/>
                      <a:pt x="268" y="707"/>
                    </a:cubicBezTo>
                    <a:cubicBezTo>
                      <a:pt x="258" y="766"/>
                      <a:pt x="249" y="836"/>
                      <a:pt x="258" y="895"/>
                    </a:cubicBezTo>
                    <a:cubicBezTo>
                      <a:pt x="268" y="964"/>
                      <a:pt x="278" y="1034"/>
                      <a:pt x="298" y="1093"/>
                    </a:cubicBezTo>
                    <a:cubicBezTo>
                      <a:pt x="308" y="1163"/>
                      <a:pt x="328" y="1222"/>
                      <a:pt x="338" y="1272"/>
                    </a:cubicBezTo>
                    <a:cubicBezTo>
                      <a:pt x="338" y="1272"/>
                      <a:pt x="338" y="1282"/>
                      <a:pt x="318" y="1302"/>
                    </a:cubicBezTo>
                    <a:cubicBezTo>
                      <a:pt x="308" y="1312"/>
                      <a:pt x="288" y="1321"/>
                      <a:pt x="278" y="1331"/>
                    </a:cubicBezTo>
                    <a:cubicBezTo>
                      <a:pt x="258" y="1351"/>
                      <a:pt x="239" y="1361"/>
                      <a:pt x="219" y="1371"/>
                    </a:cubicBezTo>
                    <a:lnTo>
                      <a:pt x="189" y="1381"/>
                    </a:lnTo>
                    <a:cubicBezTo>
                      <a:pt x="169" y="1401"/>
                      <a:pt x="149" y="1401"/>
                      <a:pt x="130" y="1411"/>
                    </a:cubicBezTo>
                    <a:cubicBezTo>
                      <a:pt x="120" y="1421"/>
                      <a:pt x="100" y="1431"/>
                      <a:pt x="80" y="1440"/>
                    </a:cubicBezTo>
                    <a:cubicBezTo>
                      <a:pt x="40" y="1460"/>
                      <a:pt x="11" y="1500"/>
                      <a:pt x="1" y="1549"/>
                    </a:cubicBezTo>
                    <a:cubicBezTo>
                      <a:pt x="1" y="1589"/>
                      <a:pt x="1" y="1639"/>
                      <a:pt x="20" y="1678"/>
                    </a:cubicBezTo>
                    <a:cubicBezTo>
                      <a:pt x="40" y="1718"/>
                      <a:pt x="70" y="1758"/>
                      <a:pt x="110" y="1768"/>
                    </a:cubicBezTo>
                    <a:cubicBezTo>
                      <a:pt x="139" y="1787"/>
                      <a:pt x="179" y="1787"/>
                      <a:pt x="219" y="1787"/>
                    </a:cubicBezTo>
                    <a:cubicBezTo>
                      <a:pt x="249" y="1778"/>
                      <a:pt x="288" y="1768"/>
                      <a:pt x="328" y="1748"/>
                    </a:cubicBezTo>
                    <a:lnTo>
                      <a:pt x="427" y="1698"/>
                    </a:lnTo>
                    <a:cubicBezTo>
                      <a:pt x="457" y="1678"/>
                      <a:pt x="487" y="1668"/>
                      <a:pt x="506" y="1659"/>
                    </a:cubicBezTo>
                    <a:cubicBezTo>
                      <a:pt x="516" y="1654"/>
                      <a:pt x="526" y="1651"/>
                      <a:pt x="535" y="1651"/>
                    </a:cubicBezTo>
                    <a:cubicBezTo>
                      <a:pt x="544" y="1651"/>
                      <a:pt x="551" y="1654"/>
                      <a:pt x="556" y="1659"/>
                    </a:cubicBezTo>
                    <a:cubicBezTo>
                      <a:pt x="596" y="1708"/>
                      <a:pt x="645" y="1758"/>
                      <a:pt x="695" y="1807"/>
                    </a:cubicBezTo>
                    <a:cubicBezTo>
                      <a:pt x="734" y="1857"/>
                      <a:pt x="784" y="1897"/>
                      <a:pt x="843" y="1936"/>
                    </a:cubicBezTo>
                    <a:cubicBezTo>
                      <a:pt x="903" y="1966"/>
                      <a:pt x="962" y="1976"/>
                      <a:pt x="1022" y="1986"/>
                    </a:cubicBezTo>
                    <a:cubicBezTo>
                      <a:pt x="1091" y="1986"/>
                      <a:pt x="1171" y="1956"/>
                      <a:pt x="1230" y="1926"/>
                    </a:cubicBezTo>
                    <a:cubicBezTo>
                      <a:pt x="1319" y="1877"/>
                      <a:pt x="1389" y="1807"/>
                      <a:pt x="1438" y="1728"/>
                    </a:cubicBezTo>
                    <a:cubicBezTo>
                      <a:pt x="1488" y="1639"/>
                      <a:pt x="1518" y="1549"/>
                      <a:pt x="1528" y="1460"/>
                    </a:cubicBezTo>
                    <a:cubicBezTo>
                      <a:pt x="1547" y="1361"/>
                      <a:pt x="1557" y="1262"/>
                      <a:pt x="1547" y="1163"/>
                    </a:cubicBezTo>
                    <a:cubicBezTo>
                      <a:pt x="1547" y="1064"/>
                      <a:pt x="1547" y="964"/>
                      <a:pt x="1547" y="885"/>
                    </a:cubicBezTo>
                    <a:cubicBezTo>
                      <a:pt x="1538" y="806"/>
                      <a:pt x="1547" y="736"/>
                      <a:pt x="1547" y="657"/>
                    </a:cubicBezTo>
                    <a:cubicBezTo>
                      <a:pt x="1547" y="608"/>
                      <a:pt x="1577" y="558"/>
                      <a:pt x="1627" y="538"/>
                    </a:cubicBezTo>
                    <a:cubicBezTo>
                      <a:pt x="1638" y="527"/>
                      <a:pt x="1653" y="522"/>
                      <a:pt x="1668" y="522"/>
                    </a:cubicBezTo>
                    <a:cubicBezTo>
                      <a:pt x="1678" y="522"/>
                      <a:pt x="1688" y="524"/>
                      <a:pt x="1696" y="528"/>
                    </a:cubicBezTo>
                    <a:cubicBezTo>
                      <a:pt x="1726" y="528"/>
                      <a:pt x="1756" y="548"/>
                      <a:pt x="1775" y="558"/>
                    </a:cubicBezTo>
                    <a:cubicBezTo>
                      <a:pt x="1795" y="578"/>
                      <a:pt x="1815" y="598"/>
                      <a:pt x="1835" y="627"/>
                    </a:cubicBezTo>
                    <a:cubicBezTo>
                      <a:pt x="1855" y="647"/>
                      <a:pt x="1865" y="667"/>
                      <a:pt x="1875" y="697"/>
                    </a:cubicBezTo>
                    <a:cubicBezTo>
                      <a:pt x="1904" y="736"/>
                      <a:pt x="1924" y="786"/>
                      <a:pt x="1934" y="836"/>
                    </a:cubicBezTo>
                    <a:cubicBezTo>
                      <a:pt x="1944" y="885"/>
                      <a:pt x="1954" y="935"/>
                      <a:pt x="1954" y="974"/>
                    </a:cubicBezTo>
                    <a:lnTo>
                      <a:pt x="1974" y="1103"/>
                    </a:lnTo>
                    <a:cubicBezTo>
                      <a:pt x="1984" y="1143"/>
                      <a:pt x="1994" y="1183"/>
                      <a:pt x="2013" y="1212"/>
                    </a:cubicBezTo>
                    <a:cubicBezTo>
                      <a:pt x="2023" y="1242"/>
                      <a:pt x="2043" y="1262"/>
                      <a:pt x="2063" y="1292"/>
                    </a:cubicBezTo>
                    <a:cubicBezTo>
                      <a:pt x="2083" y="1312"/>
                      <a:pt x="2113" y="1331"/>
                      <a:pt x="2132" y="1351"/>
                    </a:cubicBezTo>
                    <a:cubicBezTo>
                      <a:pt x="2162" y="1371"/>
                      <a:pt x="2192" y="1381"/>
                      <a:pt x="2222" y="1391"/>
                    </a:cubicBezTo>
                    <a:cubicBezTo>
                      <a:pt x="2251" y="1391"/>
                      <a:pt x="2281" y="1391"/>
                      <a:pt x="2311" y="1371"/>
                    </a:cubicBezTo>
                    <a:cubicBezTo>
                      <a:pt x="2331" y="1361"/>
                      <a:pt x="2341" y="1361"/>
                      <a:pt x="2351" y="1351"/>
                    </a:cubicBezTo>
                    <a:cubicBezTo>
                      <a:pt x="2361" y="1341"/>
                      <a:pt x="2370" y="1321"/>
                      <a:pt x="2380" y="1312"/>
                    </a:cubicBezTo>
                    <a:cubicBezTo>
                      <a:pt x="2410" y="1262"/>
                      <a:pt x="2430" y="1212"/>
                      <a:pt x="2440" y="1153"/>
                    </a:cubicBezTo>
                    <a:cubicBezTo>
                      <a:pt x="2460" y="1093"/>
                      <a:pt x="2460" y="1044"/>
                      <a:pt x="2460" y="984"/>
                    </a:cubicBezTo>
                    <a:cubicBezTo>
                      <a:pt x="2460" y="925"/>
                      <a:pt x="2450" y="865"/>
                      <a:pt x="2440" y="806"/>
                    </a:cubicBezTo>
                    <a:cubicBezTo>
                      <a:pt x="2430" y="746"/>
                      <a:pt x="2420" y="697"/>
                      <a:pt x="2410" y="637"/>
                    </a:cubicBezTo>
                    <a:lnTo>
                      <a:pt x="2559" y="588"/>
                    </a:lnTo>
                    <a:cubicBezTo>
                      <a:pt x="2608" y="568"/>
                      <a:pt x="2658" y="548"/>
                      <a:pt x="2698" y="518"/>
                    </a:cubicBezTo>
                    <a:cubicBezTo>
                      <a:pt x="2727" y="508"/>
                      <a:pt x="2747" y="469"/>
                      <a:pt x="2747" y="439"/>
                    </a:cubicBezTo>
                    <a:cubicBezTo>
                      <a:pt x="2757" y="399"/>
                      <a:pt x="2747" y="370"/>
                      <a:pt x="2727" y="340"/>
                    </a:cubicBezTo>
                    <a:cubicBezTo>
                      <a:pt x="2703" y="283"/>
                      <a:pt x="2651" y="245"/>
                      <a:pt x="2589" y="245"/>
                    </a:cubicBezTo>
                    <a:cubicBezTo>
                      <a:pt x="2576" y="245"/>
                      <a:pt x="2563" y="247"/>
                      <a:pt x="2549" y="251"/>
                    </a:cubicBezTo>
                    <a:cubicBezTo>
                      <a:pt x="2499" y="261"/>
                      <a:pt x="2440" y="280"/>
                      <a:pt x="2390" y="300"/>
                    </a:cubicBezTo>
                    <a:lnTo>
                      <a:pt x="2222" y="360"/>
                    </a:lnTo>
                    <a:cubicBezTo>
                      <a:pt x="2182" y="280"/>
                      <a:pt x="2123" y="221"/>
                      <a:pt x="2063" y="161"/>
                    </a:cubicBezTo>
                    <a:cubicBezTo>
                      <a:pt x="2004" y="112"/>
                      <a:pt x="1934" y="72"/>
                      <a:pt x="1855" y="42"/>
                    </a:cubicBezTo>
                    <a:cubicBezTo>
                      <a:pt x="1798" y="18"/>
                      <a:pt x="1734" y="0"/>
                      <a:pt x="166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49"/>
              <p:cNvSpPr/>
              <p:nvPr/>
            </p:nvSpPr>
            <p:spPr>
              <a:xfrm>
                <a:off x="5292964" y="2708209"/>
                <a:ext cx="741680" cy="739034"/>
              </a:xfrm>
              <a:custGeom>
                <a:avLst/>
                <a:gdLst/>
                <a:ahLst/>
                <a:cxnLst/>
                <a:rect l="l" t="t" r="r" b="b"/>
                <a:pathLst>
                  <a:path w="11482" h="11542" extrusionOk="0">
                    <a:moveTo>
                      <a:pt x="3970" y="1"/>
                    </a:moveTo>
                    <a:cubicBezTo>
                      <a:pt x="3891" y="1"/>
                      <a:pt x="3811" y="31"/>
                      <a:pt x="3748" y="89"/>
                    </a:cubicBezTo>
                    <a:lnTo>
                      <a:pt x="129" y="3589"/>
                    </a:lnTo>
                    <a:cubicBezTo>
                      <a:pt x="10" y="3708"/>
                      <a:pt x="0" y="3906"/>
                      <a:pt x="119" y="4035"/>
                    </a:cubicBezTo>
                    <a:lnTo>
                      <a:pt x="7288" y="11452"/>
                    </a:lnTo>
                    <a:cubicBezTo>
                      <a:pt x="7352" y="11511"/>
                      <a:pt x="7432" y="11541"/>
                      <a:pt x="7511" y="11541"/>
                    </a:cubicBezTo>
                    <a:cubicBezTo>
                      <a:pt x="7590" y="11541"/>
                      <a:pt x="7670" y="11511"/>
                      <a:pt x="7734" y="11452"/>
                    </a:cubicBezTo>
                    <a:lnTo>
                      <a:pt x="11353" y="7952"/>
                    </a:lnTo>
                    <a:cubicBezTo>
                      <a:pt x="11482" y="7833"/>
                      <a:pt x="11482" y="7634"/>
                      <a:pt x="11363" y="7515"/>
                    </a:cubicBezTo>
                    <a:lnTo>
                      <a:pt x="4194" y="99"/>
                    </a:lnTo>
                    <a:cubicBezTo>
                      <a:pt x="4134" y="33"/>
                      <a:pt x="4052" y="1"/>
                      <a:pt x="39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49"/>
              <p:cNvSpPr/>
              <p:nvPr/>
            </p:nvSpPr>
            <p:spPr>
              <a:xfrm>
                <a:off x="5343542" y="2757704"/>
                <a:ext cx="639878" cy="639404"/>
              </a:xfrm>
              <a:custGeom>
                <a:avLst/>
                <a:gdLst/>
                <a:ahLst/>
                <a:cxnLst/>
                <a:rect l="l" t="t" r="r" b="b"/>
                <a:pathLst>
                  <a:path w="9906" h="9986" extrusionOk="0">
                    <a:moveTo>
                      <a:pt x="3176" y="1"/>
                    </a:moveTo>
                    <a:cubicBezTo>
                      <a:pt x="3114" y="1"/>
                      <a:pt x="3050" y="23"/>
                      <a:pt x="2995" y="69"/>
                    </a:cubicBezTo>
                    <a:lnTo>
                      <a:pt x="99" y="2875"/>
                    </a:lnTo>
                    <a:cubicBezTo>
                      <a:pt x="0" y="2975"/>
                      <a:pt x="0" y="3143"/>
                      <a:pt x="109" y="3242"/>
                    </a:cubicBezTo>
                    <a:lnTo>
                      <a:pt x="6535" y="9896"/>
                    </a:lnTo>
                    <a:cubicBezTo>
                      <a:pt x="6589" y="9956"/>
                      <a:pt x="6665" y="9986"/>
                      <a:pt x="6740" y="9986"/>
                    </a:cubicBezTo>
                    <a:cubicBezTo>
                      <a:pt x="6801" y="9986"/>
                      <a:pt x="6862" y="9965"/>
                      <a:pt x="6911" y="9925"/>
                    </a:cubicBezTo>
                    <a:lnTo>
                      <a:pt x="9817" y="7109"/>
                    </a:lnTo>
                    <a:cubicBezTo>
                      <a:pt x="9906" y="7010"/>
                      <a:pt x="9906" y="6842"/>
                      <a:pt x="9797" y="6742"/>
                    </a:cubicBezTo>
                    <a:lnTo>
                      <a:pt x="3372" y="89"/>
                    </a:lnTo>
                    <a:cubicBezTo>
                      <a:pt x="3318" y="31"/>
                      <a:pt x="3248" y="1"/>
                      <a:pt x="31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49"/>
              <p:cNvSpPr/>
              <p:nvPr/>
            </p:nvSpPr>
            <p:spPr>
              <a:xfrm>
                <a:off x="5501089" y="2757640"/>
                <a:ext cx="948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964" extrusionOk="0">
                    <a:moveTo>
                      <a:pt x="727" y="0"/>
                    </a:moveTo>
                    <a:cubicBezTo>
                      <a:pt x="666" y="0"/>
                      <a:pt x="605" y="20"/>
                      <a:pt x="556" y="61"/>
                    </a:cubicBezTo>
                    <a:lnTo>
                      <a:pt x="1" y="596"/>
                    </a:lnTo>
                    <a:cubicBezTo>
                      <a:pt x="20" y="626"/>
                      <a:pt x="40" y="646"/>
                      <a:pt x="60" y="665"/>
                    </a:cubicBezTo>
                    <a:cubicBezTo>
                      <a:pt x="253" y="864"/>
                      <a:pt x="507" y="963"/>
                      <a:pt x="760" y="963"/>
                    </a:cubicBezTo>
                    <a:cubicBezTo>
                      <a:pt x="1000" y="963"/>
                      <a:pt x="1240" y="874"/>
                      <a:pt x="1428" y="695"/>
                    </a:cubicBezTo>
                    <a:cubicBezTo>
                      <a:pt x="1438" y="675"/>
                      <a:pt x="1458" y="665"/>
                      <a:pt x="1468" y="646"/>
                    </a:cubicBezTo>
                    <a:lnTo>
                      <a:pt x="933" y="90"/>
                    </a:lnTo>
                    <a:cubicBezTo>
                      <a:pt x="878" y="30"/>
                      <a:pt x="802" y="0"/>
                      <a:pt x="7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49"/>
              <p:cNvSpPr/>
              <p:nvPr/>
            </p:nvSpPr>
            <p:spPr>
              <a:xfrm>
                <a:off x="5342896" y="2906254"/>
                <a:ext cx="69892" cy="9271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448" extrusionOk="0">
                    <a:moveTo>
                      <a:pt x="675" y="0"/>
                    </a:moveTo>
                    <a:lnTo>
                      <a:pt x="100" y="546"/>
                    </a:lnTo>
                    <a:cubicBezTo>
                      <a:pt x="0" y="655"/>
                      <a:pt x="10" y="823"/>
                      <a:pt x="119" y="922"/>
                    </a:cubicBezTo>
                    <a:lnTo>
                      <a:pt x="625" y="1448"/>
                    </a:lnTo>
                    <a:cubicBezTo>
                      <a:pt x="655" y="1438"/>
                      <a:pt x="675" y="1418"/>
                      <a:pt x="694" y="1398"/>
                    </a:cubicBezTo>
                    <a:cubicBezTo>
                      <a:pt x="1071" y="1031"/>
                      <a:pt x="1081" y="417"/>
                      <a:pt x="714" y="40"/>
                    </a:cubicBezTo>
                    <a:cubicBezTo>
                      <a:pt x="704" y="20"/>
                      <a:pt x="685" y="10"/>
                      <a:pt x="6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49"/>
              <p:cNvSpPr/>
              <p:nvPr/>
            </p:nvSpPr>
            <p:spPr>
              <a:xfrm>
                <a:off x="5914820" y="3155714"/>
                <a:ext cx="69246" cy="92779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449" extrusionOk="0">
                    <a:moveTo>
                      <a:pt x="447" y="1"/>
                    </a:moveTo>
                    <a:cubicBezTo>
                      <a:pt x="427" y="11"/>
                      <a:pt x="407" y="31"/>
                      <a:pt x="397" y="51"/>
                    </a:cubicBezTo>
                    <a:cubicBezTo>
                      <a:pt x="11" y="417"/>
                      <a:pt x="1" y="1032"/>
                      <a:pt x="368" y="1409"/>
                    </a:cubicBezTo>
                    <a:cubicBezTo>
                      <a:pt x="378" y="1419"/>
                      <a:pt x="388" y="1429"/>
                      <a:pt x="407" y="1449"/>
                    </a:cubicBezTo>
                    <a:lnTo>
                      <a:pt x="963" y="903"/>
                    </a:lnTo>
                    <a:cubicBezTo>
                      <a:pt x="1072" y="794"/>
                      <a:pt x="1062" y="626"/>
                      <a:pt x="953" y="526"/>
                    </a:cubicBezTo>
                    <a:lnTo>
                      <a:pt x="44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49"/>
              <p:cNvSpPr/>
              <p:nvPr/>
            </p:nvSpPr>
            <p:spPr>
              <a:xfrm>
                <a:off x="5731693" y="3335383"/>
                <a:ext cx="94180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964" extrusionOk="0">
                    <a:moveTo>
                      <a:pt x="712" y="1"/>
                    </a:moveTo>
                    <a:cubicBezTo>
                      <a:pt x="470" y="1"/>
                      <a:pt x="228" y="90"/>
                      <a:pt x="40" y="269"/>
                    </a:cubicBezTo>
                    <a:cubicBezTo>
                      <a:pt x="30" y="289"/>
                      <a:pt x="10" y="308"/>
                      <a:pt x="0" y="318"/>
                    </a:cubicBezTo>
                    <a:lnTo>
                      <a:pt x="526" y="874"/>
                    </a:lnTo>
                    <a:cubicBezTo>
                      <a:pt x="580" y="934"/>
                      <a:pt x="653" y="964"/>
                      <a:pt x="727" y="964"/>
                    </a:cubicBezTo>
                    <a:cubicBezTo>
                      <a:pt x="787" y="964"/>
                      <a:pt x="849" y="943"/>
                      <a:pt x="902" y="903"/>
                    </a:cubicBezTo>
                    <a:lnTo>
                      <a:pt x="1458" y="358"/>
                    </a:lnTo>
                    <a:cubicBezTo>
                      <a:pt x="1448" y="338"/>
                      <a:pt x="1428" y="318"/>
                      <a:pt x="1408" y="298"/>
                    </a:cubicBezTo>
                    <a:cubicBezTo>
                      <a:pt x="1220" y="100"/>
                      <a:pt x="966" y="1"/>
                      <a:pt x="71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49"/>
              <p:cNvSpPr/>
              <p:nvPr/>
            </p:nvSpPr>
            <p:spPr>
              <a:xfrm>
                <a:off x="5468598" y="2894344"/>
                <a:ext cx="87009" cy="81958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280" extrusionOk="0">
                    <a:moveTo>
                      <a:pt x="644" y="1"/>
                    </a:moveTo>
                    <a:cubicBezTo>
                      <a:pt x="322" y="1"/>
                      <a:pt x="14" y="248"/>
                      <a:pt x="8" y="632"/>
                    </a:cubicBezTo>
                    <a:cubicBezTo>
                      <a:pt x="1" y="1019"/>
                      <a:pt x="314" y="1280"/>
                      <a:pt x="646" y="1280"/>
                    </a:cubicBezTo>
                    <a:cubicBezTo>
                      <a:pt x="799" y="1280"/>
                      <a:pt x="957" y="1224"/>
                      <a:pt x="1089" y="1098"/>
                    </a:cubicBezTo>
                    <a:cubicBezTo>
                      <a:pt x="1336" y="851"/>
                      <a:pt x="1346" y="444"/>
                      <a:pt x="1098" y="196"/>
                    </a:cubicBezTo>
                    <a:cubicBezTo>
                      <a:pt x="967" y="61"/>
                      <a:pt x="804" y="1"/>
                      <a:pt x="64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49"/>
              <p:cNvSpPr/>
              <p:nvPr/>
            </p:nvSpPr>
            <p:spPr>
              <a:xfrm>
                <a:off x="5764507" y="3197974"/>
                <a:ext cx="87009" cy="8183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278" extrusionOk="0">
                    <a:moveTo>
                      <a:pt x="656" y="0"/>
                    </a:moveTo>
                    <a:cubicBezTo>
                      <a:pt x="330" y="0"/>
                      <a:pt x="14" y="250"/>
                      <a:pt x="8" y="630"/>
                    </a:cubicBezTo>
                    <a:cubicBezTo>
                      <a:pt x="1" y="1016"/>
                      <a:pt x="318" y="1277"/>
                      <a:pt x="650" y="1277"/>
                    </a:cubicBezTo>
                    <a:cubicBezTo>
                      <a:pt x="803" y="1277"/>
                      <a:pt x="960" y="1221"/>
                      <a:pt x="1088" y="1096"/>
                    </a:cubicBezTo>
                    <a:cubicBezTo>
                      <a:pt x="1346" y="858"/>
                      <a:pt x="1346" y="451"/>
                      <a:pt x="1108" y="194"/>
                    </a:cubicBezTo>
                    <a:cubicBezTo>
                      <a:pt x="978" y="60"/>
                      <a:pt x="816" y="0"/>
                      <a:pt x="65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49"/>
              <p:cNvSpPr/>
              <p:nvPr/>
            </p:nvSpPr>
            <p:spPr>
              <a:xfrm>
                <a:off x="5536939" y="2965866"/>
                <a:ext cx="257540" cy="228075"/>
              </a:xfrm>
              <a:custGeom>
                <a:avLst/>
                <a:gdLst/>
                <a:ahLst/>
                <a:cxnLst/>
                <a:rect l="l" t="t" r="r" b="b"/>
                <a:pathLst>
                  <a:path w="3987" h="3562" extrusionOk="0">
                    <a:moveTo>
                      <a:pt x="2159" y="1"/>
                    </a:moveTo>
                    <a:cubicBezTo>
                      <a:pt x="1688" y="1"/>
                      <a:pt x="1199" y="187"/>
                      <a:pt x="814" y="557"/>
                    </a:cubicBezTo>
                    <a:cubicBezTo>
                      <a:pt x="70" y="1270"/>
                      <a:pt x="1" y="2411"/>
                      <a:pt x="655" y="3075"/>
                    </a:cubicBezTo>
                    <a:cubicBezTo>
                      <a:pt x="971" y="3400"/>
                      <a:pt x="1395" y="3562"/>
                      <a:pt x="1832" y="3562"/>
                    </a:cubicBezTo>
                    <a:cubicBezTo>
                      <a:pt x="2302" y="3562"/>
                      <a:pt x="2789" y="3375"/>
                      <a:pt x="3174" y="3006"/>
                    </a:cubicBezTo>
                    <a:cubicBezTo>
                      <a:pt x="3917" y="2282"/>
                      <a:pt x="3987" y="1151"/>
                      <a:pt x="3332" y="487"/>
                    </a:cubicBezTo>
                    <a:cubicBezTo>
                      <a:pt x="3022" y="162"/>
                      <a:pt x="2598" y="1"/>
                      <a:pt x="2159" y="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49"/>
              <p:cNvSpPr/>
              <p:nvPr/>
            </p:nvSpPr>
            <p:spPr>
              <a:xfrm>
                <a:off x="5180181" y="2911632"/>
                <a:ext cx="784700" cy="659061"/>
              </a:xfrm>
              <a:custGeom>
                <a:avLst/>
                <a:gdLst/>
                <a:ahLst/>
                <a:cxnLst/>
                <a:rect l="l" t="t" r="r" b="b"/>
                <a:pathLst>
                  <a:path w="12148" h="10293" extrusionOk="0">
                    <a:moveTo>
                      <a:pt x="2985" y="1"/>
                    </a:moveTo>
                    <a:cubicBezTo>
                      <a:pt x="2879" y="1"/>
                      <a:pt x="2777" y="56"/>
                      <a:pt x="2718" y="154"/>
                    </a:cubicBezTo>
                    <a:lnTo>
                      <a:pt x="100" y="4457"/>
                    </a:lnTo>
                    <a:cubicBezTo>
                      <a:pt x="1" y="4606"/>
                      <a:pt x="51" y="4795"/>
                      <a:pt x="199" y="4894"/>
                    </a:cubicBezTo>
                    <a:lnTo>
                      <a:pt x="9014" y="10248"/>
                    </a:lnTo>
                    <a:cubicBezTo>
                      <a:pt x="9065" y="10279"/>
                      <a:pt x="9120" y="10293"/>
                      <a:pt x="9175" y="10293"/>
                    </a:cubicBezTo>
                    <a:cubicBezTo>
                      <a:pt x="9280" y="10293"/>
                      <a:pt x="9382" y="10240"/>
                      <a:pt x="9440" y="10149"/>
                    </a:cubicBezTo>
                    <a:lnTo>
                      <a:pt x="12058" y="5836"/>
                    </a:lnTo>
                    <a:cubicBezTo>
                      <a:pt x="12147" y="5687"/>
                      <a:pt x="12108" y="5499"/>
                      <a:pt x="11959" y="5409"/>
                    </a:cubicBezTo>
                    <a:lnTo>
                      <a:pt x="3144" y="45"/>
                    </a:lnTo>
                    <a:cubicBezTo>
                      <a:pt x="3094" y="15"/>
                      <a:pt x="3039" y="1"/>
                      <a:pt x="298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49"/>
              <p:cNvSpPr/>
              <p:nvPr/>
            </p:nvSpPr>
            <p:spPr>
              <a:xfrm>
                <a:off x="5229532" y="2959911"/>
                <a:ext cx="685353" cy="562311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8782" extrusionOk="0">
                    <a:moveTo>
                      <a:pt x="2390" y="0"/>
                    </a:moveTo>
                    <a:cubicBezTo>
                      <a:pt x="2304" y="0"/>
                      <a:pt x="2218" y="40"/>
                      <a:pt x="2162" y="114"/>
                    </a:cubicBezTo>
                    <a:lnTo>
                      <a:pt x="70" y="3565"/>
                    </a:lnTo>
                    <a:cubicBezTo>
                      <a:pt x="0" y="3694"/>
                      <a:pt x="50" y="3852"/>
                      <a:pt x="179" y="3932"/>
                    </a:cubicBezTo>
                    <a:lnTo>
                      <a:pt x="8081" y="8731"/>
                    </a:lnTo>
                    <a:cubicBezTo>
                      <a:pt x="8128" y="8765"/>
                      <a:pt x="8181" y="8782"/>
                      <a:pt x="8234" y="8782"/>
                    </a:cubicBezTo>
                    <a:cubicBezTo>
                      <a:pt x="8318" y="8782"/>
                      <a:pt x="8400" y="8740"/>
                      <a:pt x="8448" y="8661"/>
                    </a:cubicBezTo>
                    <a:lnTo>
                      <a:pt x="10540" y="5211"/>
                    </a:lnTo>
                    <a:cubicBezTo>
                      <a:pt x="10610" y="5082"/>
                      <a:pt x="10560" y="4923"/>
                      <a:pt x="10431" y="4854"/>
                    </a:cubicBezTo>
                    <a:lnTo>
                      <a:pt x="2539" y="45"/>
                    </a:lnTo>
                    <a:cubicBezTo>
                      <a:pt x="2494" y="15"/>
                      <a:pt x="2442" y="0"/>
                      <a:pt x="23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49"/>
              <p:cNvSpPr/>
              <p:nvPr/>
            </p:nvSpPr>
            <p:spPr>
              <a:xfrm>
                <a:off x="5343542" y="2959911"/>
                <a:ext cx="92306" cy="6198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968" extrusionOk="0">
                    <a:moveTo>
                      <a:pt x="621" y="0"/>
                    </a:moveTo>
                    <a:cubicBezTo>
                      <a:pt x="535" y="0"/>
                      <a:pt x="453" y="40"/>
                      <a:pt x="397" y="114"/>
                    </a:cubicBezTo>
                    <a:lnTo>
                      <a:pt x="0" y="778"/>
                    </a:lnTo>
                    <a:cubicBezTo>
                      <a:pt x="20" y="798"/>
                      <a:pt x="50" y="808"/>
                      <a:pt x="80" y="828"/>
                    </a:cubicBezTo>
                    <a:cubicBezTo>
                      <a:pt x="236" y="923"/>
                      <a:pt x="407" y="968"/>
                      <a:pt x="575" y="968"/>
                    </a:cubicBezTo>
                    <a:cubicBezTo>
                      <a:pt x="900" y="968"/>
                      <a:pt x="1216" y="801"/>
                      <a:pt x="1398" y="501"/>
                    </a:cubicBezTo>
                    <a:lnTo>
                      <a:pt x="1428" y="451"/>
                    </a:lnTo>
                    <a:lnTo>
                      <a:pt x="774" y="45"/>
                    </a:lnTo>
                    <a:cubicBezTo>
                      <a:pt x="725" y="15"/>
                      <a:pt x="672" y="0"/>
                      <a:pt x="6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49"/>
              <p:cNvSpPr/>
              <p:nvPr/>
            </p:nvSpPr>
            <p:spPr>
              <a:xfrm>
                <a:off x="5229532" y="3144957"/>
                <a:ext cx="73057" cy="90859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419" extrusionOk="0">
                    <a:moveTo>
                      <a:pt x="476" y="0"/>
                    </a:moveTo>
                    <a:lnTo>
                      <a:pt x="70" y="675"/>
                    </a:lnTo>
                    <a:cubicBezTo>
                      <a:pt x="0" y="804"/>
                      <a:pt x="50" y="962"/>
                      <a:pt x="179" y="1042"/>
                    </a:cubicBezTo>
                    <a:lnTo>
                      <a:pt x="804" y="1418"/>
                    </a:lnTo>
                    <a:lnTo>
                      <a:pt x="853" y="1349"/>
                    </a:lnTo>
                    <a:cubicBezTo>
                      <a:pt x="1131" y="893"/>
                      <a:pt x="982" y="308"/>
                      <a:pt x="526" y="30"/>
                    </a:cubicBezTo>
                    <a:lnTo>
                      <a:pt x="4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49"/>
              <p:cNvSpPr/>
              <p:nvPr/>
            </p:nvSpPr>
            <p:spPr>
              <a:xfrm>
                <a:off x="5843119" y="3247149"/>
                <a:ext cx="72411" cy="90218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409" extrusionOk="0">
                    <a:moveTo>
                      <a:pt x="318" y="1"/>
                    </a:moveTo>
                    <a:cubicBezTo>
                      <a:pt x="298" y="21"/>
                      <a:pt x="288" y="40"/>
                      <a:pt x="278" y="60"/>
                    </a:cubicBezTo>
                    <a:cubicBezTo>
                      <a:pt x="0" y="516"/>
                      <a:pt x="139" y="1101"/>
                      <a:pt x="595" y="1379"/>
                    </a:cubicBezTo>
                    <a:lnTo>
                      <a:pt x="635" y="1409"/>
                    </a:lnTo>
                    <a:lnTo>
                      <a:pt x="1041" y="734"/>
                    </a:lnTo>
                    <a:cubicBezTo>
                      <a:pt x="1121" y="606"/>
                      <a:pt x="1071" y="437"/>
                      <a:pt x="932" y="368"/>
                    </a:cubicBez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49"/>
              <p:cNvSpPr/>
              <p:nvPr/>
            </p:nvSpPr>
            <p:spPr>
              <a:xfrm>
                <a:off x="5709214" y="3459793"/>
                <a:ext cx="92306" cy="6198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968" extrusionOk="0">
                    <a:moveTo>
                      <a:pt x="861" y="0"/>
                    </a:moveTo>
                    <a:cubicBezTo>
                      <a:pt x="534" y="0"/>
                      <a:pt x="213" y="167"/>
                      <a:pt x="31" y="467"/>
                    </a:cubicBezTo>
                    <a:cubicBezTo>
                      <a:pt x="21" y="487"/>
                      <a:pt x="11" y="507"/>
                      <a:pt x="1" y="527"/>
                    </a:cubicBezTo>
                    <a:lnTo>
                      <a:pt x="655" y="924"/>
                    </a:lnTo>
                    <a:cubicBezTo>
                      <a:pt x="700" y="953"/>
                      <a:pt x="752" y="968"/>
                      <a:pt x="803" y="968"/>
                    </a:cubicBezTo>
                    <a:cubicBezTo>
                      <a:pt x="889" y="968"/>
                      <a:pt x="973" y="928"/>
                      <a:pt x="1022" y="854"/>
                    </a:cubicBezTo>
                    <a:lnTo>
                      <a:pt x="1429" y="190"/>
                    </a:lnTo>
                    <a:cubicBezTo>
                      <a:pt x="1409" y="170"/>
                      <a:pt x="1379" y="150"/>
                      <a:pt x="1359" y="140"/>
                    </a:cubicBezTo>
                    <a:cubicBezTo>
                      <a:pt x="1203" y="45"/>
                      <a:pt x="1031" y="0"/>
                      <a:pt x="86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49"/>
              <p:cNvSpPr/>
              <p:nvPr/>
            </p:nvSpPr>
            <p:spPr>
              <a:xfrm>
                <a:off x="5341023" y="3101033"/>
                <a:ext cx="94180" cy="81894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279" extrusionOk="0">
                    <a:moveTo>
                      <a:pt x="733" y="0"/>
                    </a:moveTo>
                    <a:cubicBezTo>
                      <a:pt x="346" y="0"/>
                      <a:pt x="0" y="360"/>
                      <a:pt x="109" y="786"/>
                    </a:cubicBezTo>
                    <a:cubicBezTo>
                      <a:pt x="183" y="1104"/>
                      <a:pt x="455" y="1279"/>
                      <a:pt x="730" y="1279"/>
                    </a:cubicBezTo>
                    <a:cubicBezTo>
                      <a:pt x="935" y="1279"/>
                      <a:pt x="1142" y="1181"/>
                      <a:pt x="1269" y="974"/>
                    </a:cubicBezTo>
                    <a:cubicBezTo>
                      <a:pt x="1457" y="667"/>
                      <a:pt x="1358" y="280"/>
                      <a:pt x="1061" y="91"/>
                    </a:cubicBezTo>
                    <a:cubicBezTo>
                      <a:pt x="954" y="29"/>
                      <a:pt x="842" y="0"/>
                      <a:pt x="7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49"/>
              <p:cNvSpPr/>
              <p:nvPr/>
            </p:nvSpPr>
            <p:spPr>
              <a:xfrm>
                <a:off x="5704822" y="3320464"/>
                <a:ext cx="94180" cy="82215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284" extrusionOk="0">
                    <a:moveTo>
                      <a:pt x="731" y="0"/>
                    </a:moveTo>
                    <a:cubicBezTo>
                      <a:pt x="344" y="0"/>
                      <a:pt x="0" y="367"/>
                      <a:pt x="109" y="799"/>
                    </a:cubicBezTo>
                    <a:cubicBezTo>
                      <a:pt x="182" y="1111"/>
                      <a:pt x="457" y="1283"/>
                      <a:pt x="732" y="1283"/>
                    </a:cubicBezTo>
                    <a:cubicBezTo>
                      <a:pt x="938" y="1283"/>
                      <a:pt x="1145" y="1186"/>
                      <a:pt x="1269" y="978"/>
                    </a:cubicBezTo>
                    <a:cubicBezTo>
                      <a:pt x="1457" y="670"/>
                      <a:pt x="1358" y="284"/>
                      <a:pt x="1061" y="95"/>
                    </a:cubicBezTo>
                    <a:cubicBezTo>
                      <a:pt x="953" y="30"/>
                      <a:pt x="840" y="0"/>
                      <a:pt x="7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49"/>
              <p:cNvSpPr/>
              <p:nvPr/>
            </p:nvSpPr>
            <p:spPr>
              <a:xfrm>
                <a:off x="5446635" y="3125941"/>
                <a:ext cx="256894" cy="233645"/>
              </a:xfrm>
              <a:custGeom>
                <a:avLst/>
                <a:gdLst/>
                <a:ahLst/>
                <a:cxnLst/>
                <a:rect l="l" t="t" r="r" b="b"/>
                <a:pathLst>
                  <a:path w="3977" h="3649" extrusionOk="0">
                    <a:moveTo>
                      <a:pt x="2133" y="0"/>
                    </a:moveTo>
                    <a:cubicBezTo>
                      <a:pt x="1521" y="0"/>
                      <a:pt x="902" y="340"/>
                      <a:pt x="536" y="942"/>
                    </a:cubicBezTo>
                    <a:cubicBezTo>
                      <a:pt x="1" y="1824"/>
                      <a:pt x="219" y="2935"/>
                      <a:pt x="1022" y="3421"/>
                    </a:cubicBezTo>
                    <a:cubicBezTo>
                      <a:pt x="1277" y="3575"/>
                      <a:pt x="1560" y="3648"/>
                      <a:pt x="1844" y="3648"/>
                    </a:cubicBezTo>
                    <a:cubicBezTo>
                      <a:pt x="2456" y="3648"/>
                      <a:pt x="3076" y="3309"/>
                      <a:pt x="3441" y="2707"/>
                    </a:cubicBezTo>
                    <a:cubicBezTo>
                      <a:pt x="3977" y="1834"/>
                      <a:pt x="3759" y="714"/>
                      <a:pt x="2955" y="228"/>
                    </a:cubicBezTo>
                    <a:cubicBezTo>
                      <a:pt x="2701" y="74"/>
                      <a:pt x="2418" y="0"/>
                      <a:pt x="21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49"/>
              <p:cNvSpPr/>
              <p:nvPr/>
            </p:nvSpPr>
            <p:spPr>
              <a:xfrm>
                <a:off x="5502381" y="3158788"/>
                <a:ext cx="137781" cy="168015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2624" extrusionOk="0">
                    <a:moveTo>
                      <a:pt x="1830" y="1"/>
                    </a:moveTo>
                    <a:cubicBezTo>
                      <a:pt x="1791" y="1"/>
                      <a:pt x="1754" y="18"/>
                      <a:pt x="1726" y="52"/>
                    </a:cubicBezTo>
                    <a:cubicBezTo>
                      <a:pt x="1676" y="92"/>
                      <a:pt x="1636" y="131"/>
                      <a:pt x="1607" y="181"/>
                    </a:cubicBezTo>
                    <a:cubicBezTo>
                      <a:pt x="1567" y="221"/>
                      <a:pt x="1537" y="270"/>
                      <a:pt x="1498" y="310"/>
                    </a:cubicBezTo>
                    <a:cubicBezTo>
                      <a:pt x="1418" y="270"/>
                      <a:pt x="1339" y="250"/>
                      <a:pt x="1260" y="231"/>
                    </a:cubicBezTo>
                    <a:cubicBezTo>
                      <a:pt x="1220" y="226"/>
                      <a:pt x="1180" y="223"/>
                      <a:pt x="1141" y="223"/>
                    </a:cubicBezTo>
                    <a:cubicBezTo>
                      <a:pt x="1101" y="223"/>
                      <a:pt x="1061" y="226"/>
                      <a:pt x="1022" y="231"/>
                    </a:cubicBezTo>
                    <a:cubicBezTo>
                      <a:pt x="942" y="250"/>
                      <a:pt x="863" y="280"/>
                      <a:pt x="803" y="320"/>
                    </a:cubicBezTo>
                    <a:cubicBezTo>
                      <a:pt x="734" y="369"/>
                      <a:pt x="675" y="429"/>
                      <a:pt x="635" y="508"/>
                    </a:cubicBezTo>
                    <a:cubicBezTo>
                      <a:pt x="585" y="578"/>
                      <a:pt x="556" y="667"/>
                      <a:pt x="556" y="766"/>
                    </a:cubicBezTo>
                    <a:cubicBezTo>
                      <a:pt x="556" y="855"/>
                      <a:pt x="575" y="944"/>
                      <a:pt x="605" y="1024"/>
                    </a:cubicBezTo>
                    <a:cubicBezTo>
                      <a:pt x="635" y="1113"/>
                      <a:pt x="675" y="1192"/>
                      <a:pt x="734" y="1272"/>
                    </a:cubicBezTo>
                    <a:cubicBezTo>
                      <a:pt x="784" y="1351"/>
                      <a:pt x="833" y="1430"/>
                      <a:pt x="883" y="1500"/>
                    </a:cubicBezTo>
                    <a:lnTo>
                      <a:pt x="942" y="1559"/>
                    </a:lnTo>
                    <a:cubicBezTo>
                      <a:pt x="962" y="1589"/>
                      <a:pt x="982" y="1619"/>
                      <a:pt x="1002" y="1658"/>
                    </a:cubicBezTo>
                    <a:cubicBezTo>
                      <a:pt x="1022" y="1688"/>
                      <a:pt x="1041" y="1718"/>
                      <a:pt x="1051" y="1748"/>
                    </a:cubicBezTo>
                    <a:cubicBezTo>
                      <a:pt x="1061" y="1777"/>
                      <a:pt x="1051" y="1807"/>
                      <a:pt x="1041" y="1827"/>
                    </a:cubicBezTo>
                    <a:cubicBezTo>
                      <a:pt x="1032" y="1857"/>
                      <a:pt x="1002" y="1877"/>
                      <a:pt x="982" y="1877"/>
                    </a:cubicBezTo>
                    <a:cubicBezTo>
                      <a:pt x="967" y="1881"/>
                      <a:pt x="952" y="1884"/>
                      <a:pt x="939" y="1884"/>
                    </a:cubicBezTo>
                    <a:cubicBezTo>
                      <a:pt x="925" y="1884"/>
                      <a:pt x="913" y="1881"/>
                      <a:pt x="903" y="1877"/>
                    </a:cubicBezTo>
                    <a:cubicBezTo>
                      <a:pt x="873" y="1877"/>
                      <a:pt x="843" y="1867"/>
                      <a:pt x="813" y="1857"/>
                    </a:cubicBezTo>
                    <a:lnTo>
                      <a:pt x="744" y="1817"/>
                    </a:lnTo>
                    <a:cubicBezTo>
                      <a:pt x="704" y="1797"/>
                      <a:pt x="655" y="1758"/>
                      <a:pt x="625" y="1718"/>
                    </a:cubicBezTo>
                    <a:cubicBezTo>
                      <a:pt x="585" y="1688"/>
                      <a:pt x="556" y="1648"/>
                      <a:pt x="526" y="1609"/>
                    </a:cubicBezTo>
                    <a:cubicBezTo>
                      <a:pt x="486" y="1569"/>
                      <a:pt x="456" y="1529"/>
                      <a:pt x="427" y="1500"/>
                    </a:cubicBezTo>
                    <a:cubicBezTo>
                      <a:pt x="397" y="1460"/>
                      <a:pt x="357" y="1430"/>
                      <a:pt x="318" y="1411"/>
                    </a:cubicBezTo>
                    <a:cubicBezTo>
                      <a:pt x="280" y="1388"/>
                      <a:pt x="243" y="1377"/>
                      <a:pt x="202" y="1377"/>
                    </a:cubicBezTo>
                    <a:cubicBezTo>
                      <a:pt x="188" y="1377"/>
                      <a:pt x="174" y="1378"/>
                      <a:pt x="159" y="1381"/>
                    </a:cubicBezTo>
                    <a:cubicBezTo>
                      <a:pt x="109" y="1391"/>
                      <a:pt x="70" y="1420"/>
                      <a:pt x="40" y="1470"/>
                    </a:cubicBezTo>
                    <a:cubicBezTo>
                      <a:pt x="10" y="1520"/>
                      <a:pt x="0" y="1579"/>
                      <a:pt x="20" y="1629"/>
                    </a:cubicBezTo>
                    <a:cubicBezTo>
                      <a:pt x="40" y="1688"/>
                      <a:pt x="70" y="1748"/>
                      <a:pt x="109" y="1797"/>
                    </a:cubicBezTo>
                    <a:cubicBezTo>
                      <a:pt x="149" y="1847"/>
                      <a:pt x="199" y="1906"/>
                      <a:pt x="248" y="1946"/>
                    </a:cubicBezTo>
                    <a:cubicBezTo>
                      <a:pt x="298" y="1996"/>
                      <a:pt x="337" y="2035"/>
                      <a:pt x="367" y="2075"/>
                    </a:cubicBezTo>
                    <a:lnTo>
                      <a:pt x="367" y="2105"/>
                    </a:lnTo>
                    <a:cubicBezTo>
                      <a:pt x="367" y="2124"/>
                      <a:pt x="357" y="2144"/>
                      <a:pt x="347" y="2164"/>
                    </a:cubicBezTo>
                    <a:cubicBezTo>
                      <a:pt x="347" y="2184"/>
                      <a:pt x="337" y="2204"/>
                      <a:pt x="328" y="2224"/>
                    </a:cubicBezTo>
                    <a:lnTo>
                      <a:pt x="298" y="2253"/>
                    </a:lnTo>
                    <a:lnTo>
                      <a:pt x="268" y="2303"/>
                    </a:lnTo>
                    <a:cubicBezTo>
                      <a:pt x="258" y="2323"/>
                      <a:pt x="248" y="2333"/>
                      <a:pt x="238" y="2352"/>
                    </a:cubicBezTo>
                    <a:cubicBezTo>
                      <a:pt x="218" y="2392"/>
                      <a:pt x="209" y="2442"/>
                      <a:pt x="228" y="2481"/>
                    </a:cubicBezTo>
                    <a:cubicBezTo>
                      <a:pt x="248" y="2531"/>
                      <a:pt x="278" y="2571"/>
                      <a:pt x="318" y="2590"/>
                    </a:cubicBezTo>
                    <a:cubicBezTo>
                      <a:pt x="347" y="2613"/>
                      <a:pt x="377" y="2624"/>
                      <a:pt x="411" y="2624"/>
                    </a:cubicBezTo>
                    <a:cubicBezTo>
                      <a:pt x="422" y="2624"/>
                      <a:pt x="434" y="2623"/>
                      <a:pt x="447" y="2620"/>
                    </a:cubicBezTo>
                    <a:cubicBezTo>
                      <a:pt x="476" y="2610"/>
                      <a:pt x="516" y="2600"/>
                      <a:pt x="536" y="2581"/>
                    </a:cubicBezTo>
                    <a:cubicBezTo>
                      <a:pt x="566" y="2551"/>
                      <a:pt x="595" y="2521"/>
                      <a:pt x="615" y="2491"/>
                    </a:cubicBezTo>
                    <a:lnTo>
                      <a:pt x="675" y="2392"/>
                    </a:lnTo>
                    <a:cubicBezTo>
                      <a:pt x="694" y="2362"/>
                      <a:pt x="704" y="2343"/>
                      <a:pt x="724" y="2313"/>
                    </a:cubicBezTo>
                    <a:cubicBezTo>
                      <a:pt x="734" y="2283"/>
                      <a:pt x="754" y="2283"/>
                      <a:pt x="764" y="2283"/>
                    </a:cubicBezTo>
                    <a:lnTo>
                      <a:pt x="962" y="2343"/>
                    </a:lnTo>
                    <a:cubicBezTo>
                      <a:pt x="1022" y="2362"/>
                      <a:pt x="1081" y="2362"/>
                      <a:pt x="1151" y="2362"/>
                    </a:cubicBezTo>
                    <a:cubicBezTo>
                      <a:pt x="1210" y="2362"/>
                      <a:pt x="1270" y="2343"/>
                      <a:pt x="1319" y="2313"/>
                    </a:cubicBezTo>
                    <a:cubicBezTo>
                      <a:pt x="1388" y="2273"/>
                      <a:pt x="1438" y="2224"/>
                      <a:pt x="1478" y="2154"/>
                    </a:cubicBezTo>
                    <a:cubicBezTo>
                      <a:pt x="1527" y="2075"/>
                      <a:pt x="1557" y="1976"/>
                      <a:pt x="1547" y="1877"/>
                    </a:cubicBezTo>
                    <a:cubicBezTo>
                      <a:pt x="1547" y="1787"/>
                      <a:pt x="1517" y="1688"/>
                      <a:pt x="1488" y="1599"/>
                    </a:cubicBezTo>
                    <a:cubicBezTo>
                      <a:pt x="1448" y="1510"/>
                      <a:pt x="1398" y="1420"/>
                      <a:pt x="1349" y="1341"/>
                    </a:cubicBezTo>
                    <a:cubicBezTo>
                      <a:pt x="1289" y="1252"/>
                      <a:pt x="1240" y="1173"/>
                      <a:pt x="1190" y="1103"/>
                    </a:cubicBezTo>
                    <a:cubicBezTo>
                      <a:pt x="1151" y="1044"/>
                      <a:pt x="1111" y="974"/>
                      <a:pt x="1081" y="915"/>
                    </a:cubicBezTo>
                    <a:cubicBezTo>
                      <a:pt x="1051" y="865"/>
                      <a:pt x="1051" y="816"/>
                      <a:pt x="1081" y="766"/>
                    </a:cubicBezTo>
                    <a:cubicBezTo>
                      <a:pt x="1091" y="746"/>
                      <a:pt x="1111" y="726"/>
                      <a:pt x="1141" y="716"/>
                    </a:cubicBezTo>
                    <a:lnTo>
                      <a:pt x="1220" y="716"/>
                    </a:lnTo>
                    <a:cubicBezTo>
                      <a:pt x="1250" y="716"/>
                      <a:pt x="1279" y="726"/>
                      <a:pt x="1309" y="736"/>
                    </a:cubicBezTo>
                    <a:cubicBezTo>
                      <a:pt x="1339" y="746"/>
                      <a:pt x="1359" y="756"/>
                      <a:pt x="1379" y="776"/>
                    </a:cubicBezTo>
                    <a:cubicBezTo>
                      <a:pt x="1428" y="796"/>
                      <a:pt x="1468" y="835"/>
                      <a:pt x="1507" y="865"/>
                    </a:cubicBezTo>
                    <a:cubicBezTo>
                      <a:pt x="1537" y="905"/>
                      <a:pt x="1567" y="935"/>
                      <a:pt x="1597" y="974"/>
                    </a:cubicBezTo>
                    <a:lnTo>
                      <a:pt x="1676" y="1073"/>
                    </a:lnTo>
                    <a:cubicBezTo>
                      <a:pt x="1706" y="1103"/>
                      <a:pt x="1736" y="1123"/>
                      <a:pt x="1775" y="1153"/>
                    </a:cubicBezTo>
                    <a:cubicBezTo>
                      <a:pt x="1795" y="1163"/>
                      <a:pt x="1825" y="1173"/>
                      <a:pt x="1855" y="1182"/>
                    </a:cubicBezTo>
                    <a:cubicBezTo>
                      <a:pt x="1884" y="1192"/>
                      <a:pt x="1914" y="1202"/>
                      <a:pt x="1954" y="1202"/>
                    </a:cubicBezTo>
                    <a:cubicBezTo>
                      <a:pt x="1983" y="1202"/>
                      <a:pt x="2013" y="1192"/>
                      <a:pt x="2043" y="1182"/>
                    </a:cubicBezTo>
                    <a:cubicBezTo>
                      <a:pt x="2073" y="1173"/>
                      <a:pt x="2092" y="1153"/>
                      <a:pt x="2112" y="1123"/>
                    </a:cubicBezTo>
                    <a:cubicBezTo>
                      <a:pt x="2122" y="1113"/>
                      <a:pt x="2132" y="1093"/>
                      <a:pt x="2132" y="1083"/>
                    </a:cubicBezTo>
                    <a:lnTo>
                      <a:pt x="2132" y="1034"/>
                    </a:lnTo>
                    <a:cubicBezTo>
                      <a:pt x="2132" y="984"/>
                      <a:pt x="2132" y="925"/>
                      <a:pt x="2112" y="865"/>
                    </a:cubicBezTo>
                    <a:cubicBezTo>
                      <a:pt x="2083" y="816"/>
                      <a:pt x="2063" y="766"/>
                      <a:pt x="2033" y="716"/>
                    </a:cubicBezTo>
                    <a:cubicBezTo>
                      <a:pt x="1993" y="667"/>
                      <a:pt x="1964" y="617"/>
                      <a:pt x="1924" y="578"/>
                    </a:cubicBezTo>
                    <a:cubicBezTo>
                      <a:pt x="1884" y="528"/>
                      <a:pt x="1845" y="488"/>
                      <a:pt x="1805" y="449"/>
                    </a:cubicBezTo>
                    <a:cubicBezTo>
                      <a:pt x="1835" y="419"/>
                      <a:pt x="1864" y="369"/>
                      <a:pt x="1904" y="330"/>
                    </a:cubicBezTo>
                    <a:cubicBezTo>
                      <a:pt x="1934" y="290"/>
                      <a:pt x="1964" y="241"/>
                      <a:pt x="1993" y="201"/>
                    </a:cubicBezTo>
                    <a:cubicBezTo>
                      <a:pt x="2003" y="171"/>
                      <a:pt x="2003" y="131"/>
                      <a:pt x="1993" y="112"/>
                    </a:cubicBezTo>
                    <a:cubicBezTo>
                      <a:pt x="1973" y="72"/>
                      <a:pt x="1944" y="52"/>
                      <a:pt x="1914" y="32"/>
                    </a:cubicBezTo>
                    <a:cubicBezTo>
                      <a:pt x="1888" y="11"/>
                      <a:pt x="1859" y="1"/>
                      <a:pt x="18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49"/>
              <p:cNvSpPr/>
              <p:nvPr/>
            </p:nvSpPr>
            <p:spPr>
              <a:xfrm>
                <a:off x="5595268" y="3266102"/>
                <a:ext cx="268392" cy="484579"/>
              </a:xfrm>
              <a:custGeom>
                <a:avLst/>
                <a:gdLst/>
                <a:ahLst/>
                <a:cxnLst/>
                <a:rect l="l" t="t" r="r" b="b"/>
                <a:pathLst>
                  <a:path w="4155" h="7568" extrusionOk="0">
                    <a:moveTo>
                      <a:pt x="787" y="0"/>
                    </a:moveTo>
                    <a:cubicBezTo>
                      <a:pt x="481" y="0"/>
                      <a:pt x="226" y="147"/>
                      <a:pt x="119" y="538"/>
                    </a:cubicBezTo>
                    <a:cubicBezTo>
                      <a:pt x="0" y="1014"/>
                      <a:pt x="1150" y="2312"/>
                      <a:pt x="1368" y="2858"/>
                    </a:cubicBezTo>
                    <a:cubicBezTo>
                      <a:pt x="1686" y="3691"/>
                      <a:pt x="1983" y="4524"/>
                      <a:pt x="2419" y="5327"/>
                    </a:cubicBezTo>
                    <a:cubicBezTo>
                      <a:pt x="2885" y="6120"/>
                      <a:pt x="3312" y="7062"/>
                      <a:pt x="4155" y="7568"/>
                    </a:cubicBezTo>
                    <a:lnTo>
                      <a:pt x="3976" y="3185"/>
                    </a:lnTo>
                    <a:cubicBezTo>
                      <a:pt x="3173" y="2967"/>
                      <a:pt x="2905" y="1678"/>
                      <a:pt x="2499" y="1024"/>
                    </a:cubicBezTo>
                    <a:cubicBezTo>
                      <a:pt x="2278" y="629"/>
                      <a:pt x="1422" y="0"/>
                      <a:pt x="7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49"/>
              <p:cNvSpPr/>
              <p:nvPr/>
            </p:nvSpPr>
            <p:spPr>
              <a:xfrm>
                <a:off x="5598434" y="3266871"/>
                <a:ext cx="106388" cy="119416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1865" extrusionOk="0">
                    <a:moveTo>
                      <a:pt x="596" y="0"/>
                    </a:moveTo>
                    <a:cubicBezTo>
                      <a:pt x="348" y="40"/>
                      <a:pt x="149" y="198"/>
                      <a:pt x="60" y="526"/>
                    </a:cubicBezTo>
                    <a:cubicBezTo>
                      <a:pt x="1" y="803"/>
                      <a:pt x="348" y="1349"/>
                      <a:pt x="705" y="1864"/>
                    </a:cubicBezTo>
                    <a:cubicBezTo>
                      <a:pt x="923" y="1785"/>
                      <a:pt x="1121" y="1646"/>
                      <a:pt x="1270" y="1468"/>
                    </a:cubicBezTo>
                    <a:cubicBezTo>
                      <a:pt x="1647" y="962"/>
                      <a:pt x="1062" y="288"/>
                      <a:pt x="5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49"/>
              <p:cNvSpPr/>
              <p:nvPr/>
            </p:nvSpPr>
            <p:spPr>
              <a:xfrm>
                <a:off x="5369121" y="3196374"/>
                <a:ext cx="75059" cy="74979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171" extrusionOk="0">
                    <a:moveTo>
                      <a:pt x="566" y="1"/>
                    </a:moveTo>
                    <a:cubicBezTo>
                      <a:pt x="507" y="10"/>
                      <a:pt x="467" y="427"/>
                      <a:pt x="437" y="457"/>
                    </a:cubicBezTo>
                    <a:cubicBezTo>
                      <a:pt x="378" y="506"/>
                      <a:pt x="1" y="546"/>
                      <a:pt x="1" y="595"/>
                    </a:cubicBezTo>
                    <a:cubicBezTo>
                      <a:pt x="1" y="655"/>
                      <a:pt x="378" y="675"/>
                      <a:pt x="437" y="724"/>
                    </a:cubicBezTo>
                    <a:cubicBezTo>
                      <a:pt x="467" y="754"/>
                      <a:pt x="526" y="1171"/>
                      <a:pt x="586" y="1171"/>
                    </a:cubicBezTo>
                    <a:cubicBezTo>
                      <a:pt x="645" y="1171"/>
                      <a:pt x="685" y="754"/>
                      <a:pt x="715" y="724"/>
                    </a:cubicBezTo>
                    <a:cubicBezTo>
                      <a:pt x="764" y="675"/>
                      <a:pt x="1161" y="625"/>
                      <a:pt x="1151" y="576"/>
                    </a:cubicBezTo>
                    <a:cubicBezTo>
                      <a:pt x="1151" y="526"/>
                      <a:pt x="774" y="506"/>
                      <a:pt x="715" y="447"/>
                    </a:cubicBezTo>
                    <a:cubicBezTo>
                      <a:pt x="685" y="417"/>
                      <a:pt x="626" y="1"/>
                      <a:pt x="56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49"/>
              <p:cNvSpPr/>
              <p:nvPr/>
            </p:nvSpPr>
            <p:spPr>
              <a:xfrm>
                <a:off x="6146135" y="3332437"/>
                <a:ext cx="80162" cy="166734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2604" extrusionOk="0">
                    <a:moveTo>
                      <a:pt x="218" y="0"/>
                    </a:moveTo>
                    <a:cubicBezTo>
                      <a:pt x="102" y="0"/>
                      <a:pt x="0" y="171"/>
                      <a:pt x="108" y="295"/>
                    </a:cubicBezTo>
                    <a:cubicBezTo>
                      <a:pt x="386" y="573"/>
                      <a:pt x="515" y="979"/>
                      <a:pt x="624" y="1346"/>
                    </a:cubicBezTo>
                    <a:cubicBezTo>
                      <a:pt x="733" y="1703"/>
                      <a:pt x="822" y="2119"/>
                      <a:pt x="911" y="2506"/>
                    </a:cubicBezTo>
                    <a:cubicBezTo>
                      <a:pt x="926" y="2574"/>
                      <a:pt x="975" y="2604"/>
                      <a:pt x="1030" y="2604"/>
                    </a:cubicBezTo>
                    <a:cubicBezTo>
                      <a:pt x="1127" y="2604"/>
                      <a:pt x="1241" y="2513"/>
                      <a:pt x="1209" y="2387"/>
                    </a:cubicBezTo>
                    <a:cubicBezTo>
                      <a:pt x="1021" y="1604"/>
                      <a:pt x="902" y="652"/>
                      <a:pt x="317" y="47"/>
                    </a:cubicBezTo>
                    <a:cubicBezTo>
                      <a:pt x="286" y="14"/>
                      <a:pt x="251" y="0"/>
                      <a:pt x="2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Google Shape;3047;p49"/>
              <p:cNvSpPr/>
              <p:nvPr/>
            </p:nvSpPr>
            <p:spPr>
              <a:xfrm>
                <a:off x="6219256" y="3522030"/>
                <a:ext cx="27840" cy="20426"/>
              </a:xfrm>
              <a:custGeom>
                <a:avLst/>
                <a:gdLst/>
                <a:ahLst/>
                <a:cxnLst/>
                <a:rect l="l" t="t" r="r" b="b"/>
                <a:pathLst>
                  <a:path w="431" h="319" extrusionOk="0">
                    <a:moveTo>
                      <a:pt x="216" y="1"/>
                    </a:moveTo>
                    <a:cubicBezTo>
                      <a:pt x="212" y="1"/>
                      <a:pt x="209" y="1"/>
                      <a:pt x="206" y="1"/>
                    </a:cubicBezTo>
                    <a:cubicBezTo>
                      <a:pt x="1" y="21"/>
                      <a:pt x="26" y="319"/>
                      <a:pt x="216" y="319"/>
                    </a:cubicBezTo>
                    <a:cubicBezTo>
                      <a:pt x="219" y="319"/>
                      <a:pt x="223" y="319"/>
                      <a:pt x="226" y="318"/>
                    </a:cubicBezTo>
                    <a:cubicBezTo>
                      <a:pt x="431" y="299"/>
                      <a:pt x="415" y="1"/>
                      <a:pt x="2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Google Shape;3048;p49"/>
              <p:cNvSpPr/>
              <p:nvPr/>
            </p:nvSpPr>
            <p:spPr>
              <a:xfrm>
                <a:off x="6121266" y="3302343"/>
                <a:ext cx="28293" cy="20426"/>
              </a:xfrm>
              <a:custGeom>
                <a:avLst/>
                <a:gdLst/>
                <a:ahLst/>
                <a:cxnLst/>
                <a:rect l="l" t="t" r="r" b="b"/>
                <a:pathLst>
                  <a:path w="438" h="319" extrusionOk="0">
                    <a:moveTo>
                      <a:pt x="225" y="1"/>
                    </a:moveTo>
                    <a:cubicBezTo>
                      <a:pt x="219" y="1"/>
                      <a:pt x="212" y="1"/>
                      <a:pt x="206" y="1"/>
                    </a:cubicBezTo>
                    <a:cubicBezTo>
                      <a:pt x="1" y="11"/>
                      <a:pt x="26" y="319"/>
                      <a:pt x="226" y="319"/>
                    </a:cubicBezTo>
                    <a:cubicBezTo>
                      <a:pt x="229" y="319"/>
                      <a:pt x="232" y="319"/>
                      <a:pt x="236" y="319"/>
                    </a:cubicBezTo>
                    <a:cubicBezTo>
                      <a:pt x="437" y="299"/>
                      <a:pt x="425" y="1"/>
                      <a:pt x="22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49"/>
              <p:cNvSpPr/>
              <p:nvPr/>
            </p:nvSpPr>
            <p:spPr>
              <a:xfrm>
                <a:off x="5767737" y="3570821"/>
                <a:ext cx="81131" cy="130621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2040" extrusionOk="0">
                    <a:moveTo>
                      <a:pt x="197" y="0"/>
                    </a:moveTo>
                    <a:cubicBezTo>
                      <a:pt x="100" y="0"/>
                      <a:pt x="1" y="80"/>
                      <a:pt x="37" y="201"/>
                    </a:cubicBezTo>
                    <a:cubicBezTo>
                      <a:pt x="245" y="826"/>
                      <a:pt x="483" y="1480"/>
                      <a:pt x="929" y="1986"/>
                    </a:cubicBezTo>
                    <a:cubicBezTo>
                      <a:pt x="963" y="2024"/>
                      <a:pt x="1000" y="2039"/>
                      <a:pt x="1037" y="2039"/>
                    </a:cubicBezTo>
                    <a:cubicBezTo>
                      <a:pt x="1153" y="2039"/>
                      <a:pt x="1255" y="1881"/>
                      <a:pt x="1157" y="1768"/>
                    </a:cubicBezTo>
                    <a:cubicBezTo>
                      <a:pt x="741" y="1301"/>
                      <a:pt x="533" y="687"/>
                      <a:pt x="344" y="112"/>
                    </a:cubicBezTo>
                    <a:cubicBezTo>
                      <a:pt x="321" y="34"/>
                      <a:pt x="259" y="0"/>
                      <a:pt x="1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49"/>
              <p:cNvSpPr/>
              <p:nvPr/>
            </p:nvSpPr>
            <p:spPr>
              <a:xfrm>
                <a:off x="5846285" y="3706821"/>
                <a:ext cx="25063" cy="20362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18" extrusionOk="0">
                    <a:moveTo>
                      <a:pt x="199" y="0"/>
                    </a:moveTo>
                    <a:cubicBezTo>
                      <a:pt x="1" y="20"/>
                      <a:pt x="1" y="298"/>
                      <a:pt x="199" y="318"/>
                    </a:cubicBezTo>
                    <a:cubicBezTo>
                      <a:pt x="388" y="298"/>
                      <a:pt x="388" y="20"/>
                      <a:pt x="1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49"/>
              <p:cNvSpPr/>
              <p:nvPr/>
            </p:nvSpPr>
            <p:spPr>
              <a:xfrm>
                <a:off x="5752170" y="3537910"/>
                <a:ext cx="27582" cy="20426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19" extrusionOk="0">
                    <a:moveTo>
                      <a:pt x="209" y="1"/>
                    </a:moveTo>
                    <a:cubicBezTo>
                      <a:pt x="0" y="1"/>
                      <a:pt x="0" y="318"/>
                      <a:pt x="209" y="318"/>
                    </a:cubicBezTo>
                    <a:cubicBezTo>
                      <a:pt x="427" y="318"/>
                      <a:pt x="427" y="1"/>
                      <a:pt x="20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49"/>
              <p:cNvSpPr/>
              <p:nvPr/>
            </p:nvSpPr>
            <p:spPr>
              <a:xfrm>
                <a:off x="5831557" y="2924630"/>
                <a:ext cx="25709" cy="26124"/>
              </a:xfrm>
              <a:custGeom>
                <a:avLst/>
                <a:gdLst/>
                <a:ahLst/>
                <a:cxnLst/>
                <a:rect l="l" t="t" r="r" b="b"/>
                <a:pathLst>
                  <a:path w="398" h="408" extrusionOk="0">
                    <a:moveTo>
                      <a:pt x="60" y="249"/>
                    </a:moveTo>
                    <a:cubicBezTo>
                      <a:pt x="120" y="407"/>
                      <a:pt x="397" y="338"/>
                      <a:pt x="328" y="169"/>
                    </a:cubicBezTo>
                    <a:cubicBezTo>
                      <a:pt x="269" y="1"/>
                      <a:pt x="1" y="80"/>
                      <a:pt x="60" y="2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49"/>
              <p:cNvSpPr/>
              <p:nvPr/>
            </p:nvSpPr>
            <p:spPr>
              <a:xfrm>
                <a:off x="5770709" y="2803357"/>
                <a:ext cx="71830" cy="117559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1836" extrusionOk="0">
                    <a:moveTo>
                      <a:pt x="70" y="249"/>
                    </a:moveTo>
                    <a:cubicBezTo>
                      <a:pt x="298" y="725"/>
                      <a:pt x="546" y="1201"/>
                      <a:pt x="774" y="1677"/>
                    </a:cubicBezTo>
                    <a:cubicBezTo>
                      <a:pt x="854" y="1835"/>
                      <a:pt x="1111" y="1746"/>
                      <a:pt x="1032" y="1587"/>
                    </a:cubicBezTo>
                    <a:cubicBezTo>
                      <a:pt x="804" y="1111"/>
                      <a:pt x="556" y="636"/>
                      <a:pt x="328" y="160"/>
                    </a:cubicBezTo>
                    <a:cubicBezTo>
                      <a:pt x="259" y="1"/>
                      <a:pt x="1" y="90"/>
                      <a:pt x="70" y="2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49"/>
              <p:cNvSpPr/>
              <p:nvPr/>
            </p:nvSpPr>
            <p:spPr>
              <a:xfrm>
                <a:off x="5755981" y="2773519"/>
                <a:ext cx="25063" cy="25484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98" extrusionOk="0">
                    <a:moveTo>
                      <a:pt x="60" y="239"/>
                    </a:moveTo>
                    <a:cubicBezTo>
                      <a:pt x="120" y="398"/>
                      <a:pt x="388" y="328"/>
                      <a:pt x="328" y="160"/>
                    </a:cubicBezTo>
                    <a:cubicBezTo>
                      <a:pt x="259" y="1"/>
                      <a:pt x="1" y="80"/>
                      <a:pt x="60" y="23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49"/>
              <p:cNvSpPr/>
              <p:nvPr/>
            </p:nvSpPr>
            <p:spPr>
              <a:xfrm>
                <a:off x="6261372" y="3115119"/>
                <a:ext cx="42310" cy="3496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546" extrusionOk="0">
                    <a:moveTo>
                      <a:pt x="228" y="447"/>
                    </a:moveTo>
                    <a:cubicBezTo>
                      <a:pt x="456" y="546"/>
                      <a:pt x="654" y="199"/>
                      <a:pt x="426" y="100"/>
                    </a:cubicBezTo>
                    <a:cubicBezTo>
                      <a:pt x="198" y="0"/>
                      <a:pt x="0" y="347"/>
                      <a:pt x="228" y="4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49"/>
              <p:cNvSpPr/>
              <p:nvPr/>
            </p:nvSpPr>
            <p:spPr>
              <a:xfrm>
                <a:off x="6081346" y="3053523"/>
                <a:ext cx="176861" cy="80678"/>
              </a:xfrm>
              <a:custGeom>
                <a:avLst/>
                <a:gdLst/>
                <a:ahLst/>
                <a:cxnLst/>
                <a:rect l="l" t="t" r="r" b="b"/>
                <a:pathLst>
                  <a:path w="2738" h="1260" extrusionOk="0">
                    <a:moveTo>
                      <a:pt x="229" y="427"/>
                    </a:moveTo>
                    <a:cubicBezTo>
                      <a:pt x="933" y="675"/>
                      <a:pt x="1637" y="913"/>
                      <a:pt x="2341" y="1171"/>
                    </a:cubicBezTo>
                    <a:cubicBezTo>
                      <a:pt x="2569" y="1260"/>
                      <a:pt x="2737" y="913"/>
                      <a:pt x="2509" y="824"/>
                    </a:cubicBezTo>
                    <a:cubicBezTo>
                      <a:pt x="1805" y="576"/>
                      <a:pt x="1101" y="338"/>
                      <a:pt x="397" y="90"/>
                    </a:cubicBezTo>
                    <a:cubicBezTo>
                      <a:pt x="169" y="1"/>
                      <a:pt x="1" y="348"/>
                      <a:pt x="229" y="42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49"/>
              <p:cNvSpPr/>
              <p:nvPr/>
            </p:nvSpPr>
            <p:spPr>
              <a:xfrm>
                <a:off x="6036517" y="3037643"/>
                <a:ext cx="40436" cy="34384"/>
              </a:xfrm>
              <a:custGeom>
                <a:avLst/>
                <a:gdLst/>
                <a:ahLst/>
                <a:cxnLst/>
                <a:rect l="l" t="t" r="r" b="b"/>
                <a:pathLst>
                  <a:path w="626" h="537" extrusionOk="0">
                    <a:moveTo>
                      <a:pt x="219" y="437"/>
                    </a:moveTo>
                    <a:cubicBezTo>
                      <a:pt x="437" y="536"/>
                      <a:pt x="625" y="199"/>
                      <a:pt x="407" y="100"/>
                    </a:cubicBezTo>
                    <a:cubicBezTo>
                      <a:pt x="189" y="1"/>
                      <a:pt x="1" y="338"/>
                      <a:pt x="219" y="43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49"/>
              <p:cNvSpPr/>
              <p:nvPr/>
            </p:nvSpPr>
            <p:spPr>
              <a:xfrm>
                <a:off x="5565749" y="3094822"/>
                <a:ext cx="30812" cy="26701"/>
              </a:xfrm>
              <a:custGeom>
                <a:avLst/>
                <a:gdLst/>
                <a:ahLst/>
                <a:cxnLst/>
                <a:rect l="l" t="t" r="r" b="b"/>
                <a:pathLst>
                  <a:path w="477" h="417" extrusionOk="0">
                    <a:moveTo>
                      <a:pt x="150" y="307"/>
                    </a:moveTo>
                    <a:cubicBezTo>
                      <a:pt x="289" y="417"/>
                      <a:pt x="477" y="218"/>
                      <a:pt x="338" y="109"/>
                    </a:cubicBezTo>
                    <a:cubicBezTo>
                      <a:pt x="199" y="0"/>
                      <a:pt x="1" y="198"/>
                      <a:pt x="150" y="3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49"/>
              <p:cNvSpPr/>
              <p:nvPr/>
            </p:nvSpPr>
            <p:spPr>
              <a:xfrm>
                <a:off x="5451803" y="3021123"/>
                <a:ext cx="115948" cy="81382"/>
              </a:xfrm>
              <a:custGeom>
                <a:avLst/>
                <a:gdLst/>
                <a:ahLst/>
                <a:cxnLst/>
                <a:rect l="l" t="t" r="r" b="b"/>
                <a:pathLst>
                  <a:path w="1795" h="1271" extrusionOk="0">
                    <a:moveTo>
                      <a:pt x="149" y="308"/>
                    </a:moveTo>
                    <a:cubicBezTo>
                      <a:pt x="585" y="606"/>
                      <a:pt x="1041" y="883"/>
                      <a:pt x="1477" y="1181"/>
                    </a:cubicBezTo>
                    <a:cubicBezTo>
                      <a:pt x="1626" y="1270"/>
                      <a:pt x="1795" y="1062"/>
                      <a:pt x="1656" y="963"/>
                    </a:cubicBezTo>
                    <a:cubicBezTo>
                      <a:pt x="1210" y="675"/>
                      <a:pt x="764" y="388"/>
                      <a:pt x="327" y="100"/>
                    </a:cubicBezTo>
                    <a:cubicBezTo>
                      <a:pt x="179" y="1"/>
                      <a:pt x="0" y="209"/>
                      <a:pt x="149" y="30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49"/>
              <p:cNvSpPr/>
              <p:nvPr/>
            </p:nvSpPr>
            <p:spPr>
              <a:xfrm>
                <a:off x="5423575" y="3002747"/>
                <a:ext cx="30166" cy="26701"/>
              </a:xfrm>
              <a:custGeom>
                <a:avLst/>
                <a:gdLst/>
                <a:ahLst/>
                <a:cxnLst/>
                <a:rect l="l" t="t" r="r" b="b"/>
                <a:pathLst>
                  <a:path w="467" h="417" extrusionOk="0">
                    <a:moveTo>
                      <a:pt x="140" y="308"/>
                    </a:moveTo>
                    <a:cubicBezTo>
                      <a:pt x="268" y="417"/>
                      <a:pt x="467" y="209"/>
                      <a:pt x="328" y="109"/>
                    </a:cubicBezTo>
                    <a:cubicBezTo>
                      <a:pt x="189" y="0"/>
                      <a:pt x="1" y="199"/>
                      <a:pt x="140" y="30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49"/>
              <p:cNvSpPr/>
              <p:nvPr/>
            </p:nvSpPr>
            <p:spPr>
              <a:xfrm>
                <a:off x="5540557" y="2854261"/>
                <a:ext cx="188617" cy="171280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2675" extrusionOk="0">
                    <a:moveTo>
                      <a:pt x="1428" y="1"/>
                    </a:moveTo>
                    <a:cubicBezTo>
                      <a:pt x="687" y="1"/>
                      <a:pt x="0" y="632"/>
                      <a:pt x="94" y="1486"/>
                    </a:cubicBezTo>
                    <a:cubicBezTo>
                      <a:pt x="174" y="2227"/>
                      <a:pt x="795" y="2675"/>
                      <a:pt x="1429" y="2675"/>
                    </a:cubicBezTo>
                    <a:cubicBezTo>
                      <a:pt x="1805" y="2675"/>
                      <a:pt x="2186" y="2518"/>
                      <a:pt x="2463" y="2171"/>
                    </a:cubicBezTo>
                    <a:cubicBezTo>
                      <a:pt x="2919" y="1596"/>
                      <a:pt x="2830" y="763"/>
                      <a:pt x="2255" y="297"/>
                    </a:cubicBezTo>
                    <a:cubicBezTo>
                      <a:pt x="1998" y="92"/>
                      <a:pt x="1709" y="1"/>
                      <a:pt x="142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49"/>
              <p:cNvSpPr/>
              <p:nvPr/>
            </p:nvSpPr>
            <p:spPr>
              <a:xfrm>
                <a:off x="5568849" y="2880578"/>
                <a:ext cx="140430" cy="127356"/>
              </a:xfrm>
              <a:custGeom>
                <a:avLst/>
                <a:gdLst/>
                <a:ahLst/>
                <a:cxnLst/>
                <a:rect l="l" t="t" r="r" b="b"/>
                <a:pathLst>
                  <a:path w="2174" h="1989" extrusionOk="0">
                    <a:moveTo>
                      <a:pt x="1059" y="0"/>
                    </a:moveTo>
                    <a:cubicBezTo>
                      <a:pt x="509" y="0"/>
                      <a:pt x="0" y="467"/>
                      <a:pt x="72" y="1105"/>
                    </a:cubicBezTo>
                    <a:cubicBezTo>
                      <a:pt x="134" y="1658"/>
                      <a:pt x="592" y="1989"/>
                      <a:pt x="1063" y="1989"/>
                    </a:cubicBezTo>
                    <a:cubicBezTo>
                      <a:pt x="1344" y="1989"/>
                      <a:pt x="1629" y="1870"/>
                      <a:pt x="1837" y="1611"/>
                    </a:cubicBezTo>
                    <a:cubicBezTo>
                      <a:pt x="2174" y="1185"/>
                      <a:pt x="2105" y="570"/>
                      <a:pt x="1678" y="223"/>
                    </a:cubicBezTo>
                    <a:cubicBezTo>
                      <a:pt x="1486" y="69"/>
                      <a:pt x="1269" y="0"/>
                      <a:pt x="10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49"/>
              <p:cNvSpPr/>
              <p:nvPr/>
            </p:nvSpPr>
            <p:spPr>
              <a:xfrm>
                <a:off x="5677304" y="2918355"/>
                <a:ext cx="17893" cy="40339"/>
              </a:xfrm>
              <a:custGeom>
                <a:avLst/>
                <a:gdLst/>
                <a:ahLst/>
                <a:cxnLst/>
                <a:rect l="l" t="t" r="r" b="b"/>
                <a:pathLst>
                  <a:path w="277" h="630" extrusionOk="0">
                    <a:moveTo>
                      <a:pt x="92" y="1"/>
                    </a:moveTo>
                    <a:cubicBezTo>
                      <a:pt x="48" y="1"/>
                      <a:pt x="1" y="52"/>
                      <a:pt x="29" y="109"/>
                    </a:cubicBezTo>
                    <a:cubicBezTo>
                      <a:pt x="108" y="248"/>
                      <a:pt x="148" y="396"/>
                      <a:pt x="138" y="555"/>
                    </a:cubicBezTo>
                    <a:cubicBezTo>
                      <a:pt x="132" y="600"/>
                      <a:pt x="172" y="629"/>
                      <a:pt x="209" y="629"/>
                    </a:cubicBezTo>
                    <a:cubicBezTo>
                      <a:pt x="237" y="629"/>
                      <a:pt x="263" y="613"/>
                      <a:pt x="267" y="575"/>
                    </a:cubicBezTo>
                    <a:cubicBezTo>
                      <a:pt x="277" y="386"/>
                      <a:pt x="237" y="198"/>
                      <a:pt x="138" y="29"/>
                    </a:cubicBezTo>
                    <a:cubicBezTo>
                      <a:pt x="127" y="9"/>
                      <a:pt x="109" y="1"/>
                      <a:pt x="9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49"/>
              <p:cNvSpPr/>
              <p:nvPr/>
            </p:nvSpPr>
            <p:spPr>
              <a:xfrm>
                <a:off x="5666969" y="2902540"/>
                <a:ext cx="13953" cy="11846"/>
              </a:xfrm>
              <a:custGeom>
                <a:avLst/>
                <a:gdLst/>
                <a:ahLst/>
                <a:cxnLst/>
                <a:rect l="l" t="t" r="r" b="b"/>
                <a:pathLst>
                  <a:path w="216" h="185" extrusionOk="0">
                    <a:moveTo>
                      <a:pt x="84" y="1"/>
                    </a:moveTo>
                    <a:cubicBezTo>
                      <a:pt x="69" y="1"/>
                      <a:pt x="53" y="6"/>
                      <a:pt x="40" y="19"/>
                    </a:cubicBezTo>
                    <a:cubicBezTo>
                      <a:pt x="10" y="38"/>
                      <a:pt x="1" y="78"/>
                      <a:pt x="30" y="108"/>
                    </a:cubicBezTo>
                    <a:cubicBezTo>
                      <a:pt x="40" y="128"/>
                      <a:pt x="50" y="138"/>
                      <a:pt x="70" y="157"/>
                    </a:cubicBezTo>
                    <a:cubicBezTo>
                      <a:pt x="84" y="176"/>
                      <a:pt x="102" y="184"/>
                      <a:pt x="119" y="184"/>
                    </a:cubicBezTo>
                    <a:cubicBezTo>
                      <a:pt x="167" y="184"/>
                      <a:pt x="215" y="129"/>
                      <a:pt x="179" y="78"/>
                    </a:cubicBezTo>
                    <a:lnTo>
                      <a:pt x="139" y="28"/>
                    </a:lnTo>
                    <a:cubicBezTo>
                      <a:pt x="128" y="11"/>
                      <a:pt x="106" y="1"/>
                      <a:pt x="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49"/>
              <p:cNvSpPr/>
              <p:nvPr/>
            </p:nvSpPr>
            <p:spPr>
              <a:xfrm>
                <a:off x="5679759" y="2965801"/>
                <a:ext cx="10335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5" extrusionOk="0">
                    <a:moveTo>
                      <a:pt x="85" y="0"/>
                    </a:moveTo>
                    <a:cubicBezTo>
                      <a:pt x="53" y="0"/>
                      <a:pt x="29" y="26"/>
                      <a:pt x="21" y="52"/>
                    </a:cubicBezTo>
                    <a:cubicBezTo>
                      <a:pt x="1" y="82"/>
                      <a:pt x="11" y="131"/>
                      <a:pt x="31" y="151"/>
                    </a:cubicBezTo>
                    <a:cubicBezTo>
                      <a:pt x="44" y="160"/>
                      <a:pt x="61" y="165"/>
                      <a:pt x="78" y="165"/>
                    </a:cubicBezTo>
                    <a:cubicBezTo>
                      <a:pt x="99" y="165"/>
                      <a:pt x="119" y="157"/>
                      <a:pt x="130" y="141"/>
                    </a:cubicBezTo>
                    <a:cubicBezTo>
                      <a:pt x="140" y="121"/>
                      <a:pt x="150" y="101"/>
                      <a:pt x="160" y="72"/>
                    </a:cubicBezTo>
                    <a:cubicBezTo>
                      <a:pt x="160" y="42"/>
                      <a:pt x="140" y="2"/>
                      <a:pt x="100" y="2"/>
                    </a:cubicBezTo>
                    <a:cubicBezTo>
                      <a:pt x="95" y="1"/>
                      <a:pt x="90" y="0"/>
                      <a:pt x="8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49"/>
              <p:cNvSpPr/>
              <p:nvPr/>
            </p:nvSpPr>
            <p:spPr>
              <a:xfrm>
                <a:off x="5681051" y="2968555"/>
                <a:ext cx="646" cy="576"/>
              </a:xfrm>
              <a:custGeom>
                <a:avLst/>
                <a:gdLst/>
                <a:ahLst/>
                <a:cxnLst/>
                <a:rect l="l" t="t" r="r" b="b"/>
                <a:pathLst>
                  <a:path w="10" h="9" extrusionOk="0">
                    <a:moveTo>
                      <a:pt x="7" y="0"/>
                    </a:moveTo>
                    <a:cubicBezTo>
                      <a:pt x="6" y="0"/>
                      <a:pt x="4" y="2"/>
                      <a:pt x="1" y="9"/>
                    </a:cubicBezTo>
                    <a:cubicBezTo>
                      <a:pt x="7" y="9"/>
                      <a:pt x="10" y="0"/>
                      <a:pt x="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49"/>
              <p:cNvSpPr/>
              <p:nvPr/>
            </p:nvSpPr>
            <p:spPr>
              <a:xfrm>
                <a:off x="5681051" y="2969707"/>
                <a:ext cx="65" cy="64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49"/>
              <p:cNvSpPr/>
              <p:nvPr/>
            </p:nvSpPr>
            <p:spPr>
              <a:xfrm>
                <a:off x="5681051" y="2969067"/>
                <a:ext cx="65" cy="64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Google Shape;3069;p49"/>
              <p:cNvSpPr/>
              <p:nvPr/>
            </p:nvSpPr>
            <p:spPr>
              <a:xfrm>
                <a:off x="5697006" y="2956453"/>
                <a:ext cx="189070" cy="171024"/>
              </a:xfrm>
              <a:custGeom>
                <a:avLst/>
                <a:gdLst/>
                <a:ahLst/>
                <a:cxnLst/>
                <a:rect l="l" t="t" r="r" b="b"/>
                <a:pathLst>
                  <a:path w="2927" h="2671" extrusionOk="0">
                    <a:moveTo>
                      <a:pt x="1430" y="1"/>
                    </a:moveTo>
                    <a:cubicBezTo>
                      <a:pt x="691" y="1"/>
                      <a:pt x="0" y="632"/>
                      <a:pt x="101" y="1487"/>
                    </a:cubicBezTo>
                    <a:cubicBezTo>
                      <a:pt x="182" y="2227"/>
                      <a:pt x="801" y="2671"/>
                      <a:pt x="1435" y="2671"/>
                    </a:cubicBezTo>
                    <a:cubicBezTo>
                      <a:pt x="1812" y="2671"/>
                      <a:pt x="2193" y="2515"/>
                      <a:pt x="2471" y="2171"/>
                    </a:cubicBezTo>
                    <a:cubicBezTo>
                      <a:pt x="2927" y="1596"/>
                      <a:pt x="2827" y="753"/>
                      <a:pt x="2252" y="297"/>
                    </a:cubicBezTo>
                    <a:cubicBezTo>
                      <a:pt x="1998" y="92"/>
                      <a:pt x="1710" y="1"/>
                      <a:pt x="143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Google Shape;3070;p49"/>
              <p:cNvSpPr/>
              <p:nvPr/>
            </p:nvSpPr>
            <p:spPr>
              <a:xfrm>
                <a:off x="5714898" y="2976174"/>
                <a:ext cx="140430" cy="127036"/>
              </a:xfrm>
              <a:custGeom>
                <a:avLst/>
                <a:gdLst/>
                <a:ahLst/>
                <a:cxnLst/>
                <a:rect l="l" t="t" r="r" b="b"/>
                <a:pathLst>
                  <a:path w="2174" h="1984" extrusionOk="0">
                    <a:moveTo>
                      <a:pt x="1061" y="0"/>
                    </a:moveTo>
                    <a:cubicBezTo>
                      <a:pt x="513" y="0"/>
                      <a:pt x="0" y="472"/>
                      <a:pt x="72" y="1109"/>
                    </a:cubicBezTo>
                    <a:cubicBezTo>
                      <a:pt x="134" y="1655"/>
                      <a:pt x="595" y="1983"/>
                      <a:pt x="1065" y="1983"/>
                    </a:cubicBezTo>
                    <a:cubicBezTo>
                      <a:pt x="1347" y="1983"/>
                      <a:pt x="1632" y="1865"/>
                      <a:pt x="1837" y="1605"/>
                    </a:cubicBezTo>
                    <a:cubicBezTo>
                      <a:pt x="2174" y="1179"/>
                      <a:pt x="2104" y="564"/>
                      <a:pt x="1678" y="227"/>
                    </a:cubicBezTo>
                    <a:cubicBezTo>
                      <a:pt x="1488" y="70"/>
                      <a:pt x="1272" y="0"/>
                      <a:pt x="1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49"/>
              <p:cNvSpPr/>
              <p:nvPr/>
            </p:nvSpPr>
            <p:spPr>
              <a:xfrm>
                <a:off x="5823289" y="3013696"/>
                <a:ext cx="17957" cy="40403"/>
              </a:xfrm>
              <a:custGeom>
                <a:avLst/>
                <a:gdLst/>
                <a:ahLst/>
                <a:cxnLst/>
                <a:rect l="l" t="t" r="r" b="b"/>
                <a:pathLst>
                  <a:path w="278" h="631" extrusionOk="0">
                    <a:moveTo>
                      <a:pt x="95" y="1"/>
                    </a:moveTo>
                    <a:cubicBezTo>
                      <a:pt x="51" y="1"/>
                      <a:pt x="1" y="57"/>
                      <a:pt x="30" y="107"/>
                    </a:cubicBezTo>
                    <a:cubicBezTo>
                      <a:pt x="109" y="246"/>
                      <a:pt x="149" y="395"/>
                      <a:pt x="139" y="553"/>
                    </a:cubicBezTo>
                    <a:cubicBezTo>
                      <a:pt x="133" y="603"/>
                      <a:pt x="170" y="631"/>
                      <a:pt x="206" y="631"/>
                    </a:cubicBezTo>
                    <a:cubicBezTo>
                      <a:pt x="235" y="631"/>
                      <a:pt x="263" y="613"/>
                      <a:pt x="268" y="573"/>
                    </a:cubicBezTo>
                    <a:cubicBezTo>
                      <a:pt x="278" y="385"/>
                      <a:pt x="238" y="196"/>
                      <a:pt x="139" y="28"/>
                    </a:cubicBezTo>
                    <a:cubicBezTo>
                      <a:pt x="128" y="9"/>
                      <a:pt x="112" y="1"/>
                      <a:pt x="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072;p49"/>
              <p:cNvSpPr/>
              <p:nvPr/>
            </p:nvSpPr>
            <p:spPr>
              <a:xfrm>
                <a:off x="5812114" y="2997816"/>
                <a:ext cx="13759" cy="11974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87" extrusionOk="0">
                    <a:moveTo>
                      <a:pt x="98" y="1"/>
                    </a:moveTo>
                    <a:cubicBezTo>
                      <a:pt x="47" y="1"/>
                      <a:pt x="1" y="57"/>
                      <a:pt x="44" y="107"/>
                    </a:cubicBezTo>
                    <a:lnTo>
                      <a:pt x="84" y="157"/>
                    </a:lnTo>
                    <a:cubicBezTo>
                      <a:pt x="96" y="176"/>
                      <a:pt x="118" y="187"/>
                      <a:pt x="139" y="187"/>
                    </a:cubicBezTo>
                    <a:cubicBezTo>
                      <a:pt x="151" y="187"/>
                      <a:pt x="162" y="184"/>
                      <a:pt x="173" y="177"/>
                    </a:cubicBezTo>
                    <a:cubicBezTo>
                      <a:pt x="203" y="157"/>
                      <a:pt x="213" y="107"/>
                      <a:pt x="193" y="77"/>
                    </a:cubicBezTo>
                    <a:lnTo>
                      <a:pt x="153" y="28"/>
                    </a:lnTo>
                    <a:cubicBezTo>
                      <a:pt x="137" y="9"/>
                      <a:pt x="117" y="1"/>
                      <a:pt x="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073;p49"/>
              <p:cNvSpPr/>
              <p:nvPr/>
            </p:nvSpPr>
            <p:spPr>
              <a:xfrm>
                <a:off x="5825808" y="3061014"/>
                <a:ext cx="10335" cy="1088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70" extrusionOk="0">
                    <a:moveTo>
                      <a:pt x="85" y="1"/>
                    </a:moveTo>
                    <a:cubicBezTo>
                      <a:pt x="53" y="1"/>
                      <a:pt x="29" y="28"/>
                      <a:pt x="20" y="62"/>
                    </a:cubicBezTo>
                    <a:cubicBezTo>
                      <a:pt x="1" y="92"/>
                      <a:pt x="11" y="131"/>
                      <a:pt x="30" y="151"/>
                    </a:cubicBezTo>
                    <a:cubicBezTo>
                      <a:pt x="43" y="164"/>
                      <a:pt x="59" y="169"/>
                      <a:pt x="75" y="169"/>
                    </a:cubicBezTo>
                    <a:cubicBezTo>
                      <a:pt x="96" y="169"/>
                      <a:pt x="118" y="159"/>
                      <a:pt x="129" y="141"/>
                    </a:cubicBezTo>
                    <a:cubicBezTo>
                      <a:pt x="139" y="122"/>
                      <a:pt x="149" y="102"/>
                      <a:pt x="159" y="82"/>
                    </a:cubicBezTo>
                    <a:cubicBezTo>
                      <a:pt x="159" y="42"/>
                      <a:pt x="139" y="3"/>
                      <a:pt x="100" y="3"/>
                    </a:cubicBezTo>
                    <a:cubicBezTo>
                      <a:pt x="95" y="1"/>
                      <a:pt x="89" y="1"/>
                      <a:pt x="8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074;p49"/>
              <p:cNvSpPr/>
              <p:nvPr/>
            </p:nvSpPr>
            <p:spPr>
              <a:xfrm>
                <a:off x="5827100" y="3064344"/>
                <a:ext cx="711" cy="704"/>
              </a:xfrm>
              <a:custGeom>
                <a:avLst/>
                <a:gdLst/>
                <a:ahLst/>
                <a:cxnLst/>
                <a:rect l="l" t="t" r="r" b="b"/>
                <a:pathLst>
                  <a:path w="11" h="11" extrusionOk="0">
                    <a:moveTo>
                      <a:pt x="0" y="10"/>
                    </a:moveTo>
                    <a:lnTo>
                      <a:pt x="0" y="10"/>
                    </a:lnTo>
                    <a:lnTo>
                      <a:pt x="0" y="10"/>
                    </a:lnTo>
                    <a:cubicBezTo>
                      <a:pt x="0" y="10"/>
                      <a:pt x="10" y="0"/>
                      <a:pt x="0" y="1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49"/>
              <p:cNvSpPr/>
              <p:nvPr/>
            </p:nvSpPr>
            <p:spPr>
              <a:xfrm>
                <a:off x="5827100" y="3064984"/>
                <a:ext cx="65" cy="64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0" y="0"/>
                    </a:moveTo>
                    <a:cubicBezTo>
                      <a:pt x="0" y="1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49"/>
              <p:cNvSpPr/>
              <p:nvPr/>
            </p:nvSpPr>
            <p:spPr>
              <a:xfrm>
                <a:off x="5827100" y="3064984"/>
                <a:ext cx="65" cy="64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49"/>
              <p:cNvSpPr/>
              <p:nvPr/>
            </p:nvSpPr>
            <p:spPr>
              <a:xfrm>
                <a:off x="5630473" y="3034506"/>
                <a:ext cx="63497" cy="66719"/>
              </a:xfrm>
              <a:custGeom>
                <a:avLst/>
                <a:gdLst/>
                <a:ahLst/>
                <a:cxnLst/>
                <a:rect l="l" t="t" r="r" b="b"/>
                <a:pathLst>
                  <a:path w="983" h="1042" extrusionOk="0">
                    <a:moveTo>
                      <a:pt x="913" y="605"/>
                    </a:moveTo>
                    <a:cubicBezTo>
                      <a:pt x="982" y="446"/>
                      <a:pt x="754" y="308"/>
                      <a:pt x="685" y="466"/>
                    </a:cubicBezTo>
                    <a:cubicBezTo>
                      <a:pt x="625" y="585"/>
                      <a:pt x="536" y="714"/>
                      <a:pt x="397" y="615"/>
                    </a:cubicBezTo>
                    <a:cubicBezTo>
                      <a:pt x="258" y="526"/>
                      <a:pt x="328" y="397"/>
                      <a:pt x="397" y="288"/>
                    </a:cubicBezTo>
                    <a:cubicBezTo>
                      <a:pt x="486" y="139"/>
                      <a:pt x="268" y="0"/>
                      <a:pt x="169" y="149"/>
                    </a:cubicBezTo>
                    <a:cubicBezTo>
                      <a:pt x="10" y="397"/>
                      <a:pt x="0" y="655"/>
                      <a:pt x="258" y="843"/>
                    </a:cubicBezTo>
                    <a:cubicBezTo>
                      <a:pt x="516" y="1041"/>
                      <a:pt x="804" y="853"/>
                      <a:pt x="913" y="6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49"/>
              <p:cNvSpPr/>
              <p:nvPr/>
            </p:nvSpPr>
            <p:spPr>
              <a:xfrm>
                <a:off x="6001959" y="3358241"/>
                <a:ext cx="109553" cy="108659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697" extrusionOk="0">
                    <a:moveTo>
                      <a:pt x="833" y="1"/>
                    </a:moveTo>
                    <a:cubicBezTo>
                      <a:pt x="754" y="11"/>
                      <a:pt x="684" y="606"/>
                      <a:pt x="645" y="655"/>
                    </a:cubicBezTo>
                    <a:cubicBezTo>
                      <a:pt x="565" y="725"/>
                      <a:pt x="0" y="784"/>
                      <a:pt x="10" y="864"/>
                    </a:cubicBezTo>
                    <a:cubicBezTo>
                      <a:pt x="20" y="943"/>
                      <a:pt x="565" y="973"/>
                      <a:pt x="645" y="1052"/>
                    </a:cubicBezTo>
                    <a:cubicBezTo>
                      <a:pt x="684" y="1091"/>
                      <a:pt x="772" y="1697"/>
                      <a:pt x="861" y="1697"/>
                    </a:cubicBezTo>
                    <a:cubicBezTo>
                      <a:pt x="862" y="1697"/>
                      <a:pt x="862" y="1697"/>
                      <a:pt x="863" y="1696"/>
                    </a:cubicBezTo>
                    <a:cubicBezTo>
                      <a:pt x="942" y="1696"/>
                      <a:pt x="1012" y="1092"/>
                      <a:pt x="1051" y="1052"/>
                    </a:cubicBezTo>
                    <a:cubicBezTo>
                      <a:pt x="1121" y="973"/>
                      <a:pt x="1696" y="913"/>
                      <a:pt x="1686" y="834"/>
                    </a:cubicBezTo>
                    <a:cubicBezTo>
                      <a:pt x="1676" y="764"/>
                      <a:pt x="1131" y="725"/>
                      <a:pt x="1051" y="645"/>
                    </a:cubicBezTo>
                    <a:cubicBezTo>
                      <a:pt x="1012" y="606"/>
                      <a:pt x="913" y="1"/>
                      <a:pt x="8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49"/>
              <p:cNvSpPr/>
              <p:nvPr/>
            </p:nvSpPr>
            <p:spPr>
              <a:xfrm>
                <a:off x="6001959" y="3675062"/>
                <a:ext cx="109553" cy="108659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697" extrusionOk="0">
                    <a:moveTo>
                      <a:pt x="835" y="1"/>
                    </a:moveTo>
                    <a:cubicBezTo>
                      <a:pt x="834" y="1"/>
                      <a:pt x="834" y="1"/>
                      <a:pt x="833" y="1"/>
                    </a:cubicBezTo>
                    <a:cubicBezTo>
                      <a:pt x="754" y="1"/>
                      <a:pt x="684" y="606"/>
                      <a:pt x="645" y="645"/>
                    </a:cubicBezTo>
                    <a:cubicBezTo>
                      <a:pt x="565" y="725"/>
                      <a:pt x="0" y="784"/>
                      <a:pt x="10" y="863"/>
                    </a:cubicBezTo>
                    <a:cubicBezTo>
                      <a:pt x="20" y="933"/>
                      <a:pt x="565" y="972"/>
                      <a:pt x="645" y="1052"/>
                    </a:cubicBezTo>
                    <a:cubicBezTo>
                      <a:pt x="684" y="1091"/>
                      <a:pt x="774" y="1696"/>
                      <a:pt x="863" y="1696"/>
                    </a:cubicBezTo>
                    <a:cubicBezTo>
                      <a:pt x="942" y="1686"/>
                      <a:pt x="1012" y="1091"/>
                      <a:pt x="1051" y="1052"/>
                    </a:cubicBezTo>
                    <a:cubicBezTo>
                      <a:pt x="1121" y="972"/>
                      <a:pt x="1696" y="913"/>
                      <a:pt x="1686" y="834"/>
                    </a:cubicBezTo>
                    <a:cubicBezTo>
                      <a:pt x="1676" y="754"/>
                      <a:pt x="1131" y="715"/>
                      <a:pt x="1051" y="645"/>
                    </a:cubicBezTo>
                    <a:cubicBezTo>
                      <a:pt x="1012" y="606"/>
                      <a:pt x="914" y="1"/>
                      <a:pt x="83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80" name="Google Shape;3080;p49"/>
          <p:cNvGrpSpPr/>
          <p:nvPr/>
        </p:nvGrpSpPr>
        <p:grpSpPr>
          <a:xfrm>
            <a:off x="8464924" y="3692644"/>
            <a:ext cx="273484" cy="274317"/>
            <a:chOff x="5885615" y="165400"/>
            <a:chExt cx="364743" cy="365756"/>
          </a:xfrm>
        </p:grpSpPr>
        <p:sp>
          <p:nvSpPr>
            <p:cNvPr id="3081" name="Google Shape;3081;p4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4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3" name="Google Shape;3083;p49"/>
          <p:cNvGrpSpPr/>
          <p:nvPr/>
        </p:nvGrpSpPr>
        <p:grpSpPr>
          <a:xfrm>
            <a:off x="1351288" y="3866815"/>
            <a:ext cx="273484" cy="274317"/>
            <a:chOff x="5885615" y="165400"/>
            <a:chExt cx="364743" cy="365756"/>
          </a:xfrm>
        </p:grpSpPr>
        <p:sp>
          <p:nvSpPr>
            <p:cNvPr id="3084" name="Google Shape;3084;p4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4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6" name="Google Shape;3086;p49"/>
          <p:cNvGrpSpPr/>
          <p:nvPr/>
        </p:nvGrpSpPr>
        <p:grpSpPr>
          <a:xfrm>
            <a:off x="6529302" y="4316007"/>
            <a:ext cx="273484" cy="274317"/>
            <a:chOff x="5885615" y="165400"/>
            <a:chExt cx="364743" cy="365756"/>
          </a:xfrm>
        </p:grpSpPr>
        <p:sp>
          <p:nvSpPr>
            <p:cNvPr id="3087" name="Google Shape;3087;p4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4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9" name="Google Shape;3089;p49"/>
          <p:cNvGrpSpPr/>
          <p:nvPr/>
        </p:nvGrpSpPr>
        <p:grpSpPr>
          <a:xfrm>
            <a:off x="2087878" y="478525"/>
            <a:ext cx="274452" cy="274317"/>
            <a:chOff x="2167548" y="1796250"/>
            <a:chExt cx="274452" cy="274317"/>
          </a:xfrm>
        </p:grpSpPr>
        <p:sp>
          <p:nvSpPr>
            <p:cNvPr id="3090" name="Google Shape;3090;p49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49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2" name="Google Shape;3092;p49"/>
          <p:cNvGrpSpPr/>
          <p:nvPr/>
        </p:nvGrpSpPr>
        <p:grpSpPr>
          <a:xfrm>
            <a:off x="1097748" y="4327459"/>
            <a:ext cx="274452" cy="274317"/>
            <a:chOff x="2167548" y="1796250"/>
            <a:chExt cx="274452" cy="274317"/>
          </a:xfrm>
        </p:grpSpPr>
        <p:sp>
          <p:nvSpPr>
            <p:cNvPr id="3093" name="Google Shape;3093;p49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49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5" name="Google Shape;3095;p49"/>
          <p:cNvGrpSpPr/>
          <p:nvPr/>
        </p:nvGrpSpPr>
        <p:grpSpPr>
          <a:xfrm>
            <a:off x="7989100" y="1911175"/>
            <a:ext cx="274452" cy="274317"/>
            <a:chOff x="2167548" y="1796250"/>
            <a:chExt cx="274452" cy="274317"/>
          </a:xfrm>
        </p:grpSpPr>
        <p:sp>
          <p:nvSpPr>
            <p:cNvPr id="3096" name="Google Shape;3096;p49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49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8" name="Google Shape;3098;p49"/>
          <p:cNvGrpSpPr/>
          <p:nvPr/>
        </p:nvGrpSpPr>
        <p:grpSpPr>
          <a:xfrm>
            <a:off x="533642" y="2185500"/>
            <a:ext cx="359149" cy="274320"/>
            <a:chOff x="1684504" y="2090725"/>
            <a:chExt cx="359149" cy="274320"/>
          </a:xfrm>
        </p:grpSpPr>
        <p:sp>
          <p:nvSpPr>
            <p:cNvPr id="3099" name="Google Shape;3099;p49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49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1" name="Google Shape;3101;p49"/>
          <p:cNvGrpSpPr/>
          <p:nvPr/>
        </p:nvGrpSpPr>
        <p:grpSpPr>
          <a:xfrm>
            <a:off x="6752454" y="3855350"/>
            <a:ext cx="359149" cy="274320"/>
            <a:chOff x="1684504" y="2090725"/>
            <a:chExt cx="359149" cy="274320"/>
          </a:xfrm>
        </p:grpSpPr>
        <p:sp>
          <p:nvSpPr>
            <p:cNvPr id="3102" name="Google Shape;3102;p49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49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4" name="Google Shape;3104;p49"/>
          <p:cNvGrpSpPr/>
          <p:nvPr/>
        </p:nvGrpSpPr>
        <p:grpSpPr>
          <a:xfrm flipH="1">
            <a:off x="8425084" y="1513113"/>
            <a:ext cx="376078" cy="365766"/>
            <a:chOff x="1243851" y="2712376"/>
            <a:chExt cx="376078" cy="365766"/>
          </a:xfrm>
        </p:grpSpPr>
        <p:sp>
          <p:nvSpPr>
            <p:cNvPr id="3105" name="Google Shape;3105;p49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49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7" name="Google Shape;3107;p49"/>
          <p:cNvGrpSpPr/>
          <p:nvPr/>
        </p:nvGrpSpPr>
        <p:grpSpPr>
          <a:xfrm>
            <a:off x="342838" y="1589313"/>
            <a:ext cx="376078" cy="365766"/>
            <a:chOff x="1243851" y="2712376"/>
            <a:chExt cx="376078" cy="365766"/>
          </a:xfrm>
        </p:grpSpPr>
        <p:sp>
          <p:nvSpPr>
            <p:cNvPr id="3108" name="Google Shape;3108;p49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49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10" name="Google Shape;3110;p49"/>
          <p:cNvGrpSpPr/>
          <p:nvPr/>
        </p:nvGrpSpPr>
        <p:grpSpPr>
          <a:xfrm>
            <a:off x="560319" y="3612807"/>
            <a:ext cx="537441" cy="456890"/>
            <a:chOff x="3824894" y="3938349"/>
            <a:chExt cx="537441" cy="456890"/>
          </a:xfrm>
        </p:grpSpPr>
        <p:sp>
          <p:nvSpPr>
            <p:cNvPr id="3111" name="Google Shape;3111;p49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12" name="Google Shape;3112;p49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3113" name="Google Shape;3113;p49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49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49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49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17" name="Google Shape;3117;p49"/>
          <p:cNvGrpSpPr/>
          <p:nvPr/>
        </p:nvGrpSpPr>
        <p:grpSpPr>
          <a:xfrm>
            <a:off x="8054701" y="2251731"/>
            <a:ext cx="683711" cy="640033"/>
            <a:chOff x="4230151" y="3601344"/>
            <a:chExt cx="683711" cy="640033"/>
          </a:xfrm>
        </p:grpSpPr>
        <p:sp>
          <p:nvSpPr>
            <p:cNvPr id="3118" name="Google Shape;3118;p49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19" name="Google Shape;3119;p49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3120" name="Google Shape;3120;p49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49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49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49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49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49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49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49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49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49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30" name="Google Shape;3130;p49"/>
          <p:cNvSpPr/>
          <p:nvPr/>
        </p:nvSpPr>
        <p:spPr>
          <a:xfrm rot="-1799991">
            <a:off x="1622348" y="4297114"/>
            <a:ext cx="605991" cy="15269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33+50</a:t>
            </a:r>
          </a:p>
        </p:txBody>
      </p:sp>
      <p:sp>
        <p:nvSpPr>
          <p:cNvPr id="3131" name="Google Shape;3131;p49"/>
          <p:cNvSpPr/>
          <p:nvPr/>
        </p:nvSpPr>
        <p:spPr>
          <a:xfrm rot="1800017">
            <a:off x="8003569" y="1406671"/>
            <a:ext cx="220616" cy="16307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6" name="Google Shape;3136;p50"/>
          <p:cNvSpPr txBox="1">
            <a:spLocks noGrp="1"/>
          </p:cNvSpPr>
          <p:nvPr>
            <p:ph type="subTitle" idx="1"/>
          </p:nvPr>
        </p:nvSpPr>
        <p:spPr>
          <a:xfrm>
            <a:off x="713225" y="1362456"/>
            <a:ext cx="5023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Jupiter's rotation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period</a:t>
            </a:r>
            <a:endParaRPr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137" name="Google Shape;3137;p5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50232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9h 55m 23s</a:t>
            </a:r>
            <a:endParaRPr/>
          </a:p>
        </p:txBody>
      </p:sp>
      <p:sp>
        <p:nvSpPr>
          <p:cNvPr id="3138" name="Google Shape;3138;p50"/>
          <p:cNvSpPr txBox="1">
            <a:spLocks noGrp="1"/>
          </p:cNvSpPr>
          <p:nvPr>
            <p:ph type="title" idx="4"/>
          </p:nvPr>
        </p:nvSpPr>
        <p:spPr>
          <a:xfrm>
            <a:off x="713225" y="3415350"/>
            <a:ext cx="50232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</a:t>
            </a:r>
            <a:endParaRPr/>
          </a:p>
        </p:txBody>
      </p:sp>
      <p:sp>
        <p:nvSpPr>
          <p:cNvPr id="3139" name="Google Shape;3139;p50"/>
          <p:cNvSpPr txBox="1">
            <a:spLocks noGrp="1"/>
          </p:cNvSpPr>
          <p:nvPr>
            <p:ph type="subTitle" idx="5"/>
          </p:nvPr>
        </p:nvSpPr>
        <p:spPr>
          <a:xfrm>
            <a:off x="713225" y="4238306"/>
            <a:ext cx="5023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Sun’s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mass </a:t>
            </a:r>
            <a:r>
              <a:rPr lang="en"/>
              <a:t>compared to Earth’s</a:t>
            </a:r>
            <a:endParaRPr/>
          </a:p>
        </p:txBody>
      </p:sp>
      <p:sp>
        <p:nvSpPr>
          <p:cNvPr id="3140" name="Google Shape;3140;p50"/>
          <p:cNvSpPr txBox="1">
            <a:spLocks noGrp="1"/>
          </p:cNvSpPr>
          <p:nvPr>
            <p:ph type="title" idx="2"/>
          </p:nvPr>
        </p:nvSpPr>
        <p:spPr>
          <a:xfrm>
            <a:off x="713225" y="1977425"/>
            <a:ext cx="50232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 km</a:t>
            </a:r>
            <a:endParaRPr/>
          </a:p>
        </p:txBody>
      </p:sp>
      <p:sp>
        <p:nvSpPr>
          <p:cNvPr id="3141" name="Google Shape;3141;p50"/>
          <p:cNvSpPr txBox="1">
            <a:spLocks noGrp="1"/>
          </p:cNvSpPr>
          <p:nvPr>
            <p:ph type="subTitle" idx="3"/>
          </p:nvPr>
        </p:nvSpPr>
        <p:spPr>
          <a:xfrm>
            <a:off x="713225" y="2800381"/>
            <a:ext cx="5023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Distance </a:t>
            </a:r>
            <a:r>
              <a:rPr lang="en"/>
              <a:t>between Earth and the Moon</a:t>
            </a:r>
            <a:endParaRPr/>
          </a:p>
        </p:txBody>
      </p:sp>
      <p:cxnSp>
        <p:nvCxnSpPr>
          <p:cNvPr id="3142" name="Google Shape;3142;p50"/>
          <p:cNvCxnSpPr/>
          <p:nvPr/>
        </p:nvCxnSpPr>
        <p:spPr>
          <a:xfrm>
            <a:off x="2767625" y="1316678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143" name="Google Shape;3143;p50"/>
          <p:cNvCxnSpPr/>
          <p:nvPr/>
        </p:nvCxnSpPr>
        <p:spPr>
          <a:xfrm>
            <a:off x="2767625" y="2754603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144" name="Google Shape;3144;p50"/>
          <p:cNvCxnSpPr/>
          <p:nvPr/>
        </p:nvCxnSpPr>
        <p:spPr>
          <a:xfrm>
            <a:off x="2767625" y="4192528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3145" name="Google Shape;3145;p50"/>
          <p:cNvGrpSpPr/>
          <p:nvPr/>
        </p:nvGrpSpPr>
        <p:grpSpPr>
          <a:xfrm>
            <a:off x="6767940" y="3049516"/>
            <a:ext cx="1663223" cy="1554517"/>
            <a:chOff x="6891131" y="1634957"/>
            <a:chExt cx="1475535" cy="1371552"/>
          </a:xfrm>
        </p:grpSpPr>
        <p:sp>
          <p:nvSpPr>
            <p:cNvPr id="3146" name="Google Shape;3146;p50"/>
            <p:cNvSpPr/>
            <p:nvPr/>
          </p:nvSpPr>
          <p:spPr>
            <a:xfrm>
              <a:off x="6894781" y="1635265"/>
              <a:ext cx="1468236" cy="1370935"/>
            </a:xfrm>
            <a:custGeom>
              <a:avLst/>
              <a:gdLst/>
              <a:ahLst/>
              <a:cxnLst/>
              <a:rect l="l" t="t" r="r" b="b"/>
              <a:pathLst>
                <a:path w="23937" h="22241" extrusionOk="0">
                  <a:moveTo>
                    <a:pt x="17190" y="0"/>
                  </a:moveTo>
                  <a:cubicBezTo>
                    <a:pt x="17106" y="0"/>
                    <a:pt x="17027" y="45"/>
                    <a:pt x="16986" y="127"/>
                  </a:cubicBezTo>
                  <a:lnTo>
                    <a:pt x="15012" y="3825"/>
                  </a:lnTo>
                  <a:cubicBezTo>
                    <a:pt x="14051" y="3558"/>
                    <a:pt x="13059" y="3409"/>
                    <a:pt x="12058" y="3359"/>
                  </a:cubicBezTo>
                  <a:cubicBezTo>
                    <a:pt x="12077" y="2993"/>
                    <a:pt x="12048" y="2616"/>
                    <a:pt x="11949" y="2269"/>
                  </a:cubicBezTo>
                  <a:cubicBezTo>
                    <a:pt x="11849" y="1922"/>
                    <a:pt x="11552" y="1138"/>
                    <a:pt x="11076" y="1059"/>
                  </a:cubicBezTo>
                  <a:cubicBezTo>
                    <a:pt x="11041" y="1053"/>
                    <a:pt x="11006" y="1050"/>
                    <a:pt x="10971" y="1050"/>
                  </a:cubicBezTo>
                  <a:cubicBezTo>
                    <a:pt x="10114" y="1050"/>
                    <a:pt x="9505" y="2874"/>
                    <a:pt x="9400" y="3369"/>
                  </a:cubicBezTo>
                  <a:lnTo>
                    <a:pt x="9390" y="3449"/>
                  </a:lnTo>
                  <a:cubicBezTo>
                    <a:pt x="8607" y="3558"/>
                    <a:pt x="7844" y="3756"/>
                    <a:pt x="7110" y="4044"/>
                  </a:cubicBezTo>
                  <a:lnTo>
                    <a:pt x="7070" y="3974"/>
                  </a:lnTo>
                  <a:lnTo>
                    <a:pt x="7011" y="3885"/>
                  </a:lnTo>
                  <a:lnTo>
                    <a:pt x="6961" y="3796"/>
                  </a:lnTo>
                  <a:cubicBezTo>
                    <a:pt x="6941" y="3766"/>
                    <a:pt x="6922" y="3736"/>
                    <a:pt x="6902" y="3706"/>
                  </a:cubicBezTo>
                  <a:lnTo>
                    <a:pt x="6842" y="3617"/>
                  </a:lnTo>
                  <a:cubicBezTo>
                    <a:pt x="6822" y="3597"/>
                    <a:pt x="6803" y="3568"/>
                    <a:pt x="6773" y="3538"/>
                  </a:cubicBezTo>
                  <a:cubicBezTo>
                    <a:pt x="6693" y="3429"/>
                    <a:pt x="6604" y="3330"/>
                    <a:pt x="6505" y="3230"/>
                  </a:cubicBezTo>
                  <a:cubicBezTo>
                    <a:pt x="6269" y="2976"/>
                    <a:pt x="5684" y="2473"/>
                    <a:pt x="5222" y="2473"/>
                  </a:cubicBezTo>
                  <a:cubicBezTo>
                    <a:pt x="5179" y="2473"/>
                    <a:pt x="5137" y="2478"/>
                    <a:pt x="5097" y="2487"/>
                  </a:cubicBezTo>
                  <a:cubicBezTo>
                    <a:pt x="4373" y="2655"/>
                    <a:pt x="4512" y="4014"/>
                    <a:pt x="4691" y="4787"/>
                  </a:cubicBezTo>
                  <a:cubicBezTo>
                    <a:pt x="4365" y="5298"/>
                    <a:pt x="3921" y="5731"/>
                    <a:pt x="3340" y="5731"/>
                  </a:cubicBezTo>
                  <a:cubicBezTo>
                    <a:pt x="3267" y="5731"/>
                    <a:pt x="3192" y="5724"/>
                    <a:pt x="3114" y="5709"/>
                  </a:cubicBezTo>
                  <a:cubicBezTo>
                    <a:pt x="3104" y="5570"/>
                    <a:pt x="2093" y="5501"/>
                    <a:pt x="1954" y="5372"/>
                  </a:cubicBezTo>
                  <a:cubicBezTo>
                    <a:pt x="1875" y="5293"/>
                    <a:pt x="1708" y="4192"/>
                    <a:pt x="1569" y="4192"/>
                  </a:cubicBezTo>
                  <a:cubicBezTo>
                    <a:pt x="1568" y="4192"/>
                    <a:pt x="1568" y="4192"/>
                    <a:pt x="1567" y="4192"/>
                  </a:cubicBezTo>
                  <a:cubicBezTo>
                    <a:pt x="1418" y="4202"/>
                    <a:pt x="1290" y="5303"/>
                    <a:pt x="1220" y="5372"/>
                  </a:cubicBezTo>
                  <a:cubicBezTo>
                    <a:pt x="1081" y="5521"/>
                    <a:pt x="60" y="5620"/>
                    <a:pt x="70" y="5759"/>
                  </a:cubicBezTo>
                  <a:cubicBezTo>
                    <a:pt x="80" y="5898"/>
                    <a:pt x="1081" y="5967"/>
                    <a:pt x="1220" y="6106"/>
                  </a:cubicBezTo>
                  <a:cubicBezTo>
                    <a:pt x="1299" y="6175"/>
                    <a:pt x="1467" y="7276"/>
                    <a:pt x="1605" y="7276"/>
                  </a:cubicBezTo>
                  <a:cubicBezTo>
                    <a:pt x="1606" y="7276"/>
                    <a:pt x="1606" y="7276"/>
                    <a:pt x="1607" y="7276"/>
                  </a:cubicBezTo>
                  <a:cubicBezTo>
                    <a:pt x="1607" y="7276"/>
                    <a:pt x="2846" y="7603"/>
                    <a:pt x="2589" y="8694"/>
                  </a:cubicBezTo>
                  <a:cubicBezTo>
                    <a:pt x="2519" y="8704"/>
                    <a:pt x="2450" y="8714"/>
                    <a:pt x="2390" y="8724"/>
                  </a:cubicBezTo>
                  <a:cubicBezTo>
                    <a:pt x="2222" y="8654"/>
                    <a:pt x="2053" y="8615"/>
                    <a:pt x="1875" y="8615"/>
                  </a:cubicBezTo>
                  <a:cubicBezTo>
                    <a:pt x="843" y="8615"/>
                    <a:pt x="1" y="9834"/>
                    <a:pt x="1" y="11331"/>
                  </a:cubicBezTo>
                  <a:cubicBezTo>
                    <a:pt x="1" y="12749"/>
                    <a:pt x="754" y="13919"/>
                    <a:pt x="1716" y="14038"/>
                  </a:cubicBezTo>
                  <a:cubicBezTo>
                    <a:pt x="2033" y="14960"/>
                    <a:pt x="2926" y="15952"/>
                    <a:pt x="3530" y="16567"/>
                  </a:cubicBezTo>
                  <a:cubicBezTo>
                    <a:pt x="4086" y="17132"/>
                    <a:pt x="4710" y="17618"/>
                    <a:pt x="5395" y="18004"/>
                  </a:cubicBezTo>
                  <a:cubicBezTo>
                    <a:pt x="5375" y="18074"/>
                    <a:pt x="5355" y="18143"/>
                    <a:pt x="5345" y="18222"/>
                  </a:cubicBezTo>
                  <a:cubicBezTo>
                    <a:pt x="5335" y="18282"/>
                    <a:pt x="5335" y="18351"/>
                    <a:pt x="5325" y="18421"/>
                  </a:cubicBezTo>
                  <a:cubicBezTo>
                    <a:pt x="5285" y="18847"/>
                    <a:pt x="5226" y="19254"/>
                    <a:pt x="5166" y="19660"/>
                  </a:cubicBezTo>
                  <a:cubicBezTo>
                    <a:pt x="5087" y="20166"/>
                    <a:pt x="5553" y="20900"/>
                    <a:pt x="6227" y="21058"/>
                  </a:cubicBezTo>
                  <a:cubicBezTo>
                    <a:pt x="6485" y="21108"/>
                    <a:pt x="6748" y="21133"/>
                    <a:pt x="7011" y="21133"/>
                  </a:cubicBezTo>
                  <a:cubicBezTo>
                    <a:pt x="7273" y="21133"/>
                    <a:pt x="7536" y="21108"/>
                    <a:pt x="7794" y="21058"/>
                  </a:cubicBezTo>
                  <a:cubicBezTo>
                    <a:pt x="7863" y="21038"/>
                    <a:pt x="7923" y="21019"/>
                    <a:pt x="7992" y="20989"/>
                  </a:cubicBezTo>
                  <a:lnTo>
                    <a:pt x="8012" y="20979"/>
                  </a:lnTo>
                  <a:cubicBezTo>
                    <a:pt x="8032" y="20969"/>
                    <a:pt x="8052" y="20959"/>
                    <a:pt x="8062" y="20949"/>
                  </a:cubicBezTo>
                  <a:lnTo>
                    <a:pt x="8121" y="20919"/>
                  </a:lnTo>
                  <a:lnTo>
                    <a:pt x="8171" y="20890"/>
                  </a:lnTo>
                  <a:cubicBezTo>
                    <a:pt x="8191" y="20880"/>
                    <a:pt x="8201" y="20870"/>
                    <a:pt x="8220" y="20860"/>
                  </a:cubicBezTo>
                  <a:lnTo>
                    <a:pt x="8270" y="20830"/>
                  </a:lnTo>
                  <a:lnTo>
                    <a:pt x="8320" y="20791"/>
                  </a:lnTo>
                  <a:lnTo>
                    <a:pt x="8359" y="20751"/>
                  </a:lnTo>
                  <a:lnTo>
                    <a:pt x="8379" y="20741"/>
                  </a:lnTo>
                  <a:lnTo>
                    <a:pt x="8379" y="20761"/>
                  </a:lnTo>
                  <a:cubicBezTo>
                    <a:pt x="8290" y="21276"/>
                    <a:pt x="8766" y="22000"/>
                    <a:pt x="9430" y="22159"/>
                  </a:cubicBezTo>
                  <a:cubicBezTo>
                    <a:pt x="9688" y="22213"/>
                    <a:pt x="9951" y="22241"/>
                    <a:pt x="10213" y="22241"/>
                  </a:cubicBezTo>
                  <a:cubicBezTo>
                    <a:pt x="10476" y="22241"/>
                    <a:pt x="10739" y="22213"/>
                    <a:pt x="10997" y="22159"/>
                  </a:cubicBezTo>
                  <a:cubicBezTo>
                    <a:pt x="11671" y="22000"/>
                    <a:pt x="12137" y="21276"/>
                    <a:pt x="12058" y="20761"/>
                  </a:cubicBezTo>
                  <a:cubicBezTo>
                    <a:pt x="12028" y="20553"/>
                    <a:pt x="11998" y="20344"/>
                    <a:pt x="11968" y="20126"/>
                  </a:cubicBezTo>
                  <a:lnTo>
                    <a:pt x="11988" y="20126"/>
                  </a:lnTo>
                  <a:cubicBezTo>
                    <a:pt x="11958" y="19948"/>
                    <a:pt x="11939" y="19769"/>
                    <a:pt x="11919" y="19591"/>
                  </a:cubicBezTo>
                  <a:lnTo>
                    <a:pt x="12633" y="19591"/>
                  </a:lnTo>
                  <a:cubicBezTo>
                    <a:pt x="12633" y="19650"/>
                    <a:pt x="12633" y="19700"/>
                    <a:pt x="12633" y="19749"/>
                  </a:cubicBezTo>
                  <a:cubicBezTo>
                    <a:pt x="12593" y="20255"/>
                    <a:pt x="13049" y="20949"/>
                    <a:pt x="13694" y="21098"/>
                  </a:cubicBezTo>
                  <a:cubicBezTo>
                    <a:pt x="13954" y="21150"/>
                    <a:pt x="14215" y="21175"/>
                    <a:pt x="14475" y="21175"/>
                  </a:cubicBezTo>
                  <a:cubicBezTo>
                    <a:pt x="14661" y="21175"/>
                    <a:pt x="14847" y="21162"/>
                    <a:pt x="15032" y="21138"/>
                  </a:cubicBezTo>
                  <a:lnTo>
                    <a:pt x="15042" y="21138"/>
                  </a:lnTo>
                  <a:cubicBezTo>
                    <a:pt x="15121" y="21128"/>
                    <a:pt x="15191" y="21118"/>
                    <a:pt x="15260" y="21098"/>
                  </a:cubicBezTo>
                  <a:cubicBezTo>
                    <a:pt x="15359" y="21078"/>
                    <a:pt x="15459" y="21038"/>
                    <a:pt x="15548" y="20989"/>
                  </a:cubicBezTo>
                  <a:cubicBezTo>
                    <a:pt x="15736" y="21247"/>
                    <a:pt x="16014" y="21425"/>
                    <a:pt x="16321" y="21504"/>
                  </a:cubicBezTo>
                  <a:cubicBezTo>
                    <a:pt x="16579" y="21559"/>
                    <a:pt x="16842" y="21586"/>
                    <a:pt x="17105" y="21586"/>
                  </a:cubicBezTo>
                  <a:cubicBezTo>
                    <a:pt x="17367" y="21586"/>
                    <a:pt x="17630" y="21559"/>
                    <a:pt x="17888" y="21504"/>
                  </a:cubicBezTo>
                  <a:cubicBezTo>
                    <a:pt x="18562" y="21346"/>
                    <a:pt x="19028" y="20622"/>
                    <a:pt x="18949" y="20116"/>
                  </a:cubicBezTo>
                  <a:cubicBezTo>
                    <a:pt x="18889" y="19680"/>
                    <a:pt x="18820" y="19244"/>
                    <a:pt x="18780" y="18788"/>
                  </a:cubicBezTo>
                  <a:lnTo>
                    <a:pt x="18790" y="18788"/>
                  </a:lnTo>
                  <a:lnTo>
                    <a:pt x="18770" y="18649"/>
                  </a:lnTo>
                  <a:cubicBezTo>
                    <a:pt x="18760" y="18530"/>
                    <a:pt x="18721" y="18411"/>
                    <a:pt x="18681" y="18312"/>
                  </a:cubicBezTo>
                  <a:lnTo>
                    <a:pt x="18701" y="18302"/>
                  </a:lnTo>
                  <a:cubicBezTo>
                    <a:pt x="19048" y="18143"/>
                    <a:pt x="19365" y="17945"/>
                    <a:pt x="19673" y="17727"/>
                  </a:cubicBezTo>
                  <a:cubicBezTo>
                    <a:pt x="20089" y="17875"/>
                    <a:pt x="20506" y="18074"/>
                    <a:pt x="20882" y="18312"/>
                  </a:cubicBezTo>
                  <a:cubicBezTo>
                    <a:pt x="20892" y="18451"/>
                    <a:pt x="21894" y="18520"/>
                    <a:pt x="22032" y="18659"/>
                  </a:cubicBezTo>
                  <a:cubicBezTo>
                    <a:pt x="22111" y="18738"/>
                    <a:pt x="22279" y="19829"/>
                    <a:pt x="22427" y="19829"/>
                  </a:cubicBezTo>
                  <a:cubicBezTo>
                    <a:pt x="22428" y="19829"/>
                    <a:pt x="22428" y="19829"/>
                    <a:pt x="22429" y="19829"/>
                  </a:cubicBezTo>
                  <a:cubicBezTo>
                    <a:pt x="22578" y="19819"/>
                    <a:pt x="22707" y="18728"/>
                    <a:pt x="22776" y="18659"/>
                  </a:cubicBezTo>
                  <a:cubicBezTo>
                    <a:pt x="22915" y="18520"/>
                    <a:pt x="23936" y="18411"/>
                    <a:pt x="23926" y="18272"/>
                  </a:cubicBezTo>
                  <a:cubicBezTo>
                    <a:pt x="23916" y="18133"/>
                    <a:pt x="22905" y="18064"/>
                    <a:pt x="22766" y="17925"/>
                  </a:cubicBezTo>
                  <a:cubicBezTo>
                    <a:pt x="22687" y="17846"/>
                    <a:pt x="22520" y="16755"/>
                    <a:pt x="22372" y="16755"/>
                  </a:cubicBezTo>
                  <a:cubicBezTo>
                    <a:pt x="22371" y="16755"/>
                    <a:pt x="22370" y="16755"/>
                    <a:pt x="22370" y="16755"/>
                  </a:cubicBezTo>
                  <a:cubicBezTo>
                    <a:pt x="21824" y="16695"/>
                    <a:pt x="21457" y="16458"/>
                    <a:pt x="21229" y="16160"/>
                  </a:cubicBezTo>
                  <a:cubicBezTo>
                    <a:pt x="21408" y="15932"/>
                    <a:pt x="21576" y="15684"/>
                    <a:pt x="21725" y="15436"/>
                  </a:cubicBezTo>
                  <a:cubicBezTo>
                    <a:pt x="23341" y="12759"/>
                    <a:pt x="22350" y="9656"/>
                    <a:pt x="20446" y="7355"/>
                  </a:cubicBezTo>
                  <a:lnTo>
                    <a:pt x="22816" y="5114"/>
                  </a:lnTo>
                  <a:cubicBezTo>
                    <a:pt x="22915" y="5025"/>
                    <a:pt x="22915" y="4876"/>
                    <a:pt x="22826" y="4787"/>
                  </a:cubicBezTo>
                  <a:lnTo>
                    <a:pt x="20545" y="2368"/>
                  </a:lnTo>
                  <a:lnTo>
                    <a:pt x="20694" y="2090"/>
                  </a:lnTo>
                  <a:cubicBezTo>
                    <a:pt x="20753" y="1981"/>
                    <a:pt x="20714" y="1842"/>
                    <a:pt x="20595" y="1783"/>
                  </a:cubicBezTo>
                  <a:lnTo>
                    <a:pt x="17303" y="28"/>
                  </a:lnTo>
                  <a:cubicBezTo>
                    <a:pt x="17266" y="9"/>
                    <a:pt x="17227" y="0"/>
                    <a:pt x="17190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47" name="Google Shape;3147;p50"/>
            <p:cNvGrpSpPr/>
            <p:nvPr/>
          </p:nvGrpSpPr>
          <p:grpSpPr>
            <a:xfrm>
              <a:off x="6891131" y="1634957"/>
              <a:ext cx="1475535" cy="1371552"/>
              <a:chOff x="6891131" y="2511539"/>
              <a:chExt cx="1475535" cy="1371552"/>
            </a:xfrm>
          </p:grpSpPr>
          <p:sp>
            <p:nvSpPr>
              <p:cNvPr id="3148" name="Google Shape;3148;p50"/>
              <p:cNvSpPr/>
              <p:nvPr/>
            </p:nvSpPr>
            <p:spPr>
              <a:xfrm>
                <a:off x="7148994" y="2663974"/>
                <a:ext cx="222042" cy="266716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4327" extrusionOk="0">
                    <a:moveTo>
                      <a:pt x="1016" y="0"/>
                    </a:moveTo>
                    <a:cubicBezTo>
                      <a:pt x="974" y="0"/>
                      <a:pt x="932" y="5"/>
                      <a:pt x="893" y="14"/>
                    </a:cubicBezTo>
                    <a:cubicBezTo>
                      <a:pt x="1" y="232"/>
                      <a:pt x="417" y="2235"/>
                      <a:pt x="595" y="2741"/>
                    </a:cubicBezTo>
                    <a:cubicBezTo>
                      <a:pt x="764" y="3226"/>
                      <a:pt x="1180" y="4188"/>
                      <a:pt x="1845" y="4327"/>
                    </a:cubicBezTo>
                    <a:lnTo>
                      <a:pt x="3144" y="3950"/>
                    </a:lnTo>
                    <a:cubicBezTo>
                      <a:pt x="3620" y="2919"/>
                      <a:pt x="3084" y="1561"/>
                      <a:pt x="2301" y="757"/>
                    </a:cubicBezTo>
                    <a:cubicBezTo>
                      <a:pt x="2056" y="503"/>
                      <a:pt x="1470" y="0"/>
                      <a:pt x="10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50"/>
              <p:cNvSpPr/>
              <p:nvPr/>
            </p:nvSpPr>
            <p:spPr>
              <a:xfrm>
                <a:off x="7181257" y="2729559"/>
                <a:ext cx="186159" cy="200577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254" extrusionOk="0">
                    <a:moveTo>
                      <a:pt x="2043" y="1"/>
                    </a:moveTo>
                    <a:cubicBezTo>
                      <a:pt x="1220" y="318"/>
                      <a:pt x="476" y="784"/>
                      <a:pt x="0" y="1458"/>
                    </a:cubicBezTo>
                    <a:cubicBezTo>
                      <a:pt x="20" y="1538"/>
                      <a:pt x="50" y="1617"/>
                      <a:pt x="69" y="1667"/>
                    </a:cubicBezTo>
                    <a:cubicBezTo>
                      <a:pt x="238" y="2162"/>
                      <a:pt x="654" y="3114"/>
                      <a:pt x="1319" y="3253"/>
                    </a:cubicBezTo>
                    <a:lnTo>
                      <a:pt x="2618" y="2886"/>
                    </a:lnTo>
                    <a:cubicBezTo>
                      <a:pt x="3034" y="1974"/>
                      <a:pt x="2667" y="824"/>
                      <a:pt x="20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50"/>
              <p:cNvSpPr/>
              <p:nvPr/>
            </p:nvSpPr>
            <p:spPr>
              <a:xfrm>
                <a:off x="7203094" y="3573596"/>
                <a:ext cx="235475" cy="241197"/>
              </a:xfrm>
              <a:custGeom>
                <a:avLst/>
                <a:gdLst/>
                <a:ahLst/>
                <a:cxnLst/>
                <a:rect l="l" t="t" r="r" b="b"/>
                <a:pathLst>
                  <a:path w="3839" h="3913" extrusionOk="0">
                    <a:moveTo>
                      <a:pt x="1290" y="1"/>
                    </a:moveTo>
                    <a:cubicBezTo>
                      <a:pt x="755" y="11"/>
                      <a:pt x="318" y="487"/>
                      <a:pt x="259" y="1042"/>
                    </a:cubicBezTo>
                    <a:cubicBezTo>
                      <a:pt x="209" y="1518"/>
                      <a:pt x="140" y="1984"/>
                      <a:pt x="80" y="2440"/>
                    </a:cubicBezTo>
                    <a:cubicBezTo>
                      <a:pt x="1" y="2956"/>
                      <a:pt x="467" y="3680"/>
                      <a:pt x="1131" y="3838"/>
                    </a:cubicBezTo>
                    <a:cubicBezTo>
                      <a:pt x="1394" y="3888"/>
                      <a:pt x="1657" y="3913"/>
                      <a:pt x="1920" y="3913"/>
                    </a:cubicBezTo>
                    <a:cubicBezTo>
                      <a:pt x="2182" y="3913"/>
                      <a:pt x="2445" y="3888"/>
                      <a:pt x="2708" y="3838"/>
                    </a:cubicBezTo>
                    <a:cubicBezTo>
                      <a:pt x="3372" y="3680"/>
                      <a:pt x="3838" y="2956"/>
                      <a:pt x="3759" y="2440"/>
                    </a:cubicBezTo>
                    <a:cubicBezTo>
                      <a:pt x="3699" y="1984"/>
                      <a:pt x="3630" y="1518"/>
                      <a:pt x="3580" y="1042"/>
                    </a:cubicBezTo>
                    <a:cubicBezTo>
                      <a:pt x="3521" y="487"/>
                      <a:pt x="3085" y="1"/>
                      <a:pt x="25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50"/>
              <p:cNvSpPr/>
              <p:nvPr/>
            </p:nvSpPr>
            <p:spPr>
              <a:xfrm>
                <a:off x="7217140" y="3573596"/>
                <a:ext cx="217748" cy="176105"/>
              </a:xfrm>
              <a:custGeom>
                <a:avLst/>
                <a:gdLst/>
                <a:ahLst/>
                <a:cxnLst/>
                <a:rect l="l" t="t" r="r" b="b"/>
                <a:pathLst>
                  <a:path w="3550" h="2857" extrusionOk="0">
                    <a:moveTo>
                      <a:pt x="1061" y="1"/>
                    </a:moveTo>
                    <a:cubicBezTo>
                      <a:pt x="516" y="1"/>
                      <a:pt x="89" y="467"/>
                      <a:pt x="30" y="992"/>
                    </a:cubicBezTo>
                    <a:cubicBezTo>
                      <a:pt x="30" y="1062"/>
                      <a:pt x="10" y="1131"/>
                      <a:pt x="0" y="1191"/>
                    </a:cubicBezTo>
                    <a:cubicBezTo>
                      <a:pt x="1031" y="1954"/>
                      <a:pt x="2201" y="2519"/>
                      <a:pt x="3431" y="2857"/>
                    </a:cubicBezTo>
                    <a:cubicBezTo>
                      <a:pt x="3520" y="2688"/>
                      <a:pt x="3550" y="2500"/>
                      <a:pt x="3530" y="2321"/>
                    </a:cubicBezTo>
                    <a:cubicBezTo>
                      <a:pt x="3470" y="1885"/>
                      <a:pt x="3401" y="1449"/>
                      <a:pt x="3351" y="992"/>
                    </a:cubicBezTo>
                    <a:cubicBezTo>
                      <a:pt x="3292" y="467"/>
                      <a:pt x="2856" y="1"/>
                      <a:pt x="23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50"/>
              <p:cNvSpPr/>
              <p:nvPr/>
            </p:nvSpPr>
            <p:spPr>
              <a:xfrm>
                <a:off x="7380114" y="3651879"/>
                <a:ext cx="58455" cy="154038"/>
              </a:xfrm>
              <a:custGeom>
                <a:avLst/>
                <a:gdLst/>
                <a:ahLst/>
                <a:cxnLst/>
                <a:rect l="l" t="t" r="r" b="b"/>
                <a:pathLst>
                  <a:path w="953" h="2499" extrusionOk="0">
                    <a:moveTo>
                      <a:pt x="724" y="0"/>
                    </a:moveTo>
                    <a:cubicBezTo>
                      <a:pt x="427" y="198"/>
                      <a:pt x="228" y="526"/>
                      <a:pt x="189" y="883"/>
                    </a:cubicBezTo>
                    <a:cubicBezTo>
                      <a:pt x="149" y="1358"/>
                      <a:pt x="80" y="1825"/>
                      <a:pt x="10" y="2281"/>
                    </a:cubicBezTo>
                    <a:cubicBezTo>
                      <a:pt x="0" y="2350"/>
                      <a:pt x="0" y="2429"/>
                      <a:pt x="10" y="2499"/>
                    </a:cubicBezTo>
                    <a:cubicBezTo>
                      <a:pt x="575" y="2261"/>
                      <a:pt x="952" y="1636"/>
                      <a:pt x="873" y="1170"/>
                    </a:cubicBezTo>
                    <a:cubicBezTo>
                      <a:pt x="823" y="783"/>
                      <a:pt x="764" y="397"/>
                      <a:pt x="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50"/>
              <p:cNvSpPr/>
              <p:nvPr/>
            </p:nvSpPr>
            <p:spPr>
              <a:xfrm>
                <a:off x="8171367" y="3544255"/>
                <a:ext cx="187386" cy="190159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5" extrusionOk="0">
                    <a:moveTo>
                      <a:pt x="1499" y="1"/>
                    </a:moveTo>
                    <a:cubicBezTo>
                      <a:pt x="1499" y="1"/>
                      <a:pt x="1498" y="1"/>
                      <a:pt x="1497" y="1"/>
                    </a:cubicBezTo>
                    <a:cubicBezTo>
                      <a:pt x="1359" y="11"/>
                      <a:pt x="1220" y="1102"/>
                      <a:pt x="1150" y="1171"/>
                    </a:cubicBezTo>
                    <a:cubicBezTo>
                      <a:pt x="1012" y="1320"/>
                      <a:pt x="0" y="1419"/>
                      <a:pt x="10" y="1568"/>
                    </a:cubicBezTo>
                    <a:cubicBezTo>
                      <a:pt x="10" y="1706"/>
                      <a:pt x="1012" y="1766"/>
                      <a:pt x="1150" y="1905"/>
                    </a:cubicBezTo>
                    <a:cubicBezTo>
                      <a:pt x="1230" y="1984"/>
                      <a:pt x="1398" y="3085"/>
                      <a:pt x="1547" y="3085"/>
                    </a:cubicBezTo>
                    <a:cubicBezTo>
                      <a:pt x="1696" y="3075"/>
                      <a:pt x="1825" y="1984"/>
                      <a:pt x="1894" y="1905"/>
                    </a:cubicBezTo>
                    <a:cubicBezTo>
                      <a:pt x="2033" y="1766"/>
                      <a:pt x="3054" y="1657"/>
                      <a:pt x="3044" y="1518"/>
                    </a:cubicBezTo>
                    <a:cubicBezTo>
                      <a:pt x="3044" y="1379"/>
                      <a:pt x="2033" y="1310"/>
                      <a:pt x="1894" y="1171"/>
                    </a:cubicBezTo>
                    <a:cubicBezTo>
                      <a:pt x="1815" y="1092"/>
                      <a:pt x="1648" y="1"/>
                      <a:pt x="149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50"/>
              <p:cNvSpPr/>
              <p:nvPr/>
            </p:nvSpPr>
            <p:spPr>
              <a:xfrm>
                <a:off x="6894198" y="2770550"/>
                <a:ext cx="187938" cy="189481"/>
              </a:xfrm>
              <a:custGeom>
                <a:avLst/>
                <a:gdLst/>
                <a:ahLst/>
                <a:cxnLst/>
                <a:rect l="l" t="t" r="r" b="b"/>
                <a:pathLst>
                  <a:path w="3064" h="3074" extrusionOk="0">
                    <a:moveTo>
                      <a:pt x="1509" y="0"/>
                    </a:moveTo>
                    <a:cubicBezTo>
                      <a:pt x="1508" y="0"/>
                      <a:pt x="1508" y="0"/>
                      <a:pt x="1507" y="0"/>
                    </a:cubicBezTo>
                    <a:cubicBezTo>
                      <a:pt x="1358" y="10"/>
                      <a:pt x="1230" y="1101"/>
                      <a:pt x="1160" y="1170"/>
                    </a:cubicBezTo>
                    <a:cubicBezTo>
                      <a:pt x="1021" y="1319"/>
                      <a:pt x="0" y="1418"/>
                      <a:pt x="10" y="1557"/>
                    </a:cubicBezTo>
                    <a:cubicBezTo>
                      <a:pt x="20" y="1706"/>
                      <a:pt x="1021" y="1765"/>
                      <a:pt x="1160" y="1904"/>
                    </a:cubicBezTo>
                    <a:cubicBezTo>
                      <a:pt x="1239" y="1983"/>
                      <a:pt x="1406" y="3074"/>
                      <a:pt x="1555" y="3074"/>
                    </a:cubicBezTo>
                    <a:cubicBezTo>
                      <a:pt x="1555" y="3074"/>
                      <a:pt x="1556" y="3074"/>
                      <a:pt x="1557" y="3074"/>
                    </a:cubicBezTo>
                    <a:cubicBezTo>
                      <a:pt x="1696" y="3074"/>
                      <a:pt x="1834" y="1983"/>
                      <a:pt x="1904" y="1904"/>
                    </a:cubicBezTo>
                    <a:cubicBezTo>
                      <a:pt x="2033" y="1765"/>
                      <a:pt x="3064" y="1656"/>
                      <a:pt x="3054" y="1517"/>
                    </a:cubicBezTo>
                    <a:cubicBezTo>
                      <a:pt x="3044" y="1378"/>
                      <a:pt x="2033" y="1309"/>
                      <a:pt x="1904" y="1170"/>
                    </a:cubicBezTo>
                    <a:cubicBezTo>
                      <a:pt x="1815" y="1091"/>
                      <a:pt x="1657" y="0"/>
                      <a:pt x="15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50"/>
              <p:cNvSpPr/>
              <p:nvPr/>
            </p:nvSpPr>
            <p:spPr>
              <a:xfrm>
                <a:off x="7660487" y="3576061"/>
                <a:ext cx="236027" cy="241197"/>
              </a:xfrm>
              <a:custGeom>
                <a:avLst/>
                <a:gdLst/>
                <a:ahLst/>
                <a:cxnLst/>
                <a:rect l="l" t="t" r="r" b="b"/>
                <a:pathLst>
                  <a:path w="3848" h="3913" extrusionOk="0">
                    <a:moveTo>
                      <a:pt x="1289" y="1"/>
                    </a:moveTo>
                    <a:cubicBezTo>
                      <a:pt x="754" y="10"/>
                      <a:pt x="318" y="486"/>
                      <a:pt x="258" y="1042"/>
                    </a:cubicBezTo>
                    <a:cubicBezTo>
                      <a:pt x="218" y="1518"/>
                      <a:pt x="149" y="1984"/>
                      <a:pt x="80" y="2440"/>
                    </a:cubicBezTo>
                    <a:cubicBezTo>
                      <a:pt x="0" y="2945"/>
                      <a:pt x="476" y="3679"/>
                      <a:pt x="1141" y="3838"/>
                    </a:cubicBezTo>
                    <a:cubicBezTo>
                      <a:pt x="1398" y="3887"/>
                      <a:pt x="1661" y="3912"/>
                      <a:pt x="1924" y="3912"/>
                    </a:cubicBezTo>
                    <a:cubicBezTo>
                      <a:pt x="2187" y="3912"/>
                      <a:pt x="2449" y="3887"/>
                      <a:pt x="2707" y="3838"/>
                    </a:cubicBezTo>
                    <a:cubicBezTo>
                      <a:pt x="3381" y="3679"/>
                      <a:pt x="3847" y="2945"/>
                      <a:pt x="3768" y="2440"/>
                    </a:cubicBezTo>
                    <a:cubicBezTo>
                      <a:pt x="3699" y="1984"/>
                      <a:pt x="3639" y="1518"/>
                      <a:pt x="3590" y="1042"/>
                    </a:cubicBezTo>
                    <a:cubicBezTo>
                      <a:pt x="3530" y="486"/>
                      <a:pt x="3094" y="10"/>
                      <a:pt x="25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Google Shape;3156;p50"/>
              <p:cNvSpPr/>
              <p:nvPr/>
            </p:nvSpPr>
            <p:spPr>
              <a:xfrm>
                <a:off x="7790032" y="3607251"/>
                <a:ext cx="106482" cy="207850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3372" extrusionOk="0">
                    <a:moveTo>
                      <a:pt x="1260" y="0"/>
                    </a:moveTo>
                    <a:cubicBezTo>
                      <a:pt x="724" y="10"/>
                      <a:pt x="288" y="496"/>
                      <a:pt x="228" y="1051"/>
                    </a:cubicBezTo>
                    <a:cubicBezTo>
                      <a:pt x="179" y="1527"/>
                      <a:pt x="109" y="1993"/>
                      <a:pt x="50" y="2439"/>
                    </a:cubicBezTo>
                    <a:cubicBezTo>
                      <a:pt x="0" y="2727"/>
                      <a:pt x="129" y="3084"/>
                      <a:pt x="367" y="3371"/>
                    </a:cubicBezTo>
                    <a:cubicBezTo>
                      <a:pt x="446" y="3362"/>
                      <a:pt x="526" y="3342"/>
                      <a:pt x="595" y="3332"/>
                    </a:cubicBezTo>
                    <a:cubicBezTo>
                      <a:pt x="1269" y="3173"/>
                      <a:pt x="1735" y="2439"/>
                      <a:pt x="1656" y="1934"/>
                    </a:cubicBezTo>
                    <a:cubicBezTo>
                      <a:pt x="1587" y="1478"/>
                      <a:pt x="1527" y="1012"/>
                      <a:pt x="1478" y="536"/>
                    </a:cubicBezTo>
                    <a:cubicBezTo>
                      <a:pt x="1458" y="347"/>
                      <a:pt x="1388" y="169"/>
                      <a:pt x="12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Google Shape;3157;p50"/>
              <p:cNvSpPr/>
              <p:nvPr/>
            </p:nvSpPr>
            <p:spPr>
              <a:xfrm>
                <a:off x="7399558" y="3642078"/>
                <a:ext cx="236027" cy="241012"/>
              </a:xfrm>
              <a:custGeom>
                <a:avLst/>
                <a:gdLst/>
                <a:ahLst/>
                <a:cxnLst/>
                <a:rect l="l" t="t" r="r" b="b"/>
                <a:pathLst>
                  <a:path w="3848" h="3910" extrusionOk="0">
                    <a:moveTo>
                      <a:pt x="1290" y="0"/>
                    </a:moveTo>
                    <a:cubicBezTo>
                      <a:pt x="754" y="0"/>
                      <a:pt x="318" y="486"/>
                      <a:pt x="258" y="1042"/>
                    </a:cubicBezTo>
                    <a:cubicBezTo>
                      <a:pt x="209" y="1517"/>
                      <a:pt x="149" y="1984"/>
                      <a:pt x="80" y="2440"/>
                    </a:cubicBezTo>
                    <a:cubicBezTo>
                      <a:pt x="1" y="2945"/>
                      <a:pt x="467" y="3679"/>
                      <a:pt x="1141" y="3828"/>
                    </a:cubicBezTo>
                    <a:cubicBezTo>
                      <a:pt x="1399" y="3882"/>
                      <a:pt x="1661" y="3910"/>
                      <a:pt x="1924" y="3910"/>
                    </a:cubicBezTo>
                    <a:cubicBezTo>
                      <a:pt x="2187" y="3910"/>
                      <a:pt x="2450" y="3882"/>
                      <a:pt x="2708" y="3828"/>
                    </a:cubicBezTo>
                    <a:cubicBezTo>
                      <a:pt x="3372" y="3679"/>
                      <a:pt x="3848" y="2945"/>
                      <a:pt x="3768" y="2440"/>
                    </a:cubicBezTo>
                    <a:cubicBezTo>
                      <a:pt x="3699" y="1984"/>
                      <a:pt x="3630" y="1517"/>
                      <a:pt x="3590" y="1042"/>
                    </a:cubicBezTo>
                    <a:cubicBezTo>
                      <a:pt x="3531" y="486"/>
                      <a:pt x="3094" y="0"/>
                      <a:pt x="25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Google Shape;3158;p50"/>
              <p:cNvSpPr/>
              <p:nvPr/>
            </p:nvSpPr>
            <p:spPr>
              <a:xfrm>
                <a:off x="7821621" y="3601149"/>
                <a:ext cx="236088" cy="241136"/>
              </a:xfrm>
              <a:custGeom>
                <a:avLst/>
                <a:gdLst/>
                <a:ahLst/>
                <a:cxnLst/>
                <a:rect l="l" t="t" r="r" b="b"/>
                <a:pathLst>
                  <a:path w="3849" h="3912" extrusionOk="0">
                    <a:moveTo>
                      <a:pt x="1290" y="0"/>
                    </a:moveTo>
                    <a:cubicBezTo>
                      <a:pt x="764" y="10"/>
                      <a:pt x="328" y="486"/>
                      <a:pt x="269" y="1051"/>
                    </a:cubicBezTo>
                    <a:cubicBezTo>
                      <a:pt x="219" y="1527"/>
                      <a:pt x="150" y="1983"/>
                      <a:pt x="80" y="2439"/>
                    </a:cubicBezTo>
                    <a:cubicBezTo>
                      <a:pt x="1" y="2955"/>
                      <a:pt x="477" y="3679"/>
                      <a:pt x="1141" y="3837"/>
                    </a:cubicBezTo>
                    <a:cubicBezTo>
                      <a:pt x="1399" y="3887"/>
                      <a:pt x="1662" y="3912"/>
                      <a:pt x="1924" y="3912"/>
                    </a:cubicBezTo>
                    <a:cubicBezTo>
                      <a:pt x="2187" y="3912"/>
                      <a:pt x="2450" y="3887"/>
                      <a:pt x="2708" y="3837"/>
                    </a:cubicBezTo>
                    <a:cubicBezTo>
                      <a:pt x="3382" y="3679"/>
                      <a:pt x="3848" y="2955"/>
                      <a:pt x="3769" y="2439"/>
                    </a:cubicBezTo>
                    <a:cubicBezTo>
                      <a:pt x="3699" y="1983"/>
                      <a:pt x="3640" y="1527"/>
                      <a:pt x="3590" y="1051"/>
                    </a:cubicBezTo>
                    <a:cubicBezTo>
                      <a:pt x="3531" y="486"/>
                      <a:pt x="3094" y="10"/>
                      <a:pt x="25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Google Shape;3159;p50"/>
              <p:cNvSpPr/>
              <p:nvPr/>
            </p:nvSpPr>
            <p:spPr>
              <a:xfrm>
                <a:off x="7664106" y="3576061"/>
                <a:ext cx="228176" cy="176105"/>
              </a:xfrm>
              <a:custGeom>
                <a:avLst/>
                <a:gdLst/>
                <a:ahLst/>
                <a:cxnLst/>
                <a:rect l="l" t="t" r="r" b="b"/>
                <a:pathLst>
                  <a:path w="3720" h="2857" extrusionOk="0">
                    <a:moveTo>
                      <a:pt x="1240" y="1"/>
                    </a:moveTo>
                    <a:cubicBezTo>
                      <a:pt x="695" y="1"/>
                      <a:pt x="269" y="457"/>
                      <a:pt x="199" y="992"/>
                    </a:cubicBezTo>
                    <a:cubicBezTo>
                      <a:pt x="159" y="1438"/>
                      <a:pt x="90" y="1884"/>
                      <a:pt x="31" y="2311"/>
                    </a:cubicBezTo>
                    <a:cubicBezTo>
                      <a:pt x="1" y="2499"/>
                      <a:pt x="40" y="2688"/>
                      <a:pt x="130" y="2856"/>
                    </a:cubicBezTo>
                    <a:cubicBezTo>
                      <a:pt x="546" y="2846"/>
                      <a:pt x="973" y="2817"/>
                      <a:pt x="1379" y="2777"/>
                    </a:cubicBezTo>
                    <a:cubicBezTo>
                      <a:pt x="2172" y="2717"/>
                      <a:pt x="2956" y="2588"/>
                      <a:pt x="3719" y="2380"/>
                    </a:cubicBezTo>
                    <a:cubicBezTo>
                      <a:pt x="3709" y="2360"/>
                      <a:pt x="3709" y="2341"/>
                      <a:pt x="3709" y="2311"/>
                    </a:cubicBezTo>
                    <a:cubicBezTo>
                      <a:pt x="3640" y="1884"/>
                      <a:pt x="3580" y="1448"/>
                      <a:pt x="3531" y="992"/>
                    </a:cubicBezTo>
                    <a:cubicBezTo>
                      <a:pt x="3471" y="457"/>
                      <a:pt x="3035" y="1"/>
                      <a:pt x="24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Google Shape;3160;p50"/>
              <p:cNvSpPr/>
              <p:nvPr/>
            </p:nvSpPr>
            <p:spPr>
              <a:xfrm>
                <a:off x="7827755" y="3599916"/>
                <a:ext cx="215356" cy="13758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232" extrusionOk="0">
                    <a:moveTo>
                      <a:pt x="1190" y="0"/>
                    </a:moveTo>
                    <a:cubicBezTo>
                      <a:pt x="654" y="0"/>
                      <a:pt x="228" y="456"/>
                      <a:pt x="169" y="992"/>
                    </a:cubicBezTo>
                    <a:cubicBezTo>
                      <a:pt x="119" y="1408"/>
                      <a:pt x="60" y="1825"/>
                      <a:pt x="0" y="2231"/>
                    </a:cubicBezTo>
                    <a:cubicBezTo>
                      <a:pt x="1180" y="2003"/>
                      <a:pt x="2320" y="1656"/>
                      <a:pt x="3421" y="1170"/>
                    </a:cubicBezTo>
                    <a:lnTo>
                      <a:pt x="3510" y="1131"/>
                    </a:lnTo>
                    <a:cubicBezTo>
                      <a:pt x="3510" y="1091"/>
                      <a:pt x="3500" y="1041"/>
                      <a:pt x="3490" y="992"/>
                    </a:cubicBezTo>
                    <a:cubicBezTo>
                      <a:pt x="3431" y="456"/>
                      <a:pt x="2994" y="10"/>
                      <a:pt x="2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Google Shape;3161;p50"/>
              <p:cNvSpPr/>
              <p:nvPr/>
            </p:nvSpPr>
            <p:spPr>
              <a:xfrm>
                <a:off x="7411702" y="3638379"/>
                <a:ext cx="214191" cy="114404"/>
              </a:xfrm>
              <a:custGeom>
                <a:avLst/>
                <a:gdLst/>
                <a:ahLst/>
                <a:cxnLst/>
                <a:rect l="l" t="t" r="r" b="b"/>
                <a:pathLst>
                  <a:path w="3492" h="1856" extrusionOk="0">
                    <a:moveTo>
                      <a:pt x="1092" y="1"/>
                    </a:moveTo>
                    <a:cubicBezTo>
                      <a:pt x="546" y="1"/>
                      <a:pt x="120" y="457"/>
                      <a:pt x="60" y="992"/>
                    </a:cubicBezTo>
                    <a:cubicBezTo>
                      <a:pt x="41" y="1151"/>
                      <a:pt x="21" y="1310"/>
                      <a:pt x="1" y="1458"/>
                    </a:cubicBezTo>
                    <a:cubicBezTo>
                      <a:pt x="1151" y="1726"/>
                      <a:pt x="2321" y="1855"/>
                      <a:pt x="3491" y="1855"/>
                    </a:cubicBezTo>
                    <a:cubicBezTo>
                      <a:pt x="3451" y="1577"/>
                      <a:pt x="3412" y="1290"/>
                      <a:pt x="3382" y="992"/>
                    </a:cubicBezTo>
                    <a:cubicBezTo>
                      <a:pt x="3323" y="457"/>
                      <a:pt x="2886" y="1"/>
                      <a:pt x="23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Google Shape;3162;p50"/>
              <p:cNvSpPr/>
              <p:nvPr/>
            </p:nvSpPr>
            <p:spPr>
              <a:xfrm>
                <a:off x="6988412" y="2716985"/>
                <a:ext cx="1378254" cy="1003499"/>
              </a:xfrm>
              <a:custGeom>
                <a:avLst/>
                <a:gdLst/>
                <a:ahLst/>
                <a:cxnLst/>
                <a:rect l="l" t="t" r="r" b="b"/>
                <a:pathLst>
                  <a:path w="22470" h="16280" extrusionOk="0">
                    <a:moveTo>
                      <a:pt x="9661" y="0"/>
                    </a:moveTo>
                    <a:cubicBezTo>
                      <a:pt x="9302" y="0"/>
                      <a:pt x="8943" y="12"/>
                      <a:pt x="8588" y="36"/>
                    </a:cubicBezTo>
                    <a:cubicBezTo>
                      <a:pt x="6733" y="165"/>
                      <a:pt x="3858" y="820"/>
                      <a:pt x="3253" y="2961"/>
                    </a:cubicBezTo>
                    <a:cubicBezTo>
                      <a:pt x="3035" y="3586"/>
                      <a:pt x="3303" y="4181"/>
                      <a:pt x="2718" y="4706"/>
                    </a:cubicBezTo>
                    <a:cubicBezTo>
                      <a:pt x="2331" y="5047"/>
                      <a:pt x="1250" y="5397"/>
                      <a:pt x="678" y="5397"/>
                    </a:cubicBezTo>
                    <a:cubicBezTo>
                      <a:pt x="634" y="5397"/>
                      <a:pt x="593" y="5395"/>
                      <a:pt x="556" y="5391"/>
                    </a:cubicBezTo>
                    <a:lnTo>
                      <a:pt x="1" y="10140"/>
                    </a:lnTo>
                    <a:cubicBezTo>
                      <a:pt x="60" y="11201"/>
                      <a:pt x="1211" y="12500"/>
                      <a:pt x="1944" y="13244"/>
                    </a:cubicBezTo>
                    <a:cubicBezTo>
                      <a:pt x="4152" y="15501"/>
                      <a:pt x="7434" y="16279"/>
                      <a:pt x="10534" y="16279"/>
                    </a:cubicBezTo>
                    <a:cubicBezTo>
                      <a:pt x="11165" y="16279"/>
                      <a:pt x="11789" y="16247"/>
                      <a:pt x="12395" y="16188"/>
                    </a:cubicBezTo>
                    <a:cubicBezTo>
                      <a:pt x="13991" y="16079"/>
                      <a:pt x="15618" y="15603"/>
                      <a:pt x="17105" y="14969"/>
                    </a:cubicBezTo>
                    <a:cubicBezTo>
                      <a:pt x="18364" y="14384"/>
                      <a:pt x="19425" y="13273"/>
                      <a:pt x="20139" y="12103"/>
                    </a:cubicBezTo>
                    <a:cubicBezTo>
                      <a:pt x="22469" y="8236"/>
                      <a:pt x="19375" y="3487"/>
                      <a:pt x="15935" y="1524"/>
                    </a:cubicBezTo>
                    <a:cubicBezTo>
                      <a:pt x="14046" y="452"/>
                      <a:pt x="11836" y="0"/>
                      <a:pt x="96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Google Shape;3163;p50"/>
              <p:cNvSpPr/>
              <p:nvPr/>
            </p:nvSpPr>
            <p:spPr>
              <a:xfrm>
                <a:off x="7454332" y="2576199"/>
                <a:ext cx="186773" cy="270785"/>
              </a:xfrm>
              <a:custGeom>
                <a:avLst/>
                <a:gdLst/>
                <a:ahLst/>
                <a:cxnLst/>
                <a:rect l="l" t="t" r="r" b="b"/>
                <a:pathLst>
                  <a:path w="3045" h="4393" extrusionOk="0">
                    <a:moveTo>
                      <a:pt x="1780" y="1"/>
                    </a:moveTo>
                    <a:cubicBezTo>
                      <a:pt x="931" y="1"/>
                      <a:pt x="313" y="1834"/>
                      <a:pt x="218" y="2320"/>
                    </a:cubicBezTo>
                    <a:cubicBezTo>
                      <a:pt x="119" y="2826"/>
                      <a:pt x="0" y="3847"/>
                      <a:pt x="516" y="4224"/>
                    </a:cubicBezTo>
                    <a:lnTo>
                      <a:pt x="1874" y="4393"/>
                    </a:lnTo>
                    <a:cubicBezTo>
                      <a:pt x="2836" y="3669"/>
                      <a:pt x="3044" y="2241"/>
                      <a:pt x="2756" y="1220"/>
                    </a:cubicBezTo>
                    <a:cubicBezTo>
                      <a:pt x="2667" y="883"/>
                      <a:pt x="2360" y="89"/>
                      <a:pt x="1884" y="10"/>
                    </a:cubicBezTo>
                    <a:cubicBezTo>
                      <a:pt x="1849" y="4"/>
                      <a:pt x="1815" y="1"/>
                      <a:pt x="17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Google Shape;3164;p50"/>
              <p:cNvSpPr/>
              <p:nvPr/>
            </p:nvSpPr>
            <p:spPr>
              <a:xfrm>
                <a:off x="7493220" y="2630565"/>
                <a:ext cx="104703" cy="191392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3105" extrusionOk="0">
                    <a:moveTo>
                      <a:pt x="1151" y="1"/>
                    </a:moveTo>
                    <a:cubicBezTo>
                      <a:pt x="665" y="1"/>
                      <a:pt x="239" y="1448"/>
                      <a:pt x="169" y="1815"/>
                    </a:cubicBezTo>
                    <a:cubicBezTo>
                      <a:pt x="100" y="2182"/>
                      <a:pt x="1" y="2906"/>
                      <a:pt x="268" y="3104"/>
                    </a:cubicBezTo>
                    <a:lnTo>
                      <a:pt x="992" y="3045"/>
                    </a:lnTo>
                    <a:cubicBezTo>
                      <a:pt x="1537" y="2420"/>
                      <a:pt x="1706" y="1409"/>
                      <a:pt x="1577" y="734"/>
                    </a:cubicBezTo>
                    <a:cubicBezTo>
                      <a:pt x="1537" y="506"/>
                      <a:pt x="1399" y="1"/>
                      <a:pt x="1151" y="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Google Shape;3165;p50"/>
              <p:cNvSpPr/>
              <p:nvPr/>
            </p:nvSpPr>
            <p:spPr>
              <a:xfrm>
                <a:off x="7669013" y="2803281"/>
                <a:ext cx="478678" cy="288783"/>
              </a:xfrm>
              <a:custGeom>
                <a:avLst/>
                <a:gdLst/>
                <a:ahLst/>
                <a:cxnLst/>
                <a:rect l="l" t="t" r="r" b="b"/>
                <a:pathLst>
                  <a:path w="7804" h="4685" extrusionOk="0">
                    <a:moveTo>
                      <a:pt x="887" y="0"/>
                    </a:moveTo>
                    <a:cubicBezTo>
                      <a:pt x="639" y="0"/>
                      <a:pt x="401" y="127"/>
                      <a:pt x="268" y="352"/>
                    </a:cubicBezTo>
                    <a:lnTo>
                      <a:pt x="139" y="609"/>
                    </a:lnTo>
                    <a:cubicBezTo>
                      <a:pt x="0" y="847"/>
                      <a:pt x="149" y="1155"/>
                      <a:pt x="417" y="1194"/>
                    </a:cubicBezTo>
                    <a:cubicBezTo>
                      <a:pt x="2806" y="1799"/>
                      <a:pt x="5027" y="2949"/>
                      <a:pt x="6901" y="4566"/>
                    </a:cubicBezTo>
                    <a:cubicBezTo>
                      <a:pt x="6978" y="4646"/>
                      <a:pt x="7079" y="4684"/>
                      <a:pt x="7180" y="4684"/>
                    </a:cubicBezTo>
                    <a:cubicBezTo>
                      <a:pt x="7328" y="4684"/>
                      <a:pt x="7475" y="4604"/>
                      <a:pt x="7546" y="4457"/>
                    </a:cubicBezTo>
                    <a:cubicBezTo>
                      <a:pt x="7585" y="4367"/>
                      <a:pt x="7635" y="4278"/>
                      <a:pt x="7675" y="4199"/>
                    </a:cubicBezTo>
                    <a:cubicBezTo>
                      <a:pt x="7804" y="3921"/>
                      <a:pt x="7744" y="3584"/>
                      <a:pt x="7516" y="3376"/>
                    </a:cubicBezTo>
                    <a:cubicBezTo>
                      <a:pt x="5642" y="1770"/>
                      <a:pt x="3421" y="619"/>
                      <a:pt x="1031" y="15"/>
                    </a:cubicBezTo>
                    <a:cubicBezTo>
                      <a:pt x="983" y="5"/>
                      <a:pt x="935" y="0"/>
                      <a:pt x="8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Google Shape;3166;p50"/>
              <p:cNvSpPr/>
              <p:nvPr/>
            </p:nvSpPr>
            <p:spPr>
              <a:xfrm>
                <a:off x="6891131" y="3043122"/>
                <a:ext cx="229954" cy="334397"/>
              </a:xfrm>
              <a:custGeom>
                <a:avLst/>
                <a:gdLst/>
                <a:ahLst/>
                <a:cxnLst/>
                <a:rect l="l" t="t" r="r" b="b"/>
                <a:pathLst>
                  <a:path w="3749" h="5425" extrusionOk="0">
                    <a:moveTo>
                      <a:pt x="1874" y="0"/>
                    </a:moveTo>
                    <a:cubicBezTo>
                      <a:pt x="833" y="0"/>
                      <a:pt x="0" y="1210"/>
                      <a:pt x="0" y="2717"/>
                    </a:cubicBezTo>
                    <a:cubicBezTo>
                      <a:pt x="0" y="4214"/>
                      <a:pt x="843" y="5424"/>
                      <a:pt x="1874" y="5424"/>
                    </a:cubicBezTo>
                    <a:cubicBezTo>
                      <a:pt x="2906" y="5424"/>
                      <a:pt x="3748" y="4214"/>
                      <a:pt x="3748" y="2717"/>
                    </a:cubicBezTo>
                    <a:cubicBezTo>
                      <a:pt x="3748" y="1210"/>
                      <a:pt x="2916" y="0"/>
                      <a:pt x="18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Google Shape;3167;p50"/>
              <p:cNvSpPr/>
              <p:nvPr/>
            </p:nvSpPr>
            <p:spPr>
              <a:xfrm>
                <a:off x="6923947" y="3153149"/>
                <a:ext cx="59068" cy="111877"/>
              </a:xfrm>
              <a:custGeom>
                <a:avLst/>
                <a:gdLst/>
                <a:ahLst/>
                <a:cxnLst/>
                <a:rect l="l" t="t" r="r" b="b"/>
                <a:pathLst>
                  <a:path w="963" h="1815" extrusionOk="0">
                    <a:moveTo>
                      <a:pt x="477" y="0"/>
                    </a:moveTo>
                    <a:cubicBezTo>
                      <a:pt x="219" y="0"/>
                      <a:pt x="1" y="407"/>
                      <a:pt x="1" y="902"/>
                    </a:cubicBezTo>
                    <a:cubicBezTo>
                      <a:pt x="1" y="1408"/>
                      <a:pt x="219" y="1815"/>
                      <a:pt x="477" y="1815"/>
                    </a:cubicBezTo>
                    <a:cubicBezTo>
                      <a:pt x="745" y="1815"/>
                      <a:pt x="963" y="1408"/>
                      <a:pt x="963" y="902"/>
                    </a:cubicBezTo>
                    <a:cubicBezTo>
                      <a:pt x="963" y="407"/>
                      <a:pt x="745" y="0"/>
                      <a:pt x="4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Google Shape;3168;p50"/>
              <p:cNvSpPr/>
              <p:nvPr/>
            </p:nvSpPr>
            <p:spPr>
              <a:xfrm>
                <a:off x="7002397" y="3154382"/>
                <a:ext cx="59068" cy="111877"/>
              </a:xfrm>
              <a:custGeom>
                <a:avLst/>
                <a:gdLst/>
                <a:ahLst/>
                <a:cxnLst/>
                <a:rect l="l" t="t" r="r" b="b"/>
                <a:pathLst>
                  <a:path w="963" h="1815" extrusionOk="0">
                    <a:moveTo>
                      <a:pt x="487" y="0"/>
                    </a:moveTo>
                    <a:cubicBezTo>
                      <a:pt x="219" y="0"/>
                      <a:pt x="1" y="407"/>
                      <a:pt x="1" y="912"/>
                    </a:cubicBezTo>
                    <a:cubicBezTo>
                      <a:pt x="1" y="1408"/>
                      <a:pt x="219" y="1815"/>
                      <a:pt x="487" y="1815"/>
                    </a:cubicBezTo>
                    <a:cubicBezTo>
                      <a:pt x="745" y="1815"/>
                      <a:pt x="963" y="1408"/>
                      <a:pt x="963" y="912"/>
                    </a:cubicBezTo>
                    <a:cubicBezTo>
                      <a:pt x="963" y="407"/>
                      <a:pt x="745" y="0"/>
                      <a:pt x="4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Google Shape;3169;p50"/>
              <p:cNvSpPr/>
              <p:nvPr/>
            </p:nvSpPr>
            <p:spPr>
              <a:xfrm>
                <a:off x="7129795" y="2952080"/>
                <a:ext cx="126907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468" extrusionOk="0">
                    <a:moveTo>
                      <a:pt x="1037" y="0"/>
                    </a:moveTo>
                    <a:cubicBezTo>
                      <a:pt x="413" y="0"/>
                      <a:pt x="36" y="526"/>
                      <a:pt x="6" y="1190"/>
                    </a:cubicBezTo>
                    <a:cubicBezTo>
                      <a:pt x="1" y="1369"/>
                      <a:pt x="131" y="1467"/>
                      <a:pt x="256" y="1467"/>
                    </a:cubicBezTo>
                    <a:cubicBezTo>
                      <a:pt x="366" y="1467"/>
                      <a:pt x="473" y="1392"/>
                      <a:pt x="482" y="1230"/>
                    </a:cubicBezTo>
                    <a:cubicBezTo>
                      <a:pt x="492" y="863"/>
                      <a:pt x="631" y="575"/>
                      <a:pt x="978" y="526"/>
                    </a:cubicBezTo>
                    <a:cubicBezTo>
                      <a:pt x="1005" y="522"/>
                      <a:pt x="1031" y="520"/>
                      <a:pt x="1056" y="520"/>
                    </a:cubicBezTo>
                    <a:cubicBezTo>
                      <a:pt x="1391" y="520"/>
                      <a:pt x="1559" y="821"/>
                      <a:pt x="1503" y="1190"/>
                    </a:cubicBezTo>
                    <a:cubicBezTo>
                      <a:pt x="1482" y="1366"/>
                      <a:pt x="1616" y="1461"/>
                      <a:pt x="1747" y="1461"/>
                    </a:cubicBezTo>
                    <a:cubicBezTo>
                      <a:pt x="1859" y="1461"/>
                      <a:pt x="1970" y="1391"/>
                      <a:pt x="1979" y="1239"/>
                    </a:cubicBezTo>
                    <a:cubicBezTo>
                      <a:pt x="2069" y="555"/>
                      <a:pt x="1662" y="0"/>
                      <a:pt x="10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Google Shape;3170;p50"/>
              <p:cNvSpPr/>
              <p:nvPr/>
            </p:nvSpPr>
            <p:spPr>
              <a:xfrm>
                <a:off x="7374041" y="2954484"/>
                <a:ext cx="124638" cy="92213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1496" extrusionOk="0">
                    <a:moveTo>
                      <a:pt x="1025" y="0"/>
                    </a:moveTo>
                    <a:cubicBezTo>
                      <a:pt x="1014" y="0"/>
                      <a:pt x="1003" y="0"/>
                      <a:pt x="992" y="1"/>
                    </a:cubicBezTo>
                    <a:cubicBezTo>
                      <a:pt x="367" y="21"/>
                      <a:pt x="0" y="556"/>
                      <a:pt x="0" y="1220"/>
                    </a:cubicBezTo>
                    <a:cubicBezTo>
                      <a:pt x="0" y="1401"/>
                      <a:pt x="127" y="1496"/>
                      <a:pt x="248" y="1496"/>
                    </a:cubicBezTo>
                    <a:cubicBezTo>
                      <a:pt x="359" y="1496"/>
                      <a:pt x="466" y="1416"/>
                      <a:pt x="466" y="1250"/>
                    </a:cubicBezTo>
                    <a:cubicBezTo>
                      <a:pt x="466" y="883"/>
                      <a:pt x="595" y="586"/>
                      <a:pt x="952" y="536"/>
                    </a:cubicBezTo>
                    <a:cubicBezTo>
                      <a:pt x="984" y="531"/>
                      <a:pt x="1016" y="529"/>
                      <a:pt x="1045" y="529"/>
                    </a:cubicBezTo>
                    <a:cubicBezTo>
                      <a:pt x="1370" y="529"/>
                      <a:pt x="1534" y="817"/>
                      <a:pt x="1497" y="1181"/>
                    </a:cubicBezTo>
                    <a:cubicBezTo>
                      <a:pt x="1482" y="1352"/>
                      <a:pt x="1610" y="1441"/>
                      <a:pt x="1737" y="1441"/>
                    </a:cubicBezTo>
                    <a:cubicBezTo>
                      <a:pt x="1853" y="1441"/>
                      <a:pt x="1969" y="1367"/>
                      <a:pt x="1973" y="1210"/>
                    </a:cubicBezTo>
                    <a:cubicBezTo>
                      <a:pt x="2032" y="529"/>
                      <a:pt x="1631" y="0"/>
                      <a:pt x="10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Google Shape;3171;p50"/>
              <p:cNvSpPr/>
              <p:nvPr/>
            </p:nvSpPr>
            <p:spPr>
              <a:xfrm>
                <a:off x="7189722" y="3224652"/>
                <a:ext cx="116848" cy="94802"/>
              </a:xfrm>
              <a:custGeom>
                <a:avLst/>
                <a:gdLst/>
                <a:ahLst/>
                <a:cxnLst/>
                <a:rect l="l" t="t" r="r" b="b"/>
                <a:pathLst>
                  <a:path w="1905" h="1538" extrusionOk="0">
                    <a:moveTo>
                      <a:pt x="1805" y="347"/>
                    </a:moveTo>
                    <a:cubicBezTo>
                      <a:pt x="1746" y="0"/>
                      <a:pt x="1191" y="30"/>
                      <a:pt x="1260" y="377"/>
                    </a:cubicBezTo>
                    <a:cubicBezTo>
                      <a:pt x="1310" y="655"/>
                      <a:pt x="1300" y="952"/>
                      <a:pt x="963" y="962"/>
                    </a:cubicBezTo>
                    <a:cubicBezTo>
                      <a:pt x="616" y="982"/>
                      <a:pt x="586" y="684"/>
                      <a:pt x="576" y="427"/>
                    </a:cubicBezTo>
                    <a:cubicBezTo>
                      <a:pt x="546" y="70"/>
                      <a:pt x="1" y="99"/>
                      <a:pt x="21" y="456"/>
                    </a:cubicBezTo>
                    <a:cubicBezTo>
                      <a:pt x="60" y="1061"/>
                      <a:pt x="338" y="1497"/>
                      <a:pt x="982" y="1517"/>
                    </a:cubicBezTo>
                    <a:cubicBezTo>
                      <a:pt x="1637" y="1537"/>
                      <a:pt x="1905" y="893"/>
                      <a:pt x="1805" y="3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Google Shape;3172;p50"/>
              <p:cNvSpPr/>
              <p:nvPr/>
            </p:nvSpPr>
            <p:spPr>
              <a:xfrm>
                <a:off x="8105430" y="3376594"/>
                <a:ext cx="110898" cy="152929"/>
              </a:xfrm>
              <a:custGeom>
                <a:avLst/>
                <a:gdLst/>
                <a:ahLst/>
                <a:cxnLst/>
                <a:rect l="l" t="t" r="r" b="b"/>
                <a:pathLst>
                  <a:path w="1808" h="2481" extrusionOk="0">
                    <a:moveTo>
                      <a:pt x="1489" y="0"/>
                    </a:moveTo>
                    <a:cubicBezTo>
                      <a:pt x="1356" y="0"/>
                      <a:pt x="1220" y="77"/>
                      <a:pt x="1184" y="242"/>
                    </a:cubicBezTo>
                    <a:cubicBezTo>
                      <a:pt x="1065" y="906"/>
                      <a:pt x="679" y="1472"/>
                      <a:pt x="213" y="1938"/>
                    </a:cubicBezTo>
                    <a:cubicBezTo>
                      <a:pt x="1" y="2150"/>
                      <a:pt x="180" y="2480"/>
                      <a:pt x="397" y="2480"/>
                    </a:cubicBezTo>
                    <a:cubicBezTo>
                      <a:pt x="454" y="2480"/>
                      <a:pt x="514" y="2457"/>
                      <a:pt x="570" y="2404"/>
                    </a:cubicBezTo>
                    <a:cubicBezTo>
                      <a:pt x="1155" y="1819"/>
                      <a:pt x="1611" y="1144"/>
                      <a:pt x="1769" y="321"/>
                    </a:cubicBezTo>
                    <a:cubicBezTo>
                      <a:pt x="1807" y="114"/>
                      <a:pt x="1651" y="0"/>
                      <a:pt x="14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Google Shape;3173;p50"/>
              <p:cNvSpPr/>
              <p:nvPr/>
            </p:nvSpPr>
            <p:spPr>
              <a:xfrm>
                <a:off x="8190689" y="3298435"/>
                <a:ext cx="38520" cy="52949"/>
              </a:xfrm>
              <a:custGeom>
                <a:avLst/>
                <a:gdLst/>
                <a:ahLst/>
                <a:cxnLst/>
                <a:rect l="l" t="t" r="r" b="b"/>
                <a:pathLst>
                  <a:path w="628" h="859" extrusionOk="0">
                    <a:moveTo>
                      <a:pt x="332" y="1"/>
                    </a:moveTo>
                    <a:cubicBezTo>
                      <a:pt x="188" y="1"/>
                      <a:pt x="60" y="105"/>
                      <a:pt x="42" y="251"/>
                    </a:cubicBezTo>
                    <a:cubicBezTo>
                      <a:pt x="42" y="350"/>
                      <a:pt x="22" y="439"/>
                      <a:pt x="22" y="538"/>
                    </a:cubicBezTo>
                    <a:cubicBezTo>
                      <a:pt x="1" y="744"/>
                      <a:pt x="156" y="858"/>
                      <a:pt x="312" y="858"/>
                    </a:cubicBezTo>
                    <a:cubicBezTo>
                      <a:pt x="441" y="858"/>
                      <a:pt x="570" y="779"/>
                      <a:pt x="597" y="608"/>
                    </a:cubicBezTo>
                    <a:lnTo>
                      <a:pt x="597" y="618"/>
                    </a:lnTo>
                    <a:cubicBezTo>
                      <a:pt x="597" y="519"/>
                      <a:pt x="607" y="429"/>
                      <a:pt x="617" y="330"/>
                    </a:cubicBezTo>
                    <a:cubicBezTo>
                      <a:pt x="627" y="172"/>
                      <a:pt x="518" y="33"/>
                      <a:pt x="369" y="3"/>
                    </a:cubicBezTo>
                    <a:cubicBezTo>
                      <a:pt x="357" y="1"/>
                      <a:pt x="344" y="1"/>
                      <a:pt x="3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Google Shape;3174;p50"/>
              <p:cNvSpPr/>
              <p:nvPr/>
            </p:nvSpPr>
            <p:spPr>
              <a:xfrm>
                <a:off x="8044828" y="3527736"/>
                <a:ext cx="51524" cy="39388"/>
              </a:xfrm>
              <a:custGeom>
                <a:avLst/>
                <a:gdLst/>
                <a:ahLst/>
                <a:cxnLst/>
                <a:rect l="l" t="t" r="r" b="b"/>
                <a:pathLst>
                  <a:path w="840" h="639" extrusionOk="0">
                    <a:moveTo>
                      <a:pt x="431" y="1"/>
                    </a:moveTo>
                    <a:cubicBezTo>
                      <a:pt x="375" y="1"/>
                      <a:pt x="316" y="19"/>
                      <a:pt x="259" y="61"/>
                    </a:cubicBezTo>
                    <a:lnTo>
                      <a:pt x="269" y="61"/>
                    </a:lnTo>
                    <a:cubicBezTo>
                      <a:pt x="110" y="81"/>
                      <a:pt x="1" y="229"/>
                      <a:pt x="21" y="388"/>
                    </a:cubicBezTo>
                    <a:cubicBezTo>
                      <a:pt x="39" y="534"/>
                      <a:pt x="167" y="638"/>
                      <a:pt x="311" y="638"/>
                    </a:cubicBezTo>
                    <a:cubicBezTo>
                      <a:pt x="323" y="638"/>
                      <a:pt x="335" y="637"/>
                      <a:pt x="348" y="636"/>
                    </a:cubicBezTo>
                    <a:cubicBezTo>
                      <a:pt x="447" y="616"/>
                      <a:pt x="536" y="576"/>
                      <a:pt x="616" y="517"/>
                    </a:cubicBezTo>
                    <a:cubicBezTo>
                      <a:pt x="840" y="317"/>
                      <a:pt x="663" y="1"/>
                      <a:pt x="43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Google Shape;3175;p50"/>
              <p:cNvSpPr/>
              <p:nvPr/>
            </p:nvSpPr>
            <p:spPr>
              <a:xfrm>
                <a:off x="8060653" y="3529585"/>
                <a:ext cx="2269" cy="1294"/>
              </a:xfrm>
              <a:custGeom>
                <a:avLst/>
                <a:gdLst/>
                <a:ahLst/>
                <a:cxnLst/>
                <a:rect l="l" t="t" r="r" b="b"/>
                <a:pathLst>
                  <a:path w="37" h="21" extrusionOk="0">
                    <a:moveTo>
                      <a:pt x="36" y="1"/>
                    </a:moveTo>
                    <a:cubicBezTo>
                      <a:pt x="36" y="1"/>
                      <a:pt x="27" y="6"/>
                      <a:pt x="1" y="21"/>
                    </a:cubicBezTo>
                    <a:cubicBezTo>
                      <a:pt x="13" y="15"/>
                      <a:pt x="37" y="1"/>
                      <a:pt x="3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6" name="Google Shape;3176;p50"/>
              <p:cNvSpPr/>
              <p:nvPr/>
            </p:nvSpPr>
            <p:spPr>
              <a:xfrm>
                <a:off x="8057893" y="3531434"/>
                <a:ext cx="1595" cy="555"/>
              </a:xfrm>
              <a:custGeom>
                <a:avLst/>
                <a:gdLst/>
                <a:ahLst/>
                <a:cxnLst/>
                <a:rect l="l" t="t" r="r" b="b"/>
                <a:pathLst>
                  <a:path w="26" h="9" extrusionOk="0">
                    <a:moveTo>
                      <a:pt x="26" y="1"/>
                    </a:moveTo>
                    <a:cubicBezTo>
                      <a:pt x="6" y="6"/>
                      <a:pt x="1" y="8"/>
                      <a:pt x="3" y="8"/>
                    </a:cubicBezTo>
                    <a:cubicBezTo>
                      <a:pt x="6" y="8"/>
                      <a:pt x="16" y="6"/>
                      <a:pt x="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7" name="Google Shape;3177;p50"/>
              <p:cNvSpPr/>
              <p:nvPr/>
            </p:nvSpPr>
            <p:spPr>
              <a:xfrm>
                <a:off x="8060653" y="3531434"/>
                <a:ext cx="61" cy="6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8" name="Google Shape;3178;p50"/>
              <p:cNvSpPr/>
              <p:nvPr/>
            </p:nvSpPr>
            <p:spPr>
              <a:xfrm>
                <a:off x="7039813" y="3091016"/>
                <a:ext cx="67103" cy="97884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588" extrusionOk="0">
                    <a:moveTo>
                      <a:pt x="260" y="0"/>
                    </a:moveTo>
                    <a:cubicBezTo>
                      <a:pt x="117" y="0"/>
                      <a:pt x="1" y="208"/>
                      <a:pt x="135" y="334"/>
                    </a:cubicBezTo>
                    <a:cubicBezTo>
                      <a:pt x="432" y="631"/>
                      <a:pt x="630" y="1018"/>
                      <a:pt x="700" y="1435"/>
                    </a:cubicBezTo>
                    <a:cubicBezTo>
                      <a:pt x="722" y="1539"/>
                      <a:pt x="811" y="1587"/>
                      <a:pt x="896" y="1587"/>
                    </a:cubicBezTo>
                    <a:cubicBezTo>
                      <a:pt x="998" y="1587"/>
                      <a:pt x="1094" y="1519"/>
                      <a:pt x="1067" y="1395"/>
                    </a:cubicBezTo>
                    <a:cubicBezTo>
                      <a:pt x="977" y="889"/>
                      <a:pt x="739" y="413"/>
                      <a:pt x="373" y="46"/>
                    </a:cubicBezTo>
                    <a:cubicBezTo>
                      <a:pt x="336" y="14"/>
                      <a:pt x="297" y="0"/>
                      <a:pt x="2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9" name="Google Shape;3179;p50"/>
              <p:cNvSpPr/>
              <p:nvPr/>
            </p:nvSpPr>
            <p:spPr>
              <a:xfrm>
                <a:off x="7006691" y="3057792"/>
                <a:ext cx="34104" cy="28724"/>
              </a:xfrm>
              <a:custGeom>
                <a:avLst/>
                <a:gdLst/>
                <a:ahLst/>
                <a:cxnLst/>
                <a:rect l="l" t="t" r="r" b="b"/>
                <a:pathLst>
                  <a:path w="556" h="466" extrusionOk="0">
                    <a:moveTo>
                      <a:pt x="205" y="1"/>
                    </a:moveTo>
                    <a:cubicBezTo>
                      <a:pt x="153" y="1"/>
                      <a:pt x="99" y="21"/>
                      <a:pt x="60" y="60"/>
                    </a:cubicBezTo>
                    <a:cubicBezTo>
                      <a:pt x="0" y="139"/>
                      <a:pt x="10" y="258"/>
                      <a:pt x="90" y="328"/>
                    </a:cubicBezTo>
                    <a:cubicBezTo>
                      <a:pt x="139" y="357"/>
                      <a:pt x="179" y="397"/>
                      <a:pt x="228" y="427"/>
                    </a:cubicBezTo>
                    <a:cubicBezTo>
                      <a:pt x="263" y="453"/>
                      <a:pt x="304" y="466"/>
                      <a:pt x="345" y="466"/>
                    </a:cubicBezTo>
                    <a:cubicBezTo>
                      <a:pt x="396" y="466"/>
                      <a:pt x="448" y="446"/>
                      <a:pt x="486" y="407"/>
                    </a:cubicBezTo>
                    <a:cubicBezTo>
                      <a:pt x="556" y="328"/>
                      <a:pt x="546" y="209"/>
                      <a:pt x="466" y="149"/>
                    </a:cubicBezTo>
                    <a:cubicBezTo>
                      <a:pt x="417" y="109"/>
                      <a:pt x="367" y="80"/>
                      <a:pt x="318" y="40"/>
                    </a:cubicBezTo>
                    <a:cubicBezTo>
                      <a:pt x="287" y="14"/>
                      <a:pt x="246" y="1"/>
                      <a:pt x="20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0" name="Google Shape;3180;p50"/>
              <p:cNvSpPr/>
              <p:nvPr/>
            </p:nvSpPr>
            <p:spPr>
              <a:xfrm>
                <a:off x="7079069" y="3209303"/>
                <a:ext cx="25578" cy="2915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73" extrusionOk="0">
                    <a:moveTo>
                      <a:pt x="225" y="1"/>
                    </a:moveTo>
                    <a:cubicBezTo>
                      <a:pt x="220" y="1"/>
                      <a:pt x="214" y="1"/>
                      <a:pt x="208" y="1"/>
                    </a:cubicBezTo>
                    <a:cubicBezTo>
                      <a:pt x="109" y="11"/>
                      <a:pt x="40" y="101"/>
                      <a:pt x="40" y="210"/>
                    </a:cubicBezTo>
                    <a:cubicBezTo>
                      <a:pt x="0" y="299"/>
                      <a:pt x="40" y="408"/>
                      <a:pt x="139" y="457"/>
                    </a:cubicBezTo>
                    <a:cubicBezTo>
                      <a:pt x="162" y="468"/>
                      <a:pt x="187" y="473"/>
                      <a:pt x="211" y="473"/>
                    </a:cubicBezTo>
                    <a:cubicBezTo>
                      <a:pt x="281" y="473"/>
                      <a:pt x="350" y="432"/>
                      <a:pt x="387" y="358"/>
                    </a:cubicBezTo>
                    <a:cubicBezTo>
                      <a:pt x="407" y="299"/>
                      <a:pt x="417" y="229"/>
                      <a:pt x="417" y="170"/>
                    </a:cubicBezTo>
                    <a:cubicBezTo>
                      <a:pt x="407" y="76"/>
                      <a:pt x="319" y="1"/>
                      <a:pt x="22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181;p50"/>
              <p:cNvSpPr/>
              <p:nvPr/>
            </p:nvSpPr>
            <p:spPr>
              <a:xfrm>
                <a:off x="7081461" y="3218549"/>
                <a:ext cx="61" cy="3698"/>
              </a:xfrm>
              <a:custGeom>
                <a:avLst/>
                <a:gdLst/>
                <a:ahLst/>
                <a:cxnLst/>
                <a:rect l="l" t="t" r="r" b="b"/>
                <a:pathLst>
                  <a:path w="1" h="60" extrusionOk="0">
                    <a:moveTo>
                      <a:pt x="1" y="60"/>
                    </a:moveTo>
                    <a:lnTo>
                      <a:pt x="1" y="60"/>
                    </a:lnTo>
                    <a:cubicBezTo>
                      <a:pt x="1" y="60"/>
                      <a:pt x="1" y="60"/>
                      <a:pt x="1" y="60"/>
                    </a:cubicBezTo>
                    <a:cubicBezTo>
                      <a:pt x="1" y="0"/>
                      <a:pt x="1" y="40"/>
                      <a:pt x="1" y="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182;p50"/>
              <p:cNvSpPr/>
              <p:nvPr/>
            </p:nvSpPr>
            <p:spPr>
              <a:xfrm>
                <a:off x="7081216" y="3222186"/>
                <a:ext cx="307" cy="1233"/>
              </a:xfrm>
              <a:custGeom>
                <a:avLst/>
                <a:gdLst/>
                <a:ahLst/>
                <a:cxnLst/>
                <a:rect l="l" t="t" r="r" b="b"/>
                <a:pathLst>
                  <a:path w="5" h="20" extrusionOk="0">
                    <a:moveTo>
                      <a:pt x="5" y="1"/>
                    </a:moveTo>
                    <a:cubicBezTo>
                      <a:pt x="0" y="14"/>
                      <a:pt x="0" y="19"/>
                      <a:pt x="1" y="19"/>
                    </a:cubicBezTo>
                    <a:cubicBezTo>
                      <a:pt x="2" y="19"/>
                      <a:pt x="5" y="11"/>
                      <a:pt x="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183;p50"/>
              <p:cNvSpPr/>
              <p:nvPr/>
            </p:nvSpPr>
            <p:spPr>
              <a:xfrm>
                <a:off x="7082075" y="3222186"/>
                <a:ext cx="61" cy="6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184;p50"/>
              <p:cNvSpPr/>
              <p:nvPr/>
            </p:nvSpPr>
            <p:spPr>
              <a:xfrm>
                <a:off x="7368521" y="3118199"/>
                <a:ext cx="114456" cy="79084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283" extrusionOk="0">
                    <a:moveTo>
                      <a:pt x="910" y="1"/>
                    </a:moveTo>
                    <a:cubicBezTo>
                      <a:pt x="428" y="1"/>
                      <a:pt x="30" y="262"/>
                      <a:pt x="11" y="597"/>
                    </a:cubicBezTo>
                    <a:cubicBezTo>
                      <a:pt x="1" y="954"/>
                      <a:pt x="398" y="1271"/>
                      <a:pt x="903" y="1281"/>
                    </a:cubicBezTo>
                    <a:cubicBezTo>
                      <a:pt x="922" y="1282"/>
                      <a:pt x="940" y="1282"/>
                      <a:pt x="958" y="1282"/>
                    </a:cubicBezTo>
                    <a:cubicBezTo>
                      <a:pt x="1439" y="1282"/>
                      <a:pt x="1836" y="1030"/>
                      <a:pt x="1855" y="686"/>
                    </a:cubicBezTo>
                    <a:cubicBezTo>
                      <a:pt x="1865" y="329"/>
                      <a:pt x="1468" y="12"/>
                      <a:pt x="963" y="2"/>
                    </a:cubicBezTo>
                    <a:cubicBezTo>
                      <a:pt x="945" y="1"/>
                      <a:pt x="928" y="1"/>
                      <a:pt x="9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50"/>
              <p:cNvSpPr/>
              <p:nvPr/>
            </p:nvSpPr>
            <p:spPr>
              <a:xfrm>
                <a:off x="7875782" y="3554672"/>
                <a:ext cx="38949" cy="2940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77" extrusionOk="0">
                    <a:moveTo>
                      <a:pt x="318" y="1"/>
                    </a:moveTo>
                    <a:cubicBezTo>
                      <a:pt x="0" y="1"/>
                      <a:pt x="0" y="476"/>
                      <a:pt x="318" y="476"/>
                    </a:cubicBezTo>
                    <a:cubicBezTo>
                      <a:pt x="635" y="476"/>
                      <a:pt x="635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50"/>
              <p:cNvSpPr/>
              <p:nvPr/>
            </p:nvSpPr>
            <p:spPr>
              <a:xfrm>
                <a:off x="7593568" y="2963668"/>
                <a:ext cx="39011" cy="2940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0"/>
                    </a:moveTo>
                    <a:cubicBezTo>
                      <a:pt x="1" y="0"/>
                      <a:pt x="1" y="476"/>
                      <a:pt x="318" y="476"/>
                    </a:cubicBezTo>
                    <a:cubicBezTo>
                      <a:pt x="635" y="476"/>
                      <a:pt x="63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187;p50"/>
              <p:cNvSpPr/>
              <p:nvPr/>
            </p:nvSpPr>
            <p:spPr>
              <a:xfrm>
                <a:off x="7226831" y="3423256"/>
                <a:ext cx="39011" cy="2940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1"/>
                    </a:moveTo>
                    <a:cubicBezTo>
                      <a:pt x="1" y="1"/>
                      <a:pt x="1" y="477"/>
                      <a:pt x="318" y="477"/>
                    </a:cubicBezTo>
                    <a:cubicBezTo>
                      <a:pt x="635" y="477"/>
                      <a:pt x="635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188;p50"/>
              <p:cNvSpPr/>
              <p:nvPr/>
            </p:nvSpPr>
            <p:spPr>
              <a:xfrm>
                <a:off x="7369134" y="3431207"/>
                <a:ext cx="103476" cy="105219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707" extrusionOk="0">
                    <a:moveTo>
                      <a:pt x="834" y="1"/>
                    </a:moveTo>
                    <a:cubicBezTo>
                      <a:pt x="745" y="11"/>
                      <a:pt x="675" y="615"/>
                      <a:pt x="635" y="655"/>
                    </a:cubicBezTo>
                    <a:cubicBezTo>
                      <a:pt x="566" y="734"/>
                      <a:pt x="1" y="784"/>
                      <a:pt x="11" y="863"/>
                    </a:cubicBezTo>
                    <a:cubicBezTo>
                      <a:pt x="11" y="943"/>
                      <a:pt x="566" y="982"/>
                      <a:pt x="635" y="1052"/>
                    </a:cubicBezTo>
                    <a:cubicBezTo>
                      <a:pt x="685" y="1091"/>
                      <a:pt x="774" y="1706"/>
                      <a:pt x="854" y="1706"/>
                    </a:cubicBezTo>
                    <a:cubicBezTo>
                      <a:pt x="943" y="1696"/>
                      <a:pt x="1012" y="1091"/>
                      <a:pt x="1042" y="1052"/>
                    </a:cubicBezTo>
                    <a:cubicBezTo>
                      <a:pt x="1121" y="972"/>
                      <a:pt x="1686" y="913"/>
                      <a:pt x="1677" y="843"/>
                    </a:cubicBezTo>
                    <a:cubicBezTo>
                      <a:pt x="1677" y="764"/>
                      <a:pt x="1121" y="724"/>
                      <a:pt x="1042" y="645"/>
                    </a:cubicBezTo>
                    <a:cubicBezTo>
                      <a:pt x="1002" y="605"/>
                      <a:pt x="913" y="1"/>
                      <a:pt x="8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50"/>
              <p:cNvSpPr/>
              <p:nvPr/>
            </p:nvSpPr>
            <p:spPr>
              <a:xfrm>
                <a:off x="8001647" y="3235007"/>
                <a:ext cx="103476" cy="105219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707" extrusionOk="0">
                    <a:moveTo>
                      <a:pt x="834" y="1"/>
                    </a:moveTo>
                    <a:cubicBezTo>
                      <a:pt x="744" y="11"/>
                      <a:pt x="675" y="616"/>
                      <a:pt x="635" y="655"/>
                    </a:cubicBezTo>
                    <a:cubicBezTo>
                      <a:pt x="556" y="735"/>
                      <a:pt x="1" y="784"/>
                      <a:pt x="1" y="863"/>
                    </a:cubicBezTo>
                    <a:cubicBezTo>
                      <a:pt x="11" y="943"/>
                      <a:pt x="556" y="982"/>
                      <a:pt x="635" y="1052"/>
                    </a:cubicBezTo>
                    <a:cubicBezTo>
                      <a:pt x="685" y="1101"/>
                      <a:pt x="774" y="1706"/>
                      <a:pt x="854" y="1706"/>
                    </a:cubicBezTo>
                    <a:cubicBezTo>
                      <a:pt x="933" y="1696"/>
                      <a:pt x="1002" y="1092"/>
                      <a:pt x="1042" y="1052"/>
                    </a:cubicBezTo>
                    <a:cubicBezTo>
                      <a:pt x="1121" y="973"/>
                      <a:pt x="1686" y="913"/>
                      <a:pt x="1677" y="844"/>
                    </a:cubicBezTo>
                    <a:cubicBezTo>
                      <a:pt x="1677" y="764"/>
                      <a:pt x="1121" y="725"/>
                      <a:pt x="1042" y="655"/>
                    </a:cubicBezTo>
                    <a:cubicBezTo>
                      <a:pt x="1002" y="606"/>
                      <a:pt x="913" y="1"/>
                      <a:pt x="8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190;p50"/>
              <p:cNvSpPr/>
              <p:nvPr/>
            </p:nvSpPr>
            <p:spPr>
              <a:xfrm>
                <a:off x="7766908" y="2634695"/>
                <a:ext cx="529159" cy="519564"/>
              </a:xfrm>
              <a:custGeom>
                <a:avLst/>
                <a:gdLst/>
                <a:ahLst/>
                <a:cxnLst/>
                <a:rect l="l" t="t" r="r" b="b"/>
                <a:pathLst>
                  <a:path w="8627" h="8429" extrusionOk="0">
                    <a:moveTo>
                      <a:pt x="5806" y="0"/>
                    </a:moveTo>
                    <a:cubicBezTo>
                      <a:pt x="5750" y="0"/>
                      <a:pt x="5694" y="20"/>
                      <a:pt x="5652" y="62"/>
                    </a:cubicBezTo>
                    <a:lnTo>
                      <a:pt x="100" y="5318"/>
                    </a:lnTo>
                    <a:cubicBezTo>
                      <a:pt x="10" y="5407"/>
                      <a:pt x="1" y="5556"/>
                      <a:pt x="90" y="5645"/>
                    </a:cubicBezTo>
                    <a:lnTo>
                      <a:pt x="2658" y="8362"/>
                    </a:lnTo>
                    <a:cubicBezTo>
                      <a:pt x="2702" y="8406"/>
                      <a:pt x="2759" y="8429"/>
                      <a:pt x="2818" y="8429"/>
                    </a:cubicBezTo>
                    <a:cubicBezTo>
                      <a:pt x="2876" y="8429"/>
                      <a:pt x="2935" y="8406"/>
                      <a:pt x="2985" y="8362"/>
                    </a:cubicBezTo>
                    <a:lnTo>
                      <a:pt x="8538" y="3116"/>
                    </a:lnTo>
                    <a:cubicBezTo>
                      <a:pt x="8627" y="3027"/>
                      <a:pt x="8627" y="2878"/>
                      <a:pt x="8548" y="2789"/>
                    </a:cubicBezTo>
                    <a:lnTo>
                      <a:pt x="5979" y="72"/>
                    </a:lnTo>
                    <a:cubicBezTo>
                      <a:pt x="5932" y="25"/>
                      <a:pt x="5869" y="0"/>
                      <a:pt x="58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191;p50"/>
              <p:cNvSpPr/>
              <p:nvPr/>
            </p:nvSpPr>
            <p:spPr>
              <a:xfrm>
                <a:off x="7802790" y="2669953"/>
                <a:ext cx="458620" cy="448493"/>
              </a:xfrm>
              <a:custGeom>
                <a:avLst/>
                <a:gdLst/>
                <a:ahLst/>
                <a:cxnLst/>
                <a:rect l="l" t="t" r="r" b="b"/>
                <a:pathLst>
                  <a:path w="7477" h="7276" extrusionOk="0">
                    <a:moveTo>
                      <a:pt x="5215" y="1"/>
                    </a:moveTo>
                    <a:cubicBezTo>
                      <a:pt x="5163" y="1"/>
                      <a:pt x="5109" y="23"/>
                      <a:pt x="5067" y="66"/>
                    </a:cubicBezTo>
                    <a:lnTo>
                      <a:pt x="100" y="4775"/>
                    </a:lnTo>
                    <a:cubicBezTo>
                      <a:pt x="10" y="4845"/>
                      <a:pt x="1" y="4964"/>
                      <a:pt x="70" y="5053"/>
                    </a:cubicBezTo>
                    <a:lnTo>
                      <a:pt x="2132" y="7224"/>
                    </a:lnTo>
                    <a:cubicBezTo>
                      <a:pt x="2171" y="7258"/>
                      <a:pt x="2218" y="7275"/>
                      <a:pt x="2266" y="7275"/>
                    </a:cubicBezTo>
                    <a:cubicBezTo>
                      <a:pt x="2317" y="7275"/>
                      <a:pt x="2369" y="7255"/>
                      <a:pt x="2410" y="7215"/>
                    </a:cubicBezTo>
                    <a:lnTo>
                      <a:pt x="7387" y="2505"/>
                    </a:lnTo>
                    <a:cubicBezTo>
                      <a:pt x="7467" y="2435"/>
                      <a:pt x="7477" y="2306"/>
                      <a:pt x="7407" y="2227"/>
                    </a:cubicBezTo>
                    <a:lnTo>
                      <a:pt x="5345" y="56"/>
                    </a:lnTo>
                    <a:cubicBezTo>
                      <a:pt x="5308" y="18"/>
                      <a:pt x="5262" y="1"/>
                      <a:pt x="5215" y="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50"/>
              <p:cNvSpPr/>
              <p:nvPr/>
            </p:nvSpPr>
            <p:spPr>
              <a:xfrm>
                <a:off x="8211482" y="2781522"/>
                <a:ext cx="49929" cy="67311"/>
              </a:xfrm>
              <a:custGeom>
                <a:avLst/>
                <a:gdLst/>
                <a:ahLst/>
                <a:cxnLst/>
                <a:rect l="l" t="t" r="r" b="b"/>
                <a:pathLst>
                  <a:path w="814" h="1092" extrusionOk="0">
                    <a:moveTo>
                      <a:pt x="348" y="1"/>
                    </a:moveTo>
                    <a:lnTo>
                      <a:pt x="298" y="50"/>
                    </a:lnTo>
                    <a:cubicBezTo>
                      <a:pt x="11" y="318"/>
                      <a:pt x="1" y="774"/>
                      <a:pt x="268" y="1062"/>
                    </a:cubicBezTo>
                    <a:cubicBezTo>
                      <a:pt x="278" y="1072"/>
                      <a:pt x="288" y="1081"/>
                      <a:pt x="298" y="1091"/>
                    </a:cubicBezTo>
                    <a:lnTo>
                      <a:pt x="715" y="695"/>
                    </a:lnTo>
                    <a:cubicBezTo>
                      <a:pt x="804" y="625"/>
                      <a:pt x="814" y="496"/>
                      <a:pt x="744" y="417"/>
                    </a:cubicBezTo>
                    <a:lnTo>
                      <a:pt x="34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193;p50"/>
              <p:cNvSpPr/>
              <p:nvPr/>
            </p:nvSpPr>
            <p:spPr>
              <a:xfrm>
                <a:off x="8089236" y="2669583"/>
                <a:ext cx="66367" cy="43579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707" extrusionOk="0">
                    <a:moveTo>
                      <a:pt x="541" y="1"/>
                    </a:moveTo>
                    <a:cubicBezTo>
                      <a:pt x="490" y="1"/>
                      <a:pt x="438" y="21"/>
                      <a:pt x="397" y="62"/>
                    </a:cubicBezTo>
                    <a:lnTo>
                      <a:pt x="1" y="438"/>
                    </a:lnTo>
                    <a:lnTo>
                      <a:pt x="40" y="478"/>
                    </a:lnTo>
                    <a:cubicBezTo>
                      <a:pt x="181" y="630"/>
                      <a:pt x="375" y="707"/>
                      <a:pt x="568" y="707"/>
                    </a:cubicBezTo>
                    <a:cubicBezTo>
                      <a:pt x="742" y="707"/>
                      <a:pt x="916" y="644"/>
                      <a:pt x="1052" y="518"/>
                    </a:cubicBezTo>
                    <a:cubicBezTo>
                      <a:pt x="1062" y="508"/>
                      <a:pt x="1071" y="498"/>
                      <a:pt x="1081" y="488"/>
                    </a:cubicBezTo>
                    <a:lnTo>
                      <a:pt x="675" y="52"/>
                    </a:lnTo>
                    <a:cubicBezTo>
                      <a:pt x="637" y="18"/>
                      <a:pt x="589" y="1"/>
                      <a:pt x="54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194;p50"/>
              <p:cNvSpPr/>
              <p:nvPr/>
            </p:nvSpPr>
            <p:spPr>
              <a:xfrm>
                <a:off x="7908598" y="3075483"/>
                <a:ext cx="65754" cy="42963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697" extrusionOk="0">
                    <a:moveTo>
                      <a:pt x="520" y="1"/>
                    </a:moveTo>
                    <a:cubicBezTo>
                      <a:pt x="345" y="1"/>
                      <a:pt x="169" y="65"/>
                      <a:pt x="31" y="199"/>
                    </a:cubicBezTo>
                    <a:lnTo>
                      <a:pt x="1" y="219"/>
                    </a:lnTo>
                    <a:lnTo>
                      <a:pt x="407" y="645"/>
                    </a:lnTo>
                    <a:cubicBezTo>
                      <a:pt x="441" y="679"/>
                      <a:pt x="488" y="696"/>
                      <a:pt x="537" y="696"/>
                    </a:cubicBezTo>
                    <a:cubicBezTo>
                      <a:pt x="590" y="696"/>
                      <a:pt x="644" y="676"/>
                      <a:pt x="685" y="636"/>
                    </a:cubicBezTo>
                    <a:lnTo>
                      <a:pt x="1072" y="269"/>
                    </a:lnTo>
                    <a:cubicBezTo>
                      <a:pt x="1062" y="249"/>
                      <a:pt x="1052" y="239"/>
                      <a:pt x="1042" y="219"/>
                    </a:cubicBezTo>
                    <a:cubicBezTo>
                      <a:pt x="898" y="75"/>
                      <a:pt x="709" y="1"/>
                      <a:pt x="5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195;p50"/>
              <p:cNvSpPr/>
              <p:nvPr/>
            </p:nvSpPr>
            <p:spPr>
              <a:xfrm>
                <a:off x="7802790" y="2940430"/>
                <a:ext cx="49929" cy="66694"/>
              </a:xfrm>
              <a:custGeom>
                <a:avLst/>
                <a:gdLst/>
                <a:ahLst/>
                <a:cxnLst/>
                <a:rect l="l" t="t" r="r" b="b"/>
                <a:pathLst>
                  <a:path w="814" h="1082" extrusionOk="0">
                    <a:moveTo>
                      <a:pt x="506" y="1"/>
                    </a:moveTo>
                    <a:lnTo>
                      <a:pt x="100" y="387"/>
                    </a:lnTo>
                    <a:cubicBezTo>
                      <a:pt x="10" y="457"/>
                      <a:pt x="1" y="576"/>
                      <a:pt x="70" y="665"/>
                    </a:cubicBezTo>
                    <a:lnTo>
                      <a:pt x="467" y="1081"/>
                    </a:lnTo>
                    <a:lnTo>
                      <a:pt x="516" y="1042"/>
                    </a:lnTo>
                    <a:cubicBezTo>
                      <a:pt x="804" y="774"/>
                      <a:pt x="814" y="318"/>
                      <a:pt x="546" y="30"/>
                    </a:cubicBezTo>
                    <a:lnTo>
                      <a:pt x="5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196;p50"/>
              <p:cNvSpPr/>
              <p:nvPr/>
            </p:nvSpPr>
            <p:spPr>
              <a:xfrm>
                <a:off x="8095493" y="2757667"/>
                <a:ext cx="77163" cy="58065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942" extrusionOk="0">
                    <a:moveTo>
                      <a:pt x="630" y="1"/>
                    </a:moveTo>
                    <a:cubicBezTo>
                      <a:pt x="212" y="1"/>
                      <a:pt x="1" y="500"/>
                      <a:pt x="285" y="794"/>
                    </a:cubicBezTo>
                    <a:cubicBezTo>
                      <a:pt x="378" y="892"/>
                      <a:pt x="503" y="942"/>
                      <a:pt x="628" y="942"/>
                    </a:cubicBezTo>
                    <a:cubicBezTo>
                      <a:pt x="744" y="942"/>
                      <a:pt x="859" y="900"/>
                      <a:pt x="950" y="814"/>
                    </a:cubicBezTo>
                    <a:cubicBezTo>
                      <a:pt x="1257" y="526"/>
                      <a:pt x="1059" y="11"/>
                      <a:pt x="642" y="1"/>
                    </a:cubicBezTo>
                    <a:cubicBezTo>
                      <a:pt x="638" y="1"/>
                      <a:pt x="634" y="1"/>
                      <a:pt x="6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197;p50"/>
              <p:cNvSpPr/>
              <p:nvPr/>
            </p:nvSpPr>
            <p:spPr>
              <a:xfrm>
                <a:off x="7877193" y="2964901"/>
                <a:ext cx="77715" cy="58681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952" extrusionOk="0">
                    <a:moveTo>
                      <a:pt x="639" y="0"/>
                    </a:moveTo>
                    <a:cubicBezTo>
                      <a:pt x="221" y="0"/>
                      <a:pt x="0" y="499"/>
                      <a:pt x="295" y="803"/>
                    </a:cubicBezTo>
                    <a:cubicBezTo>
                      <a:pt x="387" y="901"/>
                      <a:pt x="513" y="951"/>
                      <a:pt x="638" y="951"/>
                    </a:cubicBezTo>
                    <a:cubicBezTo>
                      <a:pt x="753" y="951"/>
                      <a:pt x="869" y="909"/>
                      <a:pt x="959" y="823"/>
                    </a:cubicBezTo>
                    <a:cubicBezTo>
                      <a:pt x="1266" y="526"/>
                      <a:pt x="1068" y="10"/>
                      <a:pt x="652" y="0"/>
                    </a:cubicBezTo>
                    <a:cubicBezTo>
                      <a:pt x="647" y="0"/>
                      <a:pt x="643" y="0"/>
                      <a:pt x="6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198;p50"/>
              <p:cNvSpPr/>
              <p:nvPr/>
            </p:nvSpPr>
            <p:spPr>
              <a:xfrm>
                <a:off x="7940861" y="2814068"/>
                <a:ext cx="178247" cy="163839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2658" extrusionOk="0">
                    <a:moveTo>
                      <a:pt x="1330" y="0"/>
                    </a:moveTo>
                    <a:cubicBezTo>
                      <a:pt x="1028" y="0"/>
                      <a:pt x="734" y="107"/>
                      <a:pt x="506" y="325"/>
                    </a:cubicBezTo>
                    <a:cubicBezTo>
                      <a:pt x="0" y="801"/>
                      <a:pt x="20" y="1644"/>
                      <a:pt x="546" y="2199"/>
                    </a:cubicBezTo>
                    <a:cubicBezTo>
                      <a:pt x="832" y="2502"/>
                      <a:pt x="1207" y="2657"/>
                      <a:pt x="1571" y="2657"/>
                    </a:cubicBezTo>
                    <a:cubicBezTo>
                      <a:pt x="1874" y="2657"/>
                      <a:pt x="2170" y="2549"/>
                      <a:pt x="2400" y="2328"/>
                    </a:cubicBezTo>
                    <a:cubicBezTo>
                      <a:pt x="2905" y="1852"/>
                      <a:pt x="2886" y="1019"/>
                      <a:pt x="2370" y="464"/>
                    </a:cubicBezTo>
                    <a:cubicBezTo>
                      <a:pt x="2081" y="159"/>
                      <a:pt x="1699" y="0"/>
                      <a:pt x="13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199;p50"/>
              <p:cNvSpPr/>
              <p:nvPr/>
            </p:nvSpPr>
            <p:spPr>
              <a:xfrm>
                <a:off x="7980976" y="2843038"/>
                <a:ext cx="99796" cy="105651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1714" extrusionOk="0">
                    <a:moveTo>
                      <a:pt x="163" y="0"/>
                    </a:moveTo>
                    <a:cubicBezTo>
                      <a:pt x="155" y="0"/>
                      <a:pt x="147" y="2"/>
                      <a:pt x="140" y="4"/>
                    </a:cubicBezTo>
                    <a:cubicBezTo>
                      <a:pt x="100" y="4"/>
                      <a:pt x="70" y="24"/>
                      <a:pt x="40" y="44"/>
                    </a:cubicBezTo>
                    <a:cubicBezTo>
                      <a:pt x="21" y="64"/>
                      <a:pt x="1" y="93"/>
                      <a:pt x="1" y="123"/>
                    </a:cubicBezTo>
                    <a:cubicBezTo>
                      <a:pt x="1" y="153"/>
                      <a:pt x="1" y="173"/>
                      <a:pt x="11" y="202"/>
                    </a:cubicBezTo>
                    <a:cubicBezTo>
                      <a:pt x="21" y="222"/>
                      <a:pt x="40" y="252"/>
                      <a:pt x="60" y="272"/>
                    </a:cubicBezTo>
                    <a:lnTo>
                      <a:pt x="120" y="331"/>
                    </a:lnTo>
                    <a:cubicBezTo>
                      <a:pt x="140" y="351"/>
                      <a:pt x="149" y="371"/>
                      <a:pt x="169" y="381"/>
                    </a:cubicBezTo>
                    <a:cubicBezTo>
                      <a:pt x="179" y="391"/>
                      <a:pt x="179" y="411"/>
                      <a:pt x="179" y="421"/>
                    </a:cubicBezTo>
                    <a:cubicBezTo>
                      <a:pt x="149" y="450"/>
                      <a:pt x="120" y="500"/>
                      <a:pt x="100" y="540"/>
                    </a:cubicBezTo>
                    <a:cubicBezTo>
                      <a:pt x="70" y="579"/>
                      <a:pt x="50" y="629"/>
                      <a:pt x="40" y="668"/>
                    </a:cubicBezTo>
                    <a:cubicBezTo>
                      <a:pt x="30" y="718"/>
                      <a:pt x="30" y="758"/>
                      <a:pt x="40" y="807"/>
                    </a:cubicBezTo>
                    <a:cubicBezTo>
                      <a:pt x="60" y="857"/>
                      <a:pt x="90" y="906"/>
                      <a:pt x="130" y="946"/>
                    </a:cubicBezTo>
                    <a:cubicBezTo>
                      <a:pt x="179" y="996"/>
                      <a:pt x="239" y="1035"/>
                      <a:pt x="308" y="1055"/>
                    </a:cubicBezTo>
                    <a:cubicBezTo>
                      <a:pt x="343" y="1060"/>
                      <a:pt x="380" y="1063"/>
                      <a:pt x="417" y="1063"/>
                    </a:cubicBezTo>
                    <a:cubicBezTo>
                      <a:pt x="454" y="1063"/>
                      <a:pt x="492" y="1060"/>
                      <a:pt x="526" y="1055"/>
                    </a:cubicBezTo>
                    <a:cubicBezTo>
                      <a:pt x="596" y="1045"/>
                      <a:pt x="665" y="1035"/>
                      <a:pt x="734" y="1015"/>
                    </a:cubicBezTo>
                    <a:cubicBezTo>
                      <a:pt x="814" y="986"/>
                      <a:pt x="873" y="966"/>
                      <a:pt x="933" y="946"/>
                    </a:cubicBezTo>
                    <a:cubicBezTo>
                      <a:pt x="992" y="926"/>
                      <a:pt x="1042" y="916"/>
                      <a:pt x="1091" y="906"/>
                    </a:cubicBezTo>
                    <a:cubicBezTo>
                      <a:pt x="1102" y="904"/>
                      <a:pt x="1113" y="903"/>
                      <a:pt x="1123" y="903"/>
                    </a:cubicBezTo>
                    <a:cubicBezTo>
                      <a:pt x="1152" y="903"/>
                      <a:pt x="1179" y="912"/>
                      <a:pt x="1200" y="926"/>
                    </a:cubicBezTo>
                    <a:cubicBezTo>
                      <a:pt x="1210" y="946"/>
                      <a:pt x="1220" y="966"/>
                      <a:pt x="1220" y="986"/>
                    </a:cubicBezTo>
                    <a:cubicBezTo>
                      <a:pt x="1220" y="1006"/>
                      <a:pt x="1220" y="1025"/>
                      <a:pt x="1210" y="1045"/>
                    </a:cubicBezTo>
                    <a:cubicBezTo>
                      <a:pt x="1200" y="1065"/>
                      <a:pt x="1191" y="1085"/>
                      <a:pt x="1181" y="1105"/>
                    </a:cubicBezTo>
                    <a:cubicBezTo>
                      <a:pt x="1171" y="1115"/>
                      <a:pt x="1151" y="1134"/>
                      <a:pt x="1141" y="1144"/>
                    </a:cubicBezTo>
                    <a:cubicBezTo>
                      <a:pt x="1111" y="1174"/>
                      <a:pt x="1081" y="1194"/>
                      <a:pt x="1052" y="1214"/>
                    </a:cubicBezTo>
                    <a:lnTo>
                      <a:pt x="953" y="1263"/>
                    </a:lnTo>
                    <a:lnTo>
                      <a:pt x="873" y="1303"/>
                    </a:lnTo>
                    <a:cubicBezTo>
                      <a:pt x="844" y="1313"/>
                      <a:pt x="814" y="1333"/>
                      <a:pt x="794" y="1353"/>
                    </a:cubicBezTo>
                    <a:cubicBezTo>
                      <a:pt x="784" y="1363"/>
                      <a:pt x="764" y="1382"/>
                      <a:pt x="754" y="1402"/>
                    </a:cubicBezTo>
                    <a:cubicBezTo>
                      <a:pt x="744" y="1422"/>
                      <a:pt x="734" y="1442"/>
                      <a:pt x="725" y="1472"/>
                    </a:cubicBezTo>
                    <a:cubicBezTo>
                      <a:pt x="715" y="1491"/>
                      <a:pt x="715" y="1511"/>
                      <a:pt x="715" y="1541"/>
                    </a:cubicBezTo>
                    <a:cubicBezTo>
                      <a:pt x="725" y="1561"/>
                      <a:pt x="734" y="1581"/>
                      <a:pt x="754" y="1600"/>
                    </a:cubicBezTo>
                    <a:cubicBezTo>
                      <a:pt x="754" y="1610"/>
                      <a:pt x="764" y="1610"/>
                      <a:pt x="774" y="1620"/>
                    </a:cubicBezTo>
                    <a:lnTo>
                      <a:pt x="804" y="1630"/>
                    </a:lnTo>
                    <a:cubicBezTo>
                      <a:pt x="844" y="1650"/>
                      <a:pt x="893" y="1650"/>
                      <a:pt x="933" y="1650"/>
                    </a:cubicBezTo>
                    <a:cubicBezTo>
                      <a:pt x="972" y="1640"/>
                      <a:pt x="1012" y="1630"/>
                      <a:pt x="1052" y="1620"/>
                    </a:cubicBezTo>
                    <a:cubicBezTo>
                      <a:pt x="1101" y="1610"/>
                      <a:pt x="1141" y="1591"/>
                      <a:pt x="1181" y="1571"/>
                    </a:cubicBezTo>
                    <a:cubicBezTo>
                      <a:pt x="1220" y="1551"/>
                      <a:pt x="1260" y="1531"/>
                      <a:pt x="1290" y="1511"/>
                    </a:cubicBezTo>
                    <a:lnTo>
                      <a:pt x="1359" y="1600"/>
                    </a:lnTo>
                    <a:cubicBezTo>
                      <a:pt x="1389" y="1640"/>
                      <a:pt x="1409" y="1670"/>
                      <a:pt x="1438" y="1700"/>
                    </a:cubicBezTo>
                    <a:cubicBezTo>
                      <a:pt x="1452" y="1707"/>
                      <a:pt x="1466" y="1714"/>
                      <a:pt x="1484" y="1714"/>
                    </a:cubicBezTo>
                    <a:cubicBezTo>
                      <a:pt x="1491" y="1714"/>
                      <a:pt x="1499" y="1712"/>
                      <a:pt x="1508" y="1710"/>
                    </a:cubicBezTo>
                    <a:cubicBezTo>
                      <a:pt x="1528" y="1710"/>
                      <a:pt x="1557" y="1700"/>
                      <a:pt x="1577" y="1680"/>
                    </a:cubicBezTo>
                    <a:cubicBezTo>
                      <a:pt x="1617" y="1640"/>
                      <a:pt x="1627" y="1581"/>
                      <a:pt x="1597" y="1531"/>
                    </a:cubicBezTo>
                    <a:cubicBezTo>
                      <a:pt x="1577" y="1491"/>
                      <a:pt x="1557" y="1462"/>
                      <a:pt x="1528" y="1422"/>
                    </a:cubicBezTo>
                    <a:lnTo>
                      <a:pt x="1458" y="1323"/>
                    </a:lnTo>
                    <a:cubicBezTo>
                      <a:pt x="1498" y="1273"/>
                      <a:pt x="1528" y="1224"/>
                      <a:pt x="1557" y="1164"/>
                    </a:cubicBezTo>
                    <a:cubicBezTo>
                      <a:pt x="1577" y="1115"/>
                      <a:pt x="1597" y="1055"/>
                      <a:pt x="1607" y="996"/>
                    </a:cubicBezTo>
                    <a:cubicBezTo>
                      <a:pt x="1607" y="936"/>
                      <a:pt x="1597" y="877"/>
                      <a:pt x="1587" y="817"/>
                    </a:cubicBezTo>
                    <a:cubicBezTo>
                      <a:pt x="1567" y="758"/>
                      <a:pt x="1528" y="708"/>
                      <a:pt x="1488" y="668"/>
                    </a:cubicBezTo>
                    <a:cubicBezTo>
                      <a:pt x="1438" y="619"/>
                      <a:pt x="1379" y="579"/>
                      <a:pt x="1310" y="559"/>
                    </a:cubicBezTo>
                    <a:cubicBezTo>
                      <a:pt x="1267" y="552"/>
                      <a:pt x="1220" y="545"/>
                      <a:pt x="1172" y="545"/>
                    </a:cubicBezTo>
                    <a:cubicBezTo>
                      <a:pt x="1152" y="545"/>
                      <a:pt x="1132" y="547"/>
                      <a:pt x="1111" y="549"/>
                    </a:cubicBezTo>
                    <a:cubicBezTo>
                      <a:pt x="1042" y="559"/>
                      <a:pt x="972" y="569"/>
                      <a:pt x="903" y="589"/>
                    </a:cubicBezTo>
                    <a:cubicBezTo>
                      <a:pt x="844" y="609"/>
                      <a:pt x="774" y="639"/>
                      <a:pt x="715" y="659"/>
                    </a:cubicBezTo>
                    <a:lnTo>
                      <a:pt x="655" y="688"/>
                    </a:lnTo>
                    <a:cubicBezTo>
                      <a:pt x="635" y="698"/>
                      <a:pt x="606" y="708"/>
                      <a:pt x="586" y="708"/>
                    </a:cubicBezTo>
                    <a:cubicBezTo>
                      <a:pt x="556" y="718"/>
                      <a:pt x="526" y="728"/>
                      <a:pt x="506" y="728"/>
                    </a:cubicBezTo>
                    <a:cubicBezTo>
                      <a:pt x="487" y="728"/>
                      <a:pt x="467" y="718"/>
                      <a:pt x="447" y="708"/>
                    </a:cubicBezTo>
                    <a:cubicBezTo>
                      <a:pt x="437" y="688"/>
                      <a:pt x="427" y="668"/>
                      <a:pt x="427" y="649"/>
                    </a:cubicBezTo>
                    <a:cubicBezTo>
                      <a:pt x="427" y="629"/>
                      <a:pt x="437" y="609"/>
                      <a:pt x="437" y="589"/>
                    </a:cubicBezTo>
                    <a:cubicBezTo>
                      <a:pt x="447" y="569"/>
                      <a:pt x="457" y="549"/>
                      <a:pt x="477" y="540"/>
                    </a:cubicBezTo>
                    <a:cubicBezTo>
                      <a:pt x="487" y="520"/>
                      <a:pt x="496" y="510"/>
                      <a:pt x="506" y="500"/>
                    </a:cubicBezTo>
                    <a:cubicBezTo>
                      <a:pt x="536" y="470"/>
                      <a:pt x="566" y="450"/>
                      <a:pt x="606" y="430"/>
                    </a:cubicBezTo>
                    <a:lnTo>
                      <a:pt x="705" y="381"/>
                    </a:lnTo>
                    <a:lnTo>
                      <a:pt x="804" y="331"/>
                    </a:lnTo>
                    <a:cubicBezTo>
                      <a:pt x="834" y="311"/>
                      <a:pt x="863" y="292"/>
                      <a:pt x="893" y="272"/>
                    </a:cubicBezTo>
                    <a:cubicBezTo>
                      <a:pt x="923" y="242"/>
                      <a:pt x="933" y="202"/>
                      <a:pt x="943" y="163"/>
                    </a:cubicBezTo>
                    <a:cubicBezTo>
                      <a:pt x="943" y="123"/>
                      <a:pt x="933" y="83"/>
                      <a:pt x="903" y="54"/>
                    </a:cubicBezTo>
                    <a:cubicBezTo>
                      <a:pt x="873" y="24"/>
                      <a:pt x="834" y="14"/>
                      <a:pt x="784" y="14"/>
                    </a:cubicBezTo>
                    <a:cubicBezTo>
                      <a:pt x="744" y="14"/>
                      <a:pt x="695" y="24"/>
                      <a:pt x="655" y="44"/>
                    </a:cubicBezTo>
                    <a:cubicBezTo>
                      <a:pt x="606" y="64"/>
                      <a:pt x="556" y="83"/>
                      <a:pt x="516" y="113"/>
                    </a:cubicBezTo>
                    <a:cubicBezTo>
                      <a:pt x="477" y="143"/>
                      <a:pt x="437" y="163"/>
                      <a:pt x="407" y="183"/>
                    </a:cubicBezTo>
                    <a:cubicBezTo>
                      <a:pt x="397" y="183"/>
                      <a:pt x="387" y="183"/>
                      <a:pt x="377" y="173"/>
                    </a:cubicBezTo>
                    <a:cubicBezTo>
                      <a:pt x="368" y="163"/>
                      <a:pt x="358" y="163"/>
                      <a:pt x="338" y="153"/>
                    </a:cubicBezTo>
                    <a:lnTo>
                      <a:pt x="308" y="123"/>
                    </a:lnTo>
                    <a:lnTo>
                      <a:pt x="288" y="93"/>
                    </a:lnTo>
                    <a:lnTo>
                      <a:pt x="259" y="64"/>
                    </a:lnTo>
                    <a:cubicBezTo>
                      <a:pt x="249" y="54"/>
                      <a:pt x="239" y="44"/>
                      <a:pt x="229" y="34"/>
                    </a:cubicBezTo>
                    <a:cubicBezTo>
                      <a:pt x="214" y="12"/>
                      <a:pt x="188" y="0"/>
                      <a:pt x="1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200;p50"/>
              <p:cNvSpPr/>
              <p:nvPr/>
            </p:nvSpPr>
            <p:spPr>
              <a:xfrm>
                <a:off x="7709128" y="2511539"/>
                <a:ext cx="455002" cy="552788"/>
              </a:xfrm>
              <a:custGeom>
                <a:avLst/>
                <a:gdLst/>
                <a:ahLst/>
                <a:cxnLst/>
                <a:rect l="l" t="t" r="r" b="b"/>
                <a:pathLst>
                  <a:path w="7418" h="8968" extrusionOk="0">
                    <a:moveTo>
                      <a:pt x="3853" y="0"/>
                    </a:moveTo>
                    <a:cubicBezTo>
                      <a:pt x="3769" y="0"/>
                      <a:pt x="3690" y="45"/>
                      <a:pt x="3649" y="127"/>
                    </a:cubicBezTo>
                    <a:lnTo>
                      <a:pt x="60" y="6869"/>
                    </a:lnTo>
                    <a:cubicBezTo>
                      <a:pt x="1" y="6988"/>
                      <a:pt x="40" y="7127"/>
                      <a:pt x="149" y="7187"/>
                    </a:cubicBezTo>
                    <a:lnTo>
                      <a:pt x="3451" y="8942"/>
                    </a:lnTo>
                    <a:cubicBezTo>
                      <a:pt x="3483" y="8959"/>
                      <a:pt x="3517" y="8967"/>
                      <a:pt x="3552" y="8967"/>
                    </a:cubicBezTo>
                    <a:cubicBezTo>
                      <a:pt x="3634" y="8967"/>
                      <a:pt x="3716" y="8920"/>
                      <a:pt x="3758" y="8843"/>
                    </a:cubicBezTo>
                    <a:lnTo>
                      <a:pt x="7358" y="2090"/>
                    </a:lnTo>
                    <a:cubicBezTo>
                      <a:pt x="7417" y="1981"/>
                      <a:pt x="7378" y="1842"/>
                      <a:pt x="7259" y="1783"/>
                    </a:cubicBezTo>
                    <a:lnTo>
                      <a:pt x="3967" y="28"/>
                    </a:lnTo>
                    <a:cubicBezTo>
                      <a:pt x="3930" y="9"/>
                      <a:pt x="3891" y="0"/>
                      <a:pt x="385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201;p50"/>
              <p:cNvSpPr/>
              <p:nvPr/>
            </p:nvSpPr>
            <p:spPr>
              <a:xfrm>
                <a:off x="7743170" y="2545317"/>
                <a:ext cx="386856" cy="484367"/>
              </a:xfrm>
              <a:custGeom>
                <a:avLst/>
                <a:gdLst/>
                <a:ahLst/>
                <a:cxnLst/>
                <a:rect l="l" t="t" r="r" b="b"/>
                <a:pathLst>
                  <a:path w="6307" h="7858" extrusionOk="0">
                    <a:moveTo>
                      <a:pt x="3463" y="0"/>
                    </a:moveTo>
                    <a:cubicBezTo>
                      <a:pt x="3389" y="0"/>
                      <a:pt x="3320" y="41"/>
                      <a:pt x="3283" y="114"/>
                    </a:cubicBezTo>
                    <a:lnTo>
                      <a:pt x="60" y="6163"/>
                    </a:lnTo>
                    <a:cubicBezTo>
                      <a:pt x="1" y="6252"/>
                      <a:pt x="31" y="6381"/>
                      <a:pt x="130" y="6430"/>
                    </a:cubicBezTo>
                    <a:lnTo>
                      <a:pt x="2767" y="7838"/>
                    </a:lnTo>
                    <a:cubicBezTo>
                      <a:pt x="2794" y="7852"/>
                      <a:pt x="2822" y="7858"/>
                      <a:pt x="2849" y="7858"/>
                    </a:cubicBezTo>
                    <a:cubicBezTo>
                      <a:pt x="2924" y="7858"/>
                      <a:pt x="2996" y="7812"/>
                      <a:pt x="3025" y="7739"/>
                    </a:cubicBezTo>
                    <a:lnTo>
                      <a:pt x="6247" y="1691"/>
                    </a:lnTo>
                    <a:cubicBezTo>
                      <a:pt x="6307" y="1602"/>
                      <a:pt x="6277" y="1473"/>
                      <a:pt x="6188" y="1423"/>
                    </a:cubicBezTo>
                    <a:lnTo>
                      <a:pt x="3541" y="15"/>
                    </a:lnTo>
                    <a:cubicBezTo>
                      <a:pt x="3515" y="5"/>
                      <a:pt x="3489" y="0"/>
                      <a:pt x="34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202;p50"/>
              <p:cNvSpPr/>
              <p:nvPr/>
            </p:nvSpPr>
            <p:spPr>
              <a:xfrm>
                <a:off x="8077705" y="2616511"/>
                <a:ext cx="51769" cy="64229"/>
              </a:xfrm>
              <a:custGeom>
                <a:avLst/>
                <a:gdLst/>
                <a:ahLst/>
                <a:cxnLst/>
                <a:rect l="l" t="t" r="r" b="b"/>
                <a:pathLst>
                  <a:path w="844" h="1042" extrusionOk="0">
                    <a:moveTo>
                      <a:pt x="218" y="1"/>
                    </a:moveTo>
                    <a:cubicBezTo>
                      <a:pt x="208" y="20"/>
                      <a:pt x="199" y="40"/>
                      <a:pt x="189" y="60"/>
                    </a:cubicBezTo>
                    <a:cubicBezTo>
                      <a:pt x="0" y="407"/>
                      <a:pt x="129" y="843"/>
                      <a:pt x="486" y="1022"/>
                    </a:cubicBezTo>
                    <a:lnTo>
                      <a:pt x="526" y="1042"/>
                    </a:lnTo>
                    <a:lnTo>
                      <a:pt x="793" y="536"/>
                    </a:lnTo>
                    <a:cubicBezTo>
                      <a:pt x="843" y="447"/>
                      <a:pt x="813" y="318"/>
                      <a:pt x="724" y="268"/>
                    </a:cubicBezTo>
                    <a:lnTo>
                      <a:pt x="21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203;p50"/>
              <p:cNvSpPr/>
              <p:nvPr/>
            </p:nvSpPr>
            <p:spPr>
              <a:xfrm>
                <a:off x="7928655" y="2545317"/>
                <a:ext cx="63362" cy="43826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711" extrusionOk="0">
                    <a:moveTo>
                      <a:pt x="437" y="0"/>
                    </a:moveTo>
                    <a:cubicBezTo>
                      <a:pt x="361" y="0"/>
                      <a:pt x="286" y="41"/>
                      <a:pt x="249" y="114"/>
                    </a:cubicBezTo>
                    <a:lnTo>
                      <a:pt x="1" y="600"/>
                    </a:lnTo>
                    <a:lnTo>
                      <a:pt x="51" y="630"/>
                    </a:lnTo>
                    <a:cubicBezTo>
                      <a:pt x="156" y="684"/>
                      <a:pt x="269" y="710"/>
                      <a:pt x="380" y="710"/>
                    </a:cubicBezTo>
                    <a:cubicBezTo>
                      <a:pt x="635" y="710"/>
                      <a:pt x="881" y="574"/>
                      <a:pt x="1012" y="333"/>
                    </a:cubicBezTo>
                    <a:cubicBezTo>
                      <a:pt x="1022" y="323"/>
                      <a:pt x="1032" y="303"/>
                      <a:pt x="1032" y="293"/>
                    </a:cubicBezTo>
                    <a:lnTo>
                      <a:pt x="517" y="15"/>
                    </a:lnTo>
                    <a:cubicBezTo>
                      <a:pt x="491" y="5"/>
                      <a:pt x="464" y="0"/>
                      <a:pt x="4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204;p50"/>
              <p:cNvSpPr/>
              <p:nvPr/>
            </p:nvSpPr>
            <p:spPr>
              <a:xfrm>
                <a:off x="7881241" y="2986413"/>
                <a:ext cx="63300" cy="43271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702" extrusionOk="0">
                    <a:moveTo>
                      <a:pt x="641" y="1"/>
                    </a:moveTo>
                    <a:cubicBezTo>
                      <a:pt x="387" y="1"/>
                      <a:pt x="140" y="136"/>
                      <a:pt x="11" y="375"/>
                    </a:cubicBezTo>
                    <a:lnTo>
                      <a:pt x="1" y="405"/>
                    </a:lnTo>
                    <a:lnTo>
                      <a:pt x="516" y="682"/>
                    </a:lnTo>
                    <a:cubicBezTo>
                      <a:pt x="543" y="696"/>
                      <a:pt x="571" y="702"/>
                      <a:pt x="598" y="702"/>
                    </a:cubicBezTo>
                    <a:cubicBezTo>
                      <a:pt x="674" y="702"/>
                      <a:pt x="748" y="656"/>
                      <a:pt x="784" y="583"/>
                    </a:cubicBezTo>
                    <a:lnTo>
                      <a:pt x="1032" y="107"/>
                    </a:lnTo>
                    <a:lnTo>
                      <a:pt x="982" y="88"/>
                    </a:lnTo>
                    <a:cubicBezTo>
                      <a:pt x="874" y="29"/>
                      <a:pt x="757" y="1"/>
                      <a:pt x="6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205;p50"/>
              <p:cNvSpPr/>
              <p:nvPr/>
            </p:nvSpPr>
            <p:spPr>
              <a:xfrm>
                <a:off x="7743170" y="2894569"/>
                <a:ext cx="52382" cy="63674"/>
              </a:xfrm>
              <a:custGeom>
                <a:avLst/>
                <a:gdLst/>
                <a:ahLst/>
                <a:cxnLst/>
                <a:rect l="l" t="t" r="r" b="b"/>
                <a:pathLst>
                  <a:path w="854" h="1033" extrusionOk="0">
                    <a:moveTo>
                      <a:pt x="328" y="1"/>
                    </a:moveTo>
                    <a:lnTo>
                      <a:pt x="60" y="497"/>
                    </a:lnTo>
                    <a:cubicBezTo>
                      <a:pt x="1" y="586"/>
                      <a:pt x="31" y="705"/>
                      <a:pt x="130" y="764"/>
                    </a:cubicBezTo>
                    <a:lnTo>
                      <a:pt x="635" y="1032"/>
                    </a:lnTo>
                    <a:cubicBezTo>
                      <a:pt x="645" y="1022"/>
                      <a:pt x="655" y="1002"/>
                      <a:pt x="665" y="983"/>
                    </a:cubicBezTo>
                    <a:cubicBezTo>
                      <a:pt x="854" y="636"/>
                      <a:pt x="725" y="209"/>
                      <a:pt x="368" y="21"/>
                    </a:cubicBezTo>
                    <a:lnTo>
                      <a:pt x="32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206;p50"/>
              <p:cNvSpPr/>
              <p:nvPr/>
            </p:nvSpPr>
            <p:spPr>
              <a:xfrm>
                <a:off x="7962759" y="2623785"/>
                <a:ext cx="72808" cy="58373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947" extrusionOk="0">
                    <a:moveTo>
                      <a:pt x="595" y="1"/>
                    </a:moveTo>
                    <a:cubicBezTo>
                      <a:pt x="550" y="1"/>
                      <a:pt x="504" y="7"/>
                      <a:pt x="456" y="21"/>
                    </a:cubicBezTo>
                    <a:cubicBezTo>
                      <a:pt x="50" y="140"/>
                      <a:pt x="0" y="696"/>
                      <a:pt x="377" y="894"/>
                    </a:cubicBezTo>
                    <a:cubicBezTo>
                      <a:pt x="446" y="930"/>
                      <a:pt x="520" y="947"/>
                      <a:pt x="593" y="947"/>
                    </a:cubicBezTo>
                    <a:cubicBezTo>
                      <a:pt x="763" y="947"/>
                      <a:pt x="928" y="855"/>
                      <a:pt x="1012" y="696"/>
                    </a:cubicBezTo>
                    <a:cubicBezTo>
                      <a:pt x="1187" y="371"/>
                      <a:pt x="936" y="1"/>
                      <a:pt x="59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207;p50"/>
              <p:cNvSpPr/>
              <p:nvPr/>
            </p:nvSpPr>
            <p:spPr>
              <a:xfrm>
                <a:off x="7822234" y="2890070"/>
                <a:ext cx="72256" cy="58373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947" extrusionOk="0">
                    <a:moveTo>
                      <a:pt x="602" y="1"/>
                    </a:moveTo>
                    <a:cubicBezTo>
                      <a:pt x="555" y="1"/>
                      <a:pt x="506" y="8"/>
                      <a:pt x="457" y="24"/>
                    </a:cubicBezTo>
                    <a:cubicBezTo>
                      <a:pt x="50" y="143"/>
                      <a:pt x="1" y="689"/>
                      <a:pt x="368" y="887"/>
                    </a:cubicBezTo>
                    <a:cubicBezTo>
                      <a:pt x="439" y="927"/>
                      <a:pt x="515" y="946"/>
                      <a:pt x="591" y="946"/>
                    </a:cubicBezTo>
                    <a:cubicBezTo>
                      <a:pt x="759" y="946"/>
                      <a:pt x="923" y="853"/>
                      <a:pt x="1012" y="689"/>
                    </a:cubicBezTo>
                    <a:cubicBezTo>
                      <a:pt x="1177" y="368"/>
                      <a:pt x="932" y="1"/>
                      <a:pt x="6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50"/>
              <p:cNvSpPr/>
              <p:nvPr/>
            </p:nvSpPr>
            <p:spPr>
              <a:xfrm>
                <a:off x="7840513" y="2710266"/>
                <a:ext cx="189778" cy="158908"/>
              </a:xfrm>
              <a:custGeom>
                <a:avLst/>
                <a:gdLst/>
                <a:ahLst/>
                <a:cxnLst/>
                <a:rect l="l" t="t" r="r" b="b"/>
                <a:pathLst>
                  <a:path w="3094" h="2578" extrusionOk="0">
                    <a:moveTo>
                      <a:pt x="1449" y="1"/>
                    </a:moveTo>
                    <a:cubicBezTo>
                      <a:pt x="982" y="1"/>
                      <a:pt x="546" y="230"/>
                      <a:pt x="327" y="641"/>
                    </a:cubicBezTo>
                    <a:cubicBezTo>
                      <a:pt x="0" y="1256"/>
                      <a:pt x="278" y="2039"/>
                      <a:pt x="952" y="2396"/>
                    </a:cubicBezTo>
                    <a:cubicBezTo>
                      <a:pt x="1178" y="2519"/>
                      <a:pt x="1419" y="2577"/>
                      <a:pt x="1652" y="2577"/>
                    </a:cubicBezTo>
                    <a:cubicBezTo>
                      <a:pt x="2116" y="2577"/>
                      <a:pt x="2549" y="2346"/>
                      <a:pt x="2767" y="1930"/>
                    </a:cubicBezTo>
                    <a:cubicBezTo>
                      <a:pt x="3094" y="1315"/>
                      <a:pt x="2816" y="532"/>
                      <a:pt x="2142" y="175"/>
                    </a:cubicBezTo>
                    <a:cubicBezTo>
                      <a:pt x="1919" y="57"/>
                      <a:pt x="1680" y="1"/>
                      <a:pt x="14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50"/>
              <p:cNvSpPr/>
              <p:nvPr/>
            </p:nvSpPr>
            <p:spPr>
              <a:xfrm>
                <a:off x="7873942" y="2739545"/>
                <a:ext cx="124147" cy="95234"/>
              </a:xfrm>
              <a:custGeom>
                <a:avLst/>
                <a:gdLst/>
                <a:ahLst/>
                <a:cxnLst/>
                <a:rect l="l" t="t" r="r" b="b"/>
                <a:pathLst>
                  <a:path w="2024" h="1545" extrusionOk="0">
                    <a:moveTo>
                      <a:pt x="777" y="1"/>
                    </a:moveTo>
                    <a:cubicBezTo>
                      <a:pt x="759" y="1"/>
                      <a:pt x="741" y="3"/>
                      <a:pt x="724" y="7"/>
                    </a:cubicBezTo>
                    <a:cubicBezTo>
                      <a:pt x="675" y="27"/>
                      <a:pt x="635" y="57"/>
                      <a:pt x="596" y="87"/>
                    </a:cubicBezTo>
                    <a:cubicBezTo>
                      <a:pt x="556" y="116"/>
                      <a:pt x="526" y="156"/>
                      <a:pt x="496" y="196"/>
                    </a:cubicBezTo>
                    <a:lnTo>
                      <a:pt x="407" y="295"/>
                    </a:lnTo>
                    <a:lnTo>
                      <a:pt x="377" y="295"/>
                    </a:lnTo>
                    <a:cubicBezTo>
                      <a:pt x="367" y="295"/>
                      <a:pt x="348" y="285"/>
                      <a:pt x="338" y="285"/>
                    </a:cubicBezTo>
                    <a:lnTo>
                      <a:pt x="298" y="265"/>
                    </a:lnTo>
                    <a:lnTo>
                      <a:pt x="268" y="245"/>
                    </a:lnTo>
                    <a:lnTo>
                      <a:pt x="229" y="226"/>
                    </a:lnTo>
                    <a:lnTo>
                      <a:pt x="199" y="206"/>
                    </a:lnTo>
                    <a:cubicBezTo>
                      <a:pt x="184" y="201"/>
                      <a:pt x="167" y="198"/>
                      <a:pt x="149" y="198"/>
                    </a:cubicBezTo>
                    <a:cubicBezTo>
                      <a:pt x="132" y="198"/>
                      <a:pt x="115" y="201"/>
                      <a:pt x="100" y="206"/>
                    </a:cubicBezTo>
                    <a:cubicBezTo>
                      <a:pt x="60" y="226"/>
                      <a:pt x="40" y="245"/>
                      <a:pt x="20" y="275"/>
                    </a:cubicBezTo>
                    <a:cubicBezTo>
                      <a:pt x="11" y="305"/>
                      <a:pt x="1" y="335"/>
                      <a:pt x="11" y="364"/>
                    </a:cubicBezTo>
                    <a:cubicBezTo>
                      <a:pt x="11" y="394"/>
                      <a:pt x="20" y="414"/>
                      <a:pt x="40" y="434"/>
                    </a:cubicBezTo>
                    <a:cubicBezTo>
                      <a:pt x="60" y="454"/>
                      <a:pt x="80" y="473"/>
                      <a:pt x="110" y="493"/>
                    </a:cubicBezTo>
                    <a:lnTo>
                      <a:pt x="189" y="533"/>
                    </a:lnTo>
                    <a:lnTo>
                      <a:pt x="248" y="563"/>
                    </a:lnTo>
                    <a:cubicBezTo>
                      <a:pt x="268" y="573"/>
                      <a:pt x="268" y="583"/>
                      <a:pt x="268" y="592"/>
                    </a:cubicBezTo>
                    <a:cubicBezTo>
                      <a:pt x="258" y="642"/>
                      <a:pt x="248" y="692"/>
                      <a:pt x="229" y="741"/>
                    </a:cubicBezTo>
                    <a:cubicBezTo>
                      <a:pt x="219" y="781"/>
                      <a:pt x="219" y="830"/>
                      <a:pt x="229" y="880"/>
                    </a:cubicBezTo>
                    <a:cubicBezTo>
                      <a:pt x="229" y="930"/>
                      <a:pt x="248" y="969"/>
                      <a:pt x="268" y="1009"/>
                    </a:cubicBezTo>
                    <a:cubicBezTo>
                      <a:pt x="298" y="1049"/>
                      <a:pt x="338" y="1088"/>
                      <a:pt x="397" y="1108"/>
                    </a:cubicBezTo>
                    <a:cubicBezTo>
                      <a:pt x="443" y="1138"/>
                      <a:pt x="494" y="1151"/>
                      <a:pt x="547" y="1151"/>
                    </a:cubicBezTo>
                    <a:cubicBezTo>
                      <a:pt x="563" y="1151"/>
                      <a:pt x="579" y="1150"/>
                      <a:pt x="596" y="1148"/>
                    </a:cubicBezTo>
                    <a:cubicBezTo>
                      <a:pt x="665" y="1148"/>
                      <a:pt x="734" y="1128"/>
                      <a:pt x="804" y="1088"/>
                    </a:cubicBezTo>
                    <a:cubicBezTo>
                      <a:pt x="863" y="1058"/>
                      <a:pt x="933" y="1019"/>
                      <a:pt x="992" y="979"/>
                    </a:cubicBezTo>
                    <a:cubicBezTo>
                      <a:pt x="1052" y="939"/>
                      <a:pt x="1101" y="900"/>
                      <a:pt x="1161" y="850"/>
                    </a:cubicBezTo>
                    <a:cubicBezTo>
                      <a:pt x="1200" y="820"/>
                      <a:pt x="1250" y="791"/>
                      <a:pt x="1300" y="761"/>
                    </a:cubicBezTo>
                    <a:cubicBezTo>
                      <a:pt x="1317" y="749"/>
                      <a:pt x="1338" y="745"/>
                      <a:pt x="1358" y="745"/>
                    </a:cubicBezTo>
                    <a:cubicBezTo>
                      <a:pt x="1372" y="745"/>
                      <a:pt x="1386" y="747"/>
                      <a:pt x="1399" y="751"/>
                    </a:cubicBezTo>
                    <a:cubicBezTo>
                      <a:pt x="1419" y="761"/>
                      <a:pt x="1428" y="781"/>
                      <a:pt x="1438" y="801"/>
                    </a:cubicBezTo>
                    <a:cubicBezTo>
                      <a:pt x="1448" y="820"/>
                      <a:pt x="1448" y="840"/>
                      <a:pt x="1448" y="860"/>
                    </a:cubicBezTo>
                    <a:cubicBezTo>
                      <a:pt x="1448" y="880"/>
                      <a:pt x="1438" y="900"/>
                      <a:pt x="1438" y="920"/>
                    </a:cubicBezTo>
                    <a:cubicBezTo>
                      <a:pt x="1428" y="939"/>
                      <a:pt x="1419" y="959"/>
                      <a:pt x="1409" y="979"/>
                    </a:cubicBezTo>
                    <a:cubicBezTo>
                      <a:pt x="1399" y="1009"/>
                      <a:pt x="1379" y="1049"/>
                      <a:pt x="1349" y="1068"/>
                    </a:cubicBezTo>
                    <a:cubicBezTo>
                      <a:pt x="1319" y="1098"/>
                      <a:pt x="1300" y="1128"/>
                      <a:pt x="1280" y="1148"/>
                    </a:cubicBezTo>
                    <a:lnTo>
                      <a:pt x="1210" y="1207"/>
                    </a:lnTo>
                    <a:cubicBezTo>
                      <a:pt x="1181" y="1227"/>
                      <a:pt x="1171" y="1257"/>
                      <a:pt x="1151" y="1286"/>
                    </a:cubicBezTo>
                    <a:cubicBezTo>
                      <a:pt x="1141" y="1306"/>
                      <a:pt x="1131" y="1326"/>
                      <a:pt x="1131" y="1346"/>
                    </a:cubicBezTo>
                    <a:cubicBezTo>
                      <a:pt x="1121" y="1366"/>
                      <a:pt x="1121" y="1396"/>
                      <a:pt x="1121" y="1415"/>
                    </a:cubicBezTo>
                    <a:cubicBezTo>
                      <a:pt x="1121" y="1435"/>
                      <a:pt x="1131" y="1465"/>
                      <a:pt x="1141" y="1485"/>
                    </a:cubicBezTo>
                    <a:cubicBezTo>
                      <a:pt x="1151" y="1505"/>
                      <a:pt x="1161" y="1515"/>
                      <a:pt x="1181" y="1534"/>
                    </a:cubicBezTo>
                    <a:cubicBezTo>
                      <a:pt x="1190" y="1534"/>
                      <a:pt x="1210" y="1544"/>
                      <a:pt x="1220" y="1544"/>
                    </a:cubicBezTo>
                    <a:lnTo>
                      <a:pt x="1250" y="1544"/>
                    </a:lnTo>
                    <a:cubicBezTo>
                      <a:pt x="1300" y="1544"/>
                      <a:pt x="1339" y="1534"/>
                      <a:pt x="1379" y="1515"/>
                    </a:cubicBezTo>
                    <a:cubicBezTo>
                      <a:pt x="1419" y="1505"/>
                      <a:pt x="1448" y="1475"/>
                      <a:pt x="1488" y="1455"/>
                    </a:cubicBezTo>
                    <a:cubicBezTo>
                      <a:pt x="1528" y="1425"/>
                      <a:pt x="1557" y="1396"/>
                      <a:pt x="1587" y="1366"/>
                    </a:cubicBezTo>
                    <a:cubicBezTo>
                      <a:pt x="1617" y="1336"/>
                      <a:pt x="1647" y="1306"/>
                      <a:pt x="1676" y="1277"/>
                    </a:cubicBezTo>
                    <a:lnTo>
                      <a:pt x="1766" y="1346"/>
                    </a:lnTo>
                    <a:cubicBezTo>
                      <a:pt x="1805" y="1366"/>
                      <a:pt x="1835" y="1386"/>
                      <a:pt x="1875" y="1405"/>
                    </a:cubicBezTo>
                    <a:cubicBezTo>
                      <a:pt x="1885" y="1410"/>
                      <a:pt x="1897" y="1413"/>
                      <a:pt x="1909" y="1413"/>
                    </a:cubicBezTo>
                    <a:cubicBezTo>
                      <a:pt x="1922" y="1413"/>
                      <a:pt x="1934" y="1410"/>
                      <a:pt x="1944" y="1405"/>
                    </a:cubicBezTo>
                    <a:cubicBezTo>
                      <a:pt x="1964" y="1386"/>
                      <a:pt x="1984" y="1366"/>
                      <a:pt x="1994" y="1346"/>
                    </a:cubicBezTo>
                    <a:cubicBezTo>
                      <a:pt x="2023" y="1296"/>
                      <a:pt x="2013" y="1237"/>
                      <a:pt x="1974" y="1197"/>
                    </a:cubicBezTo>
                    <a:cubicBezTo>
                      <a:pt x="1944" y="1177"/>
                      <a:pt x="1904" y="1148"/>
                      <a:pt x="1875" y="1118"/>
                    </a:cubicBezTo>
                    <a:cubicBezTo>
                      <a:pt x="1835" y="1098"/>
                      <a:pt x="1805" y="1068"/>
                      <a:pt x="1766" y="1049"/>
                    </a:cubicBezTo>
                    <a:cubicBezTo>
                      <a:pt x="1795" y="989"/>
                      <a:pt x="1805" y="930"/>
                      <a:pt x="1815" y="870"/>
                    </a:cubicBezTo>
                    <a:cubicBezTo>
                      <a:pt x="1825" y="811"/>
                      <a:pt x="1815" y="751"/>
                      <a:pt x="1805" y="692"/>
                    </a:cubicBezTo>
                    <a:cubicBezTo>
                      <a:pt x="1795" y="632"/>
                      <a:pt x="1766" y="583"/>
                      <a:pt x="1726" y="533"/>
                    </a:cubicBezTo>
                    <a:cubicBezTo>
                      <a:pt x="1696" y="483"/>
                      <a:pt x="1647" y="444"/>
                      <a:pt x="1587" y="404"/>
                    </a:cubicBezTo>
                    <a:cubicBezTo>
                      <a:pt x="1528" y="374"/>
                      <a:pt x="1458" y="364"/>
                      <a:pt x="1389" y="364"/>
                    </a:cubicBezTo>
                    <a:cubicBezTo>
                      <a:pt x="1319" y="374"/>
                      <a:pt x="1260" y="394"/>
                      <a:pt x="1200" y="414"/>
                    </a:cubicBezTo>
                    <a:cubicBezTo>
                      <a:pt x="1131" y="444"/>
                      <a:pt x="1071" y="483"/>
                      <a:pt x="1022" y="523"/>
                    </a:cubicBezTo>
                    <a:cubicBezTo>
                      <a:pt x="962" y="563"/>
                      <a:pt x="903" y="602"/>
                      <a:pt x="863" y="642"/>
                    </a:cubicBezTo>
                    <a:lnTo>
                      <a:pt x="814" y="692"/>
                    </a:lnTo>
                    <a:cubicBezTo>
                      <a:pt x="794" y="711"/>
                      <a:pt x="774" y="721"/>
                      <a:pt x="744" y="741"/>
                    </a:cubicBezTo>
                    <a:cubicBezTo>
                      <a:pt x="724" y="761"/>
                      <a:pt x="705" y="771"/>
                      <a:pt x="675" y="781"/>
                    </a:cubicBezTo>
                    <a:cubicBezTo>
                      <a:pt x="665" y="786"/>
                      <a:pt x="655" y="788"/>
                      <a:pt x="645" y="788"/>
                    </a:cubicBezTo>
                    <a:cubicBezTo>
                      <a:pt x="635" y="788"/>
                      <a:pt x="625" y="786"/>
                      <a:pt x="615" y="781"/>
                    </a:cubicBezTo>
                    <a:cubicBezTo>
                      <a:pt x="596" y="771"/>
                      <a:pt x="586" y="751"/>
                      <a:pt x="586" y="731"/>
                    </a:cubicBezTo>
                    <a:cubicBezTo>
                      <a:pt x="576" y="711"/>
                      <a:pt x="576" y="692"/>
                      <a:pt x="586" y="672"/>
                    </a:cubicBezTo>
                    <a:cubicBezTo>
                      <a:pt x="586" y="652"/>
                      <a:pt x="586" y="632"/>
                      <a:pt x="596" y="612"/>
                    </a:cubicBezTo>
                    <a:cubicBezTo>
                      <a:pt x="605" y="592"/>
                      <a:pt x="605" y="573"/>
                      <a:pt x="615" y="563"/>
                    </a:cubicBezTo>
                    <a:cubicBezTo>
                      <a:pt x="635" y="523"/>
                      <a:pt x="655" y="493"/>
                      <a:pt x="685" y="464"/>
                    </a:cubicBezTo>
                    <a:cubicBezTo>
                      <a:pt x="715" y="434"/>
                      <a:pt x="734" y="404"/>
                      <a:pt x="764" y="384"/>
                    </a:cubicBezTo>
                    <a:lnTo>
                      <a:pt x="843" y="305"/>
                    </a:lnTo>
                    <a:cubicBezTo>
                      <a:pt x="863" y="285"/>
                      <a:pt x="893" y="255"/>
                      <a:pt x="903" y="226"/>
                    </a:cubicBezTo>
                    <a:cubicBezTo>
                      <a:pt x="923" y="186"/>
                      <a:pt x="933" y="146"/>
                      <a:pt x="923" y="107"/>
                    </a:cubicBezTo>
                    <a:cubicBezTo>
                      <a:pt x="913" y="67"/>
                      <a:pt x="883" y="37"/>
                      <a:pt x="843" y="17"/>
                    </a:cubicBezTo>
                    <a:cubicBezTo>
                      <a:pt x="826" y="6"/>
                      <a:pt x="802" y="1"/>
                      <a:pt x="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210;p50"/>
              <p:cNvSpPr/>
              <p:nvPr/>
            </p:nvSpPr>
            <p:spPr>
              <a:xfrm>
                <a:off x="7651961" y="2880516"/>
                <a:ext cx="548664" cy="357019"/>
              </a:xfrm>
              <a:custGeom>
                <a:avLst/>
                <a:gdLst/>
                <a:ahLst/>
                <a:cxnLst/>
                <a:rect l="l" t="t" r="r" b="b"/>
                <a:pathLst>
                  <a:path w="8945" h="5792" extrusionOk="0">
                    <a:moveTo>
                      <a:pt x="952" y="1"/>
                    </a:moveTo>
                    <a:lnTo>
                      <a:pt x="1" y="1815"/>
                    </a:lnTo>
                    <a:lnTo>
                      <a:pt x="5434" y="5791"/>
                    </a:lnTo>
                    <a:cubicBezTo>
                      <a:pt x="5434" y="5791"/>
                      <a:pt x="8944" y="4889"/>
                      <a:pt x="7021" y="3174"/>
                    </a:cubicBezTo>
                    <a:cubicBezTo>
                      <a:pt x="4958" y="1340"/>
                      <a:pt x="952" y="1"/>
                      <a:pt x="9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211;p50"/>
              <p:cNvSpPr/>
              <p:nvPr/>
            </p:nvSpPr>
            <p:spPr>
              <a:xfrm>
                <a:off x="7543701" y="3020562"/>
                <a:ext cx="352200" cy="554637"/>
              </a:xfrm>
              <a:custGeom>
                <a:avLst/>
                <a:gdLst/>
                <a:ahLst/>
                <a:cxnLst/>
                <a:rect l="l" t="t" r="r" b="b"/>
                <a:pathLst>
                  <a:path w="5742" h="8998" extrusionOk="0">
                    <a:moveTo>
                      <a:pt x="3983" y="1"/>
                    </a:moveTo>
                    <a:cubicBezTo>
                      <a:pt x="3815" y="1"/>
                      <a:pt x="3655" y="90"/>
                      <a:pt x="3580" y="247"/>
                    </a:cubicBezTo>
                    <a:cubicBezTo>
                      <a:pt x="3491" y="406"/>
                      <a:pt x="3421" y="565"/>
                      <a:pt x="3362" y="733"/>
                    </a:cubicBezTo>
                    <a:cubicBezTo>
                      <a:pt x="3302" y="902"/>
                      <a:pt x="3243" y="1070"/>
                      <a:pt x="3173" y="1229"/>
                    </a:cubicBezTo>
                    <a:cubicBezTo>
                      <a:pt x="3045" y="1209"/>
                      <a:pt x="2916" y="1199"/>
                      <a:pt x="2788" y="1199"/>
                    </a:cubicBezTo>
                    <a:cubicBezTo>
                      <a:pt x="2660" y="1199"/>
                      <a:pt x="2534" y="1209"/>
                      <a:pt x="2410" y="1229"/>
                    </a:cubicBezTo>
                    <a:cubicBezTo>
                      <a:pt x="2162" y="1269"/>
                      <a:pt x="1924" y="1348"/>
                      <a:pt x="1706" y="1457"/>
                    </a:cubicBezTo>
                    <a:cubicBezTo>
                      <a:pt x="1498" y="1566"/>
                      <a:pt x="1309" y="1725"/>
                      <a:pt x="1161" y="1913"/>
                    </a:cubicBezTo>
                    <a:cubicBezTo>
                      <a:pt x="1002" y="2112"/>
                      <a:pt x="893" y="2349"/>
                      <a:pt x="833" y="2597"/>
                    </a:cubicBezTo>
                    <a:cubicBezTo>
                      <a:pt x="764" y="2875"/>
                      <a:pt x="774" y="3163"/>
                      <a:pt x="873" y="3430"/>
                    </a:cubicBezTo>
                    <a:cubicBezTo>
                      <a:pt x="962" y="3698"/>
                      <a:pt x="1101" y="3936"/>
                      <a:pt x="1270" y="4154"/>
                    </a:cubicBezTo>
                    <a:cubicBezTo>
                      <a:pt x="1448" y="4372"/>
                      <a:pt x="1656" y="4580"/>
                      <a:pt x="1875" y="4759"/>
                    </a:cubicBezTo>
                    <a:cubicBezTo>
                      <a:pt x="2103" y="4947"/>
                      <a:pt x="2321" y="5116"/>
                      <a:pt x="2539" y="5255"/>
                    </a:cubicBezTo>
                    <a:lnTo>
                      <a:pt x="2757" y="5403"/>
                    </a:lnTo>
                    <a:cubicBezTo>
                      <a:pt x="2846" y="5473"/>
                      <a:pt x="2936" y="5542"/>
                      <a:pt x="3025" y="5612"/>
                    </a:cubicBezTo>
                    <a:cubicBezTo>
                      <a:pt x="3104" y="5681"/>
                      <a:pt x="3183" y="5760"/>
                      <a:pt x="3243" y="5850"/>
                    </a:cubicBezTo>
                    <a:cubicBezTo>
                      <a:pt x="3302" y="5919"/>
                      <a:pt x="3322" y="6008"/>
                      <a:pt x="3302" y="6097"/>
                    </a:cubicBezTo>
                    <a:cubicBezTo>
                      <a:pt x="3292" y="6177"/>
                      <a:pt x="3243" y="6246"/>
                      <a:pt x="3164" y="6286"/>
                    </a:cubicBezTo>
                    <a:cubicBezTo>
                      <a:pt x="3094" y="6326"/>
                      <a:pt x="3015" y="6355"/>
                      <a:pt x="2926" y="6375"/>
                    </a:cubicBezTo>
                    <a:cubicBezTo>
                      <a:pt x="2836" y="6385"/>
                      <a:pt x="2747" y="6385"/>
                      <a:pt x="2658" y="6385"/>
                    </a:cubicBezTo>
                    <a:cubicBezTo>
                      <a:pt x="2588" y="6375"/>
                      <a:pt x="2509" y="6365"/>
                      <a:pt x="2440" y="6345"/>
                    </a:cubicBezTo>
                    <a:cubicBezTo>
                      <a:pt x="2281" y="6316"/>
                      <a:pt x="2132" y="6256"/>
                      <a:pt x="1984" y="6177"/>
                    </a:cubicBezTo>
                    <a:cubicBezTo>
                      <a:pt x="1845" y="6097"/>
                      <a:pt x="1716" y="6018"/>
                      <a:pt x="1577" y="5939"/>
                    </a:cubicBezTo>
                    <a:cubicBezTo>
                      <a:pt x="1448" y="5850"/>
                      <a:pt x="1319" y="5770"/>
                      <a:pt x="1200" y="5701"/>
                    </a:cubicBezTo>
                    <a:cubicBezTo>
                      <a:pt x="1071" y="5622"/>
                      <a:pt x="943" y="5572"/>
                      <a:pt x="804" y="5542"/>
                    </a:cubicBezTo>
                    <a:cubicBezTo>
                      <a:pt x="751" y="5529"/>
                      <a:pt x="697" y="5522"/>
                      <a:pt x="643" y="5522"/>
                    </a:cubicBezTo>
                    <a:cubicBezTo>
                      <a:pt x="535" y="5522"/>
                      <a:pt x="427" y="5549"/>
                      <a:pt x="328" y="5602"/>
                    </a:cubicBezTo>
                    <a:cubicBezTo>
                      <a:pt x="189" y="5681"/>
                      <a:pt x="80" y="5820"/>
                      <a:pt x="50" y="5978"/>
                    </a:cubicBezTo>
                    <a:cubicBezTo>
                      <a:pt x="1" y="6147"/>
                      <a:pt x="40" y="6326"/>
                      <a:pt x="139" y="6474"/>
                    </a:cubicBezTo>
                    <a:cubicBezTo>
                      <a:pt x="258" y="6623"/>
                      <a:pt x="397" y="6762"/>
                      <a:pt x="556" y="6871"/>
                    </a:cubicBezTo>
                    <a:cubicBezTo>
                      <a:pt x="724" y="6990"/>
                      <a:pt x="903" y="7099"/>
                      <a:pt x="1101" y="7188"/>
                    </a:cubicBezTo>
                    <a:cubicBezTo>
                      <a:pt x="1290" y="7277"/>
                      <a:pt x="1458" y="7357"/>
                      <a:pt x="1587" y="7426"/>
                    </a:cubicBezTo>
                    <a:cubicBezTo>
                      <a:pt x="1607" y="7436"/>
                      <a:pt x="1617" y="7466"/>
                      <a:pt x="1617" y="7525"/>
                    </a:cubicBezTo>
                    <a:cubicBezTo>
                      <a:pt x="1627" y="7585"/>
                      <a:pt x="1627" y="7644"/>
                      <a:pt x="1617" y="7704"/>
                    </a:cubicBezTo>
                    <a:cubicBezTo>
                      <a:pt x="1607" y="7773"/>
                      <a:pt x="1597" y="7833"/>
                      <a:pt x="1587" y="7892"/>
                    </a:cubicBezTo>
                    <a:cubicBezTo>
                      <a:pt x="1577" y="7952"/>
                      <a:pt x="1557" y="7991"/>
                      <a:pt x="1557" y="8021"/>
                    </a:cubicBezTo>
                    <a:cubicBezTo>
                      <a:pt x="1547" y="8081"/>
                      <a:pt x="1537" y="8130"/>
                      <a:pt x="1518" y="8190"/>
                    </a:cubicBezTo>
                    <a:cubicBezTo>
                      <a:pt x="1498" y="8239"/>
                      <a:pt x="1488" y="8299"/>
                      <a:pt x="1468" y="8358"/>
                    </a:cubicBezTo>
                    <a:cubicBezTo>
                      <a:pt x="1438" y="8497"/>
                      <a:pt x="1478" y="8646"/>
                      <a:pt x="1577" y="8755"/>
                    </a:cubicBezTo>
                    <a:cubicBezTo>
                      <a:pt x="1666" y="8864"/>
                      <a:pt x="1795" y="8943"/>
                      <a:pt x="1934" y="8973"/>
                    </a:cubicBezTo>
                    <a:cubicBezTo>
                      <a:pt x="1984" y="8989"/>
                      <a:pt x="2035" y="8997"/>
                      <a:pt x="2087" y="8997"/>
                    </a:cubicBezTo>
                    <a:cubicBezTo>
                      <a:pt x="2159" y="8997"/>
                      <a:pt x="2232" y="8982"/>
                      <a:pt x="2301" y="8953"/>
                    </a:cubicBezTo>
                    <a:cubicBezTo>
                      <a:pt x="2400" y="8904"/>
                      <a:pt x="2479" y="8824"/>
                      <a:pt x="2539" y="8735"/>
                    </a:cubicBezTo>
                    <a:cubicBezTo>
                      <a:pt x="2598" y="8636"/>
                      <a:pt x="2648" y="8527"/>
                      <a:pt x="2668" y="8418"/>
                    </a:cubicBezTo>
                    <a:cubicBezTo>
                      <a:pt x="2707" y="8299"/>
                      <a:pt x="2727" y="8180"/>
                      <a:pt x="2757" y="8081"/>
                    </a:cubicBezTo>
                    <a:cubicBezTo>
                      <a:pt x="2777" y="7971"/>
                      <a:pt x="2797" y="7882"/>
                      <a:pt x="2826" y="7803"/>
                    </a:cubicBezTo>
                    <a:cubicBezTo>
                      <a:pt x="2846" y="7724"/>
                      <a:pt x="2876" y="7694"/>
                      <a:pt x="2916" y="7694"/>
                    </a:cubicBezTo>
                    <a:cubicBezTo>
                      <a:pt x="3124" y="7684"/>
                      <a:pt x="3332" y="7674"/>
                      <a:pt x="3540" y="7664"/>
                    </a:cubicBezTo>
                    <a:cubicBezTo>
                      <a:pt x="3739" y="7654"/>
                      <a:pt x="3937" y="7624"/>
                      <a:pt x="4115" y="7555"/>
                    </a:cubicBezTo>
                    <a:cubicBezTo>
                      <a:pt x="4294" y="7486"/>
                      <a:pt x="4453" y="7386"/>
                      <a:pt x="4581" y="7248"/>
                    </a:cubicBezTo>
                    <a:cubicBezTo>
                      <a:pt x="4730" y="7069"/>
                      <a:pt x="4829" y="6861"/>
                      <a:pt x="4869" y="6633"/>
                    </a:cubicBezTo>
                    <a:cubicBezTo>
                      <a:pt x="4938" y="6345"/>
                      <a:pt x="4929" y="6048"/>
                      <a:pt x="4819" y="5770"/>
                    </a:cubicBezTo>
                    <a:cubicBezTo>
                      <a:pt x="4720" y="5493"/>
                      <a:pt x="4572" y="5245"/>
                      <a:pt x="4383" y="5027"/>
                    </a:cubicBezTo>
                    <a:cubicBezTo>
                      <a:pt x="4185" y="4789"/>
                      <a:pt x="3967" y="4580"/>
                      <a:pt x="3739" y="4392"/>
                    </a:cubicBezTo>
                    <a:cubicBezTo>
                      <a:pt x="3501" y="4194"/>
                      <a:pt x="3273" y="4015"/>
                      <a:pt x="3064" y="3847"/>
                    </a:cubicBezTo>
                    <a:cubicBezTo>
                      <a:pt x="2886" y="3708"/>
                      <a:pt x="2717" y="3549"/>
                      <a:pt x="2559" y="3381"/>
                    </a:cubicBezTo>
                    <a:cubicBezTo>
                      <a:pt x="2450" y="3282"/>
                      <a:pt x="2390" y="3133"/>
                      <a:pt x="2410" y="2974"/>
                    </a:cubicBezTo>
                    <a:cubicBezTo>
                      <a:pt x="2430" y="2895"/>
                      <a:pt x="2479" y="2825"/>
                      <a:pt x="2539" y="2776"/>
                    </a:cubicBezTo>
                    <a:cubicBezTo>
                      <a:pt x="2618" y="2726"/>
                      <a:pt x="2698" y="2697"/>
                      <a:pt x="2777" y="2677"/>
                    </a:cubicBezTo>
                    <a:cubicBezTo>
                      <a:pt x="2866" y="2657"/>
                      <a:pt x="2965" y="2657"/>
                      <a:pt x="3055" y="2657"/>
                    </a:cubicBezTo>
                    <a:cubicBezTo>
                      <a:pt x="3134" y="2667"/>
                      <a:pt x="3213" y="2677"/>
                      <a:pt x="3292" y="2697"/>
                    </a:cubicBezTo>
                    <a:cubicBezTo>
                      <a:pt x="3451" y="2726"/>
                      <a:pt x="3600" y="2786"/>
                      <a:pt x="3739" y="2855"/>
                    </a:cubicBezTo>
                    <a:cubicBezTo>
                      <a:pt x="3868" y="2925"/>
                      <a:pt x="3987" y="3004"/>
                      <a:pt x="4106" y="3073"/>
                    </a:cubicBezTo>
                    <a:lnTo>
                      <a:pt x="4433" y="3282"/>
                    </a:lnTo>
                    <a:cubicBezTo>
                      <a:pt x="4542" y="3341"/>
                      <a:pt x="4651" y="3391"/>
                      <a:pt x="4780" y="3420"/>
                    </a:cubicBezTo>
                    <a:cubicBezTo>
                      <a:pt x="4869" y="3440"/>
                      <a:pt x="4958" y="3450"/>
                      <a:pt x="5047" y="3450"/>
                    </a:cubicBezTo>
                    <a:cubicBezTo>
                      <a:pt x="5147" y="3450"/>
                      <a:pt x="5246" y="3430"/>
                      <a:pt x="5335" y="3401"/>
                    </a:cubicBezTo>
                    <a:cubicBezTo>
                      <a:pt x="5434" y="3381"/>
                      <a:pt x="5514" y="3331"/>
                      <a:pt x="5583" y="3282"/>
                    </a:cubicBezTo>
                    <a:cubicBezTo>
                      <a:pt x="5662" y="3212"/>
                      <a:pt x="5712" y="3133"/>
                      <a:pt x="5732" y="3044"/>
                    </a:cubicBezTo>
                    <a:cubicBezTo>
                      <a:pt x="5742" y="2994"/>
                      <a:pt x="5742" y="2954"/>
                      <a:pt x="5732" y="2905"/>
                    </a:cubicBezTo>
                    <a:cubicBezTo>
                      <a:pt x="5732" y="2855"/>
                      <a:pt x="5722" y="2816"/>
                      <a:pt x="5712" y="2766"/>
                    </a:cubicBezTo>
                    <a:cubicBezTo>
                      <a:pt x="5662" y="2597"/>
                      <a:pt x="5583" y="2449"/>
                      <a:pt x="5474" y="2310"/>
                    </a:cubicBezTo>
                    <a:cubicBezTo>
                      <a:pt x="5365" y="2171"/>
                      <a:pt x="5236" y="2042"/>
                      <a:pt x="5097" y="1933"/>
                    </a:cubicBezTo>
                    <a:cubicBezTo>
                      <a:pt x="4958" y="1814"/>
                      <a:pt x="4810" y="1715"/>
                      <a:pt x="4651" y="1626"/>
                    </a:cubicBezTo>
                    <a:cubicBezTo>
                      <a:pt x="4502" y="1527"/>
                      <a:pt x="4353" y="1447"/>
                      <a:pt x="4205" y="1378"/>
                    </a:cubicBezTo>
                    <a:cubicBezTo>
                      <a:pt x="4254" y="1229"/>
                      <a:pt x="4304" y="1080"/>
                      <a:pt x="4363" y="912"/>
                    </a:cubicBezTo>
                    <a:cubicBezTo>
                      <a:pt x="4423" y="763"/>
                      <a:pt x="4472" y="604"/>
                      <a:pt x="4502" y="456"/>
                    </a:cubicBezTo>
                    <a:cubicBezTo>
                      <a:pt x="4532" y="347"/>
                      <a:pt x="4502" y="238"/>
                      <a:pt x="4423" y="178"/>
                    </a:cubicBezTo>
                    <a:cubicBezTo>
                      <a:pt x="4343" y="99"/>
                      <a:pt x="4244" y="49"/>
                      <a:pt x="4145" y="29"/>
                    </a:cubicBezTo>
                    <a:cubicBezTo>
                      <a:pt x="4092" y="10"/>
                      <a:pt x="4037" y="1"/>
                      <a:pt x="39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3212;p50"/>
              <p:cNvSpPr/>
              <p:nvPr/>
            </p:nvSpPr>
            <p:spPr>
              <a:xfrm>
                <a:off x="7913505" y="2612813"/>
                <a:ext cx="71213" cy="71626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2" extrusionOk="0">
                    <a:moveTo>
                      <a:pt x="577" y="1"/>
                    </a:moveTo>
                    <a:cubicBezTo>
                      <a:pt x="577" y="1"/>
                      <a:pt x="576" y="1"/>
                      <a:pt x="575" y="1"/>
                    </a:cubicBezTo>
                    <a:cubicBezTo>
                      <a:pt x="516" y="1"/>
                      <a:pt x="466" y="417"/>
                      <a:pt x="446" y="447"/>
                    </a:cubicBezTo>
                    <a:cubicBezTo>
                      <a:pt x="387" y="497"/>
                      <a:pt x="0" y="536"/>
                      <a:pt x="10" y="596"/>
                    </a:cubicBezTo>
                    <a:cubicBezTo>
                      <a:pt x="10" y="646"/>
                      <a:pt x="387" y="665"/>
                      <a:pt x="446" y="715"/>
                    </a:cubicBezTo>
                    <a:cubicBezTo>
                      <a:pt x="476" y="745"/>
                      <a:pt x="536" y="1161"/>
                      <a:pt x="595" y="1161"/>
                    </a:cubicBezTo>
                    <a:cubicBezTo>
                      <a:pt x="655" y="1161"/>
                      <a:pt x="694" y="745"/>
                      <a:pt x="724" y="715"/>
                    </a:cubicBezTo>
                    <a:cubicBezTo>
                      <a:pt x="774" y="665"/>
                      <a:pt x="1160" y="626"/>
                      <a:pt x="1160" y="566"/>
                    </a:cubicBezTo>
                    <a:cubicBezTo>
                      <a:pt x="1160" y="517"/>
                      <a:pt x="774" y="497"/>
                      <a:pt x="724" y="447"/>
                    </a:cubicBezTo>
                    <a:cubicBezTo>
                      <a:pt x="695" y="418"/>
                      <a:pt x="636" y="1"/>
                      <a:pt x="5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3213;p50"/>
              <p:cNvSpPr/>
              <p:nvPr/>
            </p:nvSpPr>
            <p:spPr>
              <a:xfrm>
                <a:off x="8144011" y="2838354"/>
                <a:ext cx="71213" cy="7218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71" extrusionOk="0">
                    <a:moveTo>
                      <a:pt x="565" y="1"/>
                    </a:moveTo>
                    <a:cubicBezTo>
                      <a:pt x="506" y="11"/>
                      <a:pt x="466" y="427"/>
                      <a:pt x="436" y="447"/>
                    </a:cubicBezTo>
                    <a:cubicBezTo>
                      <a:pt x="377" y="506"/>
                      <a:pt x="0" y="546"/>
                      <a:pt x="0" y="596"/>
                    </a:cubicBezTo>
                    <a:cubicBezTo>
                      <a:pt x="0" y="655"/>
                      <a:pt x="377" y="675"/>
                      <a:pt x="436" y="725"/>
                    </a:cubicBezTo>
                    <a:cubicBezTo>
                      <a:pt x="466" y="754"/>
                      <a:pt x="524" y="1171"/>
                      <a:pt x="583" y="1171"/>
                    </a:cubicBezTo>
                    <a:cubicBezTo>
                      <a:pt x="584" y="1171"/>
                      <a:pt x="584" y="1171"/>
                      <a:pt x="585" y="1171"/>
                    </a:cubicBezTo>
                    <a:cubicBezTo>
                      <a:pt x="645" y="1171"/>
                      <a:pt x="684" y="754"/>
                      <a:pt x="714" y="725"/>
                    </a:cubicBezTo>
                    <a:cubicBezTo>
                      <a:pt x="763" y="675"/>
                      <a:pt x="1160" y="635"/>
                      <a:pt x="1150" y="576"/>
                    </a:cubicBezTo>
                    <a:cubicBezTo>
                      <a:pt x="1150" y="526"/>
                      <a:pt x="773" y="506"/>
                      <a:pt x="714" y="447"/>
                    </a:cubicBezTo>
                    <a:cubicBezTo>
                      <a:pt x="684" y="417"/>
                      <a:pt x="625" y="1"/>
                      <a:pt x="56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214;p50"/>
              <p:cNvSpPr/>
              <p:nvPr/>
            </p:nvSpPr>
            <p:spPr>
              <a:xfrm>
                <a:off x="7096366" y="3465294"/>
                <a:ext cx="154080" cy="131663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2136" extrusionOk="0">
                    <a:moveTo>
                      <a:pt x="332" y="1"/>
                    </a:moveTo>
                    <a:cubicBezTo>
                      <a:pt x="164" y="1"/>
                      <a:pt x="1" y="171"/>
                      <a:pt x="125" y="350"/>
                    </a:cubicBezTo>
                    <a:cubicBezTo>
                      <a:pt x="601" y="1084"/>
                      <a:pt x="1334" y="1629"/>
                      <a:pt x="2058" y="2095"/>
                    </a:cubicBezTo>
                    <a:cubicBezTo>
                      <a:pt x="2101" y="2123"/>
                      <a:pt x="2143" y="2135"/>
                      <a:pt x="2183" y="2135"/>
                    </a:cubicBezTo>
                    <a:cubicBezTo>
                      <a:pt x="2381" y="2135"/>
                      <a:pt x="2511" y="1829"/>
                      <a:pt x="2296" y="1689"/>
                    </a:cubicBezTo>
                    <a:cubicBezTo>
                      <a:pt x="1652" y="1262"/>
                      <a:pt x="968" y="766"/>
                      <a:pt x="531" y="112"/>
                    </a:cubicBezTo>
                    <a:cubicBezTo>
                      <a:pt x="480" y="33"/>
                      <a:pt x="406" y="1"/>
                      <a:pt x="3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215;p50"/>
              <p:cNvSpPr/>
              <p:nvPr/>
            </p:nvSpPr>
            <p:spPr>
              <a:xfrm>
                <a:off x="7259095" y="3592581"/>
                <a:ext cx="39563" cy="29402"/>
              </a:xfrm>
              <a:custGeom>
                <a:avLst/>
                <a:gdLst/>
                <a:ahLst/>
                <a:cxnLst/>
                <a:rect l="l" t="t" r="r" b="b"/>
                <a:pathLst>
                  <a:path w="645" h="477" extrusionOk="0">
                    <a:moveTo>
                      <a:pt x="317" y="0"/>
                    </a:moveTo>
                    <a:cubicBezTo>
                      <a:pt x="0" y="0"/>
                      <a:pt x="0" y="476"/>
                      <a:pt x="317" y="476"/>
                    </a:cubicBezTo>
                    <a:cubicBezTo>
                      <a:pt x="645" y="476"/>
                      <a:pt x="645" y="0"/>
                      <a:pt x="31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216;p50"/>
              <p:cNvSpPr/>
              <p:nvPr/>
            </p:nvSpPr>
            <p:spPr>
              <a:xfrm>
                <a:off x="7068090" y="3421468"/>
                <a:ext cx="38397" cy="29957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86" extrusionOk="0">
                    <a:moveTo>
                      <a:pt x="308" y="0"/>
                    </a:moveTo>
                    <a:cubicBezTo>
                      <a:pt x="1" y="0"/>
                      <a:pt x="1" y="486"/>
                      <a:pt x="308" y="486"/>
                    </a:cubicBezTo>
                    <a:cubicBezTo>
                      <a:pt x="625" y="476"/>
                      <a:pt x="625" y="0"/>
                      <a:pt x="3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17" name="Google Shape;3217;p50"/>
          <p:cNvGrpSpPr/>
          <p:nvPr/>
        </p:nvGrpSpPr>
        <p:grpSpPr>
          <a:xfrm>
            <a:off x="7400156" y="2343299"/>
            <a:ext cx="537441" cy="456890"/>
            <a:chOff x="3824894" y="3938349"/>
            <a:chExt cx="537441" cy="456890"/>
          </a:xfrm>
        </p:grpSpPr>
        <p:sp>
          <p:nvSpPr>
            <p:cNvPr id="3218" name="Google Shape;3218;p50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9" name="Google Shape;3219;p50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3220" name="Google Shape;3220;p50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221;p50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222;p50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223;p50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24" name="Google Shape;3224;p50"/>
          <p:cNvGrpSpPr/>
          <p:nvPr/>
        </p:nvGrpSpPr>
        <p:grpSpPr>
          <a:xfrm>
            <a:off x="6270649" y="3484157"/>
            <a:ext cx="273484" cy="274317"/>
            <a:chOff x="5885615" y="165400"/>
            <a:chExt cx="364743" cy="365756"/>
          </a:xfrm>
        </p:grpSpPr>
        <p:sp>
          <p:nvSpPr>
            <p:cNvPr id="3225" name="Google Shape;3225;p5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5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7" name="Google Shape;3227;p50"/>
          <p:cNvGrpSpPr/>
          <p:nvPr/>
        </p:nvGrpSpPr>
        <p:grpSpPr>
          <a:xfrm>
            <a:off x="8294025" y="2708832"/>
            <a:ext cx="273484" cy="274317"/>
            <a:chOff x="5885615" y="165400"/>
            <a:chExt cx="364743" cy="365756"/>
          </a:xfrm>
        </p:grpSpPr>
        <p:sp>
          <p:nvSpPr>
            <p:cNvPr id="3228" name="Google Shape;3228;p5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5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0" name="Google Shape;3230;p50"/>
          <p:cNvGrpSpPr/>
          <p:nvPr/>
        </p:nvGrpSpPr>
        <p:grpSpPr>
          <a:xfrm>
            <a:off x="5782577" y="539507"/>
            <a:ext cx="273484" cy="274317"/>
            <a:chOff x="5885615" y="165400"/>
            <a:chExt cx="364743" cy="365756"/>
          </a:xfrm>
        </p:grpSpPr>
        <p:sp>
          <p:nvSpPr>
            <p:cNvPr id="3231" name="Google Shape;3231;p5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5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3" name="Google Shape;3233;p50"/>
          <p:cNvGrpSpPr/>
          <p:nvPr/>
        </p:nvGrpSpPr>
        <p:grpSpPr>
          <a:xfrm>
            <a:off x="472875" y="3914421"/>
            <a:ext cx="274452" cy="274317"/>
            <a:chOff x="2167548" y="1796250"/>
            <a:chExt cx="274452" cy="274317"/>
          </a:xfrm>
        </p:grpSpPr>
        <p:sp>
          <p:nvSpPr>
            <p:cNvPr id="3234" name="Google Shape;3234;p5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5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6" name="Google Shape;3236;p50"/>
          <p:cNvGrpSpPr/>
          <p:nvPr/>
        </p:nvGrpSpPr>
        <p:grpSpPr>
          <a:xfrm>
            <a:off x="6493510" y="2434595"/>
            <a:ext cx="274452" cy="274317"/>
            <a:chOff x="2167548" y="1796250"/>
            <a:chExt cx="274452" cy="274317"/>
          </a:xfrm>
        </p:grpSpPr>
        <p:sp>
          <p:nvSpPr>
            <p:cNvPr id="3237" name="Google Shape;3237;p5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5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9" name="Google Shape;3239;p50"/>
          <p:cNvGrpSpPr/>
          <p:nvPr/>
        </p:nvGrpSpPr>
        <p:grpSpPr>
          <a:xfrm>
            <a:off x="7861400" y="539500"/>
            <a:ext cx="274452" cy="274317"/>
            <a:chOff x="2167548" y="1796250"/>
            <a:chExt cx="274452" cy="274317"/>
          </a:xfrm>
        </p:grpSpPr>
        <p:sp>
          <p:nvSpPr>
            <p:cNvPr id="3240" name="Google Shape;3240;p5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5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2" name="Google Shape;3242;p50"/>
          <p:cNvGrpSpPr/>
          <p:nvPr/>
        </p:nvGrpSpPr>
        <p:grpSpPr>
          <a:xfrm>
            <a:off x="610089" y="4325896"/>
            <a:ext cx="359149" cy="274320"/>
            <a:chOff x="1684504" y="2090725"/>
            <a:chExt cx="359149" cy="274320"/>
          </a:xfrm>
        </p:grpSpPr>
        <p:sp>
          <p:nvSpPr>
            <p:cNvPr id="3243" name="Google Shape;3243;p50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50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5" name="Google Shape;3245;p50"/>
          <p:cNvGrpSpPr/>
          <p:nvPr/>
        </p:nvGrpSpPr>
        <p:grpSpPr>
          <a:xfrm>
            <a:off x="6911529" y="2708825"/>
            <a:ext cx="359149" cy="274320"/>
            <a:chOff x="1684504" y="2090725"/>
            <a:chExt cx="359149" cy="274320"/>
          </a:xfrm>
        </p:grpSpPr>
        <p:sp>
          <p:nvSpPr>
            <p:cNvPr id="3246" name="Google Shape;3246;p50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50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8" name="Google Shape;3248;p50"/>
          <p:cNvGrpSpPr/>
          <p:nvPr/>
        </p:nvGrpSpPr>
        <p:grpSpPr>
          <a:xfrm>
            <a:off x="7835976" y="1133788"/>
            <a:ext cx="376078" cy="365766"/>
            <a:chOff x="1243851" y="2712376"/>
            <a:chExt cx="376078" cy="365766"/>
          </a:xfrm>
        </p:grpSpPr>
        <p:sp>
          <p:nvSpPr>
            <p:cNvPr id="3249" name="Google Shape;3249;p50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50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1" name="Google Shape;3251;p50"/>
          <p:cNvSpPr/>
          <p:nvPr/>
        </p:nvSpPr>
        <p:spPr>
          <a:xfrm rot="-1799991">
            <a:off x="8151505" y="2345695"/>
            <a:ext cx="558556" cy="16841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94x10</a:t>
            </a:r>
          </a:p>
        </p:txBody>
      </p:sp>
      <p:sp>
        <p:nvSpPr>
          <p:cNvPr id="3252" name="Google Shape;3252;p50"/>
          <p:cNvSpPr/>
          <p:nvPr/>
        </p:nvSpPr>
        <p:spPr>
          <a:xfrm rot="1800017">
            <a:off x="6578944" y="4392326"/>
            <a:ext cx="236896" cy="14146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22</a:t>
            </a:r>
          </a:p>
        </p:txBody>
      </p:sp>
      <p:grpSp>
        <p:nvGrpSpPr>
          <p:cNvPr id="3253" name="Google Shape;3253;p50"/>
          <p:cNvGrpSpPr/>
          <p:nvPr/>
        </p:nvGrpSpPr>
        <p:grpSpPr>
          <a:xfrm rot="-899960">
            <a:off x="6064272" y="733540"/>
            <a:ext cx="1680130" cy="1371554"/>
            <a:chOff x="5262084" y="2138227"/>
            <a:chExt cx="1680180" cy="1371595"/>
          </a:xfrm>
        </p:grpSpPr>
        <p:sp>
          <p:nvSpPr>
            <p:cNvPr id="3254" name="Google Shape;3254;p50"/>
            <p:cNvSpPr/>
            <p:nvPr/>
          </p:nvSpPr>
          <p:spPr>
            <a:xfrm>
              <a:off x="5272490" y="2141511"/>
              <a:ext cx="1659369" cy="1365027"/>
            </a:xfrm>
            <a:custGeom>
              <a:avLst/>
              <a:gdLst/>
              <a:ahLst/>
              <a:cxnLst/>
              <a:rect l="l" t="t" r="r" b="b"/>
              <a:pathLst>
                <a:path w="25276" h="20783" extrusionOk="0">
                  <a:moveTo>
                    <a:pt x="4562" y="0"/>
                  </a:moveTo>
                  <a:cubicBezTo>
                    <a:pt x="4344" y="0"/>
                    <a:pt x="4265" y="169"/>
                    <a:pt x="4364" y="377"/>
                  </a:cubicBezTo>
                  <a:cubicBezTo>
                    <a:pt x="5068" y="1904"/>
                    <a:pt x="5266" y="3431"/>
                    <a:pt x="5197" y="4958"/>
                  </a:cubicBezTo>
                  <a:lnTo>
                    <a:pt x="3541" y="5107"/>
                  </a:lnTo>
                  <a:cubicBezTo>
                    <a:pt x="3233" y="5047"/>
                    <a:pt x="2847" y="4988"/>
                    <a:pt x="2767" y="4909"/>
                  </a:cubicBezTo>
                  <a:cubicBezTo>
                    <a:pt x="2688" y="4839"/>
                    <a:pt x="2521" y="3738"/>
                    <a:pt x="2373" y="3738"/>
                  </a:cubicBezTo>
                  <a:cubicBezTo>
                    <a:pt x="2372" y="3738"/>
                    <a:pt x="2371" y="3739"/>
                    <a:pt x="2371" y="3739"/>
                  </a:cubicBezTo>
                  <a:cubicBezTo>
                    <a:pt x="2232" y="3748"/>
                    <a:pt x="2093" y="4839"/>
                    <a:pt x="2024" y="4918"/>
                  </a:cubicBezTo>
                  <a:cubicBezTo>
                    <a:pt x="1885" y="5057"/>
                    <a:pt x="873" y="5166"/>
                    <a:pt x="873" y="5305"/>
                  </a:cubicBezTo>
                  <a:cubicBezTo>
                    <a:pt x="883" y="5444"/>
                    <a:pt x="1885" y="5503"/>
                    <a:pt x="2024" y="5642"/>
                  </a:cubicBezTo>
                  <a:cubicBezTo>
                    <a:pt x="2103" y="5722"/>
                    <a:pt x="2252" y="6723"/>
                    <a:pt x="2400" y="6812"/>
                  </a:cubicBezTo>
                  <a:lnTo>
                    <a:pt x="2400" y="7665"/>
                  </a:lnTo>
                  <a:cubicBezTo>
                    <a:pt x="745" y="8072"/>
                    <a:pt x="1" y="9995"/>
                    <a:pt x="953" y="11413"/>
                  </a:cubicBezTo>
                  <a:cubicBezTo>
                    <a:pt x="1042" y="11552"/>
                    <a:pt x="1161" y="11681"/>
                    <a:pt x="1280" y="11800"/>
                  </a:cubicBezTo>
                  <a:cubicBezTo>
                    <a:pt x="1738" y="12460"/>
                    <a:pt x="2485" y="12839"/>
                    <a:pt x="3272" y="12839"/>
                  </a:cubicBezTo>
                  <a:cubicBezTo>
                    <a:pt x="3371" y="12839"/>
                    <a:pt x="3471" y="12833"/>
                    <a:pt x="3570" y="12821"/>
                  </a:cubicBezTo>
                  <a:lnTo>
                    <a:pt x="3570" y="12821"/>
                  </a:lnTo>
                  <a:cubicBezTo>
                    <a:pt x="3541" y="12990"/>
                    <a:pt x="3501" y="13158"/>
                    <a:pt x="3471" y="13327"/>
                  </a:cubicBezTo>
                  <a:cubicBezTo>
                    <a:pt x="3432" y="13327"/>
                    <a:pt x="3382" y="13347"/>
                    <a:pt x="3352" y="13356"/>
                  </a:cubicBezTo>
                  <a:cubicBezTo>
                    <a:pt x="1736" y="13664"/>
                    <a:pt x="596" y="15121"/>
                    <a:pt x="675" y="16767"/>
                  </a:cubicBezTo>
                  <a:cubicBezTo>
                    <a:pt x="755" y="18413"/>
                    <a:pt x="2034" y="19742"/>
                    <a:pt x="3680" y="19901"/>
                  </a:cubicBezTo>
                  <a:lnTo>
                    <a:pt x="3789" y="19930"/>
                  </a:lnTo>
                  <a:cubicBezTo>
                    <a:pt x="3848" y="20089"/>
                    <a:pt x="3908" y="20238"/>
                    <a:pt x="3987" y="20396"/>
                  </a:cubicBezTo>
                  <a:cubicBezTo>
                    <a:pt x="4096" y="20614"/>
                    <a:pt x="4314" y="20763"/>
                    <a:pt x="4562" y="20783"/>
                  </a:cubicBezTo>
                  <a:lnTo>
                    <a:pt x="20159" y="20783"/>
                  </a:lnTo>
                  <a:cubicBezTo>
                    <a:pt x="20179" y="20783"/>
                    <a:pt x="20208" y="20773"/>
                    <a:pt x="20238" y="20773"/>
                  </a:cubicBezTo>
                  <a:cubicBezTo>
                    <a:pt x="20357" y="20773"/>
                    <a:pt x="20466" y="20714"/>
                    <a:pt x="20536" y="20605"/>
                  </a:cubicBezTo>
                  <a:lnTo>
                    <a:pt x="20992" y="20069"/>
                  </a:lnTo>
                  <a:cubicBezTo>
                    <a:pt x="21132" y="19904"/>
                    <a:pt x="21333" y="19818"/>
                    <a:pt x="21536" y="19818"/>
                  </a:cubicBezTo>
                  <a:cubicBezTo>
                    <a:pt x="21662" y="19818"/>
                    <a:pt x="21790" y="19852"/>
                    <a:pt x="21904" y="19920"/>
                  </a:cubicBezTo>
                  <a:lnTo>
                    <a:pt x="22509" y="20317"/>
                  </a:lnTo>
                  <a:cubicBezTo>
                    <a:pt x="22599" y="20373"/>
                    <a:pt x="22680" y="20400"/>
                    <a:pt x="22748" y="20400"/>
                  </a:cubicBezTo>
                  <a:cubicBezTo>
                    <a:pt x="22896" y="20400"/>
                    <a:pt x="22979" y="20271"/>
                    <a:pt x="22945" y="20039"/>
                  </a:cubicBezTo>
                  <a:lnTo>
                    <a:pt x="22499" y="16966"/>
                  </a:lnTo>
                  <a:cubicBezTo>
                    <a:pt x="22578" y="16926"/>
                    <a:pt x="22648" y="16876"/>
                    <a:pt x="22717" y="16807"/>
                  </a:cubicBezTo>
                  <a:cubicBezTo>
                    <a:pt x="22905" y="16609"/>
                    <a:pt x="23024" y="16341"/>
                    <a:pt x="23034" y="16063"/>
                  </a:cubicBezTo>
                  <a:cubicBezTo>
                    <a:pt x="23034" y="15994"/>
                    <a:pt x="23084" y="15934"/>
                    <a:pt x="23153" y="15915"/>
                  </a:cubicBezTo>
                  <a:cubicBezTo>
                    <a:pt x="23312" y="15845"/>
                    <a:pt x="23461" y="15746"/>
                    <a:pt x="23599" y="15637"/>
                  </a:cubicBezTo>
                  <a:cubicBezTo>
                    <a:pt x="23728" y="15488"/>
                    <a:pt x="23818" y="15310"/>
                    <a:pt x="23847" y="15111"/>
                  </a:cubicBezTo>
                  <a:cubicBezTo>
                    <a:pt x="23857" y="14913"/>
                    <a:pt x="23827" y="14705"/>
                    <a:pt x="23748" y="14517"/>
                  </a:cubicBezTo>
                  <a:cubicBezTo>
                    <a:pt x="23689" y="14427"/>
                    <a:pt x="23709" y="14308"/>
                    <a:pt x="23798" y="14239"/>
                  </a:cubicBezTo>
                  <a:cubicBezTo>
                    <a:pt x="24016" y="14001"/>
                    <a:pt x="24105" y="13674"/>
                    <a:pt x="24026" y="13356"/>
                  </a:cubicBezTo>
                  <a:cubicBezTo>
                    <a:pt x="23996" y="13158"/>
                    <a:pt x="23897" y="12980"/>
                    <a:pt x="23748" y="12841"/>
                  </a:cubicBezTo>
                  <a:cubicBezTo>
                    <a:pt x="23679" y="12771"/>
                    <a:pt x="23520" y="12722"/>
                    <a:pt x="23590" y="12553"/>
                  </a:cubicBezTo>
                  <a:cubicBezTo>
                    <a:pt x="23728" y="12147"/>
                    <a:pt x="23599" y="11691"/>
                    <a:pt x="23262" y="11423"/>
                  </a:cubicBezTo>
                  <a:cubicBezTo>
                    <a:pt x="23371" y="11066"/>
                    <a:pt x="23550" y="10729"/>
                    <a:pt x="23768" y="10421"/>
                  </a:cubicBezTo>
                  <a:cubicBezTo>
                    <a:pt x="23917" y="10412"/>
                    <a:pt x="24046" y="9321"/>
                    <a:pt x="24115" y="9242"/>
                  </a:cubicBezTo>
                  <a:cubicBezTo>
                    <a:pt x="24244" y="9103"/>
                    <a:pt x="25275" y="8994"/>
                    <a:pt x="25265" y="8855"/>
                  </a:cubicBezTo>
                  <a:cubicBezTo>
                    <a:pt x="25255" y="8716"/>
                    <a:pt x="24244" y="8647"/>
                    <a:pt x="24115" y="8518"/>
                  </a:cubicBezTo>
                  <a:cubicBezTo>
                    <a:pt x="24026" y="8439"/>
                    <a:pt x="23869" y="7338"/>
                    <a:pt x="23720" y="7338"/>
                  </a:cubicBezTo>
                  <a:cubicBezTo>
                    <a:pt x="23720" y="7338"/>
                    <a:pt x="23719" y="7338"/>
                    <a:pt x="23718" y="7338"/>
                  </a:cubicBezTo>
                  <a:cubicBezTo>
                    <a:pt x="23718" y="7338"/>
                    <a:pt x="22390" y="7328"/>
                    <a:pt x="21329" y="7021"/>
                  </a:cubicBezTo>
                  <a:cubicBezTo>
                    <a:pt x="21725" y="4809"/>
                    <a:pt x="21755" y="2598"/>
                    <a:pt x="20734" y="377"/>
                  </a:cubicBezTo>
                  <a:cubicBezTo>
                    <a:pt x="20615" y="159"/>
                    <a:pt x="20397" y="20"/>
                    <a:pt x="20149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55" name="Google Shape;3255;p50"/>
            <p:cNvGrpSpPr/>
            <p:nvPr/>
          </p:nvGrpSpPr>
          <p:grpSpPr>
            <a:xfrm>
              <a:off x="5262084" y="2138227"/>
              <a:ext cx="1680180" cy="1371595"/>
              <a:chOff x="4216266" y="2138253"/>
              <a:chExt cx="1680180" cy="1371595"/>
            </a:xfrm>
          </p:grpSpPr>
          <p:sp>
            <p:nvSpPr>
              <p:cNvPr id="3256" name="Google Shape;3256;p50"/>
              <p:cNvSpPr/>
              <p:nvPr/>
            </p:nvSpPr>
            <p:spPr>
              <a:xfrm>
                <a:off x="5695885" y="2620148"/>
                <a:ext cx="200561" cy="202623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5" extrusionOk="0">
                    <a:moveTo>
                      <a:pt x="1500" y="1"/>
                    </a:moveTo>
                    <a:cubicBezTo>
                      <a:pt x="1499" y="1"/>
                      <a:pt x="1498" y="1"/>
                      <a:pt x="1498" y="1"/>
                    </a:cubicBezTo>
                    <a:cubicBezTo>
                      <a:pt x="1359" y="11"/>
                      <a:pt x="1220" y="1111"/>
                      <a:pt x="1151" y="1181"/>
                    </a:cubicBezTo>
                    <a:cubicBezTo>
                      <a:pt x="1012" y="1329"/>
                      <a:pt x="0" y="1429"/>
                      <a:pt x="10" y="1567"/>
                    </a:cubicBezTo>
                    <a:cubicBezTo>
                      <a:pt x="10" y="1706"/>
                      <a:pt x="1012" y="1776"/>
                      <a:pt x="1151" y="1914"/>
                    </a:cubicBezTo>
                    <a:cubicBezTo>
                      <a:pt x="1239" y="1984"/>
                      <a:pt x="1397" y="3085"/>
                      <a:pt x="1545" y="3085"/>
                    </a:cubicBezTo>
                    <a:cubicBezTo>
                      <a:pt x="1546" y="3085"/>
                      <a:pt x="1546" y="3085"/>
                      <a:pt x="1547" y="3084"/>
                    </a:cubicBezTo>
                    <a:cubicBezTo>
                      <a:pt x="1696" y="3075"/>
                      <a:pt x="1825" y="1984"/>
                      <a:pt x="1894" y="1914"/>
                    </a:cubicBezTo>
                    <a:cubicBezTo>
                      <a:pt x="2033" y="1766"/>
                      <a:pt x="3054" y="1667"/>
                      <a:pt x="3044" y="1518"/>
                    </a:cubicBezTo>
                    <a:cubicBezTo>
                      <a:pt x="3034" y="1379"/>
                      <a:pt x="2033" y="1310"/>
                      <a:pt x="1894" y="1181"/>
                    </a:cubicBezTo>
                    <a:cubicBezTo>
                      <a:pt x="1815" y="1102"/>
                      <a:pt x="1648" y="1"/>
                      <a:pt x="15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7" name="Google Shape;3257;p50"/>
              <p:cNvSpPr/>
              <p:nvPr/>
            </p:nvSpPr>
            <p:spPr>
              <a:xfrm>
                <a:off x="4294389" y="2383765"/>
                <a:ext cx="201217" cy="202623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3085" extrusionOk="0">
                    <a:moveTo>
                      <a:pt x="1510" y="0"/>
                    </a:moveTo>
                    <a:cubicBezTo>
                      <a:pt x="1509" y="0"/>
                      <a:pt x="1508" y="1"/>
                      <a:pt x="1508" y="1"/>
                    </a:cubicBezTo>
                    <a:cubicBezTo>
                      <a:pt x="1359" y="10"/>
                      <a:pt x="1230" y="1101"/>
                      <a:pt x="1161" y="1180"/>
                    </a:cubicBezTo>
                    <a:cubicBezTo>
                      <a:pt x="1022" y="1319"/>
                      <a:pt x="1" y="1428"/>
                      <a:pt x="11" y="1567"/>
                    </a:cubicBezTo>
                    <a:cubicBezTo>
                      <a:pt x="20" y="1706"/>
                      <a:pt x="1022" y="1775"/>
                      <a:pt x="1161" y="1904"/>
                    </a:cubicBezTo>
                    <a:cubicBezTo>
                      <a:pt x="1240" y="1983"/>
                      <a:pt x="1407" y="3084"/>
                      <a:pt x="1555" y="3084"/>
                    </a:cubicBezTo>
                    <a:cubicBezTo>
                      <a:pt x="1556" y="3084"/>
                      <a:pt x="1557" y="3084"/>
                      <a:pt x="1557" y="3084"/>
                    </a:cubicBezTo>
                    <a:cubicBezTo>
                      <a:pt x="1696" y="3074"/>
                      <a:pt x="1825" y="1984"/>
                      <a:pt x="1904" y="1904"/>
                    </a:cubicBezTo>
                    <a:cubicBezTo>
                      <a:pt x="2033" y="1765"/>
                      <a:pt x="3064" y="1656"/>
                      <a:pt x="3055" y="1518"/>
                    </a:cubicBezTo>
                    <a:cubicBezTo>
                      <a:pt x="3045" y="1379"/>
                      <a:pt x="2033" y="1309"/>
                      <a:pt x="1904" y="1171"/>
                    </a:cubicBezTo>
                    <a:cubicBezTo>
                      <a:pt x="1816" y="1101"/>
                      <a:pt x="1658" y="0"/>
                      <a:pt x="15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8" name="Google Shape;3258;p50"/>
              <p:cNvSpPr/>
              <p:nvPr/>
            </p:nvSpPr>
            <p:spPr>
              <a:xfrm>
                <a:off x="4295702" y="2138253"/>
                <a:ext cx="1505683" cy="1365027"/>
              </a:xfrm>
              <a:custGeom>
                <a:avLst/>
                <a:gdLst/>
                <a:ahLst/>
                <a:cxnLst/>
                <a:rect l="l" t="t" r="r" b="b"/>
                <a:pathLst>
                  <a:path w="22935" h="20783" extrusionOk="0">
                    <a:moveTo>
                      <a:pt x="3669" y="0"/>
                    </a:moveTo>
                    <a:cubicBezTo>
                      <a:pt x="3461" y="0"/>
                      <a:pt x="3372" y="169"/>
                      <a:pt x="3471" y="377"/>
                    </a:cubicBezTo>
                    <a:cubicBezTo>
                      <a:pt x="6564" y="7060"/>
                      <a:pt x="0" y="13733"/>
                      <a:pt x="3094" y="20406"/>
                    </a:cubicBezTo>
                    <a:cubicBezTo>
                      <a:pt x="3213" y="20614"/>
                      <a:pt x="3431" y="20763"/>
                      <a:pt x="3669" y="20783"/>
                    </a:cubicBezTo>
                    <a:lnTo>
                      <a:pt x="19266" y="20783"/>
                    </a:lnTo>
                    <a:cubicBezTo>
                      <a:pt x="19484" y="20783"/>
                      <a:pt x="19563" y="20614"/>
                      <a:pt x="19474" y="20406"/>
                    </a:cubicBezTo>
                    <a:cubicBezTo>
                      <a:pt x="16371" y="13733"/>
                      <a:pt x="22935" y="7060"/>
                      <a:pt x="19841" y="377"/>
                    </a:cubicBezTo>
                    <a:cubicBezTo>
                      <a:pt x="19732" y="159"/>
                      <a:pt x="19514" y="20"/>
                      <a:pt x="192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9" name="Google Shape;3259;p50"/>
              <p:cNvSpPr/>
              <p:nvPr/>
            </p:nvSpPr>
            <p:spPr>
              <a:xfrm>
                <a:off x="4627038" y="2832491"/>
                <a:ext cx="620393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9450" h="625" extrusionOk="0">
                    <a:moveTo>
                      <a:pt x="9450" y="318"/>
                    </a:moveTo>
                    <a:cubicBezTo>
                      <a:pt x="9450" y="486"/>
                      <a:pt x="9311" y="625"/>
                      <a:pt x="9132" y="625"/>
                    </a:cubicBezTo>
                    <a:lnTo>
                      <a:pt x="308" y="625"/>
                    </a:lnTo>
                    <a:cubicBezTo>
                      <a:pt x="139" y="625"/>
                      <a:pt x="0" y="486"/>
                      <a:pt x="0" y="318"/>
                    </a:cubicBezTo>
                    <a:lnTo>
                      <a:pt x="0" y="318"/>
                    </a:lnTo>
                    <a:cubicBezTo>
                      <a:pt x="0" y="139"/>
                      <a:pt x="139" y="0"/>
                      <a:pt x="308" y="0"/>
                    </a:cubicBezTo>
                    <a:lnTo>
                      <a:pt x="9132" y="0"/>
                    </a:lnTo>
                    <a:cubicBezTo>
                      <a:pt x="9311" y="0"/>
                      <a:pt x="9450" y="139"/>
                      <a:pt x="9450" y="31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3260;p50"/>
              <p:cNvSpPr/>
              <p:nvPr/>
            </p:nvSpPr>
            <p:spPr>
              <a:xfrm>
                <a:off x="4609443" y="2990714"/>
                <a:ext cx="620393" cy="41116"/>
              </a:xfrm>
              <a:custGeom>
                <a:avLst/>
                <a:gdLst/>
                <a:ahLst/>
                <a:cxnLst/>
                <a:rect l="l" t="t" r="r" b="b"/>
                <a:pathLst>
                  <a:path w="9450" h="626" extrusionOk="0">
                    <a:moveTo>
                      <a:pt x="9450" y="318"/>
                    </a:moveTo>
                    <a:cubicBezTo>
                      <a:pt x="9450" y="486"/>
                      <a:pt x="9311" y="625"/>
                      <a:pt x="9133" y="625"/>
                    </a:cubicBezTo>
                    <a:lnTo>
                      <a:pt x="308" y="625"/>
                    </a:lnTo>
                    <a:cubicBezTo>
                      <a:pt x="139" y="625"/>
                      <a:pt x="1" y="486"/>
                      <a:pt x="1" y="318"/>
                    </a:cubicBezTo>
                    <a:lnTo>
                      <a:pt x="1" y="318"/>
                    </a:lnTo>
                    <a:cubicBezTo>
                      <a:pt x="1" y="139"/>
                      <a:pt x="139" y="1"/>
                      <a:pt x="308" y="1"/>
                    </a:cubicBezTo>
                    <a:lnTo>
                      <a:pt x="9143" y="1"/>
                    </a:lnTo>
                    <a:cubicBezTo>
                      <a:pt x="9311" y="1"/>
                      <a:pt x="9450" y="139"/>
                      <a:pt x="9450" y="31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50"/>
              <p:cNvSpPr/>
              <p:nvPr/>
            </p:nvSpPr>
            <p:spPr>
              <a:xfrm>
                <a:off x="4627038" y="3149003"/>
                <a:ext cx="620393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9450" h="625" extrusionOk="0">
                    <a:moveTo>
                      <a:pt x="9450" y="307"/>
                    </a:moveTo>
                    <a:cubicBezTo>
                      <a:pt x="9450" y="486"/>
                      <a:pt x="9311" y="625"/>
                      <a:pt x="9132" y="625"/>
                    </a:cubicBezTo>
                    <a:lnTo>
                      <a:pt x="308" y="625"/>
                    </a:lnTo>
                    <a:cubicBezTo>
                      <a:pt x="139" y="625"/>
                      <a:pt x="0" y="486"/>
                      <a:pt x="0" y="307"/>
                    </a:cubicBezTo>
                    <a:lnTo>
                      <a:pt x="0" y="307"/>
                    </a:lnTo>
                    <a:cubicBezTo>
                      <a:pt x="0" y="139"/>
                      <a:pt x="139" y="0"/>
                      <a:pt x="308" y="0"/>
                    </a:cubicBezTo>
                    <a:lnTo>
                      <a:pt x="9132" y="0"/>
                    </a:lnTo>
                    <a:cubicBezTo>
                      <a:pt x="9311" y="0"/>
                      <a:pt x="9450" y="139"/>
                      <a:pt x="9450" y="30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50"/>
              <p:cNvSpPr/>
              <p:nvPr/>
            </p:nvSpPr>
            <p:spPr>
              <a:xfrm>
                <a:off x="4666756" y="3307226"/>
                <a:ext cx="619736" cy="41116"/>
              </a:xfrm>
              <a:custGeom>
                <a:avLst/>
                <a:gdLst/>
                <a:ahLst/>
                <a:cxnLst/>
                <a:rect l="l" t="t" r="r" b="b"/>
                <a:pathLst>
                  <a:path w="9440" h="626" extrusionOk="0">
                    <a:moveTo>
                      <a:pt x="9440" y="308"/>
                    </a:moveTo>
                    <a:cubicBezTo>
                      <a:pt x="9440" y="476"/>
                      <a:pt x="9301" y="615"/>
                      <a:pt x="9132" y="625"/>
                    </a:cubicBezTo>
                    <a:lnTo>
                      <a:pt x="308" y="625"/>
                    </a:lnTo>
                    <a:cubicBezTo>
                      <a:pt x="139" y="615"/>
                      <a:pt x="0" y="476"/>
                      <a:pt x="0" y="308"/>
                    </a:cubicBezTo>
                    <a:lnTo>
                      <a:pt x="0" y="308"/>
                    </a:lnTo>
                    <a:cubicBezTo>
                      <a:pt x="0" y="139"/>
                      <a:pt x="139" y="0"/>
                      <a:pt x="308" y="0"/>
                    </a:cubicBezTo>
                    <a:lnTo>
                      <a:pt x="9132" y="0"/>
                    </a:lnTo>
                    <a:cubicBezTo>
                      <a:pt x="9301" y="0"/>
                      <a:pt x="9440" y="139"/>
                      <a:pt x="9440" y="30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50"/>
              <p:cNvSpPr/>
              <p:nvPr/>
            </p:nvSpPr>
            <p:spPr>
              <a:xfrm>
                <a:off x="5262989" y="3200430"/>
                <a:ext cx="279997" cy="306134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4661" extrusionOk="0">
                    <a:moveTo>
                      <a:pt x="1399" y="0"/>
                    </a:moveTo>
                    <a:lnTo>
                      <a:pt x="130" y="3263"/>
                    </a:lnTo>
                    <a:cubicBezTo>
                      <a:pt x="1" y="3580"/>
                      <a:pt x="169" y="3748"/>
                      <a:pt x="486" y="3629"/>
                    </a:cubicBezTo>
                    <a:lnTo>
                      <a:pt x="1161" y="3381"/>
                    </a:lnTo>
                    <a:cubicBezTo>
                      <a:pt x="1498" y="3272"/>
                      <a:pt x="1865" y="3421"/>
                      <a:pt x="2033" y="3729"/>
                    </a:cubicBezTo>
                    <a:lnTo>
                      <a:pt x="2351" y="4363"/>
                    </a:lnTo>
                    <a:cubicBezTo>
                      <a:pt x="2509" y="4661"/>
                      <a:pt x="2747" y="4661"/>
                      <a:pt x="2876" y="4343"/>
                    </a:cubicBezTo>
                    <a:lnTo>
                      <a:pt x="4264" y="1151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50"/>
              <p:cNvSpPr/>
              <p:nvPr/>
            </p:nvSpPr>
            <p:spPr>
              <a:xfrm>
                <a:off x="5510358" y="3226440"/>
                <a:ext cx="236340" cy="283409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4315" extrusionOk="0">
                    <a:moveTo>
                      <a:pt x="3044" y="1"/>
                    </a:moveTo>
                    <a:lnTo>
                      <a:pt x="3550" y="3471"/>
                    </a:lnTo>
                    <a:cubicBezTo>
                      <a:pt x="3600" y="3808"/>
                      <a:pt x="3401" y="3937"/>
                      <a:pt x="3114" y="3749"/>
                    </a:cubicBezTo>
                    <a:lnTo>
                      <a:pt x="2519" y="3362"/>
                    </a:lnTo>
                    <a:cubicBezTo>
                      <a:pt x="2212" y="3184"/>
                      <a:pt x="1825" y="3243"/>
                      <a:pt x="1597" y="3501"/>
                    </a:cubicBezTo>
                    <a:lnTo>
                      <a:pt x="1141" y="4046"/>
                    </a:lnTo>
                    <a:cubicBezTo>
                      <a:pt x="923" y="4314"/>
                      <a:pt x="695" y="4255"/>
                      <a:pt x="635" y="3918"/>
                    </a:cubicBezTo>
                    <a:lnTo>
                      <a:pt x="0" y="487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50"/>
              <p:cNvSpPr/>
              <p:nvPr/>
            </p:nvSpPr>
            <p:spPr>
              <a:xfrm>
                <a:off x="5343082" y="3200430"/>
                <a:ext cx="375649" cy="144627"/>
              </a:xfrm>
              <a:custGeom>
                <a:avLst/>
                <a:gdLst/>
                <a:ahLst/>
                <a:cxnLst/>
                <a:rect l="l" t="t" r="r" b="b"/>
                <a:pathLst>
                  <a:path w="5722" h="2202" extrusionOk="0">
                    <a:moveTo>
                      <a:pt x="5592" y="397"/>
                    </a:moveTo>
                    <a:lnTo>
                      <a:pt x="2548" y="873"/>
                    </a:lnTo>
                    <a:lnTo>
                      <a:pt x="2558" y="952"/>
                    </a:lnTo>
                    <a:lnTo>
                      <a:pt x="179" y="0"/>
                    </a:lnTo>
                    <a:lnTo>
                      <a:pt x="0" y="466"/>
                    </a:lnTo>
                    <a:cubicBezTo>
                      <a:pt x="40" y="486"/>
                      <a:pt x="89" y="496"/>
                      <a:pt x="129" y="506"/>
                    </a:cubicBezTo>
                    <a:cubicBezTo>
                      <a:pt x="228" y="516"/>
                      <a:pt x="248" y="566"/>
                      <a:pt x="258" y="645"/>
                    </a:cubicBezTo>
                    <a:cubicBezTo>
                      <a:pt x="347" y="1299"/>
                      <a:pt x="863" y="1666"/>
                      <a:pt x="1527" y="1537"/>
                    </a:cubicBezTo>
                    <a:cubicBezTo>
                      <a:pt x="1597" y="1517"/>
                      <a:pt x="1636" y="1527"/>
                      <a:pt x="1676" y="1597"/>
                    </a:cubicBezTo>
                    <a:cubicBezTo>
                      <a:pt x="1745" y="1716"/>
                      <a:pt x="1835" y="1815"/>
                      <a:pt x="1944" y="1904"/>
                    </a:cubicBezTo>
                    <a:cubicBezTo>
                      <a:pt x="2033" y="1983"/>
                      <a:pt x="2132" y="2043"/>
                      <a:pt x="2231" y="2093"/>
                    </a:cubicBezTo>
                    <a:cubicBezTo>
                      <a:pt x="2251" y="2093"/>
                      <a:pt x="2271" y="2102"/>
                      <a:pt x="2291" y="2112"/>
                    </a:cubicBezTo>
                    <a:cubicBezTo>
                      <a:pt x="2390" y="2142"/>
                      <a:pt x="2499" y="2162"/>
                      <a:pt x="2608" y="2142"/>
                    </a:cubicBezTo>
                    <a:lnTo>
                      <a:pt x="2737" y="1864"/>
                    </a:lnTo>
                    <a:lnTo>
                      <a:pt x="2786" y="2112"/>
                    </a:lnTo>
                    <a:cubicBezTo>
                      <a:pt x="2955" y="2063"/>
                      <a:pt x="3104" y="1964"/>
                      <a:pt x="3233" y="1845"/>
                    </a:cubicBezTo>
                    <a:cubicBezTo>
                      <a:pt x="3302" y="1785"/>
                      <a:pt x="3342" y="1835"/>
                      <a:pt x="3391" y="1864"/>
                    </a:cubicBezTo>
                    <a:cubicBezTo>
                      <a:pt x="3956" y="2202"/>
                      <a:pt x="4581" y="2013"/>
                      <a:pt x="4888" y="1418"/>
                    </a:cubicBezTo>
                    <a:cubicBezTo>
                      <a:pt x="4908" y="1379"/>
                      <a:pt x="4908" y="1329"/>
                      <a:pt x="4988" y="1339"/>
                    </a:cubicBezTo>
                    <a:cubicBezTo>
                      <a:pt x="5216" y="1359"/>
                      <a:pt x="5444" y="1329"/>
                      <a:pt x="5642" y="1230"/>
                    </a:cubicBezTo>
                    <a:lnTo>
                      <a:pt x="5721" y="119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50"/>
              <p:cNvSpPr/>
              <p:nvPr/>
            </p:nvSpPr>
            <p:spPr>
              <a:xfrm>
                <a:off x="5271458" y="2764118"/>
                <a:ext cx="548834" cy="554274"/>
              </a:xfrm>
              <a:custGeom>
                <a:avLst/>
                <a:gdLst/>
                <a:ahLst/>
                <a:cxnLst/>
                <a:rect l="l" t="t" r="r" b="b"/>
                <a:pathLst>
                  <a:path w="8360" h="8439" extrusionOk="0">
                    <a:moveTo>
                      <a:pt x="3372" y="8329"/>
                    </a:moveTo>
                    <a:lnTo>
                      <a:pt x="3312" y="8299"/>
                    </a:lnTo>
                    <a:cubicBezTo>
                      <a:pt x="3213" y="8260"/>
                      <a:pt x="3114" y="8190"/>
                      <a:pt x="3025" y="8121"/>
                    </a:cubicBezTo>
                    <a:cubicBezTo>
                      <a:pt x="2916" y="8032"/>
                      <a:pt x="2826" y="7922"/>
                      <a:pt x="2757" y="7803"/>
                    </a:cubicBezTo>
                    <a:cubicBezTo>
                      <a:pt x="2717" y="7744"/>
                      <a:pt x="2688" y="7734"/>
                      <a:pt x="2608" y="7754"/>
                    </a:cubicBezTo>
                    <a:cubicBezTo>
                      <a:pt x="1944" y="7873"/>
                      <a:pt x="1438" y="7516"/>
                      <a:pt x="1339" y="6862"/>
                    </a:cubicBezTo>
                    <a:cubicBezTo>
                      <a:pt x="1329" y="6772"/>
                      <a:pt x="1309" y="6733"/>
                      <a:pt x="1220" y="6713"/>
                    </a:cubicBezTo>
                    <a:cubicBezTo>
                      <a:pt x="933" y="6663"/>
                      <a:pt x="675" y="6485"/>
                      <a:pt x="536" y="6217"/>
                    </a:cubicBezTo>
                    <a:cubicBezTo>
                      <a:pt x="387" y="5959"/>
                      <a:pt x="367" y="5642"/>
                      <a:pt x="467" y="5364"/>
                    </a:cubicBezTo>
                    <a:cubicBezTo>
                      <a:pt x="496" y="5285"/>
                      <a:pt x="496" y="5235"/>
                      <a:pt x="437" y="5196"/>
                    </a:cubicBezTo>
                    <a:cubicBezTo>
                      <a:pt x="80" y="4928"/>
                      <a:pt x="1" y="4551"/>
                      <a:pt x="60" y="4145"/>
                    </a:cubicBezTo>
                    <a:cubicBezTo>
                      <a:pt x="110" y="3936"/>
                      <a:pt x="209" y="3758"/>
                      <a:pt x="367" y="3629"/>
                    </a:cubicBezTo>
                    <a:cubicBezTo>
                      <a:pt x="417" y="3580"/>
                      <a:pt x="427" y="3510"/>
                      <a:pt x="387" y="3451"/>
                    </a:cubicBezTo>
                    <a:cubicBezTo>
                      <a:pt x="209" y="3064"/>
                      <a:pt x="278" y="2598"/>
                      <a:pt x="566" y="2291"/>
                    </a:cubicBezTo>
                    <a:cubicBezTo>
                      <a:pt x="695" y="2162"/>
                      <a:pt x="853" y="2062"/>
                      <a:pt x="1022" y="2023"/>
                    </a:cubicBezTo>
                    <a:cubicBezTo>
                      <a:pt x="1091" y="2013"/>
                      <a:pt x="1131" y="1944"/>
                      <a:pt x="1121" y="1884"/>
                    </a:cubicBezTo>
                    <a:cubicBezTo>
                      <a:pt x="1071" y="1339"/>
                      <a:pt x="1617" y="793"/>
                      <a:pt x="2212" y="873"/>
                    </a:cubicBezTo>
                    <a:cubicBezTo>
                      <a:pt x="2341" y="892"/>
                      <a:pt x="2390" y="843"/>
                      <a:pt x="2460" y="724"/>
                    </a:cubicBezTo>
                    <a:cubicBezTo>
                      <a:pt x="2737" y="248"/>
                      <a:pt x="3332" y="70"/>
                      <a:pt x="3828" y="317"/>
                    </a:cubicBezTo>
                    <a:cubicBezTo>
                      <a:pt x="3907" y="357"/>
                      <a:pt x="4006" y="357"/>
                      <a:pt x="4076" y="298"/>
                    </a:cubicBezTo>
                    <a:cubicBezTo>
                      <a:pt x="4532" y="0"/>
                      <a:pt x="5216" y="119"/>
                      <a:pt x="5504" y="615"/>
                    </a:cubicBezTo>
                    <a:cubicBezTo>
                      <a:pt x="5573" y="724"/>
                      <a:pt x="5662" y="684"/>
                      <a:pt x="5742" y="674"/>
                    </a:cubicBezTo>
                    <a:cubicBezTo>
                      <a:pt x="6148" y="585"/>
                      <a:pt x="6564" y="764"/>
                      <a:pt x="6793" y="1111"/>
                    </a:cubicBezTo>
                    <a:cubicBezTo>
                      <a:pt x="6892" y="1249"/>
                      <a:pt x="6941" y="1408"/>
                      <a:pt x="6961" y="1567"/>
                    </a:cubicBezTo>
                    <a:cubicBezTo>
                      <a:pt x="6971" y="1636"/>
                      <a:pt x="6971" y="1676"/>
                      <a:pt x="7050" y="1686"/>
                    </a:cubicBezTo>
                    <a:cubicBezTo>
                      <a:pt x="7675" y="1795"/>
                      <a:pt x="8052" y="2429"/>
                      <a:pt x="7834" y="3024"/>
                    </a:cubicBezTo>
                    <a:cubicBezTo>
                      <a:pt x="7774" y="3193"/>
                      <a:pt x="7933" y="3242"/>
                      <a:pt x="8002" y="3312"/>
                    </a:cubicBezTo>
                    <a:cubicBezTo>
                      <a:pt x="8151" y="3451"/>
                      <a:pt x="8240" y="3629"/>
                      <a:pt x="8280" y="3827"/>
                    </a:cubicBezTo>
                    <a:cubicBezTo>
                      <a:pt x="8359" y="4145"/>
                      <a:pt x="8270" y="4472"/>
                      <a:pt x="8052" y="4710"/>
                    </a:cubicBezTo>
                    <a:cubicBezTo>
                      <a:pt x="7963" y="4779"/>
                      <a:pt x="7943" y="4898"/>
                      <a:pt x="8002" y="4988"/>
                    </a:cubicBezTo>
                    <a:cubicBezTo>
                      <a:pt x="8082" y="5176"/>
                      <a:pt x="8111" y="5384"/>
                      <a:pt x="8091" y="5582"/>
                    </a:cubicBezTo>
                    <a:cubicBezTo>
                      <a:pt x="8062" y="5781"/>
                      <a:pt x="7982" y="5959"/>
                      <a:pt x="7844" y="6108"/>
                    </a:cubicBezTo>
                    <a:cubicBezTo>
                      <a:pt x="7715" y="6217"/>
                      <a:pt x="7566" y="6316"/>
                      <a:pt x="7397" y="6386"/>
                    </a:cubicBezTo>
                    <a:cubicBezTo>
                      <a:pt x="7328" y="6425"/>
                      <a:pt x="7298" y="6455"/>
                      <a:pt x="7288" y="6544"/>
                    </a:cubicBezTo>
                    <a:cubicBezTo>
                      <a:pt x="7278" y="6822"/>
                      <a:pt x="7159" y="7080"/>
                      <a:pt x="6961" y="7288"/>
                    </a:cubicBezTo>
                    <a:cubicBezTo>
                      <a:pt x="6902" y="7347"/>
                      <a:pt x="6822" y="7407"/>
                      <a:pt x="6733" y="7447"/>
                    </a:cubicBezTo>
                    <a:cubicBezTo>
                      <a:pt x="6525" y="7546"/>
                      <a:pt x="6297" y="7575"/>
                      <a:pt x="6069" y="7546"/>
                    </a:cubicBezTo>
                    <a:cubicBezTo>
                      <a:pt x="5999" y="7546"/>
                      <a:pt x="5989" y="7595"/>
                      <a:pt x="5970" y="7635"/>
                    </a:cubicBezTo>
                    <a:cubicBezTo>
                      <a:pt x="5662" y="8230"/>
                      <a:pt x="5047" y="8408"/>
                      <a:pt x="4472" y="8081"/>
                    </a:cubicBezTo>
                    <a:cubicBezTo>
                      <a:pt x="4423" y="8051"/>
                      <a:pt x="4383" y="8002"/>
                      <a:pt x="4324" y="8061"/>
                    </a:cubicBezTo>
                    <a:cubicBezTo>
                      <a:pt x="4076" y="8289"/>
                      <a:pt x="3689" y="8438"/>
                      <a:pt x="3372" y="832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50"/>
              <p:cNvSpPr/>
              <p:nvPr/>
            </p:nvSpPr>
            <p:spPr>
              <a:xfrm>
                <a:off x="5341113" y="2838336"/>
                <a:ext cx="414711" cy="412273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6277" extrusionOk="0">
                    <a:moveTo>
                      <a:pt x="6207" y="3124"/>
                    </a:moveTo>
                    <a:cubicBezTo>
                      <a:pt x="6307" y="4859"/>
                      <a:pt x="4720" y="6277"/>
                      <a:pt x="3064" y="6247"/>
                    </a:cubicBezTo>
                    <a:cubicBezTo>
                      <a:pt x="1359" y="6188"/>
                      <a:pt x="0" y="4799"/>
                      <a:pt x="0" y="3094"/>
                    </a:cubicBezTo>
                    <a:cubicBezTo>
                      <a:pt x="0" y="1448"/>
                      <a:pt x="1428" y="0"/>
                      <a:pt x="3134" y="0"/>
                    </a:cubicBezTo>
                    <a:cubicBezTo>
                      <a:pt x="4740" y="0"/>
                      <a:pt x="6317" y="1428"/>
                      <a:pt x="6207" y="31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50"/>
              <p:cNvSpPr/>
              <p:nvPr/>
            </p:nvSpPr>
            <p:spPr>
              <a:xfrm>
                <a:off x="4837249" y="2220288"/>
                <a:ext cx="162812" cy="112313"/>
              </a:xfrm>
              <a:custGeom>
                <a:avLst/>
                <a:gdLst/>
                <a:ahLst/>
                <a:cxnLst/>
                <a:rect l="l" t="t" r="r" b="b"/>
                <a:pathLst>
                  <a:path w="2480" h="1710" extrusionOk="0">
                    <a:moveTo>
                      <a:pt x="1232" y="1"/>
                    </a:moveTo>
                    <a:cubicBezTo>
                      <a:pt x="499" y="1"/>
                      <a:pt x="50" y="592"/>
                      <a:pt x="11" y="1349"/>
                    </a:cubicBezTo>
                    <a:cubicBezTo>
                      <a:pt x="0" y="1564"/>
                      <a:pt x="161" y="1680"/>
                      <a:pt x="313" y="1680"/>
                    </a:cubicBezTo>
                    <a:cubicBezTo>
                      <a:pt x="443" y="1680"/>
                      <a:pt x="567" y="1596"/>
                      <a:pt x="576" y="1419"/>
                    </a:cubicBezTo>
                    <a:cubicBezTo>
                      <a:pt x="606" y="982"/>
                      <a:pt x="764" y="655"/>
                      <a:pt x="1181" y="606"/>
                    </a:cubicBezTo>
                    <a:cubicBezTo>
                      <a:pt x="1209" y="603"/>
                      <a:pt x="1237" y="601"/>
                      <a:pt x="1264" y="601"/>
                    </a:cubicBezTo>
                    <a:cubicBezTo>
                      <a:pt x="1674" y="601"/>
                      <a:pt x="1871" y="951"/>
                      <a:pt x="1816" y="1379"/>
                    </a:cubicBezTo>
                    <a:cubicBezTo>
                      <a:pt x="1783" y="1594"/>
                      <a:pt x="1934" y="1709"/>
                      <a:pt x="2088" y="1709"/>
                    </a:cubicBezTo>
                    <a:cubicBezTo>
                      <a:pt x="2219" y="1709"/>
                      <a:pt x="2353" y="1626"/>
                      <a:pt x="2381" y="1448"/>
                    </a:cubicBezTo>
                    <a:cubicBezTo>
                      <a:pt x="2480" y="645"/>
                      <a:pt x="2004" y="11"/>
                      <a:pt x="1250" y="1"/>
                    </a:cubicBezTo>
                    <a:cubicBezTo>
                      <a:pt x="1244" y="1"/>
                      <a:pt x="1238" y="1"/>
                      <a:pt x="12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50"/>
              <p:cNvSpPr/>
              <p:nvPr/>
            </p:nvSpPr>
            <p:spPr>
              <a:xfrm>
                <a:off x="5226882" y="2220288"/>
                <a:ext cx="161105" cy="112510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1713" extrusionOk="0">
                    <a:moveTo>
                      <a:pt x="1232" y="1"/>
                    </a:moveTo>
                    <a:cubicBezTo>
                      <a:pt x="1227" y="1"/>
                      <a:pt x="1221" y="1"/>
                      <a:pt x="1215" y="1"/>
                    </a:cubicBezTo>
                    <a:cubicBezTo>
                      <a:pt x="471" y="11"/>
                      <a:pt x="25" y="616"/>
                      <a:pt x="5" y="1389"/>
                    </a:cubicBezTo>
                    <a:cubicBezTo>
                      <a:pt x="0" y="1600"/>
                      <a:pt x="157" y="1712"/>
                      <a:pt x="307" y="1712"/>
                    </a:cubicBezTo>
                    <a:cubicBezTo>
                      <a:pt x="439" y="1712"/>
                      <a:pt x="566" y="1624"/>
                      <a:pt x="570" y="1439"/>
                    </a:cubicBezTo>
                    <a:cubicBezTo>
                      <a:pt x="580" y="1002"/>
                      <a:pt x="729" y="675"/>
                      <a:pt x="1155" y="616"/>
                    </a:cubicBezTo>
                    <a:cubicBezTo>
                      <a:pt x="1194" y="610"/>
                      <a:pt x="1231" y="607"/>
                      <a:pt x="1266" y="607"/>
                    </a:cubicBezTo>
                    <a:cubicBezTo>
                      <a:pt x="1651" y="607"/>
                      <a:pt x="1854" y="942"/>
                      <a:pt x="1800" y="1369"/>
                    </a:cubicBezTo>
                    <a:cubicBezTo>
                      <a:pt x="1779" y="1573"/>
                      <a:pt x="1927" y="1684"/>
                      <a:pt x="2077" y="1684"/>
                    </a:cubicBezTo>
                    <a:cubicBezTo>
                      <a:pt x="2211" y="1684"/>
                      <a:pt x="2346" y="1596"/>
                      <a:pt x="2365" y="1409"/>
                    </a:cubicBezTo>
                    <a:cubicBezTo>
                      <a:pt x="2454" y="622"/>
                      <a:pt x="1966" y="1"/>
                      <a:pt x="12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50"/>
              <p:cNvSpPr/>
              <p:nvPr/>
            </p:nvSpPr>
            <p:spPr>
              <a:xfrm>
                <a:off x="5042930" y="2374307"/>
                <a:ext cx="134189" cy="106008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614" extrusionOk="0">
                    <a:moveTo>
                      <a:pt x="1730" y="0"/>
                    </a:moveTo>
                    <a:cubicBezTo>
                      <a:pt x="1594" y="0"/>
                      <a:pt x="1475" y="94"/>
                      <a:pt x="1449" y="234"/>
                    </a:cubicBezTo>
                    <a:cubicBezTo>
                      <a:pt x="1439" y="482"/>
                      <a:pt x="1399" y="898"/>
                      <a:pt x="1151" y="997"/>
                    </a:cubicBezTo>
                    <a:cubicBezTo>
                      <a:pt x="1109" y="1013"/>
                      <a:pt x="1069" y="1020"/>
                      <a:pt x="1031" y="1020"/>
                    </a:cubicBezTo>
                    <a:cubicBezTo>
                      <a:pt x="754" y="1020"/>
                      <a:pt x="612" y="635"/>
                      <a:pt x="586" y="373"/>
                    </a:cubicBezTo>
                    <a:cubicBezTo>
                      <a:pt x="567" y="188"/>
                      <a:pt x="428" y="98"/>
                      <a:pt x="293" y="98"/>
                    </a:cubicBezTo>
                    <a:cubicBezTo>
                      <a:pt x="145" y="98"/>
                      <a:pt x="0" y="205"/>
                      <a:pt x="21" y="412"/>
                    </a:cubicBezTo>
                    <a:cubicBezTo>
                      <a:pt x="88" y="1036"/>
                      <a:pt x="434" y="1614"/>
                      <a:pt x="1059" y="1614"/>
                    </a:cubicBezTo>
                    <a:cubicBezTo>
                      <a:pt x="1080" y="1614"/>
                      <a:pt x="1101" y="1613"/>
                      <a:pt x="1122" y="1612"/>
                    </a:cubicBezTo>
                    <a:cubicBezTo>
                      <a:pt x="1717" y="1582"/>
                      <a:pt x="1964" y="928"/>
                      <a:pt x="2004" y="363"/>
                    </a:cubicBezTo>
                    <a:cubicBezTo>
                      <a:pt x="2044" y="204"/>
                      <a:pt x="1945" y="45"/>
                      <a:pt x="1786" y="6"/>
                    </a:cubicBezTo>
                    <a:cubicBezTo>
                      <a:pt x="1767" y="2"/>
                      <a:pt x="1748" y="0"/>
                      <a:pt x="17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50"/>
              <p:cNvSpPr/>
              <p:nvPr/>
            </p:nvSpPr>
            <p:spPr>
              <a:xfrm>
                <a:off x="5325488" y="2347773"/>
                <a:ext cx="159529" cy="126106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1920" extrusionOk="0">
                    <a:moveTo>
                      <a:pt x="1261" y="0"/>
                    </a:moveTo>
                    <a:cubicBezTo>
                      <a:pt x="1231" y="0"/>
                      <a:pt x="1201" y="1"/>
                      <a:pt x="1171" y="3"/>
                    </a:cubicBezTo>
                    <a:cubicBezTo>
                      <a:pt x="516" y="43"/>
                      <a:pt x="0" y="499"/>
                      <a:pt x="30" y="1034"/>
                    </a:cubicBezTo>
                    <a:cubicBezTo>
                      <a:pt x="59" y="1536"/>
                      <a:pt x="565" y="1920"/>
                      <a:pt x="1180" y="1920"/>
                    </a:cubicBezTo>
                    <a:cubicBezTo>
                      <a:pt x="1209" y="1920"/>
                      <a:pt x="1239" y="1919"/>
                      <a:pt x="1270" y="1917"/>
                    </a:cubicBezTo>
                    <a:cubicBezTo>
                      <a:pt x="1924" y="1877"/>
                      <a:pt x="2430" y="1421"/>
                      <a:pt x="2410" y="886"/>
                    </a:cubicBezTo>
                    <a:cubicBezTo>
                      <a:pt x="2382" y="384"/>
                      <a:pt x="1875" y="0"/>
                      <a:pt x="12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50"/>
              <p:cNvSpPr/>
              <p:nvPr/>
            </p:nvSpPr>
            <p:spPr>
              <a:xfrm>
                <a:off x="4732472" y="2348429"/>
                <a:ext cx="160186" cy="126106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920" extrusionOk="0">
                    <a:moveTo>
                      <a:pt x="1271" y="0"/>
                    </a:moveTo>
                    <a:cubicBezTo>
                      <a:pt x="1241" y="0"/>
                      <a:pt x="1211" y="1"/>
                      <a:pt x="1181" y="3"/>
                    </a:cubicBezTo>
                    <a:cubicBezTo>
                      <a:pt x="526" y="43"/>
                      <a:pt x="1" y="509"/>
                      <a:pt x="40" y="1034"/>
                    </a:cubicBezTo>
                    <a:cubicBezTo>
                      <a:pt x="69" y="1536"/>
                      <a:pt x="575" y="1920"/>
                      <a:pt x="1190" y="1920"/>
                    </a:cubicBezTo>
                    <a:cubicBezTo>
                      <a:pt x="1219" y="1920"/>
                      <a:pt x="1249" y="1919"/>
                      <a:pt x="1280" y="1917"/>
                    </a:cubicBezTo>
                    <a:cubicBezTo>
                      <a:pt x="1934" y="1887"/>
                      <a:pt x="2440" y="1421"/>
                      <a:pt x="2420" y="896"/>
                    </a:cubicBezTo>
                    <a:cubicBezTo>
                      <a:pt x="2392" y="385"/>
                      <a:pt x="1885" y="0"/>
                      <a:pt x="12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50"/>
              <p:cNvSpPr/>
              <p:nvPr/>
            </p:nvSpPr>
            <p:spPr>
              <a:xfrm>
                <a:off x="5413393" y="2911898"/>
                <a:ext cx="268246" cy="271061"/>
              </a:xfrm>
              <a:custGeom>
                <a:avLst/>
                <a:gdLst/>
                <a:ahLst/>
                <a:cxnLst/>
                <a:rect l="l" t="t" r="r" b="b"/>
                <a:pathLst>
                  <a:path w="4086" h="4127" extrusionOk="0">
                    <a:moveTo>
                      <a:pt x="2016" y="1"/>
                    </a:moveTo>
                    <a:cubicBezTo>
                      <a:pt x="2015" y="1"/>
                      <a:pt x="2014" y="1"/>
                      <a:pt x="2013" y="1"/>
                    </a:cubicBezTo>
                    <a:cubicBezTo>
                      <a:pt x="1864" y="11"/>
                      <a:pt x="1765" y="645"/>
                      <a:pt x="1666" y="1111"/>
                    </a:cubicBezTo>
                    <a:cubicBezTo>
                      <a:pt x="1318" y="853"/>
                      <a:pt x="857" y="513"/>
                      <a:pt x="704" y="513"/>
                    </a:cubicBezTo>
                    <a:cubicBezTo>
                      <a:pt x="687" y="513"/>
                      <a:pt x="673" y="517"/>
                      <a:pt x="664" y="526"/>
                    </a:cubicBezTo>
                    <a:cubicBezTo>
                      <a:pt x="575" y="626"/>
                      <a:pt x="972" y="1310"/>
                      <a:pt x="1210" y="1726"/>
                    </a:cubicBezTo>
                    <a:cubicBezTo>
                      <a:pt x="744" y="1845"/>
                      <a:pt x="0" y="1964"/>
                      <a:pt x="10" y="2103"/>
                    </a:cubicBezTo>
                    <a:cubicBezTo>
                      <a:pt x="20" y="2242"/>
                      <a:pt x="684" y="2311"/>
                      <a:pt x="1140" y="2420"/>
                    </a:cubicBezTo>
                    <a:cubicBezTo>
                      <a:pt x="873" y="2817"/>
                      <a:pt x="436" y="3332"/>
                      <a:pt x="526" y="3432"/>
                    </a:cubicBezTo>
                    <a:cubicBezTo>
                      <a:pt x="535" y="3442"/>
                      <a:pt x="549" y="3446"/>
                      <a:pt x="569" y="3446"/>
                    </a:cubicBezTo>
                    <a:cubicBezTo>
                      <a:pt x="740" y="3446"/>
                      <a:pt x="1282" y="3082"/>
                      <a:pt x="1656" y="2886"/>
                    </a:cubicBezTo>
                    <a:cubicBezTo>
                      <a:pt x="1764" y="3347"/>
                      <a:pt x="1920" y="4126"/>
                      <a:pt x="2067" y="4126"/>
                    </a:cubicBezTo>
                    <a:cubicBezTo>
                      <a:pt x="2069" y="4126"/>
                      <a:pt x="2071" y="4126"/>
                      <a:pt x="2072" y="4126"/>
                    </a:cubicBezTo>
                    <a:cubicBezTo>
                      <a:pt x="2221" y="4116"/>
                      <a:pt x="2320" y="3491"/>
                      <a:pt x="2409" y="3025"/>
                    </a:cubicBezTo>
                    <a:cubicBezTo>
                      <a:pt x="2766" y="3275"/>
                      <a:pt x="3228" y="3613"/>
                      <a:pt x="3382" y="3613"/>
                    </a:cubicBezTo>
                    <a:cubicBezTo>
                      <a:pt x="3399" y="3613"/>
                      <a:pt x="3412" y="3609"/>
                      <a:pt x="3421" y="3600"/>
                    </a:cubicBezTo>
                    <a:cubicBezTo>
                      <a:pt x="3520" y="3511"/>
                      <a:pt x="3113" y="2827"/>
                      <a:pt x="2885" y="2410"/>
                    </a:cubicBezTo>
                    <a:cubicBezTo>
                      <a:pt x="3342" y="2291"/>
                      <a:pt x="4085" y="2172"/>
                      <a:pt x="4085" y="2034"/>
                    </a:cubicBezTo>
                    <a:cubicBezTo>
                      <a:pt x="4075" y="1905"/>
                      <a:pt x="3401" y="1815"/>
                      <a:pt x="2945" y="1716"/>
                    </a:cubicBezTo>
                    <a:cubicBezTo>
                      <a:pt x="3213" y="1320"/>
                      <a:pt x="3649" y="794"/>
                      <a:pt x="3560" y="705"/>
                    </a:cubicBezTo>
                    <a:cubicBezTo>
                      <a:pt x="3551" y="695"/>
                      <a:pt x="3537" y="690"/>
                      <a:pt x="3518" y="690"/>
                    </a:cubicBezTo>
                    <a:cubicBezTo>
                      <a:pt x="3351" y="690"/>
                      <a:pt x="2803" y="1045"/>
                      <a:pt x="2429" y="1240"/>
                    </a:cubicBezTo>
                    <a:cubicBezTo>
                      <a:pt x="2311" y="777"/>
                      <a:pt x="2163" y="1"/>
                      <a:pt x="20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50"/>
              <p:cNvSpPr/>
              <p:nvPr/>
            </p:nvSpPr>
            <p:spPr>
              <a:xfrm>
                <a:off x="5489547" y="2674202"/>
                <a:ext cx="41688" cy="3198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87" extrusionOk="0">
                    <a:moveTo>
                      <a:pt x="317" y="1"/>
                    </a:moveTo>
                    <a:cubicBezTo>
                      <a:pt x="0" y="1"/>
                      <a:pt x="0" y="487"/>
                      <a:pt x="317" y="487"/>
                    </a:cubicBezTo>
                    <a:cubicBezTo>
                      <a:pt x="635" y="487"/>
                      <a:pt x="635" y="1"/>
                      <a:pt x="3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50"/>
              <p:cNvSpPr/>
              <p:nvPr/>
            </p:nvSpPr>
            <p:spPr>
              <a:xfrm>
                <a:off x="4726629" y="2245706"/>
                <a:ext cx="41097" cy="31329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77" extrusionOk="0">
                    <a:moveTo>
                      <a:pt x="308" y="1"/>
                    </a:moveTo>
                    <a:cubicBezTo>
                      <a:pt x="0" y="1"/>
                      <a:pt x="0" y="476"/>
                      <a:pt x="308" y="476"/>
                    </a:cubicBezTo>
                    <a:cubicBezTo>
                      <a:pt x="625" y="476"/>
                      <a:pt x="625" y="1"/>
                      <a:pt x="3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50"/>
              <p:cNvSpPr/>
              <p:nvPr/>
            </p:nvSpPr>
            <p:spPr>
              <a:xfrm>
                <a:off x="4263140" y="3020598"/>
                <a:ext cx="523624" cy="435787"/>
              </a:xfrm>
              <a:custGeom>
                <a:avLst/>
                <a:gdLst/>
                <a:ahLst/>
                <a:cxnLst/>
                <a:rect l="l" t="t" r="r" b="b"/>
                <a:pathLst>
                  <a:path w="7976" h="6635" extrusionOk="0">
                    <a:moveTo>
                      <a:pt x="4302" y="0"/>
                    </a:moveTo>
                    <a:cubicBezTo>
                      <a:pt x="4094" y="0"/>
                      <a:pt x="3882" y="20"/>
                      <a:pt x="3669" y="61"/>
                    </a:cubicBezTo>
                    <a:cubicBezTo>
                      <a:pt x="774" y="626"/>
                      <a:pt x="1" y="4404"/>
                      <a:pt x="2450" y="6060"/>
                    </a:cubicBezTo>
                    <a:cubicBezTo>
                      <a:pt x="3038" y="6457"/>
                      <a:pt x="3672" y="6634"/>
                      <a:pt x="4287" y="6634"/>
                    </a:cubicBezTo>
                    <a:cubicBezTo>
                      <a:pt x="6223" y="6634"/>
                      <a:pt x="7975" y="4878"/>
                      <a:pt x="7546" y="2689"/>
                    </a:cubicBezTo>
                    <a:cubicBezTo>
                      <a:pt x="7240" y="1098"/>
                      <a:pt x="5856" y="0"/>
                      <a:pt x="43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50"/>
              <p:cNvSpPr/>
              <p:nvPr/>
            </p:nvSpPr>
            <p:spPr>
              <a:xfrm>
                <a:off x="4216266" y="3011272"/>
                <a:ext cx="523099" cy="435393"/>
              </a:xfrm>
              <a:custGeom>
                <a:avLst/>
                <a:gdLst/>
                <a:ahLst/>
                <a:cxnLst/>
                <a:rect l="l" t="t" r="r" b="b"/>
                <a:pathLst>
                  <a:path w="7968" h="6629" extrusionOk="0">
                    <a:moveTo>
                      <a:pt x="4310" y="1"/>
                    </a:moveTo>
                    <a:cubicBezTo>
                      <a:pt x="4099" y="1"/>
                      <a:pt x="3884" y="21"/>
                      <a:pt x="3669" y="64"/>
                    </a:cubicBezTo>
                    <a:cubicBezTo>
                      <a:pt x="774" y="620"/>
                      <a:pt x="1" y="4407"/>
                      <a:pt x="2440" y="6053"/>
                    </a:cubicBezTo>
                    <a:cubicBezTo>
                      <a:pt x="3032" y="6451"/>
                      <a:pt x="3668" y="6629"/>
                      <a:pt x="4285" y="6629"/>
                    </a:cubicBezTo>
                    <a:cubicBezTo>
                      <a:pt x="6222" y="6629"/>
                      <a:pt x="7967" y="4878"/>
                      <a:pt x="7546" y="2682"/>
                    </a:cubicBezTo>
                    <a:cubicBezTo>
                      <a:pt x="7241" y="1104"/>
                      <a:pt x="5854" y="1"/>
                      <a:pt x="43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50"/>
              <p:cNvSpPr/>
              <p:nvPr/>
            </p:nvSpPr>
            <p:spPr>
              <a:xfrm>
                <a:off x="4279421" y="3061254"/>
                <a:ext cx="411691" cy="342258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5211" extrusionOk="0">
                    <a:moveTo>
                      <a:pt x="3379" y="0"/>
                    </a:moveTo>
                    <a:cubicBezTo>
                      <a:pt x="3216" y="0"/>
                      <a:pt x="3051" y="16"/>
                      <a:pt x="2886" y="47"/>
                    </a:cubicBezTo>
                    <a:cubicBezTo>
                      <a:pt x="605" y="483"/>
                      <a:pt x="1" y="3458"/>
                      <a:pt x="1924" y="4757"/>
                    </a:cubicBezTo>
                    <a:cubicBezTo>
                      <a:pt x="2389" y="5071"/>
                      <a:pt x="2889" y="5211"/>
                      <a:pt x="3374" y="5211"/>
                    </a:cubicBezTo>
                    <a:cubicBezTo>
                      <a:pt x="4896" y="5211"/>
                      <a:pt x="6271" y="3829"/>
                      <a:pt x="5940" y="2100"/>
                    </a:cubicBezTo>
                    <a:cubicBezTo>
                      <a:pt x="5695" y="857"/>
                      <a:pt x="4600" y="0"/>
                      <a:pt x="33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50"/>
              <p:cNvSpPr/>
              <p:nvPr/>
            </p:nvSpPr>
            <p:spPr>
              <a:xfrm>
                <a:off x="4341263" y="3108281"/>
                <a:ext cx="298248" cy="247942"/>
              </a:xfrm>
              <a:custGeom>
                <a:avLst/>
                <a:gdLst/>
                <a:ahLst/>
                <a:cxnLst/>
                <a:rect l="l" t="t" r="r" b="b"/>
                <a:pathLst>
                  <a:path w="4543" h="3775" extrusionOk="0">
                    <a:moveTo>
                      <a:pt x="2445" y="0"/>
                    </a:moveTo>
                    <a:cubicBezTo>
                      <a:pt x="2326" y="0"/>
                      <a:pt x="2204" y="11"/>
                      <a:pt x="2083" y="35"/>
                    </a:cubicBezTo>
                    <a:cubicBezTo>
                      <a:pt x="437" y="352"/>
                      <a:pt x="1" y="2514"/>
                      <a:pt x="1389" y="3446"/>
                    </a:cubicBezTo>
                    <a:cubicBezTo>
                      <a:pt x="1726" y="3673"/>
                      <a:pt x="2089" y="3775"/>
                      <a:pt x="2440" y="3775"/>
                    </a:cubicBezTo>
                    <a:cubicBezTo>
                      <a:pt x="3546" y="3775"/>
                      <a:pt x="4542" y="2771"/>
                      <a:pt x="4294" y="1522"/>
                    </a:cubicBezTo>
                    <a:cubicBezTo>
                      <a:pt x="4119" y="623"/>
                      <a:pt x="3329" y="0"/>
                      <a:pt x="2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50"/>
              <p:cNvSpPr/>
              <p:nvPr/>
            </p:nvSpPr>
            <p:spPr>
              <a:xfrm>
                <a:off x="4437572" y="3146113"/>
                <a:ext cx="123750" cy="171885"/>
              </a:xfrm>
              <a:custGeom>
                <a:avLst/>
                <a:gdLst/>
                <a:ahLst/>
                <a:cxnLst/>
                <a:rect l="l" t="t" r="r" b="b"/>
                <a:pathLst>
                  <a:path w="1885" h="2617" extrusionOk="0">
                    <a:moveTo>
                      <a:pt x="412" y="1"/>
                    </a:moveTo>
                    <a:cubicBezTo>
                      <a:pt x="387" y="1"/>
                      <a:pt x="360" y="10"/>
                      <a:pt x="338" y="24"/>
                    </a:cubicBezTo>
                    <a:cubicBezTo>
                      <a:pt x="279" y="44"/>
                      <a:pt x="239" y="113"/>
                      <a:pt x="249" y="183"/>
                    </a:cubicBezTo>
                    <a:cubicBezTo>
                      <a:pt x="269" y="242"/>
                      <a:pt x="279" y="292"/>
                      <a:pt x="298" y="342"/>
                    </a:cubicBezTo>
                    <a:cubicBezTo>
                      <a:pt x="318" y="401"/>
                      <a:pt x="338" y="451"/>
                      <a:pt x="348" y="500"/>
                    </a:cubicBezTo>
                    <a:cubicBezTo>
                      <a:pt x="279" y="540"/>
                      <a:pt x="219" y="589"/>
                      <a:pt x="170" y="649"/>
                    </a:cubicBezTo>
                    <a:cubicBezTo>
                      <a:pt x="120" y="708"/>
                      <a:pt x="70" y="778"/>
                      <a:pt x="41" y="847"/>
                    </a:cubicBezTo>
                    <a:cubicBezTo>
                      <a:pt x="21" y="917"/>
                      <a:pt x="1" y="986"/>
                      <a:pt x="1" y="1065"/>
                    </a:cubicBezTo>
                    <a:cubicBezTo>
                      <a:pt x="11" y="1145"/>
                      <a:pt x="31" y="1224"/>
                      <a:pt x="60" y="1293"/>
                    </a:cubicBezTo>
                    <a:cubicBezTo>
                      <a:pt x="100" y="1373"/>
                      <a:pt x="160" y="1432"/>
                      <a:pt x="239" y="1482"/>
                    </a:cubicBezTo>
                    <a:cubicBezTo>
                      <a:pt x="308" y="1521"/>
                      <a:pt x="398" y="1561"/>
                      <a:pt x="477" y="1571"/>
                    </a:cubicBezTo>
                    <a:cubicBezTo>
                      <a:pt x="566" y="1591"/>
                      <a:pt x="655" y="1601"/>
                      <a:pt x="745" y="1601"/>
                    </a:cubicBezTo>
                    <a:cubicBezTo>
                      <a:pt x="834" y="1591"/>
                      <a:pt x="923" y="1591"/>
                      <a:pt x="1002" y="1581"/>
                    </a:cubicBezTo>
                    <a:lnTo>
                      <a:pt x="1082" y="1571"/>
                    </a:lnTo>
                    <a:lnTo>
                      <a:pt x="1181" y="1571"/>
                    </a:lnTo>
                    <a:cubicBezTo>
                      <a:pt x="1221" y="1581"/>
                      <a:pt x="1250" y="1581"/>
                      <a:pt x="1280" y="1591"/>
                    </a:cubicBezTo>
                    <a:cubicBezTo>
                      <a:pt x="1310" y="1591"/>
                      <a:pt x="1330" y="1611"/>
                      <a:pt x="1349" y="1631"/>
                    </a:cubicBezTo>
                    <a:cubicBezTo>
                      <a:pt x="1359" y="1660"/>
                      <a:pt x="1359" y="1680"/>
                      <a:pt x="1349" y="1710"/>
                    </a:cubicBezTo>
                    <a:cubicBezTo>
                      <a:pt x="1349" y="1730"/>
                      <a:pt x="1330" y="1759"/>
                      <a:pt x="1310" y="1779"/>
                    </a:cubicBezTo>
                    <a:cubicBezTo>
                      <a:pt x="1300" y="1799"/>
                      <a:pt x="1280" y="1819"/>
                      <a:pt x="1250" y="1829"/>
                    </a:cubicBezTo>
                    <a:cubicBezTo>
                      <a:pt x="1230" y="1849"/>
                      <a:pt x="1211" y="1859"/>
                      <a:pt x="1191" y="1868"/>
                    </a:cubicBezTo>
                    <a:cubicBezTo>
                      <a:pt x="1151" y="1888"/>
                      <a:pt x="1102" y="1908"/>
                      <a:pt x="1052" y="1918"/>
                    </a:cubicBezTo>
                    <a:lnTo>
                      <a:pt x="903" y="1938"/>
                    </a:lnTo>
                    <a:cubicBezTo>
                      <a:pt x="854" y="1948"/>
                      <a:pt x="814" y="1948"/>
                      <a:pt x="764" y="1958"/>
                    </a:cubicBezTo>
                    <a:cubicBezTo>
                      <a:pt x="725" y="1968"/>
                      <a:pt x="685" y="1978"/>
                      <a:pt x="645" y="1997"/>
                    </a:cubicBezTo>
                    <a:cubicBezTo>
                      <a:pt x="596" y="2027"/>
                      <a:pt x="566" y="2067"/>
                      <a:pt x="546" y="2106"/>
                    </a:cubicBezTo>
                    <a:cubicBezTo>
                      <a:pt x="526" y="2156"/>
                      <a:pt x="526" y="2216"/>
                      <a:pt x="556" y="2255"/>
                    </a:cubicBezTo>
                    <a:cubicBezTo>
                      <a:pt x="576" y="2305"/>
                      <a:pt x="626" y="2344"/>
                      <a:pt x="675" y="2354"/>
                    </a:cubicBezTo>
                    <a:cubicBezTo>
                      <a:pt x="717" y="2361"/>
                      <a:pt x="759" y="2368"/>
                      <a:pt x="801" y="2368"/>
                    </a:cubicBezTo>
                    <a:cubicBezTo>
                      <a:pt x="819" y="2368"/>
                      <a:pt x="836" y="2367"/>
                      <a:pt x="854" y="2364"/>
                    </a:cubicBezTo>
                    <a:cubicBezTo>
                      <a:pt x="923" y="2364"/>
                      <a:pt x="983" y="2354"/>
                      <a:pt x="1042" y="2334"/>
                    </a:cubicBezTo>
                    <a:cubicBezTo>
                      <a:pt x="1112" y="2315"/>
                      <a:pt x="1161" y="2305"/>
                      <a:pt x="1211" y="2295"/>
                    </a:cubicBezTo>
                    <a:cubicBezTo>
                      <a:pt x="1221" y="2295"/>
                      <a:pt x="1230" y="2295"/>
                      <a:pt x="1240" y="2305"/>
                    </a:cubicBezTo>
                    <a:cubicBezTo>
                      <a:pt x="1250" y="2325"/>
                      <a:pt x="1260" y="2334"/>
                      <a:pt x="1270" y="2354"/>
                    </a:cubicBezTo>
                    <a:cubicBezTo>
                      <a:pt x="1280" y="2374"/>
                      <a:pt x="1290" y="2384"/>
                      <a:pt x="1300" y="2404"/>
                    </a:cubicBezTo>
                    <a:lnTo>
                      <a:pt x="1320" y="2444"/>
                    </a:lnTo>
                    <a:cubicBezTo>
                      <a:pt x="1330" y="2453"/>
                      <a:pt x="1340" y="2473"/>
                      <a:pt x="1340" y="2483"/>
                    </a:cubicBezTo>
                    <a:cubicBezTo>
                      <a:pt x="1349" y="2503"/>
                      <a:pt x="1359" y="2523"/>
                      <a:pt x="1369" y="2533"/>
                    </a:cubicBezTo>
                    <a:cubicBezTo>
                      <a:pt x="1389" y="2582"/>
                      <a:pt x="1429" y="2602"/>
                      <a:pt x="1468" y="2612"/>
                    </a:cubicBezTo>
                    <a:cubicBezTo>
                      <a:pt x="1479" y="2615"/>
                      <a:pt x="1490" y="2616"/>
                      <a:pt x="1502" y="2616"/>
                    </a:cubicBezTo>
                    <a:cubicBezTo>
                      <a:pt x="1534" y="2616"/>
                      <a:pt x="1568" y="2607"/>
                      <a:pt x="1597" y="2592"/>
                    </a:cubicBezTo>
                    <a:cubicBezTo>
                      <a:pt x="1627" y="2582"/>
                      <a:pt x="1657" y="2553"/>
                      <a:pt x="1677" y="2513"/>
                    </a:cubicBezTo>
                    <a:cubicBezTo>
                      <a:pt x="1687" y="2483"/>
                      <a:pt x="1697" y="2444"/>
                      <a:pt x="1687" y="2414"/>
                    </a:cubicBezTo>
                    <a:cubicBezTo>
                      <a:pt x="1687" y="2384"/>
                      <a:pt x="1677" y="2344"/>
                      <a:pt x="1657" y="2315"/>
                    </a:cubicBezTo>
                    <a:cubicBezTo>
                      <a:pt x="1637" y="2275"/>
                      <a:pt x="1627" y="2245"/>
                      <a:pt x="1607" y="2216"/>
                    </a:cubicBezTo>
                    <a:cubicBezTo>
                      <a:pt x="1597" y="2186"/>
                      <a:pt x="1578" y="2156"/>
                      <a:pt x="1568" y="2136"/>
                    </a:cubicBezTo>
                    <a:cubicBezTo>
                      <a:pt x="1558" y="2116"/>
                      <a:pt x="1558" y="2097"/>
                      <a:pt x="1568" y="2097"/>
                    </a:cubicBezTo>
                    <a:lnTo>
                      <a:pt x="1716" y="1958"/>
                    </a:lnTo>
                    <a:cubicBezTo>
                      <a:pt x="1766" y="1918"/>
                      <a:pt x="1796" y="1868"/>
                      <a:pt x="1835" y="1819"/>
                    </a:cubicBezTo>
                    <a:cubicBezTo>
                      <a:pt x="1865" y="1769"/>
                      <a:pt x="1875" y="1710"/>
                      <a:pt x="1885" y="1660"/>
                    </a:cubicBezTo>
                    <a:cubicBezTo>
                      <a:pt x="1885" y="1581"/>
                      <a:pt x="1865" y="1512"/>
                      <a:pt x="1825" y="1452"/>
                    </a:cubicBezTo>
                    <a:cubicBezTo>
                      <a:pt x="1786" y="1363"/>
                      <a:pt x="1716" y="1303"/>
                      <a:pt x="1637" y="1254"/>
                    </a:cubicBezTo>
                    <a:cubicBezTo>
                      <a:pt x="1558" y="1214"/>
                      <a:pt x="1468" y="1184"/>
                      <a:pt x="1389" y="1164"/>
                    </a:cubicBezTo>
                    <a:cubicBezTo>
                      <a:pt x="1290" y="1155"/>
                      <a:pt x="1201" y="1145"/>
                      <a:pt x="1102" y="1145"/>
                    </a:cubicBezTo>
                    <a:lnTo>
                      <a:pt x="834" y="1145"/>
                    </a:lnTo>
                    <a:cubicBezTo>
                      <a:pt x="764" y="1145"/>
                      <a:pt x="695" y="1145"/>
                      <a:pt x="626" y="1135"/>
                    </a:cubicBezTo>
                    <a:cubicBezTo>
                      <a:pt x="576" y="1135"/>
                      <a:pt x="536" y="1115"/>
                      <a:pt x="507" y="1065"/>
                    </a:cubicBezTo>
                    <a:cubicBezTo>
                      <a:pt x="497" y="1046"/>
                      <a:pt x="497" y="1016"/>
                      <a:pt x="497" y="996"/>
                    </a:cubicBezTo>
                    <a:cubicBezTo>
                      <a:pt x="507" y="966"/>
                      <a:pt x="517" y="946"/>
                      <a:pt x="536" y="927"/>
                    </a:cubicBezTo>
                    <a:cubicBezTo>
                      <a:pt x="556" y="907"/>
                      <a:pt x="576" y="887"/>
                      <a:pt x="596" y="867"/>
                    </a:cubicBezTo>
                    <a:cubicBezTo>
                      <a:pt x="616" y="847"/>
                      <a:pt x="636" y="837"/>
                      <a:pt x="665" y="827"/>
                    </a:cubicBezTo>
                    <a:cubicBezTo>
                      <a:pt x="705" y="808"/>
                      <a:pt x="755" y="788"/>
                      <a:pt x="804" y="778"/>
                    </a:cubicBezTo>
                    <a:lnTo>
                      <a:pt x="923" y="758"/>
                    </a:lnTo>
                    <a:lnTo>
                      <a:pt x="1052" y="738"/>
                    </a:lnTo>
                    <a:cubicBezTo>
                      <a:pt x="1092" y="728"/>
                      <a:pt x="1121" y="718"/>
                      <a:pt x="1161" y="708"/>
                    </a:cubicBezTo>
                    <a:cubicBezTo>
                      <a:pt x="1181" y="689"/>
                      <a:pt x="1211" y="679"/>
                      <a:pt x="1230" y="659"/>
                    </a:cubicBezTo>
                    <a:cubicBezTo>
                      <a:pt x="1250" y="639"/>
                      <a:pt x="1270" y="609"/>
                      <a:pt x="1290" y="589"/>
                    </a:cubicBezTo>
                    <a:cubicBezTo>
                      <a:pt x="1310" y="560"/>
                      <a:pt x="1320" y="540"/>
                      <a:pt x="1320" y="510"/>
                    </a:cubicBezTo>
                    <a:cubicBezTo>
                      <a:pt x="1330" y="480"/>
                      <a:pt x="1320" y="451"/>
                      <a:pt x="1310" y="421"/>
                    </a:cubicBezTo>
                    <a:cubicBezTo>
                      <a:pt x="1310" y="411"/>
                      <a:pt x="1300" y="401"/>
                      <a:pt x="1290" y="391"/>
                    </a:cubicBezTo>
                    <a:cubicBezTo>
                      <a:pt x="1280" y="381"/>
                      <a:pt x="1270" y="371"/>
                      <a:pt x="1260" y="361"/>
                    </a:cubicBezTo>
                    <a:cubicBezTo>
                      <a:pt x="1211" y="332"/>
                      <a:pt x="1161" y="312"/>
                      <a:pt x="1112" y="302"/>
                    </a:cubicBezTo>
                    <a:cubicBezTo>
                      <a:pt x="1062" y="292"/>
                      <a:pt x="1002" y="282"/>
                      <a:pt x="943" y="282"/>
                    </a:cubicBezTo>
                    <a:cubicBezTo>
                      <a:pt x="893" y="282"/>
                      <a:pt x="834" y="292"/>
                      <a:pt x="784" y="302"/>
                    </a:cubicBezTo>
                    <a:cubicBezTo>
                      <a:pt x="725" y="302"/>
                      <a:pt x="675" y="312"/>
                      <a:pt x="626" y="332"/>
                    </a:cubicBezTo>
                    <a:cubicBezTo>
                      <a:pt x="606" y="282"/>
                      <a:pt x="586" y="242"/>
                      <a:pt x="576" y="183"/>
                    </a:cubicBezTo>
                    <a:cubicBezTo>
                      <a:pt x="556" y="143"/>
                      <a:pt x="536" y="94"/>
                      <a:pt x="517" y="54"/>
                    </a:cubicBezTo>
                    <a:cubicBezTo>
                      <a:pt x="497" y="24"/>
                      <a:pt x="467" y="4"/>
                      <a:pt x="437" y="4"/>
                    </a:cubicBezTo>
                    <a:cubicBezTo>
                      <a:pt x="429" y="2"/>
                      <a:pt x="421" y="1"/>
                      <a:pt x="4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50"/>
              <p:cNvSpPr/>
              <p:nvPr/>
            </p:nvSpPr>
            <p:spPr>
              <a:xfrm>
                <a:off x="4244298" y="2659950"/>
                <a:ext cx="415499" cy="322423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4909" extrusionOk="0">
                    <a:moveTo>
                      <a:pt x="3177" y="0"/>
                    </a:moveTo>
                    <a:cubicBezTo>
                      <a:pt x="2707" y="0"/>
                      <a:pt x="2232" y="135"/>
                      <a:pt x="1815" y="416"/>
                    </a:cubicBezTo>
                    <a:cubicBezTo>
                      <a:pt x="0" y="1626"/>
                      <a:pt x="555" y="4432"/>
                      <a:pt x="2697" y="4858"/>
                    </a:cubicBezTo>
                    <a:cubicBezTo>
                      <a:pt x="2868" y="4892"/>
                      <a:pt x="3035" y="4908"/>
                      <a:pt x="3198" y="4908"/>
                    </a:cubicBezTo>
                    <a:cubicBezTo>
                      <a:pt x="5074" y="4908"/>
                      <a:pt x="6329" y="2760"/>
                      <a:pt x="5216" y="1090"/>
                    </a:cubicBezTo>
                    <a:cubicBezTo>
                      <a:pt x="4743" y="382"/>
                      <a:pt x="3966" y="0"/>
                      <a:pt x="31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50"/>
              <p:cNvSpPr/>
              <p:nvPr/>
            </p:nvSpPr>
            <p:spPr>
              <a:xfrm>
                <a:off x="4224734" y="2637159"/>
                <a:ext cx="416287" cy="322292"/>
              </a:xfrm>
              <a:custGeom>
                <a:avLst/>
                <a:gdLst/>
                <a:ahLst/>
                <a:cxnLst/>
                <a:rect l="l" t="t" r="r" b="b"/>
                <a:pathLst>
                  <a:path w="6341" h="4907" extrusionOk="0">
                    <a:moveTo>
                      <a:pt x="3177" y="0"/>
                    </a:moveTo>
                    <a:cubicBezTo>
                      <a:pt x="2707" y="0"/>
                      <a:pt x="2233" y="135"/>
                      <a:pt x="1815" y="416"/>
                    </a:cubicBezTo>
                    <a:cubicBezTo>
                      <a:pt x="1" y="1626"/>
                      <a:pt x="556" y="4432"/>
                      <a:pt x="2698" y="4858"/>
                    </a:cubicBezTo>
                    <a:cubicBezTo>
                      <a:pt x="2866" y="4891"/>
                      <a:pt x="3032" y="4906"/>
                      <a:pt x="3192" y="4906"/>
                    </a:cubicBezTo>
                    <a:cubicBezTo>
                      <a:pt x="5081" y="4906"/>
                      <a:pt x="6340" y="2763"/>
                      <a:pt x="5216" y="1090"/>
                    </a:cubicBezTo>
                    <a:cubicBezTo>
                      <a:pt x="4744" y="381"/>
                      <a:pt x="3967" y="0"/>
                      <a:pt x="31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50"/>
              <p:cNvSpPr/>
              <p:nvPr/>
            </p:nvSpPr>
            <p:spPr>
              <a:xfrm>
                <a:off x="4272265" y="2672232"/>
                <a:ext cx="326412" cy="253459"/>
              </a:xfrm>
              <a:custGeom>
                <a:avLst/>
                <a:gdLst/>
                <a:ahLst/>
                <a:cxnLst/>
                <a:rect l="l" t="t" r="r" b="b"/>
                <a:pathLst>
                  <a:path w="4972" h="3859" extrusionOk="0">
                    <a:moveTo>
                      <a:pt x="2497" y="1"/>
                    </a:moveTo>
                    <a:cubicBezTo>
                      <a:pt x="2129" y="1"/>
                      <a:pt x="1757" y="107"/>
                      <a:pt x="1428" y="328"/>
                    </a:cubicBezTo>
                    <a:cubicBezTo>
                      <a:pt x="0" y="1280"/>
                      <a:pt x="447" y="3481"/>
                      <a:pt x="2122" y="3818"/>
                    </a:cubicBezTo>
                    <a:cubicBezTo>
                      <a:pt x="2257" y="3845"/>
                      <a:pt x="2390" y="3858"/>
                      <a:pt x="2518" y="3858"/>
                    </a:cubicBezTo>
                    <a:cubicBezTo>
                      <a:pt x="3992" y="3858"/>
                      <a:pt x="4971" y="2168"/>
                      <a:pt x="4096" y="864"/>
                    </a:cubicBezTo>
                    <a:cubicBezTo>
                      <a:pt x="3728" y="303"/>
                      <a:pt x="3118" y="1"/>
                      <a:pt x="24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50"/>
              <p:cNvSpPr/>
              <p:nvPr/>
            </p:nvSpPr>
            <p:spPr>
              <a:xfrm>
                <a:off x="4317826" y="2707633"/>
                <a:ext cx="236603" cy="183510"/>
              </a:xfrm>
              <a:custGeom>
                <a:avLst/>
                <a:gdLst/>
                <a:ahLst/>
                <a:cxnLst/>
                <a:rect l="l" t="t" r="r" b="b"/>
                <a:pathLst>
                  <a:path w="3604" h="2794" extrusionOk="0">
                    <a:moveTo>
                      <a:pt x="1808" y="0"/>
                    </a:moveTo>
                    <a:cubicBezTo>
                      <a:pt x="1542" y="0"/>
                      <a:pt x="1272" y="77"/>
                      <a:pt x="1032" y="235"/>
                    </a:cubicBezTo>
                    <a:cubicBezTo>
                      <a:pt x="1" y="930"/>
                      <a:pt x="318" y="2526"/>
                      <a:pt x="1537" y="2764"/>
                    </a:cubicBezTo>
                    <a:cubicBezTo>
                      <a:pt x="1636" y="2784"/>
                      <a:pt x="1733" y="2793"/>
                      <a:pt x="1827" y="2793"/>
                    </a:cubicBezTo>
                    <a:cubicBezTo>
                      <a:pt x="2893" y="2793"/>
                      <a:pt x="3603" y="1570"/>
                      <a:pt x="2965" y="622"/>
                    </a:cubicBezTo>
                    <a:cubicBezTo>
                      <a:pt x="2698" y="218"/>
                      <a:pt x="2258" y="0"/>
                      <a:pt x="18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50"/>
              <p:cNvSpPr/>
              <p:nvPr/>
            </p:nvSpPr>
            <p:spPr>
              <a:xfrm>
                <a:off x="4399166" y="2728914"/>
                <a:ext cx="81472" cy="136811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2083" extrusionOk="0">
                    <a:moveTo>
                      <a:pt x="467" y="1"/>
                    </a:moveTo>
                    <a:cubicBezTo>
                      <a:pt x="417" y="11"/>
                      <a:pt x="378" y="50"/>
                      <a:pt x="368" y="110"/>
                    </a:cubicBezTo>
                    <a:cubicBezTo>
                      <a:pt x="368" y="149"/>
                      <a:pt x="368" y="189"/>
                      <a:pt x="368" y="229"/>
                    </a:cubicBezTo>
                    <a:lnTo>
                      <a:pt x="368" y="358"/>
                    </a:lnTo>
                    <a:cubicBezTo>
                      <a:pt x="259" y="387"/>
                      <a:pt x="160" y="447"/>
                      <a:pt x="90" y="536"/>
                    </a:cubicBezTo>
                    <a:cubicBezTo>
                      <a:pt x="60" y="586"/>
                      <a:pt x="31" y="635"/>
                      <a:pt x="21" y="685"/>
                    </a:cubicBezTo>
                    <a:cubicBezTo>
                      <a:pt x="1" y="744"/>
                      <a:pt x="1" y="804"/>
                      <a:pt x="21" y="863"/>
                    </a:cubicBezTo>
                    <a:cubicBezTo>
                      <a:pt x="31" y="923"/>
                      <a:pt x="60" y="982"/>
                      <a:pt x="100" y="1032"/>
                    </a:cubicBezTo>
                    <a:cubicBezTo>
                      <a:pt x="150" y="1081"/>
                      <a:pt x="199" y="1121"/>
                      <a:pt x="259" y="1141"/>
                    </a:cubicBezTo>
                    <a:cubicBezTo>
                      <a:pt x="318" y="1171"/>
                      <a:pt x="378" y="1200"/>
                      <a:pt x="437" y="1210"/>
                    </a:cubicBezTo>
                    <a:cubicBezTo>
                      <a:pt x="507" y="1230"/>
                      <a:pt x="566" y="1240"/>
                      <a:pt x="626" y="1260"/>
                    </a:cubicBezTo>
                    <a:lnTo>
                      <a:pt x="685" y="1260"/>
                    </a:lnTo>
                    <a:lnTo>
                      <a:pt x="764" y="1280"/>
                    </a:lnTo>
                    <a:cubicBezTo>
                      <a:pt x="784" y="1290"/>
                      <a:pt x="814" y="1300"/>
                      <a:pt x="834" y="1309"/>
                    </a:cubicBezTo>
                    <a:cubicBezTo>
                      <a:pt x="854" y="1319"/>
                      <a:pt x="864" y="1339"/>
                      <a:pt x="864" y="1359"/>
                    </a:cubicBezTo>
                    <a:cubicBezTo>
                      <a:pt x="874" y="1369"/>
                      <a:pt x="874" y="1389"/>
                      <a:pt x="854" y="1409"/>
                    </a:cubicBezTo>
                    <a:cubicBezTo>
                      <a:pt x="844" y="1428"/>
                      <a:pt x="834" y="1438"/>
                      <a:pt x="814" y="1448"/>
                    </a:cubicBezTo>
                    <a:cubicBezTo>
                      <a:pt x="804" y="1458"/>
                      <a:pt x="784" y="1468"/>
                      <a:pt x="764" y="1478"/>
                    </a:cubicBezTo>
                    <a:cubicBezTo>
                      <a:pt x="745" y="1478"/>
                      <a:pt x="725" y="1488"/>
                      <a:pt x="715" y="1488"/>
                    </a:cubicBezTo>
                    <a:cubicBezTo>
                      <a:pt x="675" y="1498"/>
                      <a:pt x="636" y="1498"/>
                      <a:pt x="596" y="1498"/>
                    </a:cubicBezTo>
                    <a:lnTo>
                      <a:pt x="497" y="1488"/>
                    </a:lnTo>
                    <a:lnTo>
                      <a:pt x="388" y="1478"/>
                    </a:lnTo>
                    <a:cubicBezTo>
                      <a:pt x="373" y="1473"/>
                      <a:pt x="358" y="1471"/>
                      <a:pt x="342" y="1471"/>
                    </a:cubicBezTo>
                    <a:cubicBezTo>
                      <a:pt x="326" y="1471"/>
                      <a:pt x="308" y="1473"/>
                      <a:pt x="289" y="1478"/>
                    </a:cubicBezTo>
                    <a:cubicBezTo>
                      <a:pt x="259" y="1478"/>
                      <a:pt x="219" y="1498"/>
                      <a:pt x="199" y="1528"/>
                    </a:cubicBezTo>
                    <a:cubicBezTo>
                      <a:pt x="179" y="1567"/>
                      <a:pt x="170" y="1597"/>
                      <a:pt x="179" y="1637"/>
                    </a:cubicBezTo>
                    <a:cubicBezTo>
                      <a:pt x="179" y="1676"/>
                      <a:pt x="209" y="1716"/>
                      <a:pt x="239" y="1736"/>
                    </a:cubicBezTo>
                    <a:cubicBezTo>
                      <a:pt x="279" y="1756"/>
                      <a:pt x="328" y="1766"/>
                      <a:pt x="368" y="1776"/>
                    </a:cubicBezTo>
                    <a:cubicBezTo>
                      <a:pt x="417" y="1785"/>
                      <a:pt x="467" y="1785"/>
                      <a:pt x="507" y="1785"/>
                    </a:cubicBezTo>
                    <a:lnTo>
                      <a:pt x="636" y="1785"/>
                    </a:lnTo>
                    <a:cubicBezTo>
                      <a:pt x="645" y="1785"/>
                      <a:pt x="655" y="1795"/>
                      <a:pt x="655" y="1805"/>
                    </a:cubicBezTo>
                    <a:cubicBezTo>
                      <a:pt x="655" y="1815"/>
                      <a:pt x="665" y="1835"/>
                      <a:pt x="665" y="1845"/>
                    </a:cubicBezTo>
                    <a:cubicBezTo>
                      <a:pt x="675" y="1855"/>
                      <a:pt x="675" y="1875"/>
                      <a:pt x="675" y="1885"/>
                    </a:cubicBezTo>
                    <a:lnTo>
                      <a:pt x="675" y="1914"/>
                    </a:lnTo>
                    <a:lnTo>
                      <a:pt x="675" y="1954"/>
                    </a:lnTo>
                    <a:lnTo>
                      <a:pt x="685" y="1994"/>
                    </a:lnTo>
                    <a:cubicBezTo>
                      <a:pt x="695" y="2023"/>
                      <a:pt x="715" y="2053"/>
                      <a:pt x="745" y="2063"/>
                    </a:cubicBezTo>
                    <a:cubicBezTo>
                      <a:pt x="774" y="2083"/>
                      <a:pt x="814" y="2083"/>
                      <a:pt x="844" y="2083"/>
                    </a:cubicBezTo>
                    <a:cubicBezTo>
                      <a:pt x="874" y="2073"/>
                      <a:pt x="903" y="2063"/>
                      <a:pt x="923" y="2043"/>
                    </a:cubicBezTo>
                    <a:cubicBezTo>
                      <a:pt x="933" y="2023"/>
                      <a:pt x="943" y="1994"/>
                      <a:pt x="943" y="1974"/>
                    </a:cubicBezTo>
                    <a:cubicBezTo>
                      <a:pt x="953" y="1944"/>
                      <a:pt x="953" y="1914"/>
                      <a:pt x="943" y="1895"/>
                    </a:cubicBezTo>
                    <a:cubicBezTo>
                      <a:pt x="943" y="1865"/>
                      <a:pt x="933" y="1835"/>
                      <a:pt x="933" y="1815"/>
                    </a:cubicBezTo>
                    <a:cubicBezTo>
                      <a:pt x="923" y="1785"/>
                      <a:pt x="923" y="1766"/>
                      <a:pt x="923" y="1746"/>
                    </a:cubicBezTo>
                    <a:cubicBezTo>
                      <a:pt x="913" y="1736"/>
                      <a:pt x="923" y="1716"/>
                      <a:pt x="923" y="1716"/>
                    </a:cubicBezTo>
                    <a:lnTo>
                      <a:pt x="1052" y="1657"/>
                    </a:lnTo>
                    <a:cubicBezTo>
                      <a:pt x="1092" y="1637"/>
                      <a:pt x="1131" y="1607"/>
                      <a:pt x="1161" y="1577"/>
                    </a:cubicBezTo>
                    <a:cubicBezTo>
                      <a:pt x="1191" y="1547"/>
                      <a:pt x="1221" y="1508"/>
                      <a:pt x="1230" y="1468"/>
                    </a:cubicBezTo>
                    <a:cubicBezTo>
                      <a:pt x="1240" y="1419"/>
                      <a:pt x="1240" y="1359"/>
                      <a:pt x="1230" y="1309"/>
                    </a:cubicBezTo>
                    <a:cubicBezTo>
                      <a:pt x="1221" y="1240"/>
                      <a:pt x="1181" y="1181"/>
                      <a:pt x="1131" y="1131"/>
                    </a:cubicBezTo>
                    <a:cubicBezTo>
                      <a:pt x="1092" y="1081"/>
                      <a:pt x="1032" y="1052"/>
                      <a:pt x="973" y="1022"/>
                    </a:cubicBezTo>
                    <a:cubicBezTo>
                      <a:pt x="913" y="992"/>
                      <a:pt x="844" y="972"/>
                      <a:pt x="774" y="953"/>
                    </a:cubicBezTo>
                    <a:lnTo>
                      <a:pt x="586" y="903"/>
                    </a:lnTo>
                    <a:cubicBezTo>
                      <a:pt x="536" y="893"/>
                      <a:pt x="487" y="873"/>
                      <a:pt x="437" y="853"/>
                    </a:cubicBezTo>
                    <a:cubicBezTo>
                      <a:pt x="398" y="843"/>
                      <a:pt x="378" y="814"/>
                      <a:pt x="368" y="784"/>
                    </a:cubicBezTo>
                    <a:cubicBezTo>
                      <a:pt x="358" y="764"/>
                      <a:pt x="368" y="744"/>
                      <a:pt x="378" y="724"/>
                    </a:cubicBezTo>
                    <a:cubicBezTo>
                      <a:pt x="388" y="715"/>
                      <a:pt x="398" y="695"/>
                      <a:pt x="417" y="685"/>
                    </a:cubicBezTo>
                    <a:cubicBezTo>
                      <a:pt x="427" y="675"/>
                      <a:pt x="447" y="665"/>
                      <a:pt x="467" y="655"/>
                    </a:cubicBezTo>
                    <a:cubicBezTo>
                      <a:pt x="487" y="645"/>
                      <a:pt x="507" y="645"/>
                      <a:pt x="526" y="635"/>
                    </a:cubicBezTo>
                    <a:cubicBezTo>
                      <a:pt x="556" y="625"/>
                      <a:pt x="596" y="625"/>
                      <a:pt x="636" y="625"/>
                    </a:cubicBezTo>
                    <a:lnTo>
                      <a:pt x="725" y="635"/>
                    </a:lnTo>
                    <a:lnTo>
                      <a:pt x="814" y="655"/>
                    </a:lnTo>
                    <a:lnTo>
                      <a:pt x="903" y="655"/>
                    </a:lnTo>
                    <a:cubicBezTo>
                      <a:pt x="923" y="645"/>
                      <a:pt x="943" y="635"/>
                      <a:pt x="963" y="635"/>
                    </a:cubicBezTo>
                    <a:cubicBezTo>
                      <a:pt x="983" y="625"/>
                      <a:pt x="1002" y="606"/>
                      <a:pt x="1022" y="596"/>
                    </a:cubicBezTo>
                    <a:cubicBezTo>
                      <a:pt x="1032" y="576"/>
                      <a:pt x="1052" y="566"/>
                      <a:pt x="1062" y="546"/>
                    </a:cubicBezTo>
                    <a:cubicBezTo>
                      <a:pt x="1072" y="526"/>
                      <a:pt x="1072" y="506"/>
                      <a:pt x="1062" y="477"/>
                    </a:cubicBezTo>
                    <a:cubicBezTo>
                      <a:pt x="1072" y="467"/>
                      <a:pt x="1082" y="457"/>
                      <a:pt x="1082" y="447"/>
                    </a:cubicBezTo>
                    <a:cubicBezTo>
                      <a:pt x="1082" y="437"/>
                      <a:pt x="1062" y="427"/>
                      <a:pt x="1062" y="417"/>
                    </a:cubicBezTo>
                    <a:cubicBezTo>
                      <a:pt x="1042" y="387"/>
                      <a:pt x="1012" y="368"/>
                      <a:pt x="973" y="348"/>
                    </a:cubicBezTo>
                    <a:cubicBezTo>
                      <a:pt x="933" y="328"/>
                      <a:pt x="903" y="318"/>
                      <a:pt x="854" y="308"/>
                    </a:cubicBezTo>
                    <a:cubicBezTo>
                      <a:pt x="814" y="298"/>
                      <a:pt x="774" y="288"/>
                      <a:pt x="735" y="288"/>
                    </a:cubicBezTo>
                    <a:cubicBezTo>
                      <a:pt x="685" y="278"/>
                      <a:pt x="645" y="278"/>
                      <a:pt x="606" y="278"/>
                    </a:cubicBezTo>
                    <a:cubicBezTo>
                      <a:pt x="606" y="239"/>
                      <a:pt x="596" y="199"/>
                      <a:pt x="596" y="159"/>
                    </a:cubicBezTo>
                    <a:cubicBezTo>
                      <a:pt x="596" y="130"/>
                      <a:pt x="596" y="90"/>
                      <a:pt x="586" y="50"/>
                    </a:cubicBezTo>
                    <a:cubicBezTo>
                      <a:pt x="586" y="30"/>
                      <a:pt x="566" y="11"/>
                      <a:pt x="5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50"/>
              <p:cNvSpPr/>
              <p:nvPr/>
            </p:nvSpPr>
            <p:spPr>
              <a:xfrm>
                <a:off x="4558039" y="3118987"/>
                <a:ext cx="110686" cy="112116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707" extrusionOk="0">
                    <a:moveTo>
                      <a:pt x="833" y="1"/>
                    </a:moveTo>
                    <a:cubicBezTo>
                      <a:pt x="754" y="11"/>
                      <a:pt x="675" y="616"/>
                      <a:pt x="645" y="655"/>
                    </a:cubicBezTo>
                    <a:cubicBezTo>
                      <a:pt x="565" y="735"/>
                      <a:pt x="0" y="794"/>
                      <a:pt x="10" y="864"/>
                    </a:cubicBezTo>
                    <a:cubicBezTo>
                      <a:pt x="10" y="943"/>
                      <a:pt x="565" y="983"/>
                      <a:pt x="645" y="1052"/>
                    </a:cubicBezTo>
                    <a:cubicBezTo>
                      <a:pt x="684" y="1102"/>
                      <a:pt x="774" y="1706"/>
                      <a:pt x="853" y="1706"/>
                    </a:cubicBezTo>
                    <a:cubicBezTo>
                      <a:pt x="942" y="1696"/>
                      <a:pt x="1012" y="1102"/>
                      <a:pt x="1051" y="1052"/>
                    </a:cubicBezTo>
                    <a:cubicBezTo>
                      <a:pt x="1121" y="983"/>
                      <a:pt x="1686" y="923"/>
                      <a:pt x="1686" y="844"/>
                    </a:cubicBezTo>
                    <a:cubicBezTo>
                      <a:pt x="1676" y="764"/>
                      <a:pt x="1121" y="725"/>
                      <a:pt x="1051" y="655"/>
                    </a:cubicBezTo>
                    <a:cubicBezTo>
                      <a:pt x="1002" y="606"/>
                      <a:pt x="913" y="1"/>
                      <a:pt x="8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50"/>
              <p:cNvSpPr/>
              <p:nvPr/>
            </p:nvSpPr>
            <p:spPr>
              <a:xfrm>
                <a:off x="5555263" y="2256149"/>
                <a:ext cx="48253" cy="264428"/>
              </a:xfrm>
              <a:custGeom>
                <a:avLst/>
                <a:gdLst/>
                <a:ahLst/>
                <a:cxnLst/>
                <a:rect l="l" t="t" r="r" b="b"/>
                <a:pathLst>
                  <a:path w="735" h="4026" extrusionOk="0">
                    <a:moveTo>
                      <a:pt x="348" y="189"/>
                    </a:moveTo>
                    <a:cubicBezTo>
                      <a:pt x="288" y="0"/>
                      <a:pt x="1" y="79"/>
                      <a:pt x="40" y="278"/>
                    </a:cubicBezTo>
                    <a:cubicBezTo>
                      <a:pt x="377" y="1438"/>
                      <a:pt x="417" y="2628"/>
                      <a:pt x="338" y="3827"/>
                    </a:cubicBezTo>
                    <a:cubicBezTo>
                      <a:pt x="318" y="4026"/>
                      <a:pt x="635" y="4026"/>
                      <a:pt x="655" y="3827"/>
                    </a:cubicBezTo>
                    <a:cubicBezTo>
                      <a:pt x="734" y="2598"/>
                      <a:pt x="695" y="1378"/>
                      <a:pt x="348" y="18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50"/>
              <p:cNvSpPr/>
              <p:nvPr/>
            </p:nvSpPr>
            <p:spPr>
              <a:xfrm>
                <a:off x="5566358" y="2545929"/>
                <a:ext cx="26063" cy="20886"/>
              </a:xfrm>
              <a:custGeom>
                <a:avLst/>
                <a:gdLst/>
                <a:ahLst/>
                <a:cxnLst/>
                <a:rect l="l" t="t" r="r" b="b"/>
                <a:pathLst>
                  <a:path w="397" h="318" extrusionOk="0">
                    <a:moveTo>
                      <a:pt x="198" y="0"/>
                    </a:moveTo>
                    <a:cubicBezTo>
                      <a:pt x="0" y="10"/>
                      <a:pt x="0" y="298"/>
                      <a:pt x="198" y="318"/>
                    </a:cubicBezTo>
                    <a:cubicBezTo>
                      <a:pt x="397" y="298"/>
                      <a:pt x="397" y="10"/>
                      <a:pt x="1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50"/>
              <p:cNvSpPr/>
              <p:nvPr/>
            </p:nvSpPr>
            <p:spPr>
              <a:xfrm>
                <a:off x="5534452" y="2217726"/>
                <a:ext cx="25472" cy="20886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18" extrusionOk="0">
                    <a:moveTo>
                      <a:pt x="199" y="0"/>
                    </a:moveTo>
                    <a:cubicBezTo>
                      <a:pt x="0" y="20"/>
                      <a:pt x="0" y="308"/>
                      <a:pt x="199" y="317"/>
                    </a:cubicBezTo>
                    <a:cubicBezTo>
                      <a:pt x="387" y="308"/>
                      <a:pt x="387" y="20"/>
                      <a:pt x="1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50"/>
              <p:cNvSpPr/>
              <p:nvPr/>
            </p:nvSpPr>
            <p:spPr>
              <a:xfrm>
                <a:off x="5654854" y="3040237"/>
                <a:ext cx="81472" cy="140687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2142" extrusionOk="0">
                    <a:moveTo>
                      <a:pt x="1141" y="139"/>
                    </a:moveTo>
                    <a:cubicBezTo>
                      <a:pt x="1111" y="50"/>
                      <a:pt x="1022" y="0"/>
                      <a:pt x="933" y="20"/>
                    </a:cubicBezTo>
                    <a:cubicBezTo>
                      <a:pt x="843" y="50"/>
                      <a:pt x="794" y="139"/>
                      <a:pt x="814" y="228"/>
                    </a:cubicBezTo>
                    <a:cubicBezTo>
                      <a:pt x="903" y="813"/>
                      <a:pt x="566" y="1369"/>
                      <a:pt x="159" y="1755"/>
                    </a:cubicBezTo>
                    <a:cubicBezTo>
                      <a:pt x="1" y="1904"/>
                      <a:pt x="239" y="2142"/>
                      <a:pt x="397" y="1993"/>
                    </a:cubicBezTo>
                    <a:cubicBezTo>
                      <a:pt x="903" y="1517"/>
                      <a:pt x="1240" y="853"/>
                      <a:pt x="1141" y="13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50"/>
              <p:cNvSpPr/>
              <p:nvPr/>
            </p:nvSpPr>
            <p:spPr>
              <a:xfrm>
                <a:off x="5703041" y="2995903"/>
                <a:ext cx="29346" cy="22266"/>
              </a:xfrm>
              <a:custGeom>
                <a:avLst/>
                <a:gdLst/>
                <a:ahLst/>
                <a:cxnLst/>
                <a:rect l="l" t="t" r="r" b="b"/>
                <a:pathLst>
                  <a:path w="447" h="339" extrusionOk="0">
                    <a:moveTo>
                      <a:pt x="228" y="1"/>
                    </a:moveTo>
                    <a:cubicBezTo>
                      <a:pt x="0" y="1"/>
                      <a:pt x="0" y="338"/>
                      <a:pt x="228" y="338"/>
                    </a:cubicBezTo>
                    <a:cubicBezTo>
                      <a:pt x="447" y="338"/>
                      <a:pt x="447" y="1"/>
                      <a:pt x="22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50"/>
              <p:cNvSpPr/>
              <p:nvPr/>
            </p:nvSpPr>
            <p:spPr>
              <a:xfrm>
                <a:off x="5625574" y="3182828"/>
                <a:ext cx="29346" cy="22200"/>
              </a:xfrm>
              <a:custGeom>
                <a:avLst/>
                <a:gdLst/>
                <a:ahLst/>
                <a:cxnLst/>
                <a:rect l="l" t="t" r="r" b="b"/>
                <a:pathLst>
                  <a:path w="447" h="338" extrusionOk="0">
                    <a:moveTo>
                      <a:pt x="229" y="11"/>
                    </a:moveTo>
                    <a:cubicBezTo>
                      <a:pt x="0" y="11"/>
                      <a:pt x="0" y="338"/>
                      <a:pt x="229" y="338"/>
                    </a:cubicBezTo>
                    <a:cubicBezTo>
                      <a:pt x="447" y="338"/>
                      <a:pt x="447" y="1"/>
                      <a:pt x="229" y="1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50"/>
              <p:cNvSpPr/>
              <p:nvPr/>
            </p:nvSpPr>
            <p:spPr>
              <a:xfrm>
                <a:off x="4602288" y="2230074"/>
                <a:ext cx="66438" cy="224757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3422" extrusionOk="0">
                    <a:moveTo>
                      <a:pt x="556" y="278"/>
                    </a:moveTo>
                    <a:cubicBezTo>
                      <a:pt x="417" y="1"/>
                      <a:pt x="1" y="248"/>
                      <a:pt x="139" y="516"/>
                    </a:cubicBezTo>
                    <a:cubicBezTo>
                      <a:pt x="546" y="1309"/>
                      <a:pt x="536" y="2231"/>
                      <a:pt x="536" y="3094"/>
                    </a:cubicBezTo>
                    <a:cubicBezTo>
                      <a:pt x="536" y="3421"/>
                      <a:pt x="1012" y="3421"/>
                      <a:pt x="1012" y="3094"/>
                    </a:cubicBezTo>
                    <a:cubicBezTo>
                      <a:pt x="1012" y="2142"/>
                      <a:pt x="1002" y="1151"/>
                      <a:pt x="556" y="27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50"/>
              <p:cNvSpPr/>
              <p:nvPr/>
            </p:nvSpPr>
            <p:spPr>
              <a:xfrm>
                <a:off x="4625068" y="2480183"/>
                <a:ext cx="39127" cy="31920"/>
              </a:xfrm>
              <a:custGeom>
                <a:avLst/>
                <a:gdLst/>
                <a:ahLst/>
                <a:cxnLst/>
                <a:rect l="l" t="t" r="r" b="b"/>
                <a:pathLst>
                  <a:path w="596" h="486" extrusionOk="0">
                    <a:moveTo>
                      <a:pt x="298" y="0"/>
                    </a:moveTo>
                    <a:cubicBezTo>
                      <a:pt x="1" y="30"/>
                      <a:pt x="1" y="456"/>
                      <a:pt x="298" y="486"/>
                    </a:cubicBezTo>
                    <a:cubicBezTo>
                      <a:pt x="596" y="456"/>
                      <a:pt x="596" y="30"/>
                      <a:pt x="2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50"/>
              <p:cNvSpPr/>
              <p:nvPr/>
            </p:nvSpPr>
            <p:spPr>
              <a:xfrm>
                <a:off x="4576881" y="2196840"/>
                <a:ext cx="42410" cy="31329"/>
              </a:xfrm>
              <a:custGeom>
                <a:avLst/>
                <a:gdLst/>
                <a:ahLst/>
                <a:cxnLst/>
                <a:rect l="l" t="t" r="r" b="b"/>
                <a:pathLst>
                  <a:path w="646" h="477" extrusionOk="0">
                    <a:moveTo>
                      <a:pt x="328" y="1"/>
                    </a:moveTo>
                    <a:cubicBezTo>
                      <a:pt x="1" y="1"/>
                      <a:pt x="1" y="477"/>
                      <a:pt x="328" y="477"/>
                    </a:cubicBezTo>
                    <a:cubicBezTo>
                      <a:pt x="645" y="477"/>
                      <a:pt x="645" y="1"/>
                      <a:pt x="32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50"/>
              <p:cNvSpPr/>
              <p:nvPr/>
            </p:nvSpPr>
            <p:spPr>
              <a:xfrm>
                <a:off x="4884123" y="3443315"/>
                <a:ext cx="194061" cy="31986"/>
              </a:xfrm>
              <a:custGeom>
                <a:avLst/>
                <a:gdLst/>
                <a:ahLst/>
                <a:cxnLst/>
                <a:rect l="l" t="t" r="r" b="b"/>
                <a:pathLst>
                  <a:path w="2956" h="487" extrusionOk="0">
                    <a:moveTo>
                      <a:pt x="2638" y="1"/>
                    </a:moveTo>
                    <a:lnTo>
                      <a:pt x="328" y="1"/>
                    </a:lnTo>
                    <a:cubicBezTo>
                      <a:pt x="1" y="1"/>
                      <a:pt x="1" y="487"/>
                      <a:pt x="328" y="487"/>
                    </a:cubicBezTo>
                    <a:lnTo>
                      <a:pt x="2638" y="487"/>
                    </a:lnTo>
                    <a:cubicBezTo>
                      <a:pt x="2956" y="487"/>
                      <a:pt x="2956" y="1"/>
                      <a:pt x="26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50"/>
              <p:cNvSpPr/>
              <p:nvPr/>
            </p:nvSpPr>
            <p:spPr>
              <a:xfrm>
                <a:off x="5086588" y="3440753"/>
                <a:ext cx="39127" cy="31329"/>
              </a:xfrm>
              <a:custGeom>
                <a:avLst/>
                <a:gdLst/>
                <a:ahLst/>
                <a:cxnLst/>
                <a:rect l="l" t="t" r="r" b="b"/>
                <a:pathLst>
                  <a:path w="596" h="477" extrusionOk="0">
                    <a:moveTo>
                      <a:pt x="298" y="0"/>
                    </a:moveTo>
                    <a:cubicBezTo>
                      <a:pt x="1" y="20"/>
                      <a:pt x="1" y="456"/>
                      <a:pt x="298" y="476"/>
                    </a:cubicBezTo>
                    <a:cubicBezTo>
                      <a:pt x="595" y="456"/>
                      <a:pt x="595" y="20"/>
                      <a:pt x="2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50"/>
              <p:cNvSpPr/>
              <p:nvPr/>
            </p:nvSpPr>
            <p:spPr>
              <a:xfrm>
                <a:off x="4831406" y="3445285"/>
                <a:ext cx="41753" cy="3132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1"/>
                    </a:moveTo>
                    <a:cubicBezTo>
                      <a:pt x="1" y="1"/>
                      <a:pt x="1" y="476"/>
                      <a:pt x="318" y="476"/>
                    </a:cubicBezTo>
                    <a:cubicBezTo>
                      <a:pt x="635" y="476"/>
                      <a:pt x="635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50"/>
              <p:cNvSpPr/>
              <p:nvPr/>
            </p:nvSpPr>
            <p:spPr>
              <a:xfrm>
                <a:off x="4310670" y="2654695"/>
                <a:ext cx="89218" cy="71066"/>
              </a:xfrm>
              <a:custGeom>
                <a:avLst/>
                <a:gdLst/>
                <a:ahLst/>
                <a:cxnLst/>
                <a:rect l="l" t="t" r="r" b="b"/>
                <a:pathLst>
                  <a:path w="1359" h="1082" extrusionOk="0">
                    <a:moveTo>
                      <a:pt x="1220" y="30"/>
                    </a:moveTo>
                    <a:cubicBezTo>
                      <a:pt x="724" y="169"/>
                      <a:pt x="308" y="486"/>
                      <a:pt x="40" y="913"/>
                    </a:cubicBezTo>
                    <a:cubicBezTo>
                      <a:pt x="0" y="1002"/>
                      <a:pt x="129" y="1081"/>
                      <a:pt x="179" y="992"/>
                    </a:cubicBezTo>
                    <a:cubicBezTo>
                      <a:pt x="367" y="605"/>
                      <a:pt x="853" y="288"/>
                      <a:pt x="1260" y="179"/>
                    </a:cubicBezTo>
                    <a:cubicBezTo>
                      <a:pt x="1359" y="149"/>
                      <a:pt x="1319" y="0"/>
                      <a:pt x="1220" y="3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50"/>
              <p:cNvSpPr/>
              <p:nvPr/>
            </p:nvSpPr>
            <p:spPr>
              <a:xfrm>
                <a:off x="4406388" y="2653382"/>
                <a:ext cx="12408" cy="1050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60" extrusionOk="0">
                    <a:moveTo>
                      <a:pt x="99" y="0"/>
                    </a:moveTo>
                    <a:cubicBezTo>
                      <a:pt x="0" y="10"/>
                      <a:pt x="0" y="149"/>
                      <a:pt x="99" y="159"/>
                    </a:cubicBezTo>
                    <a:cubicBezTo>
                      <a:pt x="188" y="149"/>
                      <a:pt x="188" y="10"/>
                      <a:pt x="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1" name="Google Shape;3301;p50"/>
              <p:cNvSpPr/>
              <p:nvPr/>
            </p:nvSpPr>
            <p:spPr>
              <a:xfrm>
                <a:off x="4300232" y="2730884"/>
                <a:ext cx="14377" cy="10509"/>
              </a:xfrm>
              <a:custGeom>
                <a:avLst/>
                <a:gdLst/>
                <a:ahLst/>
                <a:cxnLst/>
                <a:rect l="l" t="t" r="r" b="b"/>
                <a:pathLst>
                  <a:path w="219" h="160" extrusionOk="0">
                    <a:moveTo>
                      <a:pt x="110" y="0"/>
                    </a:moveTo>
                    <a:cubicBezTo>
                      <a:pt x="1" y="0"/>
                      <a:pt x="1" y="159"/>
                      <a:pt x="110" y="159"/>
                    </a:cubicBezTo>
                    <a:cubicBezTo>
                      <a:pt x="219" y="159"/>
                      <a:pt x="219" y="0"/>
                      <a:pt x="1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50"/>
              <p:cNvSpPr/>
              <p:nvPr/>
            </p:nvSpPr>
            <p:spPr>
              <a:xfrm>
                <a:off x="4309357" y="3059087"/>
                <a:ext cx="100313" cy="119275"/>
              </a:xfrm>
              <a:custGeom>
                <a:avLst/>
                <a:gdLst/>
                <a:ahLst/>
                <a:cxnLst/>
                <a:rect l="l" t="t" r="r" b="b"/>
                <a:pathLst>
                  <a:path w="1528" h="1816" extrusionOk="0">
                    <a:moveTo>
                      <a:pt x="1359" y="40"/>
                    </a:moveTo>
                    <a:cubicBezTo>
                      <a:pt x="1032" y="209"/>
                      <a:pt x="754" y="447"/>
                      <a:pt x="546" y="744"/>
                    </a:cubicBezTo>
                    <a:cubicBezTo>
                      <a:pt x="308" y="1012"/>
                      <a:pt x="139" y="1329"/>
                      <a:pt x="30" y="1667"/>
                    </a:cubicBezTo>
                    <a:cubicBezTo>
                      <a:pt x="1" y="1766"/>
                      <a:pt x="149" y="1815"/>
                      <a:pt x="179" y="1706"/>
                    </a:cubicBezTo>
                    <a:cubicBezTo>
                      <a:pt x="288" y="1379"/>
                      <a:pt x="457" y="1082"/>
                      <a:pt x="675" y="824"/>
                    </a:cubicBezTo>
                    <a:cubicBezTo>
                      <a:pt x="873" y="546"/>
                      <a:pt x="1131" y="328"/>
                      <a:pt x="1428" y="179"/>
                    </a:cubicBezTo>
                    <a:cubicBezTo>
                      <a:pt x="1528" y="140"/>
                      <a:pt x="1448" y="1"/>
                      <a:pt x="1359" y="4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50"/>
              <p:cNvSpPr/>
              <p:nvPr/>
            </p:nvSpPr>
            <p:spPr>
              <a:xfrm>
                <a:off x="4412887" y="3049366"/>
                <a:ext cx="13721" cy="10443"/>
              </a:xfrm>
              <a:custGeom>
                <a:avLst/>
                <a:gdLst/>
                <a:ahLst/>
                <a:cxnLst/>
                <a:rect l="l" t="t" r="r" b="b"/>
                <a:pathLst>
                  <a:path w="209" h="159" extrusionOk="0">
                    <a:moveTo>
                      <a:pt x="109" y="0"/>
                    </a:moveTo>
                    <a:cubicBezTo>
                      <a:pt x="0" y="0"/>
                      <a:pt x="0" y="159"/>
                      <a:pt x="109" y="159"/>
                    </a:cubicBezTo>
                    <a:cubicBezTo>
                      <a:pt x="208" y="159"/>
                      <a:pt x="208" y="0"/>
                      <a:pt x="10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50"/>
              <p:cNvSpPr/>
              <p:nvPr/>
            </p:nvSpPr>
            <p:spPr>
              <a:xfrm>
                <a:off x="4304827" y="3188674"/>
                <a:ext cx="12408" cy="1050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60" extrusionOk="0">
                    <a:moveTo>
                      <a:pt x="99" y="1"/>
                    </a:moveTo>
                    <a:cubicBezTo>
                      <a:pt x="0" y="11"/>
                      <a:pt x="0" y="150"/>
                      <a:pt x="99" y="160"/>
                    </a:cubicBezTo>
                    <a:cubicBezTo>
                      <a:pt x="189" y="150"/>
                      <a:pt x="189" y="11"/>
                      <a:pt x="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50"/>
              <p:cNvSpPr/>
              <p:nvPr/>
            </p:nvSpPr>
            <p:spPr>
              <a:xfrm>
                <a:off x="4306797" y="2784282"/>
                <a:ext cx="76220" cy="76911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71" extrusionOk="0">
                    <a:moveTo>
                      <a:pt x="565" y="0"/>
                    </a:moveTo>
                    <a:cubicBezTo>
                      <a:pt x="516" y="0"/>
                      <a:pt x="466" y="417"/>
                      <a:pt x="436" y="447"/>
                    </a:cubicBezTo>
                    <a:cubicBezTo>
                      <a:pt x="387" y="506"/>
                      <a:pt x="0" y="546"/>
                      <a:pt x="0" y="595"/>
                    </a:cubicBezTo>
                    <a:cubicBezTo>
                      <a:pt x="0" y="645"/>
                      <a:pt x="387" y="675"/>
                      <a:pt x="436" y="724"/>
                    </a:cubicBezTo>
                    <a:cubicBezTo>
                      <a:pt x="466" y="754"/>
                      <a:pt x="534" y="1171"/>
                      <a:pt x="583" y="1171"/>
                    </a:cubicBezTo>
                    <a:cubicBezTo>
                      <a:pt x="584" y="1171"/>
                      <a:pt x="584" y="1171"/>
                      <a:pt x="585" y="1170"/>
                    </a:cubicBezTo>
                    <a:cubicBezTo>
                      <a:pt x="644" y="1170"/>
                      <a:pt x="694" y="754"/>
                      <a:pt x="724" y="724"/>
                    </a:cubicBezTo>
                    <a:cubicBezTo>
                      <a:pt x="773" y="675"/>
                      <a:pt x="1160" y="635"/>
                      <a:pt x="1160" y="576"/>
                    </a:cubicBezTo>
                    <a:cubicBezTo>
                      <a:pt x="1150" y="526"/>
                      <a:pt x="773" y="496"/>
                      <a:pt x="724" y="447"/>
                    </a:cubicBezTo>
                    <a:cubicBezTo>
                      <a:pt x="684" y="417"/>
                      <a:pt x="625" y="0"/>
                      <a:pt x="5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0" name="Google Shape;3310;p51"/>
          <p:cNvGrpSpPr/>
          <p:nvPr/>
        </p:nvGrpSpPr>
        <p:grpSpPr>
          <a:xfrm>
            <a:off x="1310525" y="1362449"/>
            <a:ext cx="1134000" cy="1134000"/>
            <a:chOff x="6400238" y="1362449"/>
            <a:chExt cx="1134000" cy="1134000"/>
          </a:xfrm>
        </p:grpSpPr>
        <p:sp>
          <p:nvSpPr>
            <p:cNvPr id="3311" name="Google Shape;3311;p51"/>
            <p:cNvSpPr/>
            <p:nvPr/>
          </p:nvSpPr>
          <p:spPr>
            <a:xfrm>
              <a:off x="6400238" y="1362449"/>
              <a:ext cx="1134000" cy="1134000"/>
            </a:xfrm>
            <a:prstGeom prst="donut">
              <a:avLst>
                <a:gd name="adj" fmla="val 1193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51"/>
            <p:cNvSpPr/>
            <p:nvPr/>
          </p:nvSpPr>
          <p:spPr>
            <a:xfrm flipH="1">
              <a:off x="6400238" y="1362449"/>
              <a:ext cx="1134000" cy="1134000"/>
            </a:xfrm>
            <a:prstGeom prst="blockArc">
              <a:avLst>
                <a:gd name="adj1" fmla="val 10795712"/>
                <a:gd name="adj2" fmla="val 16197526"/>
                <a:gd name="adj3" fmla="val 11832"/>
              </a:avLst>
            </a:prstGeom>
            <a:solidFill>
              <a:schemeClr val="lt2"/>
            </a:solidFill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3" name="Google Shape;3313;p51"/>
          <p:cNvGrpSpPr/>
          <p:nvPr/>
        </p:nvGrpSpPr>
        <p:grpSpPr>
          <a:xfrm>
            <a:off x="4005000" y="1362449"/>
            <a:ext cx="1134000" cy="1134000"/>
            <a:chOff x="6400238" y="1362449"/>
            <a:chExt cx="1134000" cy="1134000"/>
          </a:xfrm>
        </p:grpSpPr>
        <p:sp>
          <p:nvSpPr>
            <p:cNvPr id="3314" name="Google Shape;3314;p51"/>
            <p:cNvSpPr/>
            <p:nvPr/>
          </p:nvSpPr>
          <p:spPr>
            <a:xfrm>
              <a:off x="6400238" y="1362449"/>
              <a:ext cx="1134000" cy="1134000"/>
            </a:xfrm>
            <a:prstGeom prst="donut">
              <a:avLst>
                <a:gd name="adj" fmla="val 1193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51"/>
            <p:cNvSpPr/>
            <p:nvPr/>
          </p:nvSpPr>
          <p:spPr>
            <a:xfrm flipH="1">
              <a:off x="6400238" y="1362449"/>
              <a:ext cx="1134000" cy="1134000"/>
            </a:xfrm>
            <a:prstGeom prst="blockArc">
              <a:avLst>
                <a:gd name="adj1" fmla="val 5425561"/>
                <a:gd name="adj2" fmla="val 16197526"/>
                <a:gd name="adj3" fmla="val 11832"/>
              </a:avLst>
            </a:prstGeom>
            <a:solidFill>
              <a:schemeClr val="accent1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16" name="Google Shape;3316;p51"/>
          <p:cNvSpPr txBox="1">
            <a:spLocks noGrp="1"/>
          </p:cNvSpPr>
          <p:nvPr>
            <p:ph type="subTitle" idx="1"/>
          </p:nvPr>
        </p:nvSpPr>
        <p:spPr>
          <a:xfrm>
            <a:off x="713225" y="368960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closest planet to the Sun</a:t>
            </a:r>
            <a:r>
              <a:rPr lang="en"/>
              <a:t> and the smallest of them all</a:t>
            </a:r>
            <a:endParaRPr/>
          </a:p>
        </p:txBody>
      </p:sp>
      <p:sp>
        <p:nvSpPr>
          <p:cNvPr id="3317" name="Google Shape;3317;p51"/>
          <p:cNvSpPr txBox="1">
            <a:spLocks noGrp="1"/>
          </p:cNvSpPr>
          <p:nvPr>
            <p:ph type="subTitle" idx="2"/>
          </p:nvPr>
        </p:nvSpPr>
        <p:spPr>
          <a:xfrm>
            <a:off x="713225" y="2679192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Save more money</a:t>
            </a:r>
            <a:endParaRPr/>
          </a:p>
        </p:txBody>
      </p:sp>
      <p:sp>
        <p:nvSpPr>
          <p:cNvPr id="3318" name="Google Shape;3318;p51"/>
          <p:cNvSpPr txBox="1">
            <a:spLocks noGrp="1"/>
          </p:cNvSpPr>
          <p:nvPr>
            <p:ph type="subTitle" idx="4"/>
          </p:nvPr>
        </p:nvSpPr>
        <p:spPr>
          <a:xfrm>
            <a:off x="3407700" y="368960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a beautiful name</a:t>
            </a:r>
            <a:r>
              <a:rPr lang="en"/>
              <a:t> and is the second planet from the Sun</a:t>
            </a:r>
            <a:endParaRPr/>
          </a:p>
        </p:txBody>
      </p:sp>
      <p:sp>
        <p:nvSpPr>
          <p:cNvPr id="3319" name="Google Shape;3319;p51"/>
          <p:cNvSpPr txBox="1">
            <a:spLocks noGrp="1"/>
          </p:cNvSpPr>
          <p:nvPr>
            <p:ph type="subTitle" idx="5"/>
          </p:nvPr>
        </p:nvSpPr>
        <p:spPr>
          <a:xfrm>
            <a:off x="3407700" y="2679192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a bank account</a:t>
            </a:r>
            <a:endParaRPr/>
          </a:p>
        </p:txBody>
      </p:sp>
      <p:sp>
        <p:nvSpPr>
          <p:cNvPr id="3320" name="Google Shape;3320;p51"/>
          <p:cNvSpPr txBox="1">
            <a:spLocks noGrp="1"/>
          </p:cNvSpPr>
          <p:nvPr>
            <p:ph type="subTitle" idx="7"/>
          </p:nvPr>
        </p:nvSpPr>
        <p:spPr>
          <a:xfrm>
            <a:off x="6102175" y="3689600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the third planet and the only one that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harbors life</a:t>
            </a:r>
            <a:r>
              <a:rPr lang="en"/>
              <a:t> in the Solar System</a:t>
            </a:r>
            <a:endParaRPr/>
          </a:p>
        </p:txBody>
      </p:sp>
      <p:sp>
        <p:nvSpPr>
          <p:cNvPr id="3321" name="Google Shape;3321;p51"/>
          <p:cNvSpPr txBox="1">
            <a:spLocks noGrp="1"/>
          </p:cNvSpPr>
          <p:nvPr>
            <p:ph type="subTitle" idx="8"/>
          </p:nvPr>
        </p:nvSpPr>
        <p:spPr>
          <a:xfrm>
            <a:off x="6102175" y="2679192"/>
            <a:ext cx="2328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money management</a:t>
            </a:r>
            <a:endParaRPr/>
          </a:p>
        </p:txBody>
      </p:sp>
      <p:grpSp>
        <p:nvGrpSpPr>
          <p:cNvPr id="3322" name="Google Shape;3322;p51"/>
          <p:cNvGrpSpPr/>
          <p:nvPr/>
        </p:nvGrpSpPr>
        <p:grpSpPr>
          <a:xfrm>
            <a:off x="6699475" y="1362449"/>
            <a:ext cx="1134000" cy="1134000"/>
            <a:chOff x="6400238" y="1362449"/>
            <a:chExt cx="1134000" cy="1134000"/>
          </a:xfrm>
        </p:grpSpPr>
        <p:sp>
          <p:nvSpPr>
            <p:cNvPr id="3323" name="Google Shape;3323;p51"/>
            <p:cNvSpPr/>
            <p:nvPr/>
          </p:nvSpPr>
          <p:spPr>
            <a:xfrm>
              <a:off x="6400238" y="1362449"/>
              <a:ext cx="1134000" cy="1134000"/>
            </a:xfrm>
            <a:prstGeom prst="donut">
              <a:avLst>
                <a:gd name="adj" fmla="val 1193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51"/>
            <p:cNvSpPr/>
            <p:nvPr/>
          </p:nvSpPr>
          <p:spPr>
            <a:xfrm flipH="1">
              <a:off x="6400238" y="1362449"/>
              <a:ext cx="1134000" cy="1134000"/>
            </a:xfrm>
            <a:prstGeom prst="blockArc">
              <a:avLst>
                <a:gd name="adj1" fmla="val 6842"/>
                <a:gd name="adj2" fmla="val 16197526"/>
                <a:gd name="adj3" fmla="val 11832"/>
              </a:avLst>
            </a:prstGeom>
            <a:solidFill>
              <a:schemeClr val="accent4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5" name="Google Shape;3325;p51"/>
          <p:cNvSpPr txBox="1">
            <a:spLocks noGrp="1"/>
          </p:cNvSpPr>
          <p:nvPr>
            <p:ph type="title" idx="9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education is useful!</a:t>
            </a:r>
            <a:endParaRPr/>
          </a:p>
        </p:txBody>
      </p:sp>
      <p:sp>
        <p:nvSpPr>
          <p:cNvPr id="3326" name="Google Shape;3326;p51"/>
          <p:cNvSpPr txBox="1">
            <a:spLocks noGrp="1"/>
          </p:cNvSpPr>
          <p:nvPr>
            <p:ph type="title" idx="3"/>
          </p:nvPr>
        </p:nvSpPr>
        <p:spPr>
          <a:xfrm>
            <a:off x="3886200" y="1700849"/>
            <a:ext cx="13716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50%</a:t>
            </a:r>
            <a:endParaRPr/>
          </a:p>
        </p:txBody>
      </p:sp>
      <p:sp>
        <p:nvSpPr>
          <p:cNvPr id="3327" name="Google Shape;3327;p51"/>
          <p:cNvSpPr txBox="1">
            <a:spLocks noGrp="1"/>
          </p:cNvSpPr>
          <p:nvPr>
            <p:ph type="title" idx="6"/>
          </p:nvPr>
        </p:nvSpPr>
        <p:spPr>
          <a:xfrm>
            <a:off x="6580675" y="1700849"/>
            <a:ext cx="13716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75%</a:t>
            </a:r>
            <a:endParaRPr/>
          </a:p>
        </p:txBody>
      </p:sp>
      <p:sp>
        <p:nvSpPr>
          <p:cNvPr id="3328" name="Google Shape;3328;p51"/>
          <p:cNvSpPr txBox="1">
            <a:spLocks noGrp="1"/>
          </p:cNvSpPr>
          <p:nvPr>
            <p:ph type="title"/>
          </p:nvPr>
        </p:nvSpPr>
        <p:spPr>
          <a:xfrm>
            <a:off x="1191725" y="1700849"/>
            <a:ext cx="13716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25%</a:t>
            </a:r>
            <a:endParaRPr/>
          </a:p>
        </p:txBody>
      </p:sp>
      <p:cxnSp>
        <p:nvCxnSpPr>
          <p:cNvPr id="3329" name="Google Shape;3329;p51"/>
          <p:cNvCxnSpPr/>
          <p:nvPr/>
        </p:nvCxnSpPr>
        <p:spPr>
          <a:xfrm>
            <a:off x="1420325" y="3595756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330" name="Google Shape;3330;p51"/>
          <p:cNvCxnSpPr/>
          <p:nvPr/>
        </p:nvCxnSpPr>
        <p:spPr>
          <a:xfrm>
            <a:off x="4114800" y="3595756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331" name="Google Shape;3331;p51"/>
          <p:cNvCxnSpPr/>
          <p:nvPr/>
        </p:nvCxnSpPr>
        <p:spPr>
          <a:xfrm>
            <a:off x="6809263" y="3595756"/>
            <a:ext cx="9144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3332" name="Google Shape;3332;p51"/>
          <p:cNvGrpSpPr/>
          <p:nvPr/>
        </p:nvGrpSpPr>
        <p:grpSpPr>
          <a:xfrm>
            <a:off x="575995" y="1362437"/>
            <a:ext cx="274452" cy="274317"/>
            <a:chOff x="2167548" y="1796250"/>
            <a:chExt cx="274452" cy="274317"/>
          </a:xfrm>
        </p:grpSpPr>
        <p:sp>
          <p:nvSpPr>
            <p:cNvPr id="3333" name="Google Shape;3333;p51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51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5" name="Google Shape;3335;p51"/>
          <p:cNvGrpSpPr/>
          <p:nvPr/>
        </p:nvGrpSpPr>
        <p:grpSpPr>
          <a:xfrm flipH="1">
            <a:off x="8251192" y="1362438"/>
            <a:ext cx="359149" cy="274320"/>
            <a:chOff x="1684504" y="2090725"/>
            <a:chExt cx="359149" cy="274320"/>
          </a:xfrm>
        </p:grpSpPr>
        <p:sp>
          <p:nvSpPr>
            <p:cNvPr id="3336" name="Google Shape;3336;p51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51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8" name="Google Shape;3338;p51"/>
          <p:cNvGrpSpPr/>
          <p:nvPr/>
        </p:nvGrpSpPr>
        <p:grpSpPr>
          <a:xfrm>
            <a:off x="713226" y="1819488"/>
            <a:ext cx="376078" cy="365766"/>
            <a:chOff x="1243851" y="2712376"/>
            <a:chExt cx="376078" cy="365766"/>
          </a:xfrm>
        </p:grpSpPr>
        <p:sp>
          <p:nvSpPr>
            <p:cNvPr id="3339" name="Google Shape;3339;p51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51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Google Shape;3345;p52"/>
          <p:cNvSpPr txBox="1">
            <a:spLocks noGrp="1"/>
          </p:cNvSpPr>
          <p:nvPr>
            <p:ph type="title"/>
          </p:nvPr>
        </p:nvSpPr>
        <p:spPr>
          <a:xfrm>
            <a:off x="713225" y="1383050"/>
            <a:ext cx="36750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mockup</a:t>
            </a:r>
            <a:endParaRPr/>
          </a:p>
        </p:txBody>
      </p:sp>
      <p:sp>
        <p:nvSpPr>
          <p:cNvPr id="3346" name="Google Shape;3346;p52"/>
          <p:cNvSpPr txBox="1">
            <a:spLocks noGrp="1"/>
          </p:cNvSpPr>
          <p:nvPr>
            <p:ph type="subTitle" idx="1"/>
          </p:nvPr>
        </p:nvSpPr>
        <p:spPr>
          <a:xfrm>
            <a:off x="713225" y="2846050"/>
            <a:ext cx="3675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replace the image on the screen with your own work</a:t>
            </a:r>
            <a:r>
              <a:rPr lang="en"/>
              <a:t>. Just right-click on it and select “Replace image”</a:t>
            </a:r>
            <a:endParaRPr/>
          </a:p>
        </p:txBody>
      </p:sp>
      <p:grpSp>
        <p:nvGrpSpPr>
          <p:cNvPr id="3347" name="Google Shape;3347;p52"/>
          <p:cNvGrpSpPr/>
          <p:nvPr/>
        </p:nvGrpSpPr>
        <p:grpSpPr>
          <a:xfrm>
            <a:off x="4755109" y="1468519"/>
            <a:ext cx="3675431" cy="2206462"/>
            <a:chOff x="4919973" y="1518650"/>
            <a:chExt cx="3509100" cy="2106609"/>
          </a:xfrm>
        </p:grpSpPr>
        <p:sp>
          <p:nvSpPr>
            <p:cNvPr id="3348" name="Google Shape;3348;p52"/>
            <p:cNvSpPr/>
            <p:nvPr/>
          </p:nvSpPr>
          <p:spPr>
            <a:xfrm>
              <a:off x="5053731" y="1518650"/>
              <a:ext cx="3241500" cy="1956600"/>
            </a:xfrm>
            <a:prstGeom prst="round2SameRect">
              <a:avLst>
                <a:gd name="adj1" fmla="val 4232"/>
                <a:gd name="adj2" fmla="val 0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52"/>
            <p:cNvSpPr/>
            <p:nvPr/>
          </p:nvSpPr>
          <p:spPr>
            <a:xfrm rot="10800000">
              <a:off x="4919973" y="3475259"/>
              <a:ext cx="3509100" cy="150000"/>
            </a:xfrm>
            <a:prstGeom prst="round2SameRect">
              <a:avLst>
                <a:gd name="adj1" fmla="val 44955"/>
                <a:gd name="adj2" fmla="val 0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52"/>
            <p:cNvSpPr/>
            <p:nvPr/>
          </p:nvSpPr>
          <p:spPr>
            <a:xfrm>
              <a:off x="6653781" y="1582000"/>
              <a:ext cx="41400" cy="414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351" name="Google Shape;3351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7422" y="1640681"/>
            <a:ext cx="3030804" cy="1704811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3352" name="Google Shape;3352;p52"/>
          <p:cNvGrpSpPr/>
          <p:nvPr/>
        </p:nvGrpSpPr>
        <p:grpSpPr>
          <a:xfrm>
            <a:off x="4414076" y="3963969"/>
            <a:ext cx="683711" cy="640033"/>
            <a:chOff x="4230151" y="3601344"/>
            <a:chExt cx="683711" cy="640033"/>
          </a:xfrm>
        </p:grpSpPr>
        <p:sp>
          <p:nvSpPr>
            <p:cNvPr id="3353" name="Google Shape;3353;p52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54" name="Google Shape;3354;p52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3355" name="Google Shape;3355;p52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52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52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52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52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52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52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52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52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52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65" name="Google Shape;3365;p52"/>
          <p:cNvGrpSpPr/>
          <p:nvPr/>
        </p:nvGrpSpPr>
        <p:grpSpPr>
          <a:xfrm>
            <a:off x="484619" y="615699"/>
            <a:ext cx="537441" cy="456890"/>
            <a:chOff x="3824894" y="3938349"/>
            <a:chExt cx="537441" cy="456890"/>
          </a:xfrm>
        </p:grpSpPr>
        <p:sp>
          <p:nvSpPr>
            <p:cNvPr id="3366" name="Google Shape;3366;p52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67" name="Google Shape;3367;p52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3368" name="Google Shape;3368;p52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52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52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52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72" name="Google Shape;3372;p52"/>
          <p:cNvGrpSpPr/>
          <p:nvPr/>
        </p:nvGrpSpPr>
        <p:grpSpPr>
          <a:xfrm>
            <a:off x="1208105" y="409232"/>
            <a:ext cx="273484" cy="274317"/>
            <a:chOff x="5885615" y="165400"/>
            <a:chExt cx="364743" cy="365756"/>
          </a:xfrm>
        </p:grpSpPr>
        <p:sp>
          <p:nvSpPr>
            <p:cNvPr id="3373" name="Google Shape;3373;p52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52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5" name="Google Shape;3375;p52"/>
          <p:cNvGrpSpPr/>
          <p:nvPr/>
        </p:nvGrpSpPr>
        <p:grpSpPr>
          <a:xfrm>
            <a:off x="8294031" y="402344"/>
            <a:ext cx="273484" cy="274317"/>
            <a:chOff x="5885615" y="165400"/>
            <a:chExt cx="364743" cy="365756"/>
          </a:xfrm>
        </p:grpSpPr>
        <p:sp>
          <p:nvSpPr>
            <p:cNvPr id="3376" name="Google Shape;3376;p52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52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8" name="Google Shape;3378;p52"/>
          <p:cNvGrpSpPr/>
          <p:nvPr/>
        </p:nvGrpSpPr>
        <p:grpSpPr>
          <a:xfrm>
            <a:off x="8567530" y="813600"/>
            <a:ext cx="274452" cy="274317"/>
            <a:chOff x="2167548" y="1796250"/>
            <a:chExt cx="274452" cy="274317"/>
          </a:xfrm>
        </p:grpSpPr>
        <p:sp>
          <p:nvSpPr>
            <p:cNvPr id="3379" name="Google Shape;3379;p52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52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1" name="Google Shape;3381;p52"/>
          <p:cNvGrpSpPr/>
          <p:nvPr/>
        </p:nvGrpSpPr>
        <p:grpSpPr>
          <a:xfrm>
            <a:off x="1540683" y="858037"/>
            <a:ext cx="274452" cy="274317"/>
            <a:chOff x="2167548" y="1796250"/>
            <a:chExt cx="274452" cy="274317"/>
          </a:xfrm>
        </p:grpSpPr>
        <p:sp>
          <p:nvSpPr>
            <p:cNvPr id="3382" name="Google Shape;3382;p52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52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4" name="Google Shape;3384;p52"/>
          <p:cNvGrpSpPr/>
          <p:nvPr/>
        </p:nvGrpSpPr>
        <p:grpSpPr>
          <a:xfrm>
            <a:off x="5047629" y="4466838"/>
            <a:ext cx="359149" cy="274320"/>
            <a:chOff x="1684504" y="2090725"/>
            <a:chExt cx="359149" cy="274320"/>
          </a:xfrm>
        </p:grpSpPr>
        <p:sp>
          <p:nvSpPr>
            <p:cNvPr id="3385" name="Google Shape;3385;p52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52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7" name="Google Shape;3387;p52"/>
          <p:cNvGrpSpPr/>
          <p:nvPr/>
        </p:nvGrpSpPr>
        <p:grpSpPr>
          <a:xfrm>
            <a:off x="5284013" y="3908838"/>
            <a:ext cx="376078" cy="365766"/>
            <a:chOff x="1243851" y="2712376"/>
            <a:chExt cx="376078" cy="365766"/>
          </a:xfrm>
        </p:grpSpPr>
        <p:sp>
          <p:nvSpPr>
            <p:cNvPr id="3388" name="Google Shape;3388;p52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52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4" name="Google Shape;3394;p53"/>
          <p:cNvSpPr txBox="1">
            <a:spLocks noGrp="1"/>
          </p:cNvSpPr>
          <p:nvPr>
            <p:ph type="title"/>
          </p:nvPr>
        </p:nvSpPr>
        <p:spPr>
          <a:xfrm>
            <a:off x="4755925" y="1703075"/>
            <a:ext cx="3675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mockup</a:t>
            </a:r>
            <a:endParaRPr/>
          </a:p>
        </p:txBody>
      </p:sp>
      <p:sp>
        <p:nvSpPr>
          <p:cNvPr id="3395" name="Google Shape;3395;p53"/>
          <p:cNvSpPr txBox="1">
            <a:spLocks noGrp="1"/>
          </p:cNvSpPr>
          <p:nvPr>
            <p:ph type="subTitle" idx="1"/>
          </p:nvPr>
        </p:nvSpPr>
        <p:spPr>
          <a:xfrm>
            <a:off x="4755925" y="2526025"/>
            <a:ext cx="3675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replace the image on the screen with your own work</a:t>
            </a:r>
            <a:r>
              <a:rPr lang="en"/>
              <a:t>. Just right-click on it and select “Replace image”</a:t>
            </a:r>
            <a:endParaRPr/>
          </a:p>
        </p:txBody>
      </p:sp>
      <p:grpSp>
        <p:nvGrpSpPr>
          <p:cNvPr id="3396" name="Google Shape;3396;p53"/>
          <p:cNvGrpSpPr/>
          <p:nvPr/>
        </p:nvGrpSpPr>
        <p:grpSpPr>
          <a:xfrm>
            <a:off x="713251" y="1236042"/>
            <a:ext cx="3675955" cy="2671417"/>
            <a:chOff x="1442066" y="1408949"/>
            <a:chExt cx="3200100" cy="2325600"/>
          </a:xfrm>
        </p:grpSpPr>
        <p:sp>
          <p:nvSpPr>
            <p:cNvPr id="3397" name="Google Shape;3397;p53"/>
            <p:cNvSpPr/>
            <p:nvPr/>
          </p:nvSpPr>
          <p:spPr>
            <a:xfrm rot="-5400000" flipH="1">
              <a:off x="1879316" y="971699"/>
              <a:ext cx="2325600" cy="3200100"/>
            </a:xfrm>
            <a:prstGeom prst="roundRect">
              <a:avLst>
                <a:gd name="adj" fmla="val 4846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98" name="Google Shape;3398;p53"/>
            <p:cNvSpPr/>
            <p:nvPr/>
          </p:nvSpPr>
          <p:spPr>
            <a:xfrm rot="-5400000" flipH="1">
              <a:off x="4469891" y="2524324"/>
              <a:ext cx="160200" cy="94800"/>
            </a:xfrm>
            <a:prstGeom prst="roundRect">
              <a:avLst>
                <a:gd name="adj" fmla="val 50000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399" name="Google Shape;3399;p53"/>
          <p:cNvPicPr preferRelativeResize="0"/>
          <p:nvPr/>
        </p:nvPicPr>
        <p:blipFill rotWithShape="1">
          <a:blip r:embed="rId3">
            <a:alphaModFix/>
          </a:blip>
          <a:srcRect l="9833" r="9825"/>
          <a:stretch/>
        </p:blipFill>
        <p:spPr>
          <a:xfrm>
            <a:off x="922769" y="1431597"/>
            <a:ext cx="3256800" cy="22803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3400" name="Google Shape;3400;p53"/>
          <p:cNvGrpSpPr/>
          <p:nvPr/>
        </p:nvGrpSpPr>
        <p:grpSpPr>
          <a:xfrm>
            <a:off x="4755927" y="3964093"/>
            <a:ext cx="476410" cy="639915"/>
            <a:chOff x="6732577" y="3509843"/>
            <a:chExt cx="476410" cy="639915"/>
          </a:xfrm>
        </p:grpSpPr>
        <p:sp>
          <p:nvSpPr>
            <p:cNvPr id="3401" name="Google Shape;3401;p53"/>
            <p:cNvSpPr/>
            <p:nvPr/>
          </p:nvSpPr>
          <p:spPr>
            <a:xfrm>
              <a:off x="6732577" y="3509843"/>
              <a:ext cx="476410" cy="639915"/>
            </a:xfrm>
            <a:custGeom>
              <a:avLst/>
              <a:gdLst/>
              <a:ahLst/>
              <a:cxnLst/>
              <a:rect l="l" t="t" r="r" b="b"/>
              <a:pathLst>
                <a:path w="8488" h="11344" extrusionOk="0">
                  <a:moveTo>
                    <a:pt x="8180" y="4711"/>
                  </a:moveTo>
                  <a:cubicBezTo>
                    <a:pt x="8399" y="4473"/>
                    <a:pt x="8488" y="4135"/>
                    <a:pt x="8408" y="3828"/>
                  </a:cubicBezTo>
                  <a:cubicBezTo>
                    <a:pt x="8379" y="3630"/>
                    <a:pt x="8280" y="3451"/>
                    <a:pt x="8131" y="3312"/>
                  </a:cubicBezTo>
                  <a:cubicBezTo>
                    <a:pt x="8061" y="3243"/>
                    <a:pt x="7903" y="3184"/>
                    <a:pt x="7972" y="3025"/>
                  </a:cubicBezTo>
                  <a:cubicBezTo>
                    <a:pt x="8180" y="2430"/>
                    <a:pt x="7804" y="1795"/>
                    <a:pt x="7189" y="1686"/>
                  </a:cubicBezTo>
                  <a:cubicBezTo>
                    <a:pt x="7100" y="1676"/>
                    <a:pt x="7100" y="1627"/>
                    <a:pt x="7090" y="1557"/>
                  </a:cubicBezTo>
                  <a:cubicBezTo>
                    <a:pt x="7070" y="1399"/>
                    <a:pt x="7020" y="1240"/>
                    <a:pt x="6931" y="1101"/>
                  </a:cubicBezTo>
                  <a:cubicBezTo>
                    <a:pt x="6703" y="754"/>
                    <a:pt x="6277" y="586"/>
                    <a:pt x="5870" y="665"/>
                  </a:cubicBezTo>
                  <a:cubicBezTo>
                    <a:pt x="5791" y="685"/>
                    <a:pt x="5702" y="725"/>
                    <a:pt x="5632" y="615"/>
                  </a:cubicBezTo>
                  <a:cubicBezTo>
                    <a:pt x="5355" y="120"/>
                    <a:pt x="4660" y="1"/>
                    <a:pt x="4204" y="298"/>
                  </a:cubicBezTo>
                  <a:cubicBezTo>
                    <a:pt x="4135" y="348"/>
                    <a:pt x="4036" y="358"/>
                    <a:pt x="3956" y="308"/>
                  </a:cubicBezTo>
                  <a:cubicBezTo>
                    <a:pt x="3471" y="60"/>
                    <a:pt x="2866" y="239"/>
                    <a:pt x="2598" y="725"/>
                  </a:cubicBezTo>
                  <a:cubicBezTo>
                    <a:pt x="2529" y="844"/>
                    <a:pt x="2469" y="883"/>
                    <a:pt x="2350" y="873"/>
                  </a:cubicBezTo>
                  <a:cubicBezTo>
                    <a:pt x="1755" y="784"/>
                    <a:pt x="1200" y="1329"/>
                    <a:pt x="1250" y="1875"/>
                  </a:cubicBezTo>
                  <a:cubicBezTo>
                    <a:pt x="1269" y="1934"/>
                    <a:pt x="1220" y="2004"/>
                    <a:pt x="1160" y="2014"/>
                  </a:cubicBezTo>
                  <a:cubicBezTo>
                    <a:pt x="982" y="2063"/>
                    <a:pt x="823" y="2152"/>
                    <a:pt x="694" y="2281"/>
                  </a:cubicBezTo>
                  <a:cubicBezTo>
                    <a:pt x="407" y="2599"/>
                    <a:pt x="337" y="3055"/>
                    <a:pt x="516" y="3441"/>
                  </a:cubicBezTo>
                  <a:cubicBezTo>
                    <a:pt x="556" y="3501"/>
                    <a:pt x="546" y="3570"/>
                    <a:pt x="496" y="3620"/>
                  </a:cubicBezTo>
                  <a:cubicBezTo>
                    <a:pt x="347" y="3759"/>
                    <a:pt x="238" y="3937"/>
                    <a:pt x="199" y="4135"/>
                  </a:cubicBezTo>
                  <a:cubicBezTo>
                    <a:pt x="139" y="4552"/>
                    <a:pt x="218" y="4919"/>
                    <a:pt x="565" y="5186"/>
                  </a:cubicBezTo>
                  <a:cubicBezTo>
                    <a:pt x="625" y="5236"/>
                    <a:pt x="625" y="5276"/>
                    <a:pt x="605" y="5355"/>
                  </a:cubicBezTo>
                  <a:cubicBezTo>
                    <a:pt x="496" y="5643"/>
                    <a:pt x="526" y="5950"/>
                    <a:pt x="675" y="6218"/>
                  </a:cubicBezTo>
                  <a:cubicBezTo>
                    <a:pt x="813" y="6475"/>
                    <a:pt x="1061" y="6654"/>
                    <a:pt x="1349" y="6713"/>
                  </a:cubicBezTo>
                  <a:lnTo>
                    <a:pt x="1359" y="6713"/>
                  </a:lnTo>
                  <a:lnTo>
                    <a:pt x="1210" y="7100"/>
                  </a:lnTo>
                  <a:lnTo>
                    <a:pt x="1210" y="7100"/>
                  </a:lnTo>
                  <a:lnTo>
                    <a:pt x="119" y="9896"/>
                  </a:lnTo>
                  <a:cubicBezTo>
                    <a:pt x="0" y="10214"/>
                    <a:pt x="159" y="10382"/>
                    <a:pt x="486" y="10263"/>
                  </a:cubicBezTo>
                  <a:lnTo>
                    <a:pt x="1160" y="10015"/>
                  </a:lnTo>
                  <a:cubicBezTo>
                    <a:pt x="1488" y="9906"/>
                    <a:pt x="1854" y="10055"/>
                    <a:pt x="2023" y="10362"/>
                  </a:cubicBezTo>
                  <a:lnTo>
                    <a:pt x="2350" y="10997"/>
                  </a:lnTo>
                  <a:cubicBezTo>
                    <a:pt x="2499" y="11304"/>
                    <a:pt x="2737" y="11294"/>
                    <a:pt x="2876" y="10977"/>
                  </a:cubicBezTo>
                  <a:lnTo>
                    <a:pt x="3956" y="8498"/>
                  </a:lnTo>
                  <a:lnTo>
                    <a:pt x="3996" y="8746"/>
                  </a:lnTo>
                  <a:lnTo>
                    <a:pt x="3996" y="8746"/>
                  </a:lnTo>
                  <a:lnTo>
                    <a:pt x="4403" y="10947"/>
                  </a:lnTo>
                  <a:cubicBezTo>
                    <a:pt x="4462" y="11284"/>
                    <a:pt x="4690" y="11344"/>
                    <a:pt x="4908" y="11076"/>
                  </a:cubicBezTo>
                  <a:lnTo>
                    <a:pt x="5364" y="10531"/>
                  </a:lnTo>
                  <a:cubicBezTo>
                    <a:pt x="5602" y="10273"/>
                    <a:pt x="5989" y="10214"/>
                    <a:pt x="6287" y="10392"/>
                  </a:cubicBezTo>
                  <a:lnTo>
                    <a:pt x="6891" y="10779"/>
                  </a:lnTo>
                  <a:cubicBezTo>
                    <a:pt x="7179" y="10967"/>
                    <a:pt x="7367" y="10838"/>
                    <a:pt x="7318" y="10501"/>
                  </a:cubicBezTo>
                  <a:lnTo>
                    <a:pt x="6872" y="7437"/>
                  </a:lnTo>
                  <a:cubicBezTo>
                    <a:pt x="6951" y="7398"/>
                    <a:pt x="7030" y="7338"/>
                    <a:pt x="7100" y="7279"/>
                  </a:cubicBezTo>
                  <a:cubicBezTo>
                    <a:pt x="7288" y="7080"/>
                    <a:pt x="7407" y="6813"/>
                    <a:pt x="7417" y="6535"/>
                  </a:cubicBezTo>
                  <a:cubicBezTo>
                    <a:pt x="7427" y="6456"/>
                    <a:pt x="7457" y="6426"/>
                    <a:pt x="7526" y="6386"/>
                  </a:cubicBezTo>
                  <a:cubicBezTo>
                    <a:pt x="7695" y="6307"/>
                    <a:pt x="7843" y="6218"/>
                    <a:pt x="7982" y="6099"/>
                  </a:cubicBezTo>
                  <a:cubicBezTo>
                    <a:pt x="8111" y="5960"/>
                    <a:pt x="8200" y="5781"/>
                    <a:pt x="8230" y="5583"/>
                  </a:cubicBezTo>
                  <a:cubicBezTo>
                    <a:pt x="8240" y="5385"/>
                    <a:pt x="8210" y="5177"/>
                    <a:pt x="8131" y="4988"/>
                  </a:cubicBezTo>
                  <a:cubicBezTo>
                    <a:pt x="8071" y="4899"/>
                    <a:pt x="8091" y="4780"/>
                    <a:pt x="8180" y="471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02" name="Google Shape;3402;p53"/>
            <p:cNvGrpSpPr/>
            <p:nvPr/>
          </p:nvGrpSpPr>
          <p:grpSpPr>
            <a:xfrm>
              <a:off x="6732577" y="3509843"/>
              <a:ext cx="476410" cy="639915"/>
              <a:chOff x="6278602" y="3509899"/>
              <a:chExt cx="476410" cy="639915"/>
            </a:xfrm>
          </p:grpSpPr>
          <p:sp>
            <p:nvSpPr>
              <p:cNvPr id="3403" name="Google Shape;3403;p53"/>
              <p:cNvSpPr/>
              <p:nvPr/>
            </p:nvSpPr>
            <p:spPr>
              <a:xfrm>
                <a:off x="6278602" y="3884687"/>
                <a:ext cx="238823" cy="262927"/>
              </a:xfrm>
              <a:custGeom>
                <a:avLst/>
                <a:gdLst/>
                <a:ahLst/>
                <a:cxnLst/>
                <a:rect l="l" t="t" r="r" b="b"/>
                <a:pathLst>
                  <a:path w="4255" h="4661" extrusionOk="0">
                    <a:moveTo>
                      <a:pt x="1389" y="0"/>
                    </a:moveTo>
                    <a:lnTo>
                      <a:pt x="119" y="3262"/>
                    </a:lnTo>
                    <a:cubicBezTo>
                      <a:pt x="0" y="3579"/>
                      <a:pt x="159" y="3748"/>
                      <a:pt x="476" y="3629"/>
                    </a:cubicBezTo>
                    <a:lnTo>
                      <a:pt x="1151" y="3381"/>
                    </a:lnTo>
                    <a:cubicBezTo>
                      <a:pt x="1488" y="3272"/>
                      <a:pt x="1855" y="3421"/>
                      <a:pt x="2023" y="3728"/>
                    </a:cubicBezTo>
                    <a:lnTo>
                      <a:pt x="2340" y="4363"/>
                    </a:lnTo>
                    <a:cubicBezTo>
                      <a:pt x="2499" y="4660"/>
                      <a:pt x="2737" y="4660"/>
                      <a:pt x="2876" y="4343"/>
                    </a:cubicBezTo>
                    <a:lnTo>
                      <a:pt x="4254" y="115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53"/>
              <p:cNvSpPr/>
              <p:nvPr/>
            </p:nvSpPr>
            <p:spPr>
              <a:xfrm>
                <a:off x="6489529" y="3907026"/>
                <a:ext cx="202620" cy="242789"/>
              </a:xfrm>
              <a:custGeom>
                <a:avLst/>
                <a:gdLst/>
                <a:ahLst/>
                <a:cxnLst/>
                <a:rect l="l" t="t" r="r" b="b"/>
                <a:pathLst>
                  <a:path w="3610" h="4304" extrusionOk="0">
                    <a:moveTo>
                      <a:pt x="3054" y="1"/>
                    </a:moveTo>
                    <a:lnTo>
                      <a:pt x="3560" y="3471"/>
                    </a:lnTo>
                    <a:cubicBezTo>
                      <a:pt x="3609" y="3808"/>
                      <a:pt x="3411" y="3937"/>
                      <a:pt x="3124" y="3749"/>
                    </a:cubicBezTo>
                    <a:lnTo>
                      <a:pt x="2519" y="3362"/>
                    </a:lnTo>
                    <a:cubicBezTo>
                      <a:pt x="2221" y="3183"/>
                      <a:pt x="1835" y="3243"/>
                      <a:pt x="1607" y="3501"/>
                    </a:cubicBezTo>
                    <a:lnTo>
                      <a:pt x="1150" y="4046"/>
                    </a:lnTo>
                    <a:cubicBezTo>
                      <a:pt x="932" y="4304"/>
                      <a:pt x="704" y="4244"/>
                      <a:pt x="635" y="3917"/>
                    </a:cubicBezTo>
                    <a:lnTo>
                      <a:pt x="0" y="486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53"/>
              <p:cNvSpPr/>
              <p:nvPr/>
            </p:nvSpPr>
            <p:spPr>
              <a:xfrm>
                <a:off x="6346516" y="3884123"/>
                <a:ext cx="321162" cy="124779"/>
              </a:xfrm>
              <a:custGeom>
                <a:avLst/>
                <a:gdLst/>
                <a:ahLst/>
                <a:cxnLst/>
                <a:rect l="l" t="t" r="r" b="b"/>
                <a:pathLst>
                  <a:path w="5722" h="2212" extrusionOk="0">
                    <a:moveTo>
                      <a:pt x="5602" y="407"/>
                    </a:moveTo>
                    <a:lnTo>
                      <a:pt x="2548" y="883"/>
                    </a:lnTo>
                    <a:lnTo>
                      <a:pt x="2568" y="962"/>
                    </a:lnTo>
                    <a:lnTo>
                      <a:pt x="179" y="0"/>
                    </a:lnTo>
                    <a:lnTo>
                      <a:pt x="0" y="476"/>
                    </a:lnTo>
                    <a:cubicBezTo>
                      <a:pt x="40" y="496"/>
                      <a:pt x="89" y="506"/>
                      <a:pt x="139" y="516"/>
                    </a:cubicBezTo>
                    <a:cubicBezTo>
                      <a:pt x="228" y="526"/>
                      <a:pt x="248" y="575"/>
                      <a:pt x="258" y="655"/>
                    </a:cubicBezTo>
                    <a:cubicBezTo>
                      <a:pt x="357" y="1309"/>
                      <a:pt x="863" y="1676"/>
                      <a:pt x="1527" y="1547"/>
                    </a:cubicBezTo>
                    <a:cubicBezTo>
                      <a:pt x="1606" y="1537"/>
                      <a:pt x="1636" y="1537"/>
                      <a:pt x="1676" y="1606"/>
                    </a:cubicBezTo>
                    <a:cubicBezTo>
                      <a:pt x="1745" y="1725"/>
                      <a:pt x="1844" y="1825"/>
                      <a:pt x="1943" y="1914"/>
                    </a:cubicBezTo>
                    <a:cubicBezTo>
                      <a:pt x="2033" y="1993"/>
                      <a:pt x="2132" y="2053"/>
                      <a:pt x="2231" y="2102"/>
                    </a:cubicBezTo>
                    <a:lnTo>
                      <a:pt x="2290" y="2122"/>
                    </a:lnTo>
                    <a:cubicBezTo>
                      <a:pt x="2390" y="2152"/>
                      <a:pt x="2509" y="2162"/>
                      <a:pt x="2618" y="2152"/>
                    </a:cubicBezTo>
                    <a:lnTo>
                      <a:pt x="2737" y="1874"/>
                    </a:lnTo>
                    <a:lnTo>
                      <a:pt x="2786" y="2122"/>
                    </a:lnTo>
                    <a:cubicBezTo>
                      <a:pt x="2955" y="2062"/>
                      <a:pt x="3113" y="1973"/>
                      <a:pt x="3232" y="1854"/>
                    </a:cubicBezTo>
                    <a:cubicBezTo>
                      <a:pt x="3302" y="1795"/>
                      <a:pt x="3341" y="1844"/>
                      <a:pt x="3391" y="1874"/>
                    </a:cubicBezTo>
                    <a:cubicBezTo>
                      <a:pt x="3966" y="2211"/>
                      <a:pt x="4581" y="2023"/>
                      <a:pt x="4888" y="1428"/>
                    </a:cubicBezTo>
                    <a:cubicBezTo>
                      <a:pt x="4908" y="1388"/>
                      <a:pt x="4918" y="1339"/>
                      <a:pt x="4987" y="1339"/>
                    </a:cubicBezTo>
                    <a:cubicBezTo>
                      <a:pt x="5215" y="1368"/>
                      <a:pt x="5444" y="1339"/>
                      <a:pt x="5642" y="1240"/>
                    </a:cubicBezTo>
                    <a:lnTo>
                      <a:pt x="5721" y="12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53"/>
              <p:cNvSpPr/>
              <p:nvPr/>
            </p:nvSpPr>
            <p:spPr>
              <a:xfrm>
                <a:off x="6285281" y="3509899"/>
                <a:ext cx="469731" cy="476044"/>
              </a:xfrm>
              <a:custGeom>
                <a:avLst/>
                <a:gdLst/>
                <a:ahLst/>
                <a:cxnLst/>
                <a:rect l="l" t="t" r="r" b="b"/>
                <a:pathLst>
                  <a:path w="8369" h="8439" extrusionOk="0">
                    <a:moveTo>
                      <a:pt x="3381" y="8320"/>
                    </a:moveTo>
                    <a:lnTo>
                      <a:pt x="3322" y="8300"/>
                    </a:lnTo>
                    <a:cubicBezTo>
                      <a:pt x="3094" y="8201"/>
                      <a:pt x="2896" y="8022"/>
                      <a:pt x="2767" y="7804"/>
                    </a:cubicBezTo>
                    <a:cubicBezTo>
                      <a:pt x="2727" y="7745"/>
                      <a:pt x="2687" y="7735"/>
                      <a:pt x="2618" y="7745"/>
                    </a:cubicBezTo>
                    <a:cubicBezTo>
                      <a:pt x="1954" y="7874"/>
                      <a:pt x="1448" y="7517"/>
                      <a:pt x="1349" y="6852"/>
                    </a:cubicBezTo>
                    <a:cubicBezTo>
                      <a:pt x="1339" y="6773"/>
                      <a:pt x="1319" y="6733"/>
                      <a:pt x="1220" y="6713"/>
                    </a:cubicBezTo>
                    <a:cubicBezTo>
                      <a:pt x="932" y="6664"/>
                      <a:pt x="685" y="6475"/>
                      <a:pt x="546" y="6218"/>
                    </a:cubicBezTo>
                    <a:cubicBezTo>
                      <a:pt x="397" y="5960"/>
                      <a:pt x="377" y="5643"/>
                      <a:pt x="476" y="5365"/>
                    </a:cubicBezTo>
                    <a:cubicBezTo>
                      <a:pt x="506" y="5286"/>
                      <a:pt x="506" y="5236"/>
                      <a:pt x="447" y="5196"/>
                    </a:cubicBezTo>
                    <a:cubicBezTo>
                      <a:pt x="90" y="4919"/>
                      <a:pt x="0" y="4552"/>
                      <a:pt x="70" y="4135"/>
                    </a:cubicBezTo>
                    <a:cubicBezTo>
                      <a:pt x="119" y="3937"/>
                      <a:pt x="218" y="3759"/>
                      <a:pt x="367" y="3620"/>
                    </a:cubicBezTo>
                    <a:cubicBezTo>
                      <a:pt x="417" y="3580"/>
                      <a:pt x="427" y="3501"/>
                      <a:pt x="397" y="3451"/>
                    </a:cubicBezTo>
                    <a:cubicBezTo>
                      <a:pt x="209" y="3055"/>
                      <a:pt x="288" y="2599"/>
                      <a:pt x="575" y="2281"/>
                    </a:cubicBezTo>
                    <a:cubicBezTo>
                      <a:pt x="704" y="2152"/>
                      <a:pt x="863" y="2063"/>
                      <a:pt x="1032" y="2023"/>
                    </a:cubicBezTo>
                    <a:cubicBezTo>
                      <a:pt x="1101" y="2004"/>
                      <a:pt x="1141" y="1944"/>
                      <a:pt x="1121" y="1875"/>
                    </a:cubicBezTo>
                    <a:cubicBezTo>
                      <a:pt x="1071" y="1329"/>
                      <a:pt x="1626" y="784"/>
                      <a:pt x="2221" y="873"/>
                    </a:cubicBezTo>
                    <a:cubicBezTo>
                      <a:pt x="2350" y="893"/>
                      <a:pt x="2400" y="844"/>
                      <a:pt x="2469" y="725"/>
                    </a:cubicBezTo>
                    <a:cubicBezTo>
                      <a:pt x="2747" y="249"/>
                      <a:pt x="3342" y="60"/>
                      <a:pt x="3838" y="308"/>
                    </a:cubicBezTo>
                    <a:cubicBezTo>
                      <a:pt x="3907" y="358"/>
                      <a:pt x="4006" y="358"/>
                      <a:pt x="4085" y="298"/>
                    </a:cubicBezTo>
                    <a:cubicBezTo>
                      <a:pt x="4532" y="1"/>
                      <a:pt x="5226" y="120"/>
                      <a:pt x="5513" y="615"/>
                    </a:cubicBezTo>
                    <a:cubicBezTo>
                      <a:pt x="5573" y="725"/>
                      <a:pt x="5662" y="685"/>
                      <a:pt x="5741" y="675"/>
                    </a:cubicBezTo>
                    <a:cubicBezTo>
                      <a:pt x="6336" y="546"/>
                      <a:pt x="6911" y="963"/>
                      <a:pt x="6961" y="1567"/>
                    </a:cubicBezTo>
                    <a:cubicBezTo>
                      <a:pt x="6971" y="1627"/>
                      <a:pt x="6981" y="1667"/>
                      <a:pt x="7060" y="1686"/>
                    </a:cubicBezTo>
                    <a:cubicBezTo>
                      <a:pt x="7685" y="1795"/>
                      <a:pt x="8052" y="2440"/>
                      <a:pt x="7843" y="3025"/>
                    </a:cubicBezTo>
                    <a:cubicBezTo>
                      <a:pt x="7784" y="3193"/>
                      <a:pt x="7933" y="3243"/>
                      <a:pt x="8012" y="3312"/>
                    </a:cubicBezTo>
                    <a:cubicBezTo>
                      <a:pt x="8151" y="3451"/>
                      <a:pt x="8250" y="3630"/>
                      <a:pt x="8290" y="3828"/>
                    </a:cubicBezTo>
                    <a:cubicBezTo>
                      <a:pt x="8369" y="4145"/>
                      <a:pt x="8280" y="4473"/>
                      <a:pt x="8052" y="4720"/>
                    </a:cubicBezTo>
                    <a:cubicBezTo>
                      <a:pt x="7972" y="4780"/>
                      <a:pt x="7943" y="4899"/>
                      <a:pt x="8012" y="4998"/>
                    </a:cubicBezTo>
                    <a:cubicBezTo>
                      <a:pt x="8091" y="5186"/>
                      <a:pt x="8121" y="5385"/>
                      <a:pt x="8101" y="5583"/>
                    </a:cubicBezTo>
                    <a:cubicBezTo>
                      <a:pt x="8071" y="5781"/>
                      <a:pt x="7982" y="5960"/>
                      <a:pt x="7853" y="6109"/>
                    </a:cubicBezTo>
                    <a:cubicBezTo>
                      <a:pt x="7714" y="6218"/>
                      <a:pt x="7566" y="6317"/>
                      <a:pt x="7407" y="6386"/>
                    </a:cubicBezTo>
                    <a:cubicBezTo>
                      <a:pt x="7328" y="6426"/>
                      <a:pt x="7298" y="6456"/>
                      <a:pt x="7288" y="6545"/>
                    </a:cubicBezTo>
                    <a:cubicBezTo>
                      <a:pt x="7278" y="6822"/>
                      <a:pt x="7169" y="7080"/>
                      <a:pt x="6971" y="7289"/>
                    </a:cubicBezTo>
                    <a:cubicBezTo>
                      <a:pt x="6901" y="7348"/>
                      <a:pt x="6822" y="7407"/>
                      <a:pt x="6733" y="7447"/>
                    </a:cubicBezTo>
                    <a:cubicBezTo>
                      <a:pt x="6535" y="7546"/>
                      <a:pt x="6306" y="7576"/>
                      <a:pt x="6078" y="7546"/>
                    </a:cubicBezTo>
                    <a:cubicBezTo>
                      <a:pt x="6009" y="7546"/>
                      <a:pt x="5999" y="7596"/>
                      <a:pt x="5979" y="7636"/>
                    </a:cubicBezTo>
                    <a:cubicBezTo>
                      <a:pt x="5672" y="8230"/>
                      <a:pt x="5057" y="8419"/>
                      <a:pt x="4482" y="8082"/>
                    </a:cubicBezTo>
                    <a:cubicBezTo>
                      <a:pt x="4432" y="8052"/>
                      <a:pt x="4393" y="8002"/>
                      <a:pt x="4323" y="8062"/>
                    </a:cubicBezTo>
                    <a:cubicBezTo>
                      <a:pt x="4085" y="8290"/>
                      <a:pt x="3699" y="8439"/>
                      <a:pt x="3381" y="8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53"/>
              <p:cNvSpPr/>
              <p:nvPr/>
            </p:nvSpPr>
            <p:spPr>
              <a:xfrm>
                <a:off x="6345394" y="3573135"/>
                <a:ext cx="354557" cy="354650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6287" extrusionOk="0">
                    <a:moveTo>
                      <a:pt x="6207" y="3133"/>
                    </a:moveTo>
                    <a:cubicBezTo>
                      <a:pt x="6306" y="4869"/>
                      <a:pt x="4720" y="6286"/>
                      <a:pt x="3064" y="6257"/>
                    </a:cubicBezTo>
                    <a:cubicBezTo>
                      <a:pt x="1359" y="6197"/>
                      <a:pt x="0" y="4809"/>
                      <a:pt x="0" y="3104"/>
                    </a:cubicBezTo>
                    <a:cubicBezTo>
                      <a:pt x="0" y="1448"/>
                      <a:pt x="1428" y="0"/>
                      <a:pt x="3133" y="0"/>
                    </a:cubicBezTo>
                    <a:cubicBezTo>
                      <a:pt x="4740" y="10"/>
                      <a:pt x="6316" y="1438"/>
                      <a:pt x="6207" y="31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53"/>
              <p:cNvSpPr/>
              <p:nvPr/>
            </p:nvSpPr>
            <p:spPr>
              <a:xfrm>
                <a:off x="6407134" y="3636878"/>
                <a:ext cx="229898" cy="232748"/>
              </a:xfrm>
              <a:custGeom>
                <a:avLst/>
                <a:gdLst/>
                <a:ahLst/>
                <a:cxnLst/>
                <a:rect l="l" t="t" r="r" b="b"/>
                <a:pathLst>
                  <a:path w="4096" h="4126" extrusionOk="0">
                    <a:moveTo>
                      <a:pt x="2016" y="0"/>
                    </a:moveTo>
                    <a:cubicBezTo>
                      <a:pt x="2015" y="0"/>
                      <a:pt x="2014" y="0"/>
                      <a:pt x="2014" y="1"/>
                    </a:cubicBezTo>
                    <a:cubicBezTo>
                      <a:pt x="1865" y="20"/>
                      <a:pt x="1766" y="645"/>
                      <a:pt x="1667" y="1101"/>
                    </a:cubicBezTo>
                    <a:cubicBezTo>
                      <a:pt x="1319" y="851"/>
                      <a:pt x="858" y="513"/>
                      <a:pt x="704" y="513"/>
                    </a:cubicBezTo>
                    <a:cubicBezTo>
                      <a:pt x="687" y="513"/>
                      <a:pt x="674" y="517"/>
                      <a:pt x="665" y="526"/>
                    </a:cubicBezTo>
                    <a:cubicBezTo>
                      <a:pt x="566" y="625"/>
                      <a:pt x="973" y="1309"/>
                      <a:pt x="1201" y="1726"/>
                    </a:cubicBezTo>
                    <a:cubicBezTo>
                      <a:pt x="744" y="1845"/>
                      <a:pt x="1" y="1964"/>
                      <a:pt x="1" y="2093"/>
                    </a:cubicBezTo>
                    <a:cubicBezTo>
                      <a:pt x="11" y="2231"/>
                      <a:pt x="685" y="2311"/>
                      <a:pt x="1141" y="2410"/>
                    </a:cubicBezTo>
                    <a:cubicBezTo>
                      <a:pt x="873" y="2807"/>
                      <a:pt x="437" y="3332"/>
                      <a:pt x="526" y="3421"/>
                    </a:cubicBezTo>
                    <a:cubicBezTo>
                      <a:pt x="536" y="3432"/>
                      <a:pt x="550" y="3436"/>
                      <a:pt x="570" y="3436"/>
                    </a:cubicBezTo>
                    <a:cubicBezTo>
                      <a:pt x="741" y="3436"/>
                      <a:pt x="1273" y="3081"/>
                      <a:pt x="1647" y="2886"/>
                    </a:cubicBezTo>
                    <a:cubicBezTo>
                      <a:pt x="1765" y="3349"/>
                      <a:pt x="1922" y="4125"/>
                      <a:pt x="2070" y="4125"/>
                    </a:cubicBezTo>
                    <a:cubicBezTo>
                      <a:pt x="2071" y="4125"/>
                      <a:pt x="2072" y="4125"/>
                      <a:pt x="2073" y="4125"/>
                    </a:cubicBezTo>
                    <a:cubicBezTo>
                      <a:pt x="2212" y="4105"/>
                      <a:pt x="2321" y="3481"/>
                      <a:pt x="2410" y="3025"/>
                    </a:cubicBezTo>
                    <a:cubicBezTo>
                      <a:pt x="2767" y="3275"/>
                      <a:pt x="3221" y="3613"/>
                      <a:pt x="3380" y="3613"/>
                    </a:cubicBezTo>
                    <a:cubicBezTo>
                      <a:pt x="3398" y="3613"/>
                      <a:pt x="3412" y="3609"/>
                      <a:pt x="3422" y="3600"/>
                    </a:cubicBezTo>
                    <a:cubicBezTo>
                      <a:pt x="3511" y="3501"/>
                      <a:pt x="3104" y="2816"/>
                      <a:pt x="2876" y="2410"/>
                    </a:cubicBezTo>
                    <a:cubicBezTo>
                      <a:pt x="3352" y="2291"/>
                      <a:pt x="4096" y="2182"/>
                      <a:pt x="4076" y="2033"/>
                    </a:cubicBezTo>
                    <a:cubicBezTo>
                      <a:pt x="4076" y="1904"/>
                      <a:pt x="3402" y="1815"/>
                      <a:pt x="2946" y="1716"/>
                    </a:cubicBezTo>
                    <a:cubicBezTo>
                      <a:pt x="3213" y="1319"/>
                      <a:pt x="3650" y="794"/>
                      <a:pt x="3560" y="695"/>
                    </a:cubicBezTo>
                    <a:cubicBezTo>
                      <a:pt x="3552" y="686"/>
                      <a:pt x="3539" y="682"/>
                      <a:pt x="3521" y="682"/>
                    </a:cubicBezTo>
                    <a:cubicBezTo>
                      <a:pt x="3355" y="682"/>
                      <a:pt x="2807" y="1042"/>
                      <a:pt x="2430" y="1240"/>
                    </a:cubicBezTo>
                    <a:cubicBezTo>
                      <a:pt x="2312" y="777"/>
                      <a:pt x="2154" y="0"/>
                      <a:pt x="20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53"/>
              <p:cNvSpPr/>
              <p:nvPr/>
            </p:nvSpPr>
            <p:spPr>
              <a:xfrm>
                <a:off x="6613627" y="3747047"/>
                <a:ext cx="69598" cy="120887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2143" extrusionOk="0">
                    <a:moveTo>
                      <a:pt x="1141" y="140"/>
                    </a:moveTo>
                    <a:cubicBezTo>
                      <a:pt x="1111" y="50"/>
                      <a:pt x="1022" y="1"/>
                      <a:pt x="932" y="21"/>
                    </a:cubicBezTo>
                    <a:cubicBezTo>
                      <a:pt x="843" y="50"/>
                      <a:pt x="794" y="140"/>
                      <a:pt x="813" y="229"/>
                    </a:cubicBezTo>
                    <a:cubicBezTo>
                      <a:pt x="903" y="814"/>
                      <a:pt x="566" y="1369"/>
                      <a:pt x="159" y="1756"/>
                    </a:cubicBezTo>
                    <a:cubicBezTo>
                      <a:pt x="0" y="1905"/>
                      <a:pt x="238" y="2143"/>
                      <a:pt x="387" y="1994"/>
                    </a:cubicBezTo>
                    <a:cubicBezTo>
                      <a:pt x="913" y="1518"/>
                      <a:pt x="1240" y="854"/>
                      <a:pt x="1141" y="14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10" name="Google Shape;3410;p53"/>
          <p:cNvGrpSpPr/>
          <p:nvPr/>
        </p:nvGrpSpPr>
        <p:grpSpPr>
          <a:xfrm>
            <a:off x="5462824" y="3964107"/>
            <a:ext cx="273484" cy="274317"/>
            <a:chOff x="5885615" y="165400"/>
            <a:chExt cx="364743" cy="365756"/>
          </a:xfrm>
        </p:grpSpPr>
        <p:sp>
          <p:nvSpPr>
            <p:cNvPr id="3411" name="Google Shape;3411;p5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5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13" name="Google Shape;3413;p53"/>
          <p:cNvGrpSpPr/>
          <p:nvPr/>
        </p:nvGrpSpPr>
        <p:grpSpPr>
          <a:xfrm>
            <a:off x="713250" y="539282"/>
            <a:ext cx="273484" cy="274317"/>
            <a:chOff x="5885615" y="165400"/>
            <a:chExt cx="364743" cy="365756"/>
          </a:xfrm>
        </p:grpSpPr>
        <p:sp>
          <p:nvSpPr>
            <p:cNvPr id="3414" name="Google Shape;3414;p5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5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16" name="Google Shape;3416;p53"/>
          <p:cNvGrpSpPr/>
          <p:nvPr/>
        </p:nvGrpSpPr>
        <p:grpSpPr>
          <a:xfrm>
            <a:off x="7882852" y="961732"/>
            <a:ext cx="273484" cy="274317"/>
            <a:chOff x="5885615" y="165400"/>
            <a:chExt cx="364743" cy="365756"/>
          </a:xfrm>
        </p:grpSpPr>
        <p:sp>
          <p:nvSpPr>
            <p:cNvPr id="3417" name="Google Shape;3417;p5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5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19" name="Google Shape;3419;p53"/>
          <p:cNvGrpSpPr/>
          <p:nvPr/>
        </p:nvGrpSpPr>
        <p:grpSpPr>
          <a:xfrm>
            <a:off x="1094453" y="813587"/>
            <a:ext cx="274452" cy="274317"/>
            <a:chOff x="2167548" y="1796250"/>
            <a:chExt cx="274452" cy="274317"/>
          </a:xfrm>
        </p:grpSpPr>
        <p:sp>
          <p:nvSpPr>
            <p:cNvPr id="3420" name="Google Shape;3420;p5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5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2" name="Google Shape;3422;p53"/>
          <p:cNvGrpSpPr/>
          <p:nvPr/>
        </p:nvGrpSpPr>
        <p:grpSpPr>
          <a:xfrm>
            <a:off x="5188373" y="3565100"/>
            <a:ext cx="274452" cy="274317"/>
            <a:chOff x="2167548" y="1796250"/>
            <a:chExt cx="274452" cy="274317"/>
          </a:xfrm>
        </p:grpSpPr>
        <p:sp>
          <p:nvSpPr>
            <p:cNvPr id="3423" name="Google Shape;3423;p5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5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5" name="Google Shape;3425;p53"/>
          <p:cNvGrpSpPr/>
          <p:nvPr/>
        </p:nvGrpSpPr>
        <p:grpSpPr>
          <a:xfrm>
            <a:off x="8156325" y="539275"/>
            <a:ext cx="274452" cy="274317"/>
            <a:chOff x="2167548" y="1796250"/>
            <a:chExt cx="274452" cy="274317"/>
          </a:xfrm>
        </p:grpSpPr>
        <p:sp>
          <p:nvSpPr>
            <p:cNvPr id="3426" name="Google Shape;3426;p5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5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8" name="Google Shape;3428;p53"/>
          <p:cNvGrpSpPr/>
          <p:nvPr/>
        </p:nvGrpSpPr>
        <p:grpSpPr>
          <a:xfrm>
            <a:off x="7320629" y="676650"/>
            <a:ext cx="359149" cy="274320"/>
            <a:chOff x="1684504" y="2090725"/>
            <a:chExt cx="359149" cy="274320"/>
          </a:xfrm>
        </p:grpSpPr>
        <p:sp>
          <p:nvSpPr>
            <p:cNvPr id="3429" name="Google Shape;3429;p53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53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1" name="Google Shape;3431;p53"/>
          <p:cNvGrpSpPr/>
          <p:nvPr/>
        </p:nvGrpSpPr>
        <p:grpSpPr>
          <a:xfrm flipH="1">
            <a:off x="8354563" y="996813"/>
            <a:ext cx="376078" cy="365766"/>
            <a:chOff x="1243851" y="2712376"/>
            <a:chExt cx="376078" cy="365766"/>
          </a:xfrm>
        </p:grpSpPr>
        <p:sp>
          <p:nvSpPr>
            <p:cNvPr id="3432" name="Google Shape;3432;p53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53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8" name="Google Shape;3438;p54"/>
          <p:cNvSpPr txBox="1">
            <a:spLocks noGrp="1"/>
          </p:cNvSpPr>
          <p:nvPr>
            <p:ph type="title"/>
          </p:nvPr>
        </p:nvSpPr>
        <p:spPr>
          <a:xfrm>
            <a:off x="713225" y="1383050"/>
            <a:ext cx="36750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Smartphone mockup</a:t>
            </a:r>
            <a:endParaRPr/>
          </a:p>
        </p:txBody>
      </p:sp>
      <p:sp>
        <p:nvSpPr>
          <p:cNvPr id="3439" name="Google Shape;3439;p54"/>
          <p:cNvSpPr txBox="1">
            <a:spLocks noGrp="1"/>
          </p:cNvSpPr>
          <p:nvPr>
            <p:ph type="subTitle" idx="1"/>
          </p:nvPr>
        </p:nvSpPr>
        <p:spPr>
          <a:xfrm>
            <a:off x="713225" y="2846050"/>
            <a:ext cx="3675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replace the image on the screen with your own work. </a:t>
            </a:r>
            <a:r>
              <a:rPr lang="en"/>
              <a:t>Just right-click on it and select “Replace image”</a:t>
            </a:r>
            <a:endParaRPr/>
          </a:p>
        </p:txBody>
      </p:sp>
      <p:sp>
        <p:nvSpPr>
          <p:cNvPr id="3440" name="Google Shape;3440;p54"/>
          <p:cNvSpPr/>
          <p:nvPr/>
        </p:nvSpPr>
        <p:spPr>
          <a:xfrm>
            <a:off x="5647075" y="742970"/>
            <a:ext cx="1891500" cy="3657600"/>
          </a:xfrm>
          <a:prstGeom prst="roundRect">
            <a:avLst>
              <a:gd name="adj" fmla="val 9686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41" name="Google Shape;3441;p54"/>
          <p:cNvPicPr preferRelativeResize="0"/>
          <p:nvPr/>
        </p:nvPicPr>
        <p:blipFill rotWithShape="1">
          <a:blip r:embed="rId3">
            <a:alphaModFix/>
          </a:blip>
          <a:srcRect l="7093" r="37313"/>
          <a:stretch/>
        </p:blipFill>
        <p:spPr>
          <a:xfrm>
            <a:off x="5753873" y="1094791"/>
            <a:ext cx="1680300" cy="30225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42" name="Google Shape;3442;p54"/>
          <p:cNvSpPr/>
          <p:nvPr/>
        </p:nvSpPr>
        <p:spPr>
          <a:xfrm>
            <a:off x="6137550" y="878175"/>
            <a:ext cx="910800" cy="79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3" name="Google Shape;3443;p54"/>
          <p:cNvGrpSpPr/>
          <p:nvPr/>
        </p:nvGrpSpPr>
        <p:grpSpPr>
          <a:xfrm>
            <a:off x="4388219" y="1362449"/>
            <a:ext cx="537441" cy="456890"/>
            <a:chOff x="3824894" y="3938349"/>
            <a:chExt cx="537441" cy="456890"/>
          </a:xfrm>
        </p:grpSpPr>
        <p:sp>
          <p:nvSpPr>
            <p:cNvPr id="3444" name="Google Shape;3444;p54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45" name="Google Shape;3445;p54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3446" name="Google Shape;3446;p54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54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54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54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50" name="Google Shape;3450;p54"/>
          <p:cNvGrpSpPr/>
          <p:nvPr/>
        </p:nvGrpSpPr>
        <p:grpSpPr>
          <a:xfrm>
            <a:off x="7748744" y="3963969"/>
            <a:ext cx="683711" cy="640033"/>
            <a:chOff x="4230151" y="3601344"/>
            <a:chExt cx="683711" cy="640033"/>
          </a:xfrm>
        </p:grpSpPr>
        <p:sp>
          <p:nvSpPr>
            <p:cNvPr id="3451" name="Google Shape;3451;p54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2" name="Google Shape;3452;p54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3453" name="Google Shape;3453;p54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54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54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54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54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54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54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54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54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54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63" name="Google Shape;3463;p54"/>
          <p:cNvGrpSpPr/>
          <p:nvPr/>
        </p:nvGrpSpPr>
        <p:grpSpPr>
          <a:xfrm rot="1800044">
            <a:off x="4757951" y="643255"/>
            <a:ext cx="537429" cy="456880"/>
            <a:chOff x="3824894" y="3938349"/>
            <a:chExt cx="537441" cy="456890"/>
          </a:xfrm>
        </p:grpSpPr>
        <p:sp>
          <p:nvSpPr>
            <p:cNvPr id="3464" name="Google Shape;3464;p54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65" name="Google Shape;3465;p54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3466" name="Google Shape;3466;p54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54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54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54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70" name="Google Shape;3470;p54"/>
          <p:cNvGrpSpPr/>
          <p:nvPr/>
        </p:nvGrpSpPr>
        <p:grpSpPr>
          <a:xfrm>
            <a:off x="5149624" y="1362457"/>
            <a:ext cx="273484" cy="274317"/>
            <a:chOff x="5885615" y="165400"/>
            <a:chExt cx="364743" cy="365756"/>
          </a:xfrm>
        </p:grpSpPr>
        <p:sp>
          <p:nvSpPr>
            <p:cNvPr id="3471" name="Google Shape;3471;p54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54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3" name="Google Shape;3473;p54"/>
          <p:cNvGrpSpPr/>
          <p:nvPr/>
        </p:nvGrpSpPr>
        <p:grpSpPr>
          <a:xfrm>
            <a:off x="1144925" y="734544"/>
            <a:ext cx="273484" cy="274317"/>
            <a:chOff x="5885615" y="165400"/>
            <a:chExt cx="364743" cy="365756"/>
          </a:xfrm>
        </p:grpSpPr>
        <p:sp>
          <p:nvSpPr>
            <p:cNvPr id="3474" name="Google Shape;3474;p54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54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6" name="Google Shape;3476;p54"/>
          <p:cNvGrpSpPr/>
          <p:nvPr/>
        </p:nvGrpSpPr>
        <p:grpSpPr>
          <a:xfrm>
            <a:off x="7882027" y="3554432"/>
            <a:ext cx="273484" cy="274317"/>
            <a:chOff x="5885615" y="165400"/>
            <a:chExt cx="364743" cy="365756"/>
          </a:xfrm>
        </p:grpSpPr>
        <p:sp>
          <p:nvSpPr>
            <p:cNvPr id="3477" name="Google Shape;3477;p54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54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9" name="Google Shape;3479;p54"/>
          <p:cNvGrpSpPr/>
          <p:nvPr/>
        </p:nvGrpSpPr>
        <p:grpSpPr>
          <a:xfrm>
            <a:off x="713228" y="539275"/>
            <a:ext cx="274452" cy="274317"/>
            <a:chOff x="2167548" y="1796250"/>
            <a:chExt cx="274452" cy="274317"/>
          </a:xfrm>
        </p:grpSpPr>
        <p:sp>
          <p:nvSpPr>
            <p:cNvPr id="3480" name="Google Shape;3480;p54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54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2" name="Google Shape;3482;p54"/>
          <p:cNvGrpSpPr/>
          <p:nvPr/>
        </p:nvGrpSpPr>
        <p:grpSpPr>
          <a:xfrm>
            <a:off x="4297548" y="813600"/>
            <a:ext cx="274452" cy="274317"/>
            <a:chOff x="2167548" y="1796250"/>
            <a:chExt cx="274452" cy="274317"/>
          </a:xfrm>
        </p:grpSpPr>
        <p:sp>
          <p:nvSpPr>
            <p:cNvPr id="3483" name="Google Shape;3483;p54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54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5" name="Google Shape;3485;p54"/>
          <p:cNvGrpSpPr/>
          <p:nvPr/>
        </p:nvGrpSpPr>
        <p:grpSpPr>
          <a:xfrm>
            <a:off x="8293550" y="3316475"/>
            <a:ext cx="274452" cy="274317"/>
            <a:chOff x="2167548" y="1796250"/>
            <a:chExt cx="274452" cy="274317"/>
          </a:xfrm>
        </p:grpSpPr>
        <p:sp>
          <p:nvSpPr>
            <p:cNvPr id="3486" name="Google Shape;3486;p54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54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8" name="Google Shape;3488;p54"/>
          <p:cNvGrpSpPr/>
          <p:nvPr/>
        </p:nvGrpSpPr>
        <p:grpSpPr>
          <a:xfrm>
            <a:off x="7911029" y="2891750"/>
            <a:ext cx="359149" cy="274320"/>
            <a:chOff x="1684504" y="2090725"/>
            <a:chExt cx="359149" cy="274320"/>
          </a:xfrm>
        </p:grpSpPr>
        <p:sp>
          <p:nvSpPr>
            <p:cNvPr id="3489" name="Google Shape;3489;p54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54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1" name="Google Shape;3491;p54"/>
          <p:cNvGrpSpPr/>
          <p:nvPr/>
        </p:nvGrpSpPr>
        <p:grpSpPr>
          <a:xfrm>
            <a:off x="5075526" y="1938838"/>
            <a:ext cx="376078" cy="365766"/>
            <a:chOff x="1243851" y="2712376"/>
            <a:chExt cx="376078" cy="365766"/>
          </a:xfrm>
        </p:grpSpPr>
        <p:sp>
          <p:nvSpPr>
            <p:cNvPr id="3492" name="Google Shape;3492;p54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54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55"/>
          <p:cNvSpPr txBox="1"/>
          <p:nvPr/>
        </p:nvSpPr>
        <p:spPr>
          <a:xfrm flipH="1">
            <a:off x="6281858" y="1362450"/>
            <a:ext cx="214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England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499" name="Google Shape;3499;p5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education by country</a:t>
            </a:r>
            <a:endParaRPr/>
          </a:p>
        </p:txBody>
      </p:sp>
      <p:sp>
        <p:nvSpPr>
          <p:cNvPr id="3500" name="Google Shape;3500;p55"/>
          <p:cNvSpPr txBox="1"/>
          <p:nvPr/>
        </p:nvSpPr>
        <p:spPr>
          <a:xfrm flipH="1">
            <a:off x="6281870" y="1728216"/>
            <a:ext cx="2148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Mercury is small and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the closest planet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the Sun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1" name="Google Shape;3501;p55"/>
          <p:cNvSpPr txBox="1"/>
          <p:nvPr/>
        </p:nvSpPr>
        <p:spPr>
          <a:xfrm flipH="1">
            <a:off x="6281858" y="2480213"/>
            <a:ext cx="214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Canada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502" name="Google Shape;3502;p55"/>
          <p:cNvSpPr txBox="1"/>
          <p:nvPr/>
        </p:nvSpPr>
        <p:spPr>
          <a:xfrm flipH="1">
            <a:off x="6281870" y="2845978"/>
            <a:ext cx="2148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Venus is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the second planet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from the Sun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3" name="Google Shape;3503;p55"/>
          <p:cNvSpPr txBox="1"/>
          <p:nvPr/>
        </p:nvSpPr>
        <p:spPr>
          <a:xfrm flipH="1">
            <a:off x="6281858" y="3591688"/>
            <a:ext cx="214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Norway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504" name="Google Shape;3504;p55"/>
          <p:cNvSpPr txBox="1"/>
          <p:nvPr/>
        </p:nvSpPr>
        <p:spPr>
          <a:xfrm flipH="1">
            <a:off x="6281870" y="3957454"/>
            <a:ext cx="2148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Earth is the only planet that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harbors life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505" name="Google Shape;3505;p55"/>
          <p:cNvGrpSpPr/>
          <p:nvPr/>
        </p:nvGrpSpPr>
        <p:grpSpPr>
          <a:xfrm>
            <a:off x="713204" y="1645167"/>
            <a:ext cx="5023232" cy="2676059"/>
            <a:chOff x="233350" y="949250"/>
            <a:chExt cx="7137300" cy="3802300"/>
          </a:xfrm>
        </p:grpSpPr>
        <p:sp>
          <p:nvSpPr>
            <p:cNvPr id="3506" name="Google Shape;3506;p55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55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55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55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55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55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55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55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55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55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55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55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55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55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55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55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55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55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55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55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55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55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55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55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55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55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55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55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55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55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55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55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55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55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55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55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55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55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55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55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55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55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55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55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55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55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55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55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55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55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55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7" name="Google Shape;3557;p55"/>
          <p:cNvGrpSpPr/>
          <p:nvPr/>
        </p:nvGrpSpPr>
        <p:grpSpPr>
          <a:xfrm>
            <a:off x="5919328" y="1362450"/>
            <a:ext cx="274452" cy="274317"/>
            <a:chOff x="2167548" y="1796250"/>
            <a:chExt cx="274452" cy="274317"/>
          </a:xfrm>
        </p:grpSpPr>
        <p:sp>
          <p:nvSpPr>
            <p:cNvPr id="3558" name="Google Shape;3558;p5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5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0" name="Google Shape;3560;p55"/>
          <p:cNvGrpSpPr/>
          <p:nvPr/>
        </p:nvGrpSpPr>
        <p:grpSpPr>
          <a:xfrm>
            <a:off x="5919328" y="2480213"/>
            <a:ext cx="274452" cy="274317"/>
            <a:chOff x="2167548" y="1796250"/>
            <a:chExt cx="274452" cy="274317"/>
          </a:xfrm>
        </p:grpSpPr>
        <p:sp>
          <p:nvSpPr>
            <p:cNvPr id="3561" name="Google Shape;3561;p5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5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3" name="Google Shape;3563;p55"/>
          <p:cNvGrpSpPr/>
          <p:nvPr/>
        </p:nvGrpSpPr>
        <p:grpSpPr>
          <a:xfrm>
            <a:off x="5919328" y="3591688"/>
            <a:ext cx="274452" cy="274317"/>
            <a:chOff x="2167548" y="1796250"/>
            <a:chExt cx="274452" cy="274317"/>
          </a:xfrm>
        </p:grpSpPr>
        <p:sp>
          <p:nvSpPr>
            <p:cNvPr id="3564" name="Google Shape;3564;p5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5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6" name="Google Shape;3566;p55"/>
          <p:cNvGrpSpPr/>
          <p:nvPr/>
        </p:nvGrpSpPr>
        <p:grpSpPr>
          <a:xfrm>
            <a:off x="2710903" y="1992675"/>
            <a:ext cx="274452" cy="274317"/>
            <a:chOff x="2167548" y="1796250"/>
            <a:chExt cx="274452" cy="274317"/>
          </a:xfrm>
        </p:grpSpPr>
        <p:sp>
          <p:nvSpPr>
            <p:cNvPr id="3567" name="Google Shape;3567;p5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5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9" name="Google Shape;3569;p55"/>
          <p:cNvGrpSpPr/>
          <p:nvPr/>
        </p:nvGrpSpPr>
        <p:grpSpPr>
          <a:xfrm>
            <a:off x="1286028" y="1819638"/>
            <a:ext cx="274452" cy="274317"/>
            <a:chOff x="2167548" y="1796250"/>
            <a:chExt cx="274452" cy="274317"/>
          </a:xfrm>
        </p:grpSpPr>
        <p:sp>
          <p:nvSpPr>
            <p:cNvPr id="3570" name="Google Shape;3570;p5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5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2" name="Google Shape;3572;p55"/>
          <p:cNvGrpSpPr/>
          <p:nvPr/>
        </p:nvGrpSpPr>
        <p:grpSpPr>
          <a:xfrm>
            <a:off x="3064660" y="1888245"/>
            <a:ext cx="274452" cy="274317"/>
            <a:chOff x="2167548" y="1796250"/>
            <a:chExt cx="274452" cy="274317"/>
          </a:xfrm>
        </p:grpSpPr>
        <p:sp>
          <p:nvSpPr>
            <p:cNvPr id="3573" name="Google Shape;3573;p5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5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5" name="Google Shape;3575;p55"/>
          <p:cNvGrpSpPr/>
          <p:nvPr/>
        </p:nvGrpSpPr>
        <p:grpSpPr>
          <a:xfrm flipH="1">
            <a:off x="1017252" y="3957593"/>
            <a:ext cx="476410" cy="639915"/>
            <a:chOff x="6732577" y="3509843"/>
            <a:chExt cx="476410" cy="639915"/>
          </a:xfrm>
        </p:grpSpPr>
        <p:sp>
          <p:nvSpPr>
            <p:cNvPr id="3576" name="Google Shape;3576;p55"/>
            <p:cNvSpPr/>
            <p:nvPr/>
          </p:nvSpPr>
          <p:spPr>
            <a:xfrm>
              <a:off x="6732577" y="3509843"/>
              <a:ext cx="476410" cy="639915"/>
            </a:xfrm>
            <a:custGeom>
              <a:avLst/>
              <a:gdLst/>
              <a:ahLst/>
              <a:cxnLst/>
              <a:rect l="l" t="t" r="r" b="b"/>
              <a:pathLst>
                <a:path w="8488" h="11344" extrusionOk="0">
                  <a:moveTo>
                    <a:pt x="8180" y="4711"/>
                  </a:moveTo>
                  <a:cubicBezTo>
                    <a:pt x="8399" y="4473"/>
                    <a:pt x="8488" y="4135"/>
                    <a:pt x="8408" y="3828"/>
                  </a:cubicBezTo>
                  <a:cubicBezTo>
                    <a:pt x="8379" y="3630"/>
                    <a:pt x="8280" y="3451"/>
                    <a:pt x="8131" y="3312"/>
                  </a:cubicBezTo>
                  <a:cubicBezTo>
                    <a:pt x="8061" y="3243"/>
                    <a:pt x="7903" y="3184"/>
                    <a:pt x="7972" y="3025"/>
                  </a:cubicBezTo>
                  <a:cubicBezTo>
                    <a:pt x="8180" y="2430"/>
                    <a:pt x="7804" y="1795"/>
                    <a:pt x="7189" y="1686"/>
                  </a:cubicBezTo>
                  <a:cubicBezTo>
                    <a:pt x="7100" y="1676"/>
                    <a:pt x="7100" y="1627"/>
                    <a:pt x="7090" y="1557"/>
                  </a:cubicBezTo>
                  <a:cubicBezTo>
                    <a:pt x="7070" y="1399"/>
                    <a:pt x="7020" y="1240"/>
                    <a:pt x="6931" y="1101"/>
                  </a:cubicBezTo>
                  <a:cubicBezTo>
                    <a:pt x="6703" y="754"/>
                    <a:pt x="6277" y="586"/>
                    <a:pt x="5870" y="665"/>
                  </a:cubicBezTo>
                  <a:cubicBezTo>
                    <a:pt x="5791" y="685"/>
                    <a:pt x="5702" y="725"/>
                    <a:pt x="5632" y="615"/>
                  </a:cubicBezTo>
                  <a:cubicBezTo>
                    <a:pt x="5355" y="120"/>
                    <a:pt x="4660" y="1"/>
                    <a:pt x="4204" y="298"/>
                  </a:cubicBezTo>
                  <a:cubicBezTo>
                    <a:pt x="4135" y="348"/>
                    <a:pt x="4036" y="358"/>
                    <a:pt x="3956" y="308"/>
                  </a:cubicBezTo>
                  <a:cubicBezTo>
                    <a:pt x="3471" y="60"/>
                    <a:pt x="2866" y="239"/>
                    <a:pt x="2598" y="725"/>
                  </a:cubicBezTo>
                  <a:cubicBezTo>
                    <a:pt x="2529" y="844"/>
                    <a:pt x="2469" y="883"/>
                    <a:pt x="2350" y="873"/>
                  </a:cubicBezTo>
                  <a:cubicBezTo>
                    <a:pt x="1755" y="784"/>
                    <a:pt x="1200" y="1329"/>
                    <a:pt x="1250" y="1875"/>
                  </a:cubicBezTo>
                  <a:cubicBezTo>
                    <a:pt x="1269" y="1934"/>
                    <a:pt x="1220" y="2004"/>
                    <a:pt x="1160" y="2014"/>
                  </a:cubicBezTo>
                  <a:cubicBezTo>
                    <a:pt x="982" y="2063"/>
                    <a:pt x="823" y="2152"/>
                    <a:pt x="694" y="2281"/>
                  </a:cubicBezTo>
                  <a:cubicBezTo>
                    <a:pt x="407" y="2599"/>
                    <a:pt x="337" y="3055"/>
                    <a:pt x="516" y="3441"/>
                  </a:cubicBezTo>
                  <a:cubicBezTo>
                    <a:pt x="556" y="3501"/>
                    <a:pt x="546" y="3570"/>
                    <a:pt x="496" y="3620"/>
                  </a:cubicBezTo>
                  <a:cubicBezTo>
                    <a:pt x="347" y="3759"/>
                    <a:pt x="238" y="3937"/>
                    <a:pt x="199" y="4135"/>
                  </a:cubicBezTo>
                  <a:cubicBezTo>
                    <a:pt x="139" y="4552"/>
                    <a:pt x="218" y="4919"/>
                    <a:pt x="565" y="5186"/>
                  </a:cubicBezTo>
                  <a:cubicBezTo>
                    <a:pt x="625" y="5236"/>
                    <a:pt x="625" y="5276"/>
                    <a:pt x="605" y="5355"/>
                  </a:cubicBezTo>
                  <a:cubicBezTo>
                    <a:pt x="496" y="5643"/>
                    <a:pt x="526" y="5950"/>
                    <a:pt x="675" y="6218"/>
                  </a:cubicBezTo>
                  <a:cubicBezTo>
                    <a:pt x="813" y="6475"/>
                    <a:pt x="1061" y="6654"/>
                    <a:pt x="1349" y="6713"/>
                  </a:cubicBezTo>
                  <a:lnTo>
                    <a:pt x="1359" y="6713"/>
                  </a:lnTo>
                  <a:lnTo>
                    <a:pt x="1210" y="7100"/>
                  </a:lnTo>
                  <a:lnTo>
                    <a:pt x="1210" y="7100"/>
                  </a:lnTo>
                  <a:lnTo>
                    <a:pt x="119" y="9896"/>
                  </a:lnTo>
                  <a:cubicBezTo>
                    <a:pt x="0" y="10214"/>
                    <a:pt x="159" y="10382"/>
                    <a:pt x="486" y="10263"/>
                  </a:cubicBezTo>
                  <a:lnTo>
                    <a:pt x="1160" y="10015"/>
                  </a:lnTo>
                  <a:cubicBezTo>
                    <a:pt x="1488" y="9906"/>
                    <a:pt x="1854" y="10055"/>
                    <a:pt x="2023" y="10362"/>
                  </a:cubicBezTo>
                  <a:lnTo>
                    <a:pt x="2350" y="10997"/>
                  </a:lnTo>
                  <a:cubicBezTo>
                    <a:pt x="2499" y="11304"/>
                    <a:pt x="2737" y="11294"/>
                    <a:pt x="2876" y="10977"/>
                  </a:cubicBezTo>
                  <a:lnTo>
                    <a:pt x="3956" y="8498"/>
                  </a:lnTo>
                  <a:lnTo>
                    <a:pt x="3996" y="8746"/>
                  </a:lnTo>
                  <a:lnTo>
                    <a:pt x="3996" y="8746"/>
                  </a:lnTo>
                  <a:lnTo>
                    <a:pt x="4403" y="10947"/>
                  </a:lnTo>
                  <a:cubicBezTo>
                    <a:pt x="4462" y="11284"/>
                    <a:pt x="4690" y="11344"/>
                    <a:pt x="4908" y="11076"/>
                  </a:cubicBezTo>
                  <a:lnTo>
                    <a:pt x="5364" y="10531"/>
                  </a:lnTo>
                  <a:cubicBezTo>
                    <a:pt x="5602" y="10273"/>
                    <a:pt x="5989" y="10214"/>
                    <a:pt x="6287" y="10392"/>
                  </a:cubicBezTo>
                  <a:lnTo>
                    <a:pt x="6891" y="10779"/>
                  </a:lnTo>
                  <a:cubicBezTo>
                    <a:pt x="7179" y="10967"/>
                    <a:pt x="7367" y="10838"/>
                    <a:pt x="7318" y="10501"/>
                  </a:cubicBezTo>
                  <a:lnTo>
                    <a:pt x="6872" y="7437"/>
                  </a:lnTo>
                  <a:cubicBezTo>
                    <a:pt x="6951" y="7398"/>
                    <a:pt x="7030" y="7338"/>
                    <a:pt x="7100" y="7279"/>
                  </a:cubicBezTo>
                  <a:cubicBezTo>
                    <a:pt x="7288" y="7080"/>
                    <a:pt x="7407" y="6813"/>
                    <a:pt x="7417" y="6535"/>
                  </a:cubicBezTo>
                  <a:cubicBezTo>
                    <a:pt x="7427" y="6456"/>
                    <a:pt x="7457" y="6426"/>
                    <a:pt x="7526" y="6386"/>
                  </a:cubicBezTo>
                  <a:cubicBezTo>
                    <a:pt x="7695" y="6307"/>
                    <a:pt x="7843" y="6218"/>
                    <a:pt x="7982" y="6099"/>
                  </a:cubicBezTo>
                  <a:cubicBezTo>
                    <a:pt x="8111" y="5960"/>
                    <a:pt x="8200" y="5781"/>
                    <a:pt x="8230" y="5583"/>
                  </a:cubicBezTo>
                  <a:cubicBezTo>
                    <a:pt x="8240" y="5385"/>
                    <a:pt x="8210" y="5177"/>
                    <a:pt x="8131" y="4988"/>
                  </a:cubicBezTo>
                  <a:cubicBezTo>
                    <a:pt x="8071" y="4899"/>
                    <a:pt x="8091" y="4780"/>
                    <a:pt x="8180" y="471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77" name="Google Shape;3577;p55"/>
            <p:cNvGrpSpPr/>
            <p:nvPr/>
          </p:nvGrpSpPr>
          <p:grpSpPr>
            <a:xfrm>
              <a:off x="6732577" y="3509843"/>
              <a:ext cx="476410" cy="639915"/>
              <a:chOff x="6278602" y="3509899"/>
              <a:chExt cx="476410" cy="639915"/>
            </a:xfrm>
          </p:grpSpPr>
          <p:sp>
            <p:nvSpPr>
              <p:cNvPr id="3578" name="Google Shape;3578;p55"/>
              <p:cNvSpPr/>
              <p:nvPr/>
            </p:nvSpPr>
            <p:spPr>
              <a:xfrm>
                <a:off x="6278602" y="3884687"/>
                <a:ext cx="238823" cy="262927"/>
              </a:xfrm>
              <a:custGeom>
                <a:avLst/>
                <a:gdLst/>
                <a:ahLst/>
                <a:cxnLst/>
                <a:rect l="l" t="t" r="r" b="b"/>
                <a:pathLst>
                  <a:path w="4255" h="4661" extrusionOk="0">
                    <a:moveTo>
                      <a:pt x="1389" y="0"/>
                    </a:moveTo>
                    <a:lnTo>
                      <a:pt x="119" y="3262"/>
                    </a:lnTo>
                    <a:cubicBezTo>
                      <a:pt x="0" y="3579"/>
                      <a:pt x="159" y="3748"/>
                      <a:pt x="476" y="3629"/>
                    </a:cubicBezTo>
                    <a:lnTo>
                      <a:pt x="1151" y="3381"/>
                    </a:lnTo>
                    <a:cubicBezTo>
                      <a:pt x="1488" y="3272"/>
                      <a:pt x="1855" y="3421"/>
                      <a:pt x="2023" y="3728"/>
                    </a:cubicBezTo>
                    <a:lnTo>
                      <a:pt x="2340" y="4363"/>
                    </a:lnTo>
                    <a:cubicBezTo>
                      <a:pt x="2499" y="4660"/>
                      <a:pt x="2737" y="4660"/>
                      <a:pt x="2876" y="4343"/>
                    </a:cubicBezTo>
                    <a:lnTo>
                      <a:pt x="4254" y="115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55"/>
              <p:cNvSpPr/>
              <p:nvPr/>
            </p:nvSpPr>
            <p:spPr>
              <a:xfrm>
                <a:off x="6489529" y="3907026"/>
                <a:ext cx="202620" cy="242789"/>
              </a:xfrm>
              <a:custGeom>
                <a:avLst/>
                <a:gdLst/>
                <a:ahLst/>
                <a:cxnLst/>
                <a:rect l="l" t="t" r="r" b="b"/>
                <a:pathLst>
                  <a:path w="3610" h="4304" extrusionOk="0">
                    <a:moveTo>
                      <a:pt x="3054" y="1"/>
                    </a:moveTo>
                    <a:lnTo>
                      <a:pt x="3560" y="3471"/>
                    </a:lnTo>
                    <a:cubicBezTo>
                      <a:pt x="3609" y="3808"/>
                      <a:pt x="3411" y="3937"/>
                      <a:pt x="3124" y="3749"/>
                    </a:cubicBezTo>
                    <a:lnTo>
                      <a:pt x="2519" y="3362"/>
                    </a:lnTo>
                    <a:cubicBezTo>
                      <a:pt x="2221" y="3183"/>
                      <a:pt x="1835" y="3243"/>
                      <a:pt x="1607" y="3501"/>
                    </a:cubicBezTo>
                    <a:lnTo>
                      <a:pt x="1150" y="4046"/>
                    </a:lnTo>
                    <a:cubicBezTo>
                      <a:pt x="932" y="4304"/>
                      <a:pt x="704" y="4244"/>
                      <a:pt x="635" y="3917"/>
                    </a:cubicBezTo>
                    <a:lnTo>
                      <a:pt x="0" y="486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55"/>
              <p:cNvSpPr/>
              <p:nvPr/>
            </p:nvSpPr>
            <p:spPr>
              <a:xfrm>
                <a:off x="6346516" y="3884123"/>
                <a:ext cx="321162" cy="124779"/>
              </a:xfrm>
              <a:custGeom>
                <a:avLst/>
                <a:gdLst/>
                <a:ahLst/>
                <a:cxnLst/>
                <a:rect l="l" t="t" r="r" b="b"/>
                <a:pathLst>
                  <a:path w="5722" h="2212" extrusionOk="0">
                    <a:moveTo>
                      <a:pt x="5602" y="407"/>
                    </a:moveTo>
                    <a:lnTo>
                      <a:pt x="2548" y="883"/>
                    </a:lnTo>
                    <a:lnTo>
                      <a:pt x="2568" y="962"/>
                    </a:lnTo>
                    <a:lnTo>
                      <a:pt x="179" y="0"/>
                    </a:lnTo>
                    <a:lnTo>
                      <a:pt x="0" y="476"/>
                    </a:lnTo>
                    <a:cubicBezTo>
                      <a:pt x="40" y="496"/>
                      <a:pt x="89" y="506"/>
                      <a:pt x="139" y="516"/>
                    </a:cubicBezTo>
                    <a:cubicBezTo>
                      <a:pt x="228" y="526"/>
                      <a:pt x="248" y="575"/>
                      <a:pt x="258" y="655"/>
                    </a:cubicBezTo>
                    <a:cubicBezTo>
                      <a:pt x="357" y="1309"/>
                      <a:pt x="863" y="1676"/>
                      <a:pt x="1527" y="1547"/>
                    </a:cubicBezTo>
                    <a:cubicBezTo>
                      <a:pt x="1606" y="1537"/>
                      <a:pt x="1636" y="1537"/>
                      <a:pt x="1676" y="1606"/>
                    </a:cubicBezTo>
                    <a:cubicBezTo>
                      <a:pt x="1745" y="1725"/>
                      <a:pt x="1844" y="1825"/>
                      <a:pt x="1943" y="1914"/>
                    </a:cubicBezTo>
                    <a:cubicBezTo>
                      <a:pt x="2033" y="1993"/>
                      <a:pt x="2132" y="2053"/>
                      <a:pt x="2231" y="2102"/>
                    </a:cubicBezTo>
                    <a:lnTo>
                      <a:pt x="2290" y="2122"/>
                    </a:lnTo>
                    <a:cubicBezTo>
                      <a:pt x="2390" y="2152"/>
                      <a:pt x="2509" y="2162"/>
                      <a:pt x="2618" y="2152"/>
                    </a:cubicBezTo>
                    <a:lnTo>
                      <a:pt x="2737" y="1874"/>
                    </a:lnTo>
                    <a:lnTo>
                      <a:pt x="2786" y="2122"/>
                    </a:lnTo>
                    <a:cubicBezTo>
                      <a:pt x="2955" y="2062"/>
                      <a:pt x="3113" y="1973"/>
                      <a:pt x="3232" y="1854"/>
                    </a:cubicBezTo>
                    <a:cubicBezTo>
                      <a:pt x="3302" y="1795"/>
                      <a:pt x="3341" y="1844"/>
                      <a:pt x="3391" y="1874"/>
                    </a:cubicBezTo>
                    <a:cubicBezTo>
                      <a:pt x="3966" y="2211"/>
                      <a:pt x="4581" y="2023"/>
                      <a:pt x="4888" y="1428"/>
                    </a:cubicBezTo>
                    <a:cubicBezTo>
                      <a:pt x="4908" y="1388"/>
                      <a:pt x="4918" y="1339"/>
                      <a:pt x="4987" y="1339"/>
                    </a:cubicBezTo>
                    <a:cubicBezTo>
                      <a:pt x="5215" y="1368"/>
                      <a:pt x="5444" y="1339"/>
                      <a:pt x="5642" y="1240"/>
                    </a:cubicBezTo>
                    <a:lnTo>
                      <a:pt x="5721" y="12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55"/>
              <p:cNvSpPr/>
              <p:nvPr/>
            </p:nvSpPr>
            <p:spPr>
              <a:xfrm>
                <a:off x="6285281" y="3509899"/>
                <a:ext cx="469731" cy="476044"/>
              </a:xfrm>
              <a:custGeom>
                <a:avLst/>
                <a:gdLst/>
                <a:ahLst/>
                <a:cxnLst/>
                <a:rect l="l" t="t" r="r" b="b"/>
                <a:pathLst>
                  <a:path w="8369" h="8439" extrusionOk="0">
                    <a:moveTo>
                      <a:pt x="3381" y="8320"/>
                    </a:moveTo>
                    <a:lnTo>
                      <a:pt x="3322" y="8300"/>
                    </a:lnTo>
                    <a:cubicBezTo>
                      <a:pt x="3094" y="8201"/>
                      <a:pt x="2896" y="8022"/>
                      <a:pt x="2767" y="7804"/>
                    </a:cubicBezTo>
                    <a:cubicBezTo>
                      <a:pt x="2727" y="7745"/>
                      <a:pt x="2687" y="7735"/>
                      <a:pt x="2618" y="7745"/>
                    </a:cubicBezTo>
                    <a:cubicBezTo>
                      <a:pt x="1954" y="7874"/>
                      <a:pt x="1448" y="7517"/>
                      <a:pt x="1349" y="6852"/>
                    </a:cubicBezTo>
                    <a:cubicBezTo>
                      <a:pt x="1339" y="6773"/>
                      <a:pt x="1319" y="6733"/>
                      <a:pt x="1220" y="6713"/>
                    </a:cubicBezTo>
                    <a:cubicBezTo>
                      <a:pt x="932" y="6664"/>
                      <a:pt x="685" y="6475"/>
                      <a:pt x="546" y="6218"/>
                    </a:cubicBezTo>
                    <a:cubicBezTo>
                      <a:pt x="397" y="5960"/>
                      <a:pt x="377" y="5643"/>
                      <a:pt x="476" y="5365"/>
                    </a:cubicBezTo>
                    <a:cubicBezTo>
                      <a:pt x="506" y="5286"/>
                      <a:pt x="506" y="5236"/>
                      <a:pt x="447" y="5196"/>
                    </a:cubicBezTo>
                    <a:cubicBezTo>
                      <a:pt x="90" y="4919"/>
                      <a:pt x="0" y="4552"/>
                      <a:pt x="70" y="4135"/>
                    </a:cubicBezTo>
                    <a:cubicBezTo>
                      <a:pt x="119" y="3937"/>
                      <a:pt x="218" y="3759"/>
                      <a:pt x="367" y="3620"/>
                    </a:cubicBezTo>
                    <a:cubicBezTo>
                      <a:pt x="417" y="3580"/>
                      <a:pt x="427" y="3501"/>
                      <a:pt x="397" y="3451"/>
                    </a:cubicBezTo>
                    <a:cubicBezTo>
                      <a:pt x="209" y="3055"/>
                      <a:pt x="288" y="2599"/>
                      <a:pt x="575" y="2281"/>
                    </a:cubicBezTo>
                    <a:cubicBezTo>
                      <a:pt x="704" y="2152"/>
                      <a:pt x="863" y="2063"/>
                      <a:pt x="1032" y="2023"/>
                    </a:cubicBezTo>
                    <a:cubicBezTo>
                      <a:pt x="1101" y="2004"/>
                      <a:pt x="1141" y="1944"/>
                      <a:pt x="1121" y="1875"/>
                    </a:cubicBezTo>
                    <a:cubicBezTo>
                      <a:pt x="1071" y="1329"/>
                      <a:pt x="1626" y="784"/>
                      <a:pt x="2221" y="873"/>
                    </a:cubicBezTo>
                    <a:cubicBezTo>
                      <a:pt x="2350" y="893"/>
                      <a:pt x="2400" y="844"/>
                      <a:pt x="2469" y="725"/>
                    </a:cubicBezTo>
                    <a:cubicBezTo>
                      <a:pt x="2747" y="249"/>
                      <a:pt x="3342" y="60"/>
                      <a:pt x="3838" y="308"/>
                    </a:cubicBezTo>
                    <a:cubicBezTo>
                      <a:pt x="3907" y="358"/>
                      <a:pt x="4006" y="358"/>
                      <a:pt x="4085" y="298"/>
                    </a:cubicBezTo>
                    <a:cubicBezTo>
                      <a:pt x="4532" y="1"/>
                      <a:pt x="5226" y="120"/>
                      <a:pt x="5513" y="615"/>
                    </a:cubicBezTo>
                    <a:cubicBezTo>
                      <a:pt x="5573" y="725"/>
                      <a:pt x="5662" y="685"/>
                      <a:pt x="5741" y="675"/>
                    </a:cubicBezTo>
                    <a:cubicBezTo>
                      <a:pt x="6336" y="546"/>
                      <a:pt x="6911" y="963"/>
                      <a:pt x="6961" y="1567"/>
                    </a:cubicBezTo>
                    <a:cubicBezTo>
                      <a:pt x="6971" y="1627"/>
                      <a:pt x="6981" y="1667"/>
                      <a:pt x="7060" y="1686"/>
                    </a:cubicBezTo>
                    <a:cubicBezTo>
                      <a:pt x="7685" y="1795"/>
                      <a:pt x="8052" y="2440"/>
                      <a:pt x="7843" y="3025"/>
                    </a:cubicBezTo>
                    <a:cubicBezTo>
                      <a:pt x="7784" y="3193"/>
                      <a:pt x="7933" y="3243"/>
                      <a:pt x="8012" y="3312"/>
                    </a:cubicBezTo>
                    <a:cubicBezTo>
                      <a:pt x="8151" y="3451"/>
                      <a:pt x="8250" y="3630"/>
                      <a:pt x="8290" y="3828"/>
                    </a:cubicBezTo>
                    <a:cubicBezTo>
                      <a:pt x="8369" y="4145"/>
                      <a:pt x="8280" y="4473"/>
                      <a:pt x="8052" y="4720"/>
                    </a:cubicBezTo>
                    <a:cubicBezTo>
                      <a:pt x="7972" y="4780"/>
                      <a:pt x="7943" y="4899"/>
                      <a:pt x="8012" y="4998"/>
                    </a:cubicBezTo>
                    <a:cubicBezTo>
                      <a:pt x="8091" y="5186"/>
                      <a:pt x="8121" y="5385"/>
                      <a:pt x="8101" y="5583"/>
                    </a:cubicBezTo>
                    <a:cubicBezTo>
                      <a:pt x="8071" y="5781"/>
                      <a:pt x="7982" y="5960"/>
                      <a:pt x="7853" y="6109"/>
                    </a:cubicBezTo>
                    <a:cubicBezTo>
                      <a:pt x="7714" y="6218"/>
                      <a:pt x="7566" y="6317"/>
                      <a:pt x="7407" y="6386"/>
                    </a:cubicBezTo>
                    <a:cubicBezTo>
                      <a:pt x="7328" y="6426"/>
                      <a:pt x="7298" y="6456"/>
                      <a:pt x="7288" y="6545"/>
                    </a:cubicBezTo>
                    <a:cubicBezTo>
                      <a:pt x="7278" y="6822"/>
                      <a:pt x="7169" y="7080"/>
                      <a:pt x="6971" y="7289"/>
                    </a:cubicBezTo>
                    <a:cubicBezTo>
                      <a:pt x="6901" y="7348"/>
                      <a:pt x="6822" y="7407"/>
                      <a:pt x="6733" y="7447"/>
                    </a:cubicBezTo>
                    <a:cubicBezTo>
                      <a:pt x="6535" y="7546"/>
                      <a:pt x="6306" y="7576"/>
                      <a:pt x="6078" y="7546"/>
                    </a:cubicBezTo>
                    <a:cubicBezTo>
                      <a:pt x="6009" y="7546"/>
                      <a:pt x="5999" y="7596"/>
                      <a:pt x="5979" y="7636"/>
                    </a:cubicBezTo>
                    <a:cubicBezTo>
                      <a:pt x="5672" y="8230"/>
                      <a:pt x="5057" y="8419"/>
                      <a:pt x="4482" y="8082"/>
                    </a:cubicBezTo>
                    <a:cubicBezTo>
                      <a:pt x="4432" y="8052"/>
                      <a:pt x="4393" y="8002"/>
                      <a:pt x="4323" y="8062"/>
                    </a:cubicBezTo>
                    <a:cubicBezTo>
                      <a:pt x="4085" y="8290"/>
                      <a:pt x="3699" y="8439"/>
                      <a:pt x="3381" y="8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2" name="Google Shape;3582;p55"/>
              <p:cNvSpPr/>
              <p:nvPr/>
            </p:nvSpPr>
            <p:spPr>
              <a:xfrm>
                <a:off x="6345394" y="3573135"/>
                <a:ext cx="354557" cy="354650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6287" extrusionOk="0">
                    <a:moveTo>
                      <a:pt x="6207" y="3133"/>
                    </a:moveTo>
                    <a:cubicBezTo>
                      <a:pt x="6306" y="4869"/>
                      <a:pt x="4720" y="6286"/>
                      <a:pt x="3064" y="6257"/>
                    </a:cubicBezTo>
                    <a:cubicBezTo>
                      <a:pt x="1359" y="6197"/>
                      <a:pt x="0" y="4809"/>
                      <a:pt x="0" y="3104"/>
                    </a:cubicBezTo>
                    <a:cubicBezTo>
                      <a:pt x="0" y="1448"/>
                      <a:pt x="1428" y="0"/>
                      <a:pt x="3133" y="0"/>
                    </a:cubicBezTo>
                    <a:cubicBezTo>
                      <a:pt x="4740" y="10"/>
                      <a:pt x="6316" y="1438"/>
                      <a:pt x="6207" y="31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3" name="Google Shape;3583;p55"/>
              <p:cNvSpPr/>
              <p:nvPr/>
            </p:nvSpPr>
            <p:spPr>
              <a:xfrm>
                <a:off x="6407134" y="3636878"/>
                <a:ext cx="229898" cy="232748"/>
              </a:xfrm>
              <a:custGeom>
                <a:avLst/>
                <a:gdLst/>
                <a:ahLst/>
                <a:cxnLst/>
                <a:rect l="l" t="t" r="r" b="b"/>
                <a:pathLst>
                  <a:path w="4096" h="4126" extrusionOk="0">
                    <a:moveTo>
                      <a:pt x="2016" y="0"/>
                    </a:moveTo>
                    <a:cubicBezTo>
                      <a:pt x="2015" y="0"/>
                      <a:pt x="2014" y="0"/>
                      <a:pt x="2014" y="1"/>
                    </a:cubicBezTo>
                    <a:cubicBezTo>
                      <a:pt x="1865" y="20"/>
                      <a:pt x="1766" y="645"/>
                      <a:pt x="1667" y="1101"/>
                    </a:cubicBezTo>
                    <a:cubicBezTo>
                      <a:pt x="1319" y="851"/>
                      <a:pt x="858" y="513"/>
                      <a:pt x="704" y="513"/>
                    </a:cubicBezTo>
                    <a:cubicBezTo>
                      <a:pt x="687" y="513"/>
                      <a:pt x="674" y="517"/>
                      <a:pt x="665" y="526"/>
                    </a:cubicBezTo>
                    <a:cubicBezTo>
                      <a:pt x="566" y="625"/>
                      <a:pt x="973" y="1309"/>
                      <a:pt x="1201" y="1726"/>
                    </a:cubicBezTo>
                    <a:cubicBezTo>
                      <a:pt x="744" y="1845"/>
                      <a:pt x="1" y="1964"/>
                      <a:pt x="1" y="2093"/>
                    </a:cubicBezTo>
                    <a:cubicBezTo>
                      <a:pt x="11" y="2231"/>
                      <a:pt x="685" y="2311"/>
                      <a:pt x="1141" y="2410"/>
                    </a:cubicBezTo>
                    <a:cubicBezTo>
                      <a:pt x="873" y="2807"/>
                      <a:pt x="437" y="3332"/>
                      <a:pt x="526" y="3421"/>
                    </a:cubicBezTo>
                    <a:cubicBezTo>
                      <a:pt x="536" y="3432"/>
                      <a:pt x="550" y="3436"/>
                      <a:pt x="570" y="3436"/>
                    </a:cubicBezTo>
                    <a:cubicBezTo>
                      <a:pt x="741" y="3436"/>
                      <a:pt x="1273" y="3081"/>
                      <a:pt x="1647" y="2886"/>
                    </a:cubicBezTo>
                    <a:cubicBezTo>
                      <a:pt x="1765" y="3349"/>
                      <a:pt x="1922" y="4125"/>
                      <a:pt x="2070" y="4125"/>
                    </a:cubicBezTo>
                    <a:cubicBezTo>
                      <a:pt x="2071" y="4125"/>
                      <a:pt x="2072" y="4125"/>
                      <a:pt x="2073" y="4125"/>
                    </a:cubicBezTo>
                    <a:cubicBezTo>
                      <a:pt x="2212" y="4105"/>
                      <a:pt x="2321" y="3481"/>
                      <a:pt x="2410" y="3025"/>
                    </a:cubicBezTo>
                    <a:cubicBezTo>
                      <a:pt x="2767" y="3275"/>
                      <a:pt x="3221" y="3613"/>
                      <a:pt x="3380" y="3613"/>
                    </a:cubicBezTo>
                    <a:cubicBezTo>
                      <a:pt x="3398" y="3613"/>
                      <a:pt x="3412" y="3609"/>
                      <a:pt x="3422" y="3600"/>
                    </a:cubicBezTo>
                    <a:cubicBezTo>
                      <a:pt x="3511" y="3501"/>
                      <a:pt x="3104" y="2816"/>
                      <a:pt x="2876" y="2410"/>
                    </a:cubicBezTo>
                    <a:cubicBezTo>
                      <a:pt x="3352" y="2291"/>
                      <a:pt x="4096" y="2182"/>
                      <a:pt x="4076" y="2033"/>
                    </a:cubicBezTo>
                    <a:cubicBezTo>
                      <a:pt x="4076" y="1904"/>
                      <a:pt x="3402" y="1815"/>
                      <a:pt x="2946" y="1716"/>
                    </a:cubicBezTo>
                    <a:cubicBezTo>
                      <a:pt x="3213" y="1319"/>
                      <a:pt x="3650" y="794"/>
                      <a:pt x="3560" y="695"/>
                    </a:cubicBezTo>
                    <a:cubicBezTo>
                      <a:pt x="3552" y="686"/>
                      <a:pt x="3539" y="682"/>
                      <a:pt x="3521" y="682"/>
                    </a:cubicBezTo>
                    <a:cubicBezTo>
                      <a:pt x="3355" y="682"/>
                      <a:pt x="2807" y="1042"/>
                      <a:pt x="2430" y="1240"/>
                    </a:cubicBezTo>
                    <a:cubicBezTo>
                      <a:pt x="2312" y="777"/>
                      <a:pt x="2154" y="0"/>
                      <a:pt x="20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55"/>
              <p:cNvSpPr/>
              <p:nvPr/>
            </p:nvSpPr>
            <p:spPr>
              <a:xfrm>
                <a:off x="6613627" y="3747047"/>
                <a:ext cx="69598" cy="120887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2143" extrusionOk="0">
                    <a:moveTo>
                      <a:pt x="1141" y="140"/>
                    </a:moveTo>
                    <a:cubicBezTo>
                      <a:pt x="1111" y="50"/>
                      <a:pt x="1022" y="1"/>
                      <a:pt x="932" y="21"/>
                    </a:cubicBezTo>
                    <a:cubicBezTo>
                      <a:pt x="843" y="50"/>
                      <a:pt x="794" y="140"/>
                      <a:pt x="813" y="229"/>
                    </a:cubicBezTo>
                    <a:cubicBezTo>
                      <a:pt x="903" y="814"/>
                      <a:pt x="566" y="1369"/>
                      <a:pt x="159" y="1756"/>
                    </a:cubicBezTo>
                    <a:cubicBezTo>
                      <a:pt x="0" y="1905"/>
                      <a:pt x="238" y="2143"/>
                      <a:pt x="387" y="1994"/>
                    </a:cubicBezTo>
                    <a:cubicBezTo>
                      <a:pt x="913" y="1518"/>
                      <a:pt x="1240" y="854"/>
                      <a:pt x="1141" y="14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85" name="Google Shape;3585;p55"/>
          <p:cNvGrpSpPr/>
          <p:nvPr/>
        </p:nvGrpSpPr>
        <p:grpSpPr>
          <a:xfrm>
            <a:off x="721692" y="3591688"/>
            <a:ext cx="359149" cy="274320"/>
            <a:chOff x="1684504" y="2090725"/>
            <a:chExt cx="359149" cy="274320"/>
          </a:xfrm>
        </p:grpSpPr>
        <p:sp>
          <p:nvSpPr>
            <p:cNvPr id="3586" name="Google Shape;3586;p55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55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8" name="Google Shape;3588;p55"/>
          <p:cNvGrpSpPr/>
          <p:nvPr/>
        </p:nvGrpSpPr>
        <p:grpSpPr>
          <a:xfrm>
            <a:off x="525188" y="4048888"/>
            <a:ext cx="376078" cy="365766"/>
            <a:chOff x="1243851" y="2712376"/>
            <a:chExt cx="376078" cy="365766"/>
          </a:xfrm>
        </p:grpSpPr>
        <p:sp>
          <p:nvSpPr>
            <p:cNvPr id="3589" name="Google Shape;3589;p55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55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5" name="Google Shape;3595;p5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financial education</a:t>
            </a:r>
            <a:endParaRPr/>
          </a:p>
        </p:txBody>
      </p:sp>
      <p:sp>
        <p:nvSpPr>
          <p:cNvPr id="3596" name="Google Shape;3596;p56"/>
          <p:cNvSpPr/>
          <p:nvPr/>
        </p:nvSpPr>
        <p:spPr>
          <a:xfrm>
            <a:off x="713225" y="2754600"/>
            <a:ext cx="1792500" cy="457200"/>
          </a:xfrm>
          <a:prstGeom prst="rect">
            <a:avLst/>
          </a:pr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Early years</a:t>
            </a:r>
            <a:endParaRPr sz="200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597" name="Google Shape;3597;p56"/>
          <p:cNvSpPr/>
          <p:nvPr/>
        </p:nvSpPr>
        <p:spPr>
          <a:xfrm>
            <a:off x="2688243" y="2754600"/>
            <a:ext cx="1792500" cy="457200"/>
          </a:xfrm>
          <a:prstGeom prst="rect">
            <a:avLst/>
          </a:pr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19th century</a:t>
            </a:r>
            <a:endParaRPr sz="200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598" name="Google Shape;3598;p56"/>
          <p:cNvSpPr/>
          <p:nvPr/>
        </p:nvSpPr>
        <p:spPr>
          <a:xfrm>
            <a:off x="4663261" y="2754600"/>
            <a:ext cx="1792500" cy="457200"/>
          </a:xfrm>
          <a:prstGeom prst="rect">
            <a:avLst/>
          </a:pr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20th century</a:t>
            </a:r>
            <a:endParaRPr sz="200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599" name="Google Shape;3599;p56"/>
          <p:cNvSpPr/>
          <p:nvPr/>
        </p:nvSpPr>
        <p:spPr>
          <a:xfrm>
            <a:off x="6638279" y="2754600"/>
            <a:ext cx="1792500" cy="457200"/>
          </a:xfrm>
          <a:prstGeom prst="rect">
            <a:avLst/>
          </a:prstGeom>
          <a:noFill/>
          <a:ln w="19050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Today</a:t>
            </a:r>
            <a:endParaRPr sz="200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cxnSp>
        <p:nvCxnSpPr>
          <p:cNvPr id="3600" name="Google Shape;3600;p56"/>
          <p:cNvCxnSpPr>
            <a:stCxn id="3596" idx="3"/>
            <a:endCxn id="3597" idx="1"/>
          </p:cNvCxnSpPr>
          <p:nvPr/>
        </p:nvCxnSpPr>
        <p:spPr>
          <a:xfrm>
            <a:off x="2505725" y="2983200"/>
            <a:ext cx="1824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1" name="Google Shape;3601;p56"/>
          <p:cNvCxnSpPr>
            <a:endCxn id="3598" idx="1"/>
          </p:cNvCxnSpPr>
          <p:nvPr/>
        </p:nvCxnSpPr>
        <p:spPr>
          <a:xfrm>
            <a:off x="4480861" y="2983200"/>
            <a:ext cx="1824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2" name="Google Shape;3602;p56"/>
          <p:cNvCxnSpPr>
            <a:stCxn id="3598" idx="3"/>
            <a:endCxn id="3599" idx="1"/>
          </p:cNvCxnSpPr>
          <p:nvPr/>
        </p:nvCxnSpPr>
        <p:spPr>
          <a:xfrm>
            <a:off x="6455761" y="2983200"/>
            <a:ext cx="1824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3" name="Google Shape;3603;p56"/>
          <p:cNvCxnSpPr>
            <a:stCxn id="3599" idx="3"/>
          </p:cNvCxnSpPr>
          <p:nvPr/>
        </p:nvCxnSpPr>
        <p:spPr>
          <a:xfrm>
            <a:off x="8430779" y="2983200"/>
            <a:ext cx="1824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04" name="Google Shape;3604;p56"/>
          <p:cNvCxnSpPr>
            <a:endCxn id="3596" idx="1"/>
          </p:cNvCxnSpPr>
          <p:nvPr/>
        </p:nvCxnSpPr>
        <p:spPr>
          <a:xfrm>
            <a:off x="530825" y="2983200"/>
            <a:ext cx="1824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605" name="Google Shape;3605;p56"/>
          <p:cNvSpPr txBox="1"/>
          <p:nvPr/>
        </p:nvSpPr>
        <p:spPr>
          <a:xfrm flipH="1">
            <a:off x="713121" y="1362450"/>
            <a:ext cx="2926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Entirely informal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606" name="Google Shape;3606;p56"/>
          <p:cNvSpPr txBox="1"/>
          <p:nvPr/>
        </p:nvSpPr>
        <p:spPr>
          <a:xfrm flipH="1">
            <a:off x="713137" y="1819656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Mercury is very small and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the closest planet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the Sun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7" name="Google Shape;3607;p56"/>
          <p:cNvSpPr txBox="1"/>
          <p:nvPr/>
        </p:nvSpPr>
        <p:spPr>
          <a:xfrm flipH="1">
            <a:off x="4755921" y="1362450"/>
            <a:ext cx="2926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First time taught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608" name="Google Shape;3608;p56"/>
          <p:cNvSpPr txBox="1"/>
          <p:nvPr/>
        </p:nvSpPr>
        <p:spPr>
          <a:xfrm flipH="1">
            <a:off x="4755937" y="1819656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Earth is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the third planet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and the only one that harbors life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9" name="Google Shape;3609;p56"/>
          <p:cNvSpPr txBox="1"/>
          <p:nvPr/>
        </p:nvSpPr>
        <p:spPr>
          <a:xfrm flipH="1">
            <a:off x="1461871" y="3502152"/>
            <a:ext cx="2926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James Gilbart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610" name="Google Shape;3610;p56"/>
          <p:cNvSpPr txBox="1"/>
          <p:nvPr/>
        </p:nvSpPr>
        <p:spPr>
          <a:xfrm flipH="1">
            <a:off x="1461887" y="3963746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Venus has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a beautiful name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is the second planet from the Sun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1" name="Google Shape;3611;p56"/>
          <p:cNvSpPr txBox="1"/>
          <p:nvPr/>
        </p:nvSpPr>
        <p:spPr>
          <a:xfrm flipH="1">
            <a:off x="5504521" y="3502152"/>
            <a:ext cx="2926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Taught in schools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612" name="Google Shape;3612;p56"/>
          <p:cNvSpPr txBox="1"/>
          <p:nvPr/>
        </p:nvSpPr>
        <p:spPr>
          <a:xfrm flipH="1">
            <a:off x="5504537" y="3963746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Despite being red, Mars is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a cold place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It is full of iron oxide dust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13" name="Google Shape;3613;p56"/>
          <p:cNvCxnSpPr>
            <a:stCxn id="3596" idx="0"/>
            <a:endCxn id="3606" idx="2"/>
          </p:cNvCxnSpPr>
          <p:nvPr/>
        </p:nvCxnSpPr>
        <p:spPr>
          <a:xfrm rot="-5400000">
            <a:off x="1745525" y="2323950"/>
            <a:ext cx="294600" cy="566700"/>
          </a:xfrm>
          <a:prstGeom prst="bentConnector3">
            <a:avLst>
              <a:gd name="adj1" fmla="val 50024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614" name="Google Shape;3614;p56"/>
          <p:cNvCxnSpPr>
            <a:stCxn id="3597" idx="2"/>
            <a:endCxn id="3609" idx="0"/>
          </p:cNvCxnSpPr>
          <p:nvPr/>
        </p:nvCxnSpPr>
        <p:spPr>
          <a:xfrm rot="5400000">
            <a:off x="3109593" y="3027300"/>
            <a:ext cx="290400" cy="659400"/>
          </a:xfrm>
          <a:prstGeom prst="bentConnector3">
            <a:avLst>
              <a:gd name="adj1" fmla="val 49992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615" name="Google Shape;3615;p56"/>
          <p:cNvCxnSpPr>
            <a:stCxn id="3598" idx="0"/>
            <a:endCxn id="3608" idx="2"/>
          </p:cNvCxnSpPr>
          <p:nvPr/>
        </p:nvCxnSpPr>
        <p:spPr>
          <a:xfrm rot="-5400000">
            <a:off x="5741911" y="2277600"/>
            <a:ext cx="294600" cy="659400"/>
          </a:xfrm>
          <a:prstGeom prst="bentConnector3">
            <a:avLst>
              <a:gd name="adj1" fmla="val 50024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616" name="Google Shape;3616;p56"/>
          <p:cNvCxnSpPr>
            <a:stCxn id="3599" idx="2"/>
            <a:endCxn id="3611" idx="0"/>
          </p:cNvCxnSpPr>
          <p:nvPr/>
        </p:nvCxnSpPr>
        <p:spPr>
          <a:xfrm rot="5400000">
            <a:off x="7105829" y="3073500"/>
            <a:ext cx="290400" cy="567000"/>
          </a:xfrm>
          <a:prstGeom prst="bentConnector3">
            <a:avLst>
              <a:gd name="adj1" fmla="val 49992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617" name="Google Shape;3617;p56"/>
          <p:cNvGrpSpPr/>
          <p:nvPr/>
        </p:nvGrpSpPr>
        <p:grpSpPr>
          <a:xfrm>
            <a:off x="576478" y="4329632"/>
            <a:ext cx="273484" cy="274317"/>
            <a:chOff x="5885615" y="165400"/>
            <a:chExt cx="364743" cy="365756"/>
          </a:xfrm>
        </p:grpSpPr>
        <p:sp>
          <p:nvSpPr>
            <p:cNvPr id="3618" name="Google Shape;3618;p56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56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0" name="Google Shape;3620;p56"/>
          <p:cNvGrpSpPr/>
          <p:nvPr/>
        </p:nvGrpSpPr>
        <p:grpSpPr>
          <a:xfrm>
            <a:off x="8293548" y="1362450"/>
            <a:ext cx="274452" cy="274317"/>
            <a:chOff x="2167548" y="1796250"/>
            <a:chExt cx="274452" cy="274317"/>
          </a:xfrm>
        </p:grpSpPr>
        <p:sp>
          <p:nvSpPr>
            <p:cNvPr id="3621" name="Google Shape;3621;p56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56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3" name="Google Shape;3623;p56"/>
          <p:cNvGrpSpPr/>
          <p:nvPr/>
        </p:nvGrpSpPr>
        <p:grpSpPr>
          <a:xfrm>
            <a:off x="713129" y="3864350"/>
            <a:ext cx="359149" cy="274320"/>
            <a:chOff x="1684504" y="2090725"/>
            <a:chExt cx="359149" cy="274320"/>
          </a:xfrm>
        </p:grpSpPr>
        <p:sp>
          <p:nvSpPr>
            <p:cNvPr id="3624" name="Google Shape;3624;p56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56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6" name="Google Shape;3626;p56"/>
          <p:cNvGrpSpPr/>
          <p:nvPr/>
        </p:nvGrpSpPr>
        <p:grpSpPr>
          <a:xfrm flipH="1">
            <a:off x="8054688" y="1784263"/>
            <a:ext cx="376078" cy="365766"/>
            <a:chOff x="1243851" y="2712376"/>
            <a:chExt cx="376078" cy="365766"/>
          </a:xfrm>
        </p:grpSpPr>
        <p:sp>
          <p:nvSpPr>
            <p:cNvPr id="3627" name="Google Shape;3627;p56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56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3" name="Google Shape;3633;p5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lessons of financial education</a:t>
            </a:r>
            <a:endParaRPr/>
          </a:p>
        </p:txBody>
      </p:sp>
      <p:sp>
        <p:nvSpPr>
          <p:cNvPr id="3634" name="Google Shape;3634;p57"/>
          <p:cNvSpPr txBox="1"/>
          <p:nvPr/>
        </p:nvSpPr>
        <p:spPr>
          <a:xfrm flipH="1">
            <a:off x="713337" y="1362459"/>
            <a:ext cx="2328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Have fewer credit cards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635" name="Google Shape;3635;p57"/>
          <p:cNvSpPr txBox="1"/>
          <p:nvPr/>
        </p:nvSpPr>
        <p:spPr>
          <a:xfrm flipH="1">
            <a:off x="713349" y="2187665"/>
            <a:ext cx="2328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Mercury is small and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the closest planet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the Sun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36" name="Google Shape;3636;p57"/>
          <p:cNvSpPr txBox="1"/>
          <p:nvPr/>
        </p:nvSpPr>
        <p:spPr>
          <a:xfrm flipH="1">
            <a:off x="713337" y="3138584"/>
            <a:ext cx="2328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Always pay debts on time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637" name="Google Shape;3637;p57"/>
          <p:cNvSpPr txBox="1"/>
          <p:nvPr/>
        </p:nvSpPr>
        <p:spPr>
          <a:xfrm flipH="1">
            <a:off x="713349" y="3963790"/>
            <a:ext cx="2328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Venus has a beautiful name and is the second planet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38" name="Google Shape;3638;p57"/>
          <p:cNvSpPr txBox="1"/>
          <p:nvPr/>
        </p:nvSpPr>
        <p:spPr>
          <a:xfrm flipH="1">
            <a:off x="6102174" y="1362459"/>
            <a:ext cx="2328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Comparison shopping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639" name="Google Shape;3639;p57"/>
          <p:cNvSpPr txBox="1"/>
          <p:nvPr/>
        </p:nvSpPr>
        <p:spPr>
          <a:xfrm flipH="1">
            <a:off x="6102187" y="2187665"/>
            <a:ext cx="2328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Earth is the only planet that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harbors life </a:t>
            </a:r>
            <a:endParaRPr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640" name="Google Shape;3640;p57"/>
          <p:cNvSpPr txBox="1"/>
          <p:nvPr/>
        </p:nvSpPr>
        <p:spPr>
          <a:xfrm flipH="1">
            <a:off x="6102174" y="3138584"/>
            <a:ext cx="2328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Always have good savings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3641" name="Google Shape;3641;p57"/>
          <p:cNvSpPr txBox="1"/>
          <p:nvPr/>
        </p:nvSpPr>
        <p:spPr>
          <a:xfrm flipH="1">
            <a:off x="6102187" y="3963790"/>
            <a:ext cx="2328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Despite being red, Mars is actually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a cold place</a:t>
            </a:r>
            <a:endParaRPr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3642" name="Google Shape;3642;p57"/>
          <p:cNvGrpSpPr/>
          <p:nvPr/>
        </p:nvGrpSpPr>
        <p:grpSpPr>
          <a:xfrm>
            <a:off x="3572104" y="1908780"/>
            <a:ext cx="1999793" cy="2148857"/>
            <a:chOff x="7071160" y="1737682"/>
            <a:chExt cx="1437149" cy="1554439"/>
          </a:xfrm>
        </p:grpSpPr>
        <p:sp>
          <p:nvSpPr>
            <p:cNvPr id="3643" name="Google Shape;3643;p57"/>
            <p:cNvSpPr/>
            <p:nvPr/>
          </p:nvSpPr>
          <p:spPr>
            <a:xfrm>
              <a:off x="7071160" y="1737777"/>
              <a:ext cx="1437149" cy="1554249"/>
            </a:xfrm>
            <a:custGeom>
              <a:avLst/>
              <a:gdLst/>
              <a:ahLst/>
              <a:cxnLst/>
              <a:rect l="l" t="t" r="r" b="b"/>
              <a:pathLst>
                <a:path w="22737" h="24514" extrusionOk="0">
                  <a:moveTo>
                    <a:pt x="18457" y="1"/>
                  </a:moveTo>
                  <a:cubicBezTo>
                    <a:pt x="17750" y="1"/>
                    <a:pt x="17038" y="23"/>
                    <a:pt x="16341" y="23"/>
                  </a:cubicBezTo>
                  <a:cubicBezTo>
                    <a:pt x="16198" y="23"/>
                    <a:pt x="16050" y="20"/>
                    <a:pt x="15901" y="20"/>
                  </a:cubicBezTo>
                  <a:cubicBezTo>
                    <a:pt x="15455" y="20"/>
                    <a:pt x="14998" y="43"/>
                    <a:pt x="14596" y="221"/>
                  </a:cubicBezTo>
                  <a:cubicBezTo>
                    <a:pt x="14031" y="469"/>
                    <a:pt x="13218" y="1084"/>
                    <a:pt x="12673" y="1639"/>
                  </a:cubicBezTo>
                  <a:lnTo>
                    <a:pt x="4621" y="3543"/>
                  </a:lnTo>
                  <a:cubicBezTo>
                    <a:pt x="4463" y="3572"/>
                    <a:pt x="4364" y="3731"/>
                    <a:pt x="4403" y="3890"/>
                  </a:cubicBezTo>
                  <a:lnTo>
                    <a:pt x="4949" y="6190"/>
                  </a:lnTo>
                  <a:cubicBezTo>
                    <a:pt x="4884" y="6193"/>
                    <a:pt x="4819" y="6195"/>
                    <a:pt x="4755" y="6195"/>
                  </a:cubicBezTo>
                  <a:cubicBezTo>
                    <a:pt x="3165" y="6195"/>
                    <a:pt x="1853" y="5169"/>
                    <a:pt x="1568" y="4921"/>
                  </a:cubicBezTo>
                  <a:cubicBezTo>
                    <a:pt x="1548" y="4891"/>
                    <a:pt x="1528" y="4871"/>
                    <a:pt x="1508" y="4871"/>
                  </a:cubicBezTo>
                  <a:cubicBezTo>
                    <a:pt x="1359" y="4881"/>
                    <a:pt x="1230" y="5982"/>
                    <a:pt x="1161" y="6051"/>
                  </a:cubicBezTo>
                  <a:cubicBezTo>
                    <a:pt x="1022" y="6190"/>
                    <a:pt x="1" y="6299"/>
                    <a:pt x="11" y="6438"/>
                  </a:cubicBezTo>
                  <a:cubicBezTo>
                    <a:pt x="21" y="6577"/>
                    <a:pt x="1022" y="6646"/>
                    <a:pt x="1161" y="6775"/>
                  </a:cubicBezTo>
                  <a:cubicBezTo>
                    <a:pt x="1240" y="6854"/>
                    <a:pt x="1407" y="7955"/>
                    <a:pt x="1546" y="7955"/>
                  </a:cubicBezTo>
                  <a:cubicBezTo>
                    <a:pt x="1546" y="7955"/>
                    <a:pt x="1547" y="7955"/>
                    <a:pt x="1548" y="7955"/>
                  </a:cubicBezTo>
                  <a:lnTo>
                    <a:pt x="2946" y="9254"/>
                  </a:lnTo>
                  <a:cubicBezTo>
                    <a:pt x="2837" y="9353"/>
                    <a:pt x="2728" y="9472"/>
                    <a:pt x="2638" y="9591"/>
                  </a:cubicBezTo>
                  <a:cubicBezTo>
                    <a:pt x="2252" y="10116"/>
                    <a:pt x="1845" y="10642"/>
                    <a:pt x="1439" y="11168"/>
                  </a:cubicBezTo>
                  <a:cubicBezTo>
                    <a:pt x="1230" y="11415"/>
                    <a:pt x="1181" y="11634"/>
                    <a:pt x="1280" y="11703"/>
                  </a:cubicBezTo>
                  <a:lnTo>
                    <a:pt x="1280" y="20984"/>
                  </a:lnTo>
                  <a:cubicBezTo>
                    <a:pt x="1270" y="21152"/>
                    <a:pt x="1389" y="21311"/>
                    <a:pt x="1568" y="21331"/>
                  </a:cubicBezTo>
                  <a:lnTo>
                    <a:pt x="3372" y="21331"/>
                  </a:lnTo>
                  <a:cubicBezTo>
                    <a:pt x="3362" y="21549"/>
                    <a:pt x="3402" y="21767"/>
                    <a:pt x="3481" y="21965"/>
                  </a:cubicBezTo>
                  <a:cubicBezTo>
                    <a:pt x="3729" y="22689"/>
                    <a:pt x="4215" y="23264"/>
                    <a:pt x="4552" y="23264"/>
                  </a:cubicBezTo>
                  <a:lnTo>
                    <a:pt x="6981" y="23264"/>
                  </a:lnTo>
                  <a:cubicBezTo>
                    <a:pt x="7318" y="23264"/>
                    <a:pt x="7794" y="22679"/>
                    <a:pt x="8052" y="21955"/>
                  </a:cubicBezTo>
                  <a:cubicBezTo>
                    <a:pt x="8122" y="21757"/>
                    <a:pt x="8161" y="21539"/>
                    <a:pt x="8151" y="21331"/>
                  </a:cubicBezTo>
                  <a:lnTo>
                    <a:pt x="12970" y="21331"/>
                  </a:lnTo>
                  <a:cubicBezTo>
                    <a:pt x="12960" y="21549"/>
                    <a:pt x="13000" y="21767"/>
                    <a:pt x="13079" y="21965"/>
                  </a:cubicBezTo>
                  <a:cubicBezTo>
                    <a:pt x="13327" y="22689"/>
                    <a:pt x="13813" y="23264"/>
                    <a:pt x="14150" y="23264"/>
                  </a:cubicBezTo>
                  <a:lnTo>
                    <a:pt x="16579" y="23264"/>
                  </a:lnTo>
                  <a:cubicBezTo>
                    <a:pt x="16916" y="23264"/>
                    <a:pt x="17392" y="22679"/>
                    <a:pt x="17650" y="21955"/>
                  </a:cubicBezTo>
                  <a:cubicBezTo>
                    <a:pt x="17720" y="21757"/>
                    <a:pt x="17759" y="21539"/>
                    <a:pt x="17749" y="21331"/>
                  </a:cubicBezTo>
                  <a:lnTo>
                    <a:pt x="19048" y="21331"/>
                  </a:lnTo>
                  <a:lnTo>
                    <a:pt x="19693" y="22996"/>
                  </a:lnTo>
                  <a:cubicBezTo>
                    <a:pt x="19703" y="23135"/>
                    <a:pt x="20694" y="23205"/>
                    <a:pt x="20843" y="23334"/>
                  </a:cubicBezTo>
                  <a:cubicBezTo>
                    <a:pt x="20922" y="23413"/>
                    <a:pt x="21089" y="24514"/>
                    <a:pt x="21228" y="24514"/>
                  </a:cubicBezTo>
                  <a:cubicBezTo>
                    <a:pt x="21228" y="24514"/>
                    <a:pt x="21229" y="24514"/>
                    <a:pt x="21230" y="24514"/>
                  </a:cubicBezTo>
                  <a:cubicBezTo>
                    <a:pt x="21378" y="24504"/>
                    <a:pt x="21507" y="23413"/>
                    <a:pt x="21577" y="23334"/>
                  </a:cubicBezTo>
                  <a:cubicBezTo>
                    <a:pt x="21715" y="23195"/>
                    <a:pt x="22737" y="23086"/>
                    <a:pt x="22727" y="22947"/>
                  </a:cubicBezTo>
                  <a:cubicBezTo>
                    <a:pt x="22727" y="22808"/>
                    <a:pt x="21715" y="22739"/>
                    <a:pt x="21577" y="22600"/>
                  </a:cubicBezTo>
                  <a:cubicBezTo>
                    <a:pt x="21498" y="22521"/>
                    <a:pt x="21330" y="21430"/>
                    <a:pt x="21192" y="21430"/>
                  </a:cubicBezTo>
                  <a:cubicBezTo>
                    <a:pt x="21191" y="21430"/>
                    <a:pt x="21191" y="21430"/>
                    <a:pt x="21190" y="21430"/>
                  </a:cubicBezTo>
                  <a:lnTo>
                    <a:pt x="20010" y="20984"/>
                  </a:lnTo>
                  <a:lnTo>
                    <a:pt x="20010" y="11604"/>
                  </a:lnTo>
                  <a:cubicBezTo>
                    <a:pt x="20020" y="11505"/>
                    <a:pt x="19951" y="11346"/>
                    <a:pt x="19812" y="11168"/>
                  </a:cubicBezTo>
                  <a:cubicBezTo>
                    <a:pt x="19395" y="10642"/>
                    <a:pt x="18989" y="10107"/>
                    <a:pt x="18602" y="9581"/>
                  </a:cubicBezTo>
                  <a:cubicBezTo>
                    <a:pt x="18374" y="9274"/>
                    <a:pt x="18057" y="9026"/>
                    <a:pt x="17898" y="9026"/>
                  </a:cubicBezTo>
                  <a:lnTo>
                    <a:pt x="14676" y="9026"/>
                  </a:lnTo>
                  <a:lnTo>
                    <a:pt x="16996" y="6706"/>
                  </a:lnTo>
                  <a:cubicBezTo>
                    <a:pt x="17085" y="6616"/>
                    <a:pt x="17105" y="6497"/>
                    <a:pt x="17055" y="6388"/>
                  </a:cubicBezTo>
                  <a:cubicBezTo>
                    <a:pt x="17759" y="6170"/>
                    <a:pt x="18543" y="6012"/>
                    <a:pt x="19088" y="5476"/>
                  </a:cubicBezTo>
                  <a:cubicBezTo>
                    <a:pt x="19425" y="5099"/>
                    <a:pt x="19802" y="4762"/>
                    <a:pt x="20208" y="4455"/>
                  </a:cubicBezTo>
                  <a:cubicBezTo>
                    <a:pt x="20417" y="4316"/>
                    <a:pt x="20645" y="4197"/>
                    <a:pt x="20883" y="4108"/>
                  </a:cubicBezTo>
                  <a:cubicBezTo>
                    <a:pt x="21870" y="3762"/>
                    <a:pt x="21658" y="102"/>
                    <a:pt x="20735" y="102"/>
                  </a:cubicBezTo>
                  <a:cubicBezTo>
                    <a:pt x="20731" y="102"/>
                    <a:pt x="20728" y="102"/>
                    <a:pt x="20724" y="102"/>
                  </a:cubicBezTo>
                  <a:cubicBezTo>
                    <a:pt x="20666" y="104"/>
                    <a:pt x="20608" y="106"/>
                    <a:pt x="20549" y="106"/>
                  </a:cubicBezTo>
                  <a:cubicBezTo>
                    <a:pt x="20125" y="106"/>
                    <a:pt x="19684" y="49"/>
                    <a:pt x="19266" y="23"/>
                  </a:cubicBezTo>
                  <a:cubicBezTo>
                    <a:pt x="19118" y="13"/>
                    <a:pt x="18959" y="13"/>
                    <a:pt x="18810" y="3"/>
                  </a:cubicBezTo>
                  <a:cubicBezTo>
                    <a:pt x="18693" y="1"/>
                    <a:pt x="18575" y="1"/>
                    <a:pt x="18457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44" name="Google Shape;3644;p57"/>
            <p:cNvGrpSpPr/>
            <p:nvPr/>
          </p:nvGrpSpPr>
          <p:grpSpPr>
            <a:xfrm>
              <a:off x="7071160" y="1737682"/>
              <a:ext cx="1437149" cy="1554439"/>
              <a:chOff x="6430108" y="2800314"/>
              <a:chExt cx="1437149" cy="1554439"/>
            </a:xfrm>
          </p:grpSpPr>
          <p:sp>
            <p:nvSpPr>
              <p:cNvPr id="3645" name="Google Shape;3645;p57"/>
              <p:cNvSpPr/>
              <p:nvPr/>
            </p:nvSpPr>
            <p:spPr>
              <a:xfrm>
                <a:off x="7240491" y="4110147"/>
                <a:ext cx="320968" cy="165417"/>
              </a:xfrm>
              <a:custGeom>
                <a:avLst/>
                <a:gdLst/>
                <a:ahLst/>
                <a:cxnLst/>
                <a:rect l="l" t="t" r="r" b="b"/>
                <a:pathLst>
                  <a:path w="5078" h="2609" extrusionOk="0">
                    <a:moveTo>
                      <a:pt x="4819" y="1299"/>
                    </a:moveTo>
                    <a:cubicBezTo>
                      <a:pt x="4571" y="2013"/>
                      <a:pt x="4086" y="2598"/>
                      <a:pt x="3758" y="2598"/>
                    </a:cubicBezTo>
                    <a:lnTo>
                      <a:pt x="1319" y="2608"/>
                    </a:lnTo>
                    <a:cubicBezTo>
                      <a:pt x="982" y="2608"/>
                      <a:pt x="506" y="2023"/>
                      <a:pt x="248" y="1309"/>
                    </a:cubicBezTo>
                    <a:lnTo>
                      <a:pt x="248" y="1309"/>
                    </a:lnTo>
                    <a:cubicBezTo>
                      <a:pt x="0" y="595"/>
                      <a:pt x="219" y="10"/>
                      <a:pt x="744" y="10"/>
                    </a:cubicBezTo>
                    <a:lnTo>
                      <a:pt x="4324" y="0"/>
                    </a:lnTo>
                    <a:cubicBezTo>
                      <a:pt x="4849" y="0"/>
                      <a:pt x="5077" y="576"/>
                      <a:pt x="4819" y="129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6" name="Google Shape;3646;p57"/>
              <p:cNvSpPr/>
              <p:nvPr/>
            </p:nvSpPr>
            <p:spPr>
              <a:xfrm>
                <a:off x="6633193" y="4110147"/>
                <a:ext cx="321600" cy="165417"/>
              </a:xfrm>
              <a:custGeom>
                <a:avLst/>
                <a:gdLst/>
                <a:ahLst/>
                <a:cxnLst/>
                <a:rect l="l" t="t" r="r" b="b"/>
                <a:pathLst>
                  <a:path w="5088" h="2609" extrusionOk="0">
                    <a:moveTo>
                      <a:pt x="4829" y="1299"/>
                    </a:moveTo>
                    <a:cubicBezTo>
                      <a:pt x="4581" y="2013"/>
                      <a:pt x="4096" y="2598"/>
                      <a:pt x="3758" y="2598"/>
                    </a:cubicBezTo>
                    <a:lnTo>
                      <a:pt x="1329" y="2608"/>
                    </a:lnTo>
                    <a:cubicBezTo>
                      <a:pt x="992" y="2608"/>
                      <a:pt x="516" y="2023"/>
                      <a:pt x="258" y="1309"/>
                    </a:cubicBezTo>
                    <a:lnTo>
                      <a:pt x="258" y="1309"/>
                    </a:lnTo>
                    <a:cubicBezTo>
                      <a:pt x="1" y="595"/>
                      <a:pt x="229" y="10"/>
                      <a:pt x="754" y="10"/>
                    </a:cubicBezTo>
                    <a:lnTo>
                      <a:pt x="4324" y="0"/>
                    </a:lnTo>
                    <a:cubicBezTo>
                      <a:pt x="4859" y="0"/>
                      <a:pt x="5087" y="576"/>
                      <a:pt x="4829" y="129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647;p57"/>
              <p:cNvSpPr/>
              <p:nvPr/>
            </p:nvSpPr>
            <p:spPr>
              <a:xfrm>
                <a:off x="6509749" y="3536164"/>
                <a:ext cx="1185773" cy="616780"/>
              </a:xfrm>
              <a:custGeom>
                <a:avLst/>
                <a:gdLst/>
                <a:ahLst/>
                <a:cxnLst/>
                <a:rect l="l" t="t" r="r" b="b"/>
                <a:pathLst>
                  <a:path w="18760" h="9728" extrusionOk="0">
                    <a:moveTo>
                      <a:pt x="17798" y="1"/>
                    </a:moveTo>
                    <a:lnTo>
                      <a:pt x="17917" y="90"/>
                    </a:lnTo>
                    <a:lnTo>
                      <a:pt x="982" y="90"/>
                    </a:lnTo>
                    <a:lnTo>
                      <a:pt x="20" y="60"/>
                    </a:lnTo>
                    <a:lnTo>
                      <a:pt x="20" y="9381"/>
                    </a:lnTo>
                    <a:cubicBezTo>
                      <a:pt x="0" y="9549"/>
                      <a:pt x="129" y="9708"/>
                      <a:pt x="308" y="9728"/>
                    </a:cubicBezTo>
                    <a:lnTo>
                      <a:pt x="18453" y="9728"/>
                    </a:lnTo>
                    <a:cubicBezTo>
                      <a:pt x="18631" y="9708"/>
                      <a:pt x="18760" y="9549"/>
                      <a:pt x="18740" y="9381"/>
                    </a:cubicBezTo>
                    <a:lnTo>
                      <a:pt x="187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8" name="Google Shape;3648;p57"/>
              <p:cNvSpPr/>
              <p:nvPr/>
            </p:nvSpPr>
            <p:spPr>
              <a:xfrm>
                <a:off x="6740204" y="3632155"/>
                <a:ext cx="350549" cy="298816"/>
              </a:xfrm>
              <a:custGeom>
                <a:avLst/>
                <a:gdLst/>
                <a:ahLst/>
                <a:cxnLst/>
                <a:rect l="l" t="t" r="r" b="b"/>
                <a:pathLst>
                  <a:path w="5546" h="4713" extrusionOk="0">
                    <a:moveTo>
                      <a:pt x="3114" y="1"/>
                    </a:moveTo>
                    <a:cubicBezTo>
                      <a:pt x="1099" y="1"/>
                      <a:pt x="1" y="2414"/>
                      <a:pt x="1391" y="3940"/>
                    </a:cubicBezTo>
                    <a:cubicBezTo>
                      <a:pt x="1876" y="4473"/>
                      <a:pt x="2500" y="4713"/>
                      <a:pt x="3114" y="4713"/>
                    </a:cubicBezTo>
                    <a:cubicBezTo>
                      <a:pt x="4281" y="4713"/>
                      <a:pt x="5411" y="3844"/>
                      <a:pt x="5476" y="2473"/>
                    </a:cubicBezTo>
                    <a:cubicBezTo>
                      <a:pt x="5546" y="1164"/>
                      <a:pt x="4544" y="63"/>
                      <a:pt x="3235" y="4"/>
                    </a:cubicBezTo>
                    <a:cubicBezTo>
                      <a:pt x="3195" y="2"/>
                      <a:pt x="3154" y="1"/>
                      <a:pt x="311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9" name="Google Shape;3649;p57"/>
              <p:cNvSpPr/>
              <p:nvPr/>
            </p:nvSpPr>
            <p:spPr>
              <a:xfrm>
                <a:off x="6803790" y="3671845"/>
                <a:ext cx="258772" cy="220894"/>
              </a:xfrm>
              <a:custGeom>
                <a:avLst/>
                <a:gdLst/>
                <a:ahLst/>
                <a:cxnLst/>
                <a:rect l="l" t="t" r="r" b="b"/>
                <a:pathLst>
                  <a:path w="4094" h="3484" extrusionOk="0">
                    <a:moveTo>
                      <a:pt x="2292" y="0"/>
                    </a:moveTo>
                    <a:cubicBezTo>
                      <a:pt x="806" y="0"/>
                      <a:pt x="0" y="1791"/>
                      <a:pt x="1020" y="2908"/>
                    </a:cubicBezTo>
                    <a:cubicBezTo>
                      <a:pt x="1379" y="3305"/>
                      <a:pt x="1842" y="3483"/>
                      <a:pt x="2298" y="3483"/>
                    </a:cubicBezTo>
                    <a:cubicBezTo>
                      <a:pt x="3163" y="3483"/>
                      <a:pt x="4002" y="2840"/>
                      <a:pt x="4054" y="1827"/>
                    </a:cubicBezTo>
                    <a:cubicBezTo>
                      <a:pt x="4094" y="865"/>
                      <a:pt x="3350" y="42"/>
                      <a:pt x="2388" y="3"/>
                    </a:cubicBezTo>
                    <a:cubicBezTo>
                      <a:pt x="2356" y="1"/>
                      <a:pt x="2324" y="0"/>
                      <a:pt x="22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0" name="Google Shape;3650;p57"/>
              <p:cNvSpPr/>
              <p:nvPr/>
            </p:nvSpPr>
            <p:spPr>
              <a:xfrm>
                <a:off x="6813082" y="3931605"/>
                <a:ext cx="95949" cy="67333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1062" extrusionOk="0">
                    <a:moveTo>
                      <a:pt x="738" y="0"/>
                    </a:moveTo>
                    <a:cubicBezTo>
                      <a:pt x="333" y="0"/>
                      <a:pt x="0" y="225"/>
                      <a:pt x="0" y="506"/>
                    </a:cubicBezTo>
                    <a:cubicBezTo>
                      <a:pt x="0" y="804"/>
                      <a:pt x="327" y="1042"/>
                      <a:pt x="744" y="1061"/>
                    </a:cubicBezTo>
                    <a:cubicBezTo>
                      <a:pt x="753" y="1062"/>
                      <a:pt x="761" y="1062"/>
                      <a:pt x="770" y="1062"/>
                    </a:cubicBezTo>
                    <a:cubicBezTo>
                      <a:pt x="1174" y="1062"/>
                      <a:pt x="1498" y="837"/>
                      <a:pt x="1507" y="556"/>
                    </a:cubicBezTo>
                    <a:cubicBezTo>
                      <a:pt x="1517" y="258"/>
                      <a:pt x="1180" y="10"/>
                      <a:pt x="764" y="1"/>
                    </a:cubicBezTo>
                    <a:cubicBezTo>
                      <a:pt x="755" y="0"/>
                      <a:pt x="746" y="0"/>
                      <a:pt x="7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1" name="Google Shape;3651;p57"/>
              <p:cNvSpPr/>
              <p:nvPr/>
            </p:nvSpPr>
            <p:spPr>
              <a:xfrm>
                <a:off x="7301297" y="3921524"/>
                <a:ext cx="93421" cy="64861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023" extrusionOk="0">
                    <a:moveTo>
                      <a:pt x="727" y="1"/>
                    </a:moveTo>
                    <a:cubicBezTo>
                      <a:pt x="333" y="1"/>
                      <a:pt x="20" y="215"/>
                      <a:pt x="10" y="497"/>
                    </a:cubicBezTo>
                    <a:cubicBezTo>
                      <a:pt x="0" y="774"/>
                      <a:pt x="318" y="1022"/>
                      <a:pt x="724" y="1022"/>
                    </a:cubicBezTo>
                    <a:cubicBezTo>
                      <a:pt x="733" y="1022"/>
                      <a:pt x="741" y="1022"/>
                      <a:pt x="750" y="1022"/>
                    </a:cubicBezTo>
                    <a:cubicBezTo>
                      <a:pt x="1135" y="1022"/>
                      <a:pt x="1458" y="808"/>
                      <a:pt x="1468" y="536"/>
                    </a:cubicBezTo>
                    <a:cubicBezTo>
                      <a:pt x="1478" y="249"/>
                      <a:pt x="1150" y="1"/>
                      <a:pt x="754" y="1"/>
                    </a:cubicBezTo>
                    <a:cubicBezTo>
                      <a:pt x="745" y="1"/>
                      <a:pt x="736" y="1"/>
                      <a:pt x="7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57"/>
              <p:cNvSpPr/>
              <p:nvPr/>
            </p:nvSpPr>
            <p:spPr>
              <a:xfrm>
                <a:off x="6980076" y="3697904"/>
                <a:ext cx="63776" cy="51990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820" extrusionOk="0">
                    <a:moveTo>
                      <a:pt x="165" y="1"/>
                    </a:moveTo>
                    <a:cubicBezTo>
                      <a:pt x="52" y="1"/>
                      <a:pt x="0" y="191"/>
                      <a:pt x="135" y="236"/>
                    </a:cubicBezTo>
                    <a:cubicBezTo>
                      <a:pt x="382" y="355"/>
                      <a:pt x="591" y="533"/>
                      <a:pt x="739" y="762"/>
                    </a:cubicBezTo>
                    <a:cubicBezTo>
                      <a:pt x="764" y="802"/>
                      <a:pt x="804" y="819"/>
                      <a:pt x="842" y="819"/>
                    </a:cubicBezTo>
                    <a:cubicBezTo>
                      <a:pt x="926" y="819"/>
                      <a:pt x="1009" y="740"/>
                      <a:pt x="948" y="652"/>
                    </a:cubicBezTo>
                    <a:cubicBezTo>
                      <a:pt x="769" y="365"/>
                      <a:pt x="511" y="147"/>
                      <a:pt x="204" y="8"/>
                    </a:cubicBezTo>
                    <a:cubicBezTo>
                      <a:pt x="190" y="3"/>
                      <a:pt x="178" y="1"/>
                      <a:pt x="16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57"/>
              <p:cNvSpPr/>
              <p:nvPr/>
            </p:nvSpPr>
            <p:spPr>
              <a:xfrm>
                <a:off x="6951570" y="3686111"/>
                <a:ext cx="24335" cy="16738"/>
              </a:xfrm>
              <a:custGeom>
                <a:avLst/>
                <a:gdLst/>
                <a:ahLst/>
                <a:cxnLst/>
                <a:rect l="l" t="t" r="r" b="b"/>
                <a:pathLst>
                  <a:path w="385" h="264" extrusionOk="0">
                    <a:moveTo>
                      <a:pt x="137" y="0"/>
                    </a:moveTo>
                    <a:cubicBezTo>
                      <a:pt x="87" y="0"/>
                      <a:pt x="37" y="36"/>
                      <a:pt x="20" y="85"/>
                    </a:cubicBezTo>
                    <a:cubicBezTo>
                      <a:pt x="0" y="144"/>
                      <a:pt x="30" y="214"/>
                      <a:pt x="100" y="234"/>
                    </a:cubicBezTo>
                    <a:lnTo>
                      <a:pt x="209" y="263"/>
                    </a:lnTo>
                    <a:cubicBezTo>
                      <a:pt x="212" y="264"/>
                      <a:pt x="216" y="264"/>
                      <a:pt x="220" y="264"/>
                    </a:cubicBezTo>
                    <a:cubicBezTo>
                      <a:pt x="340" y="264"/>
                      <a:pt x="384" y="103"/>
                      <a:pt x="278" y="35"/>
                    </a:cubicBezTo>
                    <a:lnTo>
                      <a:pt x="169" y="6"/>
                    </a:lnTo>
                    <a:cubicBezTo>
                      <a:pt x="159" y="2"/>
                      <a:pt x="148" y="0"/>
                      <a:pt x="13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57"/>
              <p:cNvSpPr/>
              <p:nvPr/>
            </p:nvSpPr>
            <p:spPr>
              <a:xfrm>
                <a:off x="7034940" y="3762257"/>
                <a:ext cx="16940" cy="16992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132" y="1"/>
                    </a:moveTo>
                    <a:cubicBezTo>
                      <a:pt x="113" y="1"/>
                      <a:pt x="95" y="5"/>
                      <a:pt x="80" y="14"/>
                    </a:cubicBezTo>
                    <a:cubicBezTo>
                      <a:pt x="20" y="44"/>
                      <a:pt x="0" y="113"/>
                      <a:pt x="20" y="173"/>
                    </a:cubicBezTo>
                    <a:cubicBezTo>
                      <a:pt x="36" y="235"/>
                      <a:pt x="91" y="267"/>
                      <a:pt x="147" y="267"/>
                    </a:cubicBezTo>
                    <a:cubicBezTo>
                      <a:pt x="198" y="267"/>
                      <a:pt x="249" y="240"/>
                      <a:pt x="268" y="183"/>
                    </a:cubicBezTo>
                    <a:cubicBezTo>
                      <a:pt x="258" y="143"/>
                      <a:pt x="248" y="103"/>
                      <a:pt x="238" y="64"/>
                    </a:cubicBezTo>
                    <a:cubicBezTo>
                      <a:pt x="218" y="23"/>
                      <a:pt x="173" y="1"/>
                      <a:pt x="1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57"/>
              <p:cNvSpPr/>
              <p:nvPr/>
            </p:nvSpPr>
            <p:spPr>
              <a:xfrm>
                <a:off x="7035888" y="3772211"/>
                <a:ext cx="379" cy="1014"/>
              </a:xfrm>
              <a:custGeom>
                <a:avLst/>
                <a:gdLst/>
                <a:ahLst/>
                <a:cxnLst/>
                <a:rect l="l" t="t" r="r" b="b"/>
                <a:pathLst>
                  <a:path w="6" h="16" extrusionOk="0">
                    <a:moveTo>
                      <a:pt x="1" y="0"/>
                    </a:moveTo>
                    <a:cubicBezTo>
                      <a:pt x="0" y="0"/>
                      <a:pt x="1" y="4"/>
                      <a:pt x="5" y="16"/>
                    </a:cubicBezTo>
                    <a:cubicBezTo>
                      <a:pt x="5" y="1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57"/>
              <p:cNvSpPr/>
              <p:nvPr/>
            </p:nvSpPr>
            <p:spPr>
              <a:xfrm>
                <a:off x="7036204" y="3773162"/>
                <a:ext cx="63" cy="1331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extrusionOk="0">
                    <a:moveTo>
                      <a:pt x="0" y="1"/>
                    </a:moveTo>
                    <a:cubicBezTo>
                      <a:pt x="0" y="21"/>
                      <a:pt x="0" y="11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57"/>
              <p:cNvSpPr/>
              <p:nvPr/>
            </p:nvSpPr>
            <p:spPr>
              <a:xfrm>
                <a:off x="7036204" y="3773162"/>
                <a:ext cx="63" cy="63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57"/>
              <p:cNvSpPr/>
              <p:nvPr/>
            </p:nvSpPr>
            <p:spPr>
              <a:xfrm>
                <a:off x="7064205" y="3617065"/>
                <a:ext cx="349917" cy="299133"/>
              </a:xfrm>
              <a:custGeom>
                <a:avLst/>
                <a:gdLst/>
                <a:ahLst/>
                <a:cxnLst/>
                <a:rect l="l" t="t" r="r" b="b"/>
                <a:pathLst>
                  <a:path w="5536" h="4718" extrusionOk="0">
                    <a:moveTo>
                      <a:pt x="3114" y="1"/>
                    </a:moveTo>
                    <a:cubicBezTo>
                      <a:pt x="1090" y="1"/>
                      <a:pt x="1" y="2423"/>
                      <a:pt x="1381" y="3940"/>
                    </a:cubicBezTo>
                    <a:cubicBezTo>
                      <a:pt x="1866" y="4476"/>
                      <a:pt x="2491" y="4717"/>
                      <a:pt x="3106" y="4717"/>
                    </a:cubicBezTo>
                    <a:cubicBezTo>
                      <a:pt x="4277" y="4717"/>
                      <a:pt x="5412" y="3844"/>
                      <a:pt x="5477" y="2473"/>
                    </a:cubicBezTo>
                    <a:cubicBezTo>
                      <a:pt x="5536" y="1174"/>
                      <a:pt x="4535" y="63"/>
                      <a:pt x="3236" y="4"/>
                    </a:cubicBezTo>
                    <a:cubicBezTo>
                      <a:pt x="3195" y="2"/>
                      <a:pt x="3154" y="1"/>
                      <a:pt x="311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57"/>
              <p:cNvSpPr/>
              <p:nvPr/>
            </p:nvSpPr>
            <p:spPr>
              <a:xfrm>
                <a:off x="7105859" y="3658594"/>
                <a:ext cx="259404" cy="221085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3487" extrusionOk="0">
                    <a:moveTo>
                      <a:pt x="2302" y="1"/>
                    </a:moveTo>
                    <a:cubicBezTo>
                      <a:pt x="816" y="1"/>
                      <a:pt x="1" y="1792"/>
                      <a:pt x="1030" y="2918"/>
                    </a:cubicBezTo>
                    <a:cubicBezTo>
                      <a:pt x="1388" y="3310"/>
                      <a:pt x="1848" y="3487"/>
                      <a:pt x="2302" y="3487"/>
                    </a:cubicBezTo>
                    <a:cubicBezTo>
                      <a:pt x="3168" y="3487"/>
                      <a:pt x="4008" y="2843"/>
                      <a:pt x="4054" y="1828"/>
                    </a:cubicBezTo>
                    <a:cubicBezTo>
                      <a:pt x="4104" y="866"/>
                      <a:pt x="3360" y="43"/>
                      <a:pt x="2398" y="3"/>
                    </a:cubicBezTo>
                    <a:cubicBezTo>
                      <a:pt x="2366" y="2"/>
                      <a:pt x="2334" y="1"/>
                      <a:pt x="23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57"/>
              <p:cNvSpPr/>
              <p:nvPr/>
            </p:nvSpPr>
            <p:spPr>
              <a:xfrm>
                <a:off x="7282271" y="3685160"/>
                <a:ext cx="63650" cy="51546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813" extrusionOk="0">
                    <a:moveTo>
                      <a:pt x="157" y="1"/>
                    </a:moveTo>
                    <a:cubicBezTo>
                      <a:pt x="48" y="1"/>
                      <a:pt x="1" y="186"/>
                      <a:pt x="133" y="239"/>
                    </a:cubicBezTo>
                    <a:cubicBezTo>
                      <a:pt x="381" y="348"/>
                      <a:pt x="589" y="526"/>
                      <a:pt x="738" y="754"/>
                    </a:cubicBezTo>
                    <a:cubicBezTo>
                      <a:pt x="763" y="795"/>
                      <a:pt x="802" y="812"/>
                      <a:pt x="841" y="812"/>
                    </a:cubicBezTo>
                    <a:cubicBezTo>
                      <a:pt x="924" y="812"/>
                      <a:pt x="1007" y="733"/>
                      <a:pt x="946" y="645"/>
                    </a:cubicBezTo>
                    <a:cubicBezTo>
                      <a:pt x="767" y="358"/>
                      <a:pt x="509" y="140"/>
                      <a:pt x="202" y="11"/>
                    </a:cubicBezTo>
                    <a:cubicBezTo>
                      <a:pt x="186" y="4"/>
                      <a:pt x="171" y="1"/>
                      <a:pt x="15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57"/>
              <p:cNvSpPr/>
              <p:nvPr/>
            </p:nvSpPr>
            <p:spPr>
              <a:xfrm>
                <a:off x="7253638" y="3672923"/>
                <a:ext cx="26358" cy="17753"/>
              </a:xfrm>
              <a:custGeom>
                <a:avLst/>
                <a:gdLst/>
                <a:ahLst/>
                <a:cxnLst/>
                <a:rect l="l" t="t" r="r" b="b"/>
                <a:pathLst>
                  <a:path w="417" h="280" extrusionOk="0">
                    <a:moveTo>
                      <a:pt x="137" y="0"/>
                    </a:moveTo>
                    <a:cubicBezTo>
                      <a:pt x="87" y="0"/>
                      <a:pt x="37" y="36"/>
                      <a:pt x="21" y="85"/>
                    </a:cubicBezTo>
                    <a:cubicBezTo>
                      <a:pt x="1" y="144"/>
                      <a:pt x="30" y="214"/>
                      <a:pt x="100" y="233"/>
                    </a:cubicBezTo>
                    <a:lnTo>
                      <a:pt x="209" y="263"/>
                    </a:lnTo>
                    <a:cubicBezTo>
                      <a:pt x="225" y="274"/>
                      <a:pt x="241" y="279"/>
                      <a:pt x="256" y="279"/>
                    </a:cubicBezTo>
                    <a:cubicBezTo>
                      <a:pt x="359" y="279"/>
                      <a:pt x="417" y="44"/>
                      <a:pt x="278" y="35"/>
                    </a:cubicBezTo>
                    <a:lnTo>
                      <a:pt x="169" y="5"/>
                    </a:lnTo>
                    <a:cubicBezTo>
                      <a:pt x="159" y="2"/>
                      <a:pt x="148" y="0"/>
                      <a:pt x="13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57"/>
              <p:cNvSpPr/>
              <p:nvPr/>
            </p:nvSpPr>
            <p:spPr>
              <a:xfrm>
                <a:off x="7336946" y="3750211"/>
                <a:ext cx="16434" cy="17372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74" extrusionOk="0">
                    <a:moveTo>
                      <a:pt x="143" y="1"/>
                    </a:moveTo>
                    <a:cubicBezTo>
                      <a:pt x="69" y="1"/>
                      <a:pt x="1" y="66"/>
                      <a:pt x="21" y="155"/>
                    </a:cubicBezTo>
                    <a:cubicBezTo>
                      <a:pt x="21" y="214"/>
                      <a:pt x="71" y="274"/>
                      <a:pt x="140" y="274"/>
                    </a:cubicBezTo>
                    <a:cubicBezTo>
                      <a:pt x="200" y="274"/>
                      <a:pt x="259" y="224"/>
                      <a:pt x="259" y="165"/>
                    </a:cubicBezTo>
                    <a:cubicBezTo>
                      <a:pt x="259" y="125"/>
                      <a:pt x="259" y="85"/>
                      <a:pt x="239" y="46"/>
                    </a:cubicBezTo>
                    <a:cubicBezTo>
                      <a:pt x="211" y="15"/>
                      <a:pt x="177" y="1"/>
                      <a:pt x="1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3" name="Google Shape;3663;p57"/>
              <p:cNvSpPr/>
              <p:nvPr/>
            </p:nvSpPr>
            <p:spPr>
              <a:xfrm>
                <a:off x="7338273" y="3758960"/>
                <a:ext cx="695" cy="1078"/>
              </a:xfrm>
              <a:custGeom>
                <a:avLst/>
                <a:gdLst/>
                <a:ahLst/>
                <a:cxnLst/>
                <a:rect l="l" t="t" r="r" b="b"/>
                <a:pathLst>
                  <a:path w="11" h="17" extrusionOk="0">
                    <a:moveTo>
                      <a:pt x="2" y="1"/>
                    </a:moveTo>
                    <a:lnTo>
                      <a:pt x="2" y="1"/>
                    </a:lnTo>
                    <a:cubicBezTo>
                      <a:pt x="1" y="1"/>
                      <a:pt x="2" y="5"/>
                      <a:pt x="10" y="17"/>
                    </a:cubicBezTo>
                    <a:cubicBezTo>
                      <a:pt x="10" y="11"/>
                      <a:pt x="3" y="1"/>
                      <a:pt x="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4" name="Google Shape;3664;p57"/>
              <p:cNvSpPr/>
              <p:nvPr/>
            </p:nvSpPr>
            <p:spPr>
              <a:xfrm>
                <a:off x="7338905" y="3760609"/>
                <a:ext cx="63" cy="697"/>
              </a:xfrm>
              <a:custGeom>
                <a:avLst/>
                <a:gdLst/>
                <a:ahLst/>
                <a:cxnLst/>
                <a:rect l="l" t="t" r="r" b="b"/>
                <a:pathLst>
                  <a:path w="1" h="11" extrusionOk="0">
                    <a:moveTo>
                      <a:pt x="0" y="1"/>
                    </a:moveTo>
                    <a:cubicBezTo>
                      <a:pt x="0" y="10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57"/>
              <p:cNvSpPr/>
              <p:nvPr/>
            </p:nvSpPr>
            <p:spPr>
              <a:xfrm>
                <a:off x="7338273" y="3759975"/>
                <a:ext cx="63" cy="63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57"/>
              <p:cNvSpPr/>
              <p:nvPr/>
            </p:nvSpPr>
            <p:spPr>
              <a:xfrm>
                <a:off x="6999797" y="3891979"/>
                <a:ext cx="218192" cy="156604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2470" extrusionOk="0">
                    <a:moveTo>
                      <a:pt x="596" y="2470"/>
                    </a:moveTo>
                    <a:cubicBezTo>
                      <a:pt x="308" y="2262"/>
                      <a:pt x="120" y="1954"/>
                      <a:pt x="70" y="1607"/>
                    </a:cubicBezTo>
                    <a:cubicBezTo>
                      <a:pt x="31" y="1310"/>
                      <a:pt x="1" y="963"/>
                      <a:pt x="160" y="705"/>
                    </a:cubicBezTo>
                    <a:cubicBezTo>
                      <a:pt x="318" y="447"/>
                      <a:pt x="606" y="298"/>
                      <a:pt x="903" y="328"/>
                    </a:cubicBezTo>
                    <a:cubicBezTo>
                      <a:pt x="1082" y="348"/>
                      <a:pt x="1250" y="397"/>
                      <a:pt x="1399" y="497"/>
                    </a:cubicBezTo>
                    <a:cubicBezTo>
                      <a:pt x="1607" y="635"/>
                      <a:pt x="1716" y="516"/>
                      <a:pt x="1865" y="378"/>
                    </a:cubicBezTo>
                    <a:cubicBezTo>
                      <a:pt x="2004" y="229"/>
                      <a:pt x="2172" y="120"/>
                      <a:pt x="2361" y="70"/>
                    </a:cubicBezTo>
                    <a:cubicBezTo>
                      <a:pt x="2718" y="1"/>
                      <a:pt x="3104" y="269"/>
                      <a:pt x="3273" y="566"/>
                    </a:cubicBezTo>
                    <a:cubicBezTo>
                      <a:pt x="3452" y="893"/>
                      <a:pt x="3432" y="1260"/>
                      <a:pt x="3352" y="1617"/>
                    </a:cubicBezTo>
                    <a:cubicBezTo>
                      <a:pt x="3293" y="1805"/>
                      <a:pt x="3204" y="1994"/>
                      <a:pt x="3095" y="2162"/>
                    </a:cubicBezTo>
                    <a:cubicBezTo>
                      <a:pt x="2222" y="1915"/>
                      <a:pt x="1379" y="1984"/>
                      <a:pt x="596" y="24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57"/>
              <p:cNvSpPr/>
              <p:nvPr/>
            </p:nvSpPr>
            <p:spPr>
              <a:xfrm>
                <a:off x="7037405" y="3991330"/>
                <a:ext cx="158019" cy="101888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1607" extrusionOk="0">
                    <a:moveTo>
                      <a:pt x="1" y="903"/>
                    </a:moveTo>
                    <a:cubicBezTo>
                      <a:pt x="804" y="90"/>
                      <a:pt x="1498" y="0"/>
                      <a:pt x="2500" y="605"/>
                    </a:cubicBezTo>
                    <a:cubicBezTo>
                      <a:pt x="1825" y="1488"/>
                      <a:pt x="893" y="1607"/>
                      <a:pt x="1" y="90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57"/>
              <p:cNvSpPr/>
              <p:nvPr/>
            </p:nvSpPr>
            <p:spPr>
              <a:xfrm>
                <a:off x="6430108" y="3109338"/>
                <a:ext cx="193099" cy="194963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75" extrusionOk="0">
                    <a:moveTo>
                      <a:pt x="1500" y="0"/>
                    </a:moveTo>
                    <a:cubicBezTo>
                      <a:pt x="1499" y="0"/>
                      <a:pt x="1499" y="0"/>
                      <a:pt x="1498" y="0"/>
                    </a:cubicBezTo>
                    <a:cubicBezTo>
                      <a:pt x="1359" y="0"/>
                      <a:pt x="1221" y="1101"/>
                      <a:pt x="1151" y="1170"/>
                    </a:cubicBezTo>
                    <a:cubicBezTo>
                      <a:pt x="1012" y="1319"/>
                      <a:pt x="1" y="1418"/>
                      <a:pt x="11" y="1557"/>
                    </a:cubicBezTo>
                    <a:cubicBezTo>
                      <a:pt x="11" y="1706"/>
                      <a:pt x="1012" y="1765"/>
                      <a:pt x="1151" y="1904"/>
                    </a:cubicBezTo>
                    <a:cubicBezTo>
                      <a:pt x="1230" y="1983"/>
                      <a:pt x="1397" y="3074"/>
                      <a:pt x="1546" y="3074"/>
                    </a:cubicBezTo>
                    <a:cubicBezTo>
                      <a:pt x="1546" y="3074"/>
                      <a:pt x="1547" y="3074"/>
                      <a:pt x="1548" y="3074"/>
                    </a:cubicBezTo>
                    <a:cubicBezTo>
                      <a:pt x="1696" y="3074"/>
                      <a:pt x="1825" y="1973"/>
                      <a:pt x="1895" y="1904"/>
                    </a:cubicBezTo>
                    <a:cubicBezTo>
                      <a:pt x="2034" y="1765"/>
                      <a:pt x="3055" y="1656"/>
                      <a:pt x="3045" y="1517"/>
                    </a:cubicBezTo>
                    <a:cubicBezTo>
                      <a:pt x="3045" y="1369"/>
                      <a:pt x="2034" y="1299"/>
                      <a:pt x="1895" y="1170"/>
                    </a:cubicBezTo>
                    <a:cubicBezTo>
                      <a:pt x="1816" y="1091"/>
                      <a:pt x="1648" y="0"/>
                      <a:pt x="15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57"/>
              <p:cNvSpPr/>
              <p:nvPr/>
            </p:nvSpPr>
            <p:spPr>
              <a:xfrm>
                <a:off x="7673526" y="4159157"/>
                <a:ext cx="193731" cy="195597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3085" extrusionOk="0">
                    <a:moveTo>
                      <a:pt x="1510" y="1"/>
                    </a:moveTo>
                    <a:cubicBezTo>
                      <a:pt x="1509" y="1"/>
                      <a:pt x="1509" y="1"/>
                      <a:pt x="1508" y="1"/>
                    </a:cubicBezTo>
                    <a:cubicBezTo>
                      <a:pt x="1359" y="11"/>
                      <a:pt x="1230" y="1101"/>
                      <a:pt x="1161" y="1181"/>
                    </a:cubicBezTo>
                    <a:cubicBezTo>
                      <a:pt x="1022" y="1320"/>
                      <a:pt x="1" y="1429"/>
                      <a:pt x="11" y="1567"/>
                    </a:cubicBezTo>
                    <a:cubicBezTo>
                      <a:pt x="21" y="1706"/>
                      <a:pt x="1022" y="1766"/>
                      <a:pt x="1161" y="1905"/>
                    </a:cubicBezTo>
                    <a:cubicBezTo>
                      <a:pt x="1240" y="1984"/>
                      <a:pt x="1407" y="3085"/>
                      <a:pt x="1556" y="3085"/>
                    </a:cubicBezTo>
                    <a:cubicBezTo>
                      <a:pt x="1556" y="3085"/>
                      <a:pt x="1557" y="3085"/>
                      <a:pt x="1558" y="3085"/>
                    </a:cubicBezTo>
                    <a:cubicBezTo>
                      <a:pt x="1696" y="3075"/>
                      <a:pt x="1835" y="1984"/>
                      <a:pt x="1905" y="1905"/>
                    </a:cubicBezTo>
                    <a:cubicBezTo>
                      <a:pt x="2034" y="1766"/>
                      <a:pt x="3065" y="1657"/>
                      <a:pt x="3055" y="1518"/>
                    </a:cubicBezTo>
                    <a:cubicBezTo>
                      <a:pt x="3045" y="1379"/>
                      <a:pt x="2044" y="1310"/>
                      <a:pt x="1905" y="1171"/>
                    </a:cubicBezTo>
                    <a:cubicBezTo>
                      <a:pt x="1826" y="1092"/>
                      <a:pt x="1658" y="1"/>
                      <a:pt x="15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57"/>
              <p:cNvSpPr/>
              <p:nvPr/>
            </p:nvSpPr>
            <p:spPr>
              <a:xfrm>
                <a:off x="6502860" y="3372712"/>
                <a:ext cx="1195823" cy="171060"/>
              </a:xfrm>
              <a:custGeom>
                <a:avLst/>
                <a:gdLst/>
                <a:ahLst/>
                <a:cxnLst/>
                <a:rect l="l" t="t" r="r" b="b"/>
                <a:pathLst>
                  <a:path w="18919" h="2698" extrusionOk="0">
                    <a:moveTo>
                      <a:pt x="2191" y="1"/>
                    </a:moveTo>
                    <a:cubicBezTo>
                      <a:pt x="2033" y="1"/>
                      <a:pt x="1715" y="249"/>
                      <a:pt x="1487" y="556"/>
                    </a:cubicBezTo>
                    <a:cubicBezTo>
                      <a:pt x="1091" y="1082"/>
                      <a:pt x="694" y="1607"/>
                      <a:pt x="278" y="2133"/>
                    </a:cubicBezTo>
                    <a:cubicBezTo>
                      <a:pt x="30" y="2450"/>
                      <a:pt x="0" y="2698"/>
                      <a:pt x="218" y="2698"/>
                    </a:cubicBezTo>
                    <a:lnTo>
                      <a:pt x="18710" y="2698"/>
                    </a:lnTo>
                    <a:cubicBezTo>
                      <a:pt x="18919" y="2698"/>
                      <a:pt x="18899" y="2450"/>
                      <a:pt x="18651" y="2133"/>
                    </a:cubicBezTo>
                    <a:cubicBezTo>
                      <a:pt x="18234" y="1607"/>
                      <a:pt x="17828" y="1082"/>
                      <a:pt x="17441" y="556"/>
                    </a:cubicBezTo>
                    <a:cubicBezTo>
                      <a:pt x="17213" y="249"/>
                      <a:pt x="16896" y="1"/>
                      <a:pt x="167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57"/>
              <p:cNvSpPr/>
              <p:nvPr/>
            </p:nvSpPr>
            <p:spPr>
              <a:xfrm>
                <a:off x="6616886" y="3415509"/>
                <a:ext cx="961449" cy="85530"/>
              </a:xfrm>
              <a:custGeom>
                <a:avLst/>
                <a:gdLst/>
                <a:ahLst/>
                <a:cxnLst/>
                <a:rect l="l" t="t" r="r" b="b"/>
                <a:pathLst>
                  <a:path w="15211" h="1349" extrusionOk="0">
                    <a:moveTo>
                      <a:pt x="1290" y="0"/>
                    </a:moveTo>
                    <a:cubicBezTo>
                      <a:pt x="1101" y="30"/>
                      <a:pt x="923" y="129"/>
                      <a:pt x="794" y="278"/>
                    </a:cubicBezTo>
                    <a:lnTo>
                      <a:pt x="130" y="1071"/>
                    </a:lnTo>
                    <a:cubicBezTo>
                      <a:pt x="1" y="1220"/>
                      <a:pt x="30" y="1349"/>
                      <a:pt x="199" y="1349"/>
                    </a:cubicBezTo>
                    <a:lnTo>
                      <a:pt x="15013" y="1349"/>
                    </a:lnTo>
                    <a:cubicBezTo>
                      <a:pt x="15181" y="1349"/>
                      <a:pt x="15211" y="1220"/>
                      <a:pt x="15082" y="1071"/>
                    </a:cubicBezTo>
                    <a:lnTo>
                      <a:pt x="14408" y="278"/>
                    </a:lnTo>
                    <a:cubicBezTo>
                      <a:pt x="14279" y="129"/>
                      <a:pt x="14110" y="30"/>
                      <a:pt x="13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2" name="Google Shape;3672;p57"/>
              <p:cNvSpPr/>
              <p:nvPr/>
            </p:nvSpPr>
            <p:spPr>
              <a:xfrm>
                <a:off x="7502486" y="3919052"/>
                <a:ext cx="40137" cy="30877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87" extrusionOk="0">
                    <a:moveTo>
                      <a:pt x="307" y="0"/>
                    </a:moveTo>
                    <a:cubicBezTo>
                      <a:pt x="0" y="0"/>
                      <a:pt x="0" y="486"/>
                      <a:pt x="307" y="486"/>
                    </a:cubicBezTo>
                    <a:cubicBezTo>
                      <a:pt x="635" y="476"/>
                      <a:pt x="635" y="0"/>
                      <a:pt x="30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3" name="Google Shape;3673;p57"/>
              <p:cNvSpPr/>
              <p:nvPr/>
            </p:nvSpPr>
            <p:spPr>
              <a:xfrm>
                <a:off x="6650133" y="3695875"/>
                <a:ext cx="40769" cy="30243"/>
              </a:xfrm>
              <a:custGeom>
                <a:avLst/>
                <a:gdLst/>
                <a:ahLst/>
                <a:cxnLst/>
                <a:rect l="l" t="t" r="r" b="b"/>
                <a:pathLst>
                  <a:path w="645" h="477" extrusionOk="0">
                    <a:moveTo>
                      <a:pt x="327" y="0"/>
                    </a:moveTo>
                    <a:cubicBezTo>
                      <a:pt x="0" y="0"/>
                      <a:pt x="0" y="476"/>
                      <a:pt x="327" y="476"/>
                    </a:cubicBezTo>
                    <a:cubicBezTo>
                      <a:pt x="645" y="476"/>
                      <a:pt x="645" y="0"/>
                      <a:pt x="32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4" name="Google Shape;3674;p57"/>
              <p:cNvSpPr/>
              <p:nvPr/>
            </p:nvSpPr>
            <p:spPr>
              <a:xfrm>
                <a:off x="7191000" y="2800314"/>
                <a:ext cx="620887" cy="463028"/>
              </a:xfrm>
              <a:custGeom>
                <a:avLst/>
                <a:gdLst/>
                <a:ahLst/>
                <a:cxnLst/>
                <a:rect l="l" t="t" r="r" b="b"/>
                <a:pathLst>
                  <a:path w="9823" h="7303" extrusionOk="0">
                    <a:moveTo>
                      <a:pt x="6258" y="0"/>
                    </a:moveTo>
                    <a:cubicBezTo>
                      <a:pt x="5699" y="0"/>
                      <a:pt x="5131" y="17"/>
                      <a:pt x="4574" y="17"/>
                    </a:cubicBezTo>
                    <a:cubicBezTo>
                      <a:pt x="4480" y="17"/>
                      <a:pt x="4387" y="17"/>
                      <a:pt x="4293" y="16"/>
                    </a:cubicBezTo>
                    <a:cubicBezTo>
                      <a:pt x="4175" y="16"/>
                      <a:pt x="4053" y="15"/>
                      <a:pt x="3930" y="15"/>
                    </a:cubicBezTo>
                    <a:cubicBezTo>
                      <a:pt x="3460" y="15"/>
                      <a:pt x="2973" y="33"/>
                      <a:pt x="2548" y="214"/>
                    </a:cubicBezTo>
                    <a:cubicBezTo>
                      <a:pt x="1854" y="521"/>
                      <a:pt x="774" y="1404"/>
                      <a:pt x="298" y="1999"/>
                    </a:cubicBezTo>
                    <a:cubicBezTo>
                      <a:pt x="373" y="2001"/>
                      <a:pt x="448" y="2003"/>
                      <a:pt x="523" y="2003"/>
                    </a:cubicBezTo>
                    <a:cubicBezTo>
                      <a:pt x="1035" y="2003"/>
                      <a:pt x="1551" y="1945"/>
                      <a:pt x="2053" y="1850"/>
                    </a:cubicBezTo>
                    <a:cubicBezTo>
                      <a:pt x="2053" y="1850"/>
                      <a:pt x="2054" y="1850"/>
                      <a:pt x="2055" y="1850"/>
                    </a:cubicBezTo>
                    <a:cubicBezTo>
                      <a:pt x="2144" y="1850"/>
                      <a:pt x="2254" y="3094"/>
                      <a:pt x="2638" y="3684"/>
                    </a:cubicBezTo>
                    <a:cubicBezTo>
                      <a:pt x="2945" y="4170"/>
                      <a:pt x="4105" y="3903"/>
                      <a:pt x="3619" y="4785"/>
                    </a:cubicBezTo>
                    <a:cubicBezTo>
                      <a:pt x="3302" y="5360"/>
                      <a:pt x="2261" y="5340"/>
                      <a:pt x="1686" y="5519"/>
                    </a:cubicBezTo>
                    <a:cubicBezTo>
                      <a:pt x="1170" y="5668"/>
                      <a:pt x="0" y="6798"/>
                      <a:pt x="863" y="7274"/>
                    </a:cubicBezTo>
                    <a:cubicBezTo>
                      <a:pt x="903" y="7293"/>
                      <a:pt x="955" y="7302"/>
                      <a:pt x="1017" y="7302"/>
                    </a:cubicBezTo>
                    <a:cubicBezTo>
                      <a:pt x="1482" y="7302"/>
                      <a:pt x="2474" y="6800"/>
                      <a:pt x="2886" y="6738"/>
                    </a:cubicBezTo>
                    <a:cubicBezTo>
                      <a:pt x="3590" y="6649"/>
                      <a:pt x="4284" y="6580"/>
                      <a:pt x="4978" y="6391"/>
                    </a:cubicBezTo>
                    <a:cubicBezTo>
                      <a:pt x="5682" y="6173"/>
                      <a:pt x="6495" y="6015"/>
                      <a:pt x="7040" y="5469"/>
                    </a:cubicBezTo>
                    <a:cubicBezTo>
                      <a:pt x="7377" y="5102"/>
                      <a:pt x="7754" y="4755"/>
                      <a:pt x="8160" y="4458"/>
                    </a:cubicBezTo>
                    <a:cubicBezTo>
                      <a:pt x="8369" y="4309"/>
                      <a:pt x="8597" y="4190"/>
                      <a:pt x="8835" y="4101"/>
                    </a:cubicBezTo>
                    <a:cubicBezTo>
                      <a:pt x="9822" y="3765"/>
                      <a:pt x="9610" y="105"/>
                      <a:pt x="8687" y="105"/>
                    </a:cubicBezTo>
                    <a:cubicBezTo>
                      <a:pt x="8684" y="105"/>
                      <a:pt x="8680" y="105"/>
                      <a:pt x="8676" y="105"/>
                    </a:cubicBezTo>
                    <a:cubicBezTo>
                      <a:pt x="8645" y="106"/>
                      <a:pt x="8613" y="106"/>
                      <a:pt x="8582" y="106"/>
                    </a:cubicBezTo>
                    <a:cubicBezTo>
                      <a:pt x="8134" y="106"/>
                      <a:pt x="7663" y="44"/>
                      <a:pt x="7219" y="16"/>
                    </a:cubicBezTo>
                    <a:cubicBezTo>
                      <a:pt x="7070" y="6"/>
                      <a:pt x="6921" y="6"/>
                      <a:pt x="6762" y="6"/>
                    </a:cubicBezTo>
                    <a:cubicBezTo>
                      <a:pt x="6595" y="2"/>
                      <a:pt x="6427" y="0"/>
                      <a:pt x="6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5" name="Google Shape;3675;p57"/>
              <p:cNvSpPr/>
              <p:nvPr/>
            </p:nvSpPr>
            <p:spPr>
              <a:xfrm>
                <a:off x="6705882" y="2884323"/>
                <a:ext cx="696989" cy="464931"/>
              </a:xfrm>
              <a:custGeom>
                <a:avLst/>
                <a:gdLst/>
                <a:ahLst/>
                <a:cxnLst/>
                <a:rect l="l" t="t" r="r" b="b"/>
                <a:pathLst>
                  <a:path w="11027" h="7333" extrusionOk="0">
                    <a:moveTo>
                      <a:pt x="9626" y="1"/>
                    </a:moveTo>
                    <a:cubicBezTo>
                      <a:pt x="9604" y="1"/>
                      <a:pt x="9581" y="4"/>
                      <a:pt x="9559" y="10"/>
                    </a:cubicBezTo>
                    <a:lnTo>
                      <a:pt x="249" y="2211"/>
                    </a:lnTo>
                    <a:cubicBezTo>
                      <a:pt x="90" y="2250"/>
                      <a:pt x="1" y="2409"/>
                      <a:pt x="30" y="2558"/>
                    </a:cubicBezTo>
                    <a:lnTo>
                      <a:pt x="1111" y="7109"/>
                    </a:lnTo>
                    <a:cubicBezTo>
                      <a:pt x="1146" y="7247"/>
                      <a:pt x="1263" y="7333"/>
                      <a:pt x="1398" y="7333"/>
                    </a:cubicBezTo>
                    <a:cubicBezTo>
                      <a:pt x="1418" y="7333"/>
                      <a:pt x="1438" y="7331"/>
                      <a:pt x="1458" y="7327"/>
                    </a:cubicBezTo>
                    <a:lnTo>
                      <a:pt x="10769" y="5116"/>
                    </a:lnTo>
                    <a:cubicBezTo>
                      <a:pt x="10927" y="5086"/>
                      <a:pt x="11027" y="4928"/>
                      <a:pt x="10987" y="4769"/>
                    </a:cubicBezTo>
                    <a:lnTo>
                      <a:pt x="9906" y="228"/>
                    </a:lnTo>
                    <a:cubicBezTo>
                      <a:pt x="9872" y="93"/>
                      <a:pt x="9752" y="1"/>
                      <a:pt x="96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6" name="Google Shape;3676;p57"/>
              <p:cNvSpPr/>
              <p:nvPr/>
            </p:nvSpPr>
            <p:spPr>
              <a:xfrm>
                <a:off x="6744755" y="2923823"/>
                <a:ext cx="617411" cy="386121"/>
              </a:xfrm>
              <a:custGeom>
                <a:avLst/>
                <a:gdLst/>
                <a:ahLst/>
                <a:cxnLst/>
                <a:rect l="l" t="t" r="r" b="b"/>
                <a:pathLst>
                  <a:path w="9768" h="6090" extrusionOk="0">
                    <a:moveTo>
                      <a:pt x="8640" y="0"/>
                    </a:moveTo>
                    <a:cubicBezTo>
                      <a:pt x="8616" y="0"/>
                      <a:pt x="8592" y="4"/>
                      <a:pt x="8567" y="11"/>
                    </a:cubicBezTo>
                    <a:lnTo>
                      <a:pt x="228" y="1984"/>
                    </a:lnTo>
                    <a:cubicBezTo>
                      <a:pt x="90" y="2014"/>
                      <a:pt x="0" y="2133"/>
                      <a:pt x="30" y="2272"/>
                    </a:cubicBezTo>
                    <a:lnTo>
                      <a:pt x="893" y="5911"/>
                    </a:lnTo>
                    <a:cubicBezTo>
                      <a:pt x="926" y="6017"/>
                      <a:pt x="1026" y="6090"/>
                      <a:pt x="1132" y="6090"/>
                    </a:cubicBezTo>
                    <a:cubicBezTo>
                      <a:pt x="1155" y="6090"/>
                      <a:pt x="1178" y="6086"/>
                      <a:pt x="1200" y="6079"/>
                    </a:cubicBezTo>
                    <a:lnTo>
                      <a:pt x="9549" y="4106"/>
                    </a:lnTo>
                    <a:cubicBezTo>
                      <a:pt x="9678" y="4076"/>
                      <a:pt x="9767" y="3948"/>
                      <a:pt x="9747" y="3819"/>
                    </a:cubicBezTo>
                    <a:lnTo>
                      <a:pt x="8875" y="180"/>
                    </a:lnTo>
                    <a:cubicBezTo>
                      <a:pt x="8842" y="67"/>
                      <a:pt x="8745" y="0"/>
                      <a:pt x="864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7" name="Google Shape;3677;p57"/>
              <p:cNvSpPr/>
              <p:nvPr/>
            </p:nvSpPr>
            <p:spPr>
              <a:xfrm>
                <a:off x="6745387" y="3038898"/>
                <a:ext cx="66494" cy="72976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1151" extrusionOk="0">
                    <a:moveTo>
                      <a:pt x="922" y="1"/>
                    </a:moveTo>
                    <a:lnTo>
                      <a:pt x="218" y="169"/>
                    </a:lnTo>
                    <a:cubicBezTo>
                      <a:pt x="90" y="199"/>
                      <a:pt x="0" y="318"/>
                      <a:pt x="20" y="457"/>
                    </a:cubicBezTo>
                    <a:lnTo>
                      <a:pt x="189" y="1151"/>
                    </a:lnTo>
                    <a:lnTo>
                      <a:pt x="268" y="1131"/>
                    </a:lnTo>
                    <a:cubicBezTo>
                      <a:pt x="754" y="1022"/>
                      <a:pt x="1051" y="536"/>
                      <a:pt x="932" y="60"/>
                    </a:cubicBez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8" name="Google Shape;3678;p57"/>
              <p:cNvSpPr/>
              <p:nvPr/>
            </p:nvSpPr>
            <p:spPr>
              <a:xfrm>
                <a:off x="6790517" y="3250979"/>
                <a:ext cx="72120" cy="58964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930" extrusionOk="0">
                    <a:moveTo>
                      <a:pt x="265" y="1"/>
                    </a:moveTo>
                    <a:cubicBezTo>
                      <a:pt x="194" y="1"/>
                      <a:pt x="122" y="9"/>
                      <a:pt x="50" y="27"/>
                    </a:cubicBezTo>
                    <a:lnTo>
                      <a:pt x="0" y="37"/>
                    </a:lnTo>
                    <a:lnTo>
                      <a:pt x="169" y="751"/>
                    </a:lnTo>
                    <a:cubicBezTo>
                      <a:pt x="202" y="857"/>
                      <a:pt x="302" y="930"/>
                      <a:pt x="408" y="930"/>
                    </a:cubicBezTo>
                    <a:cubicBezTo>
                      <a:pt x="431" y="930"/>
                      <a:pt x="454" y="926"/>
                      <a:pt x="476" y="919"/>
                    </a:cubicBezTo>
                    <a:lnTo>
                      <a:pt x="1141" y="761"/>
                    </a:lnTo>
                    <a:cubicBezTo>
                      <a:pt x="1141" y="741"/>
                      <a:pt x="1131" y="711"/>
                      <a:pt x="1131" y="691"/>
                    </a:cubicBezTo>
                    <a:cubicBezTo>
                      <a:pt x="1029" y="278"/>
                      <a:pt x="670" y="1"/>
                      <a:pt x="26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9" name="Google Shape;3679;p57"/>
              <p:cNvSpPr/>
              <p:nvPr/>
            </p:nvSpPr>
            <p:spPr>
              <a:xfrm>
                <a:off x="7245484" y="2923823"/>
                <a:ext cx="71551" cy="58140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917" extrusionOk="0">
                    <a:moveTo>
                      <a:pt x="728" y="0"/>
                    </a:moveTo>
                    <a:cubicBezTo>
                      <a:pt x="704" y="0"/>
                      <a:pt x="679" y="4"/>
                      <a:pt x="655" y="11"/>
                    </a:cubicBezTo>
                    <a:lnTo>
                      <a:pt x="1" y="170"/>
                    </a:lnTo>
                    <a:cubicBezTo>
                      <a:pt x="1" y="190"/>
                      <a:pt x="1" y="209"/>
                      <a:pt x="11" y="229"/>
                    </a:cubicBezTo>
                    <a:cubicBezTo>
                      <a:pt x="104" y="646"/>
                      <a:pt x="475" y="917"/>
                      <a:pt x="878" y="917"/>
                    </a:cubicBezTo>
                    <a:cubicBezTo>
                      <a:pt x="946" y="917"/>
                      <a:pt x="1014" y="909"/>
                      <a:pt x="1082" y="894"/>
                    </a:cubicBezTo>
                    <a:lnTo>
                      <a:pt x="1131" y="884"/>
                    </a:lnTo>
                    <a:lnTo>
                      <a:pt x="963" y="180"/>
                    </a:lnTo>
                    <a:cubicBezTo>
                      <a:pt x="930" y="67"/>
                      <a:pt x="833" y="0"/>
                      <a:pt x="72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57"/>
              <p:cNvSpPr/>
              <p:nvPr/>
            </p:nvSpPr>
            <p:spPr>
              <a:xfrm>
                <a:off x="7296240" y="3121258"/>
                <a:ext cx="65925" cy="72976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151" extrusionOk="0">
                    <a:moveTo>
                      <a:pt x="854" y="1"/>
                    </a:moveTo>
                    <a:lnTo>
                      <a:pt x="774" y="11"/>
                    </a:lnTo>
                    <a:cubicBezTo>
                      <a:pt x="298" y="130"/>
                      <a:pt x="1" y="615"/>
                      <a:pt x="110" y="1091"/>
                    </a:cubicBezTo>
                    <a:cubicBezTo>
                      <a:pt x="110" y="1111"/>
                      <a:pt x="120" y="1131"/>
                      <a:pt x="130" y="1151"/>
                    </a:cubicBezTo>
                    <a:lnTo>
                      <a:pt x="824" y="992"/>
                    </a:lnTo>
                    <a:cubicBezTo>
                      <a:pt x="953" y="962"/>
                      <a:pt x="1042" y="834"/>
                      <a:pt x="1022" y="705"/>
                    </a:cubicBezTo>
                    <a:lnTo>
                      <a:pt x="85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1" name="Google Shape;3681;p57"/>
              <p:cNvSpPr/>
              <p:nvPr/>
            </p:nvSpPr>
            <p:spPr>
              <a:xfrm>
                <a:off x="6823069" y="3132734"/>
                <a:ext cx="89944" cy="75132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185" extrusionOk="0">
                    <a:moveTo>
                      <a:pt x="757" y="0"/>
                    </a:moveTo>
                    <a:cubicBezTo>
                      <a:pt x="711" y="0"/>
                      <a:pt x="663" y="6"/>
                      <a:pt x="616" y="18"/>
                    </a:cubicBezTo>
                    <a:cubicBezTo>
                      <a:pt x="110" y="137"/>
                      <a:pt x="1" y="821"/>
                      <a:pt x="447" y="1099"/>
                    </a:cubicBezTo>
                    <a:cubicBezTo>
                      <a:pt x="546" y="1158"/>
                      <a:pt x="650" y="1185"/>
                      <a:pt x="751" y="1185"/>
                    </a:cubicBezTo>
                    <a:cubicBezTo>
                      <a:pt x="1106" y="1185"/>
                      <a:pt x="1422" y="856"/>
                      <a:pt x="1330" y="454"/>
                    </a:cubicBezTo>
                    <a:cubicBezTo>
                      <a:pt x="1270" y="184"/>
                      <a:pt x="1025" y="0"/>
                      <a:pt x="7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2" name="Google Shape;3682;p57"/>
              <p:cNvSpPr/>
              <p:nvPr/>
            </p:nvSpPr>
            <p:spPr>
              <a:xfrm>
                <a:off x="7199722" y="3043463"/>
                <a:ext cx="89881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1181" extrusionOk="0">
                    <a:moveTo>
                      <a:pt x="758" y="1"/>
                    </a:moveTo>
                    <a:cubicBezTo>
                      <a:pt x="711" y="1"/>
                      <a:pt x="663" y="6"/>
                      <a:pt x="616" y="18"/>
                    </a:cubicBezTo>
                    <a:cubicBezTo>
                      <a:pt x="110" y="137"/>
                      <a:pt x="1" y="811"/>
                      <a:pt x="447" y="1089"/>
                    </a:cubicBezTo>
                    <a:cubicBezTo>
                      <a:pt x="548" y="1152"/>
                      <a:pt x="655" y="1180"/>
                      <a:pt x="759" y="1180"/>
                    </a:cubicBezTo>
                    <a:cubicBezTo>
                      <a:pt x="1111" y="1180"/>
                      <a:pt x="1422" y="853"/>
                      <a:pt x="1330" y="454"/>
                    </a:cubicBezTo>
                    <a:cubicBezTo>
                      <a:pt x="1271" y="184"/>
                      <a:pt x="1025" y="1"/>
                      <a:pt x="75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57"/>
              <p:cNvSpPr/>
              <p:nvPr/>
            </p:nvSpPr>
            <p:spPr>
              <a:xfrm>
                <a:off x="6945944" y="3006943"/>
                <a:ext cx="221922" cy="218675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3449" extrusionOk="0">
                    <a:moveTo>
                      <a:pt x="1691" y="0"/>
                    </a:moveTo>
                    <a:cubicBezTo>
                      <a:pt x="1580" y="0"/>
                      <a:pt x="1469" y="13"/>
                      <a:pt x="1359" y="39"/>
                    </a:cubicBezTo>
                    <a:cubicBezTo>
                      <a:pt x="506" y="247"/>
                      <a:pt x="0" y="1159"/>
                      <a:pt x="218" y="2091"/>
                    </a:cubicBezTo>
                    <a:cubicBezTo>
                      <a:pt x="408" y="2901"/>
                      <a:pt x="1084" y="3449"/>
                      <a:pt x="1817" y="3449"/>
                    </a:cubicBezTo>
                    <a:cubicBezTo>
                      <a:pt x="1928" y="3449"/>
                      <a:pt x="2040" y="3436"/>
                      <a:pt x="2152" y="3410"/>
                    </a:cubicBezTo>
                    <a:cubicBezTo>
                      <a:pt x="3005" y="3212"/>
                      <a:pt x="3510" y="2290"/>
                      <a:pt x="3292" y="1367"/>
                    </a:cubicBezTo>
                    <a:cubicBezTo>
                      <a:pt x="3103" y="549"/>
                      <a:pt x="2419" y="0"/>
                      <a:pt x="16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4" name="Google Shape;3684;p57"/>
              <p:cNvSpPr/>
              <p:nvPr/>
            </p:nvSpPr>
            <p:spPr>
              <a:xfrm>
                <a:off x="7001693" y="3029007"/>
                <a:ext cx="106631" cy="173850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2742" extrusionOk="0">
                    <a:moveTo>
                      <a:pt x="619" y="1"/>
                    </a:moveTo>
                    <a:cubicBezTo>
                      <a:pt x="603" y="1"/>
                      <a:pt x="586" y="3"/>
                      <a:pt x="566" y="8"/>
                    </a:cubicBezTo>
                    <a:cubicBezTo>
                      <a:pt x="496" y="18"/>
                      <a:pt x="447" y="77"/>
                      <a:pt x="447" y="147"/>
                    </a:cubicBezTo>
                    <a:cubicBezTo>
                      <a:pt x="447" y="196"/>
                      <a:pt x="447" y="256"/>
                      <a:pt x="457" y="305"/>
                    </a:cubicBezTo>
                    <a:cubicBezTo>
                      <a:pt x="467" y="365"/>
                      <a:pt x="467" y="415"/>
                      <a:pt x="467" y="464"/>
                    </a:cubicBezTo>
                    <a:cubicBezTo>
                      <a:pt x="397" y="494"/>
                      <a:pt x="328" y="524"/>
                      <a:pt x="259" y="573"/>
                    </a:cubicBezTo>
                    <a:cubicBezTo>
                      <a:pt x="199" y="613"/>
                      <a:pt x="149" y="662"/>
                      <a:pt x="100" y="732"/>
                    </a:cubicBezTo>
                    <a:cubicBezTo>
                      <a:pt x="60" y="791"/>
                      <a:pt x="30" y="851"/>
                      <a:pt x="21" y="930"/>
                    </a:cubicBezTo>
                    <a:cubicBezTo>
                      <a:pt x="1" y="1000"/>
                      <a:pt x="1" y="1079"/>
                      <a:pt x="21" y="1158"/>
                    </a:cubicBezTo>
                    <a:cubicBezTo>
                      <a:pt x="40" y="1238"/>
                      <a:pt x="80" y="1317"/>
                      <a:pt x="140" y="1376"/>
                    </a:cubicBezTo>
                    <a:cubicBezTo>
                      <a:pt x="199" y="1436"/>
                      <a:pt x="268" y="1485"/>
                      <a:pt x="348" y="1515"/>
                    </a:cubicBezTo>
                    <a:cubicBezTo>
                      <a:pt x="427" y="1555"/>
                      <a:pt x="516" y="1585"/>
                      <a:pt x="596" y="1594"/>
                    </a:cubicBezTo>
                    <a:cubicBezTo>
                      <a:pt x="685" y="1614"/>
                      <a:pt x="764" y="1634"/>
                      <a:pt x="844" y="1644"/>
                    </a:cubicBezTo>
                    <a:lnTo>
                      <a:pt x="923" y="1654"/>
                    </a:lnTo>
                    <a:cubicBezTo>
                      <a:pt x="963" y="1654"/>
                      <a:pt x="992" y="1664"/>
                      <a:pt x="1022" y="1674"/>
                    </a:cubicBezTo>
                    <a:cubicBezTo>
                      <a:pt x="1062" y="1684"/>
                      <a:pt x="1091" y="1694"/>
                      <a:pt x="1121" y="1704"/>
                    </a:cubicBezTo>
                    <a:cubicBezTo>
                      <a:pt x="1141" y="1713"/>
                      <a:pt x="1161" y="1733"/>
                      <a:pt x="1171" y="1763"/>
                    </a:cubicBezTo>
                    <a:cubicBezTo>
                      <a:pt x="1171" y="1783"/>
                      <a:pt x="1171" y="1813"/>
                      <a:pt x="1161" y="1832"/>
                    </a:cubicBezTo>
                    <a:cubicBezTo>
                      <a:pt x="1141" y="1852"/>
                      <a:pt x="1121" y="1872"/>
                      <a:pt x="1101" y="1892"/>
                    </a:cubicBezTo>
                    <a:cubicBezTo>
                      <a:pt x="1081" y="1902"/>
                      <a:pt x="1062" y="1922"/>
                      <a:pt x="1032" y="1932"/>
                    </a:cubicBezTo>
                    <a:cubicBezTo>
                      <a:pt x="1012" y="1942"/>
                      <a:pt x="992" y="1942"/>
                      <a:pt x="972" y="1951"/>
                    </a:cubicBezTo>
                    <a:cubicBezTo>
                      <a:pt x="923" y="1961"/>
                      <a:pt x="873" y="1971"/>
                      <a:pt x="824" y="1971"/>
                    </a:cubicBezTo>
                    <a:cubicBezTo>
                      <a:pt x="774" y="1961"/>
                      <a:pt x="725" y="1961"/>
                      <a:pt x="675" y="1961"/>
                    </a:cubicBezTo>
                    <a:lnTo>
                      <a:pt x="546" y="1942"/>
                    </a:lnTo>
                    <a:cubicBezTo>
                      <a:pt x="496" y="1942"/>
                      <a:pt x="457" y="1942"/>
                      <a:pt x="417" y="1961"/>
                    </a:cubicBezTo>
                    <a:cubicBezTo>
                      <a:pt x="368" y="1971"/>
                      <a:pt x="328" y="2001"/>
                      <a:pt x="298" y="2041"/>
                    </a:cubicBezTo>
                    <a:cubicBezTo>
                      <a:pt x="268" y="2080"/>
                      <a:pt x="259" y="2130"/>
                      <a:pt x="268" y="2179"/>
                    </a:cubicBezTo>
                    <a:cubicBezTo>
                      <a:pt x="278" y="2229"/>
                      <a:pt x="308" y="2279"/>
                      <a:pt x="358" y="2308"/>
                    </a:cubicBezTo>
                    <a:cubicBezTo>
                      <a:pt x="417" y="2328"/>
                      <a:pt x="467" y="2348"/>
                      <a:pt x="526" y="2358"/>
                    </a:cubicBezTo>
                    <a:cubicBezTo>
                      <a:pt x="586" y="2368"/>
                      <a:pt x="655" y="2368"/>
                      <a:pt x="715" y="2368"/>
                    </a:cubicBezTo>
                    <a:lnTo>
                      <a:pt x="883" y="2368"/>
                    </a:lnTo>
                    <a:cubicBezTo>
                      <a:pt x="893" y="2368"/>
                      <a:pt x="893" y="2378"/>
                      <a:pt x="903" y="2388"/>
                    </a:cubicBezTo>
                    <a:cubicBezTo>
                      <a:pt x="913" y="2408"/>
                      <a:pt x="923" y="2417"/>
                      <a:pt x="933" y="2437"/>
                    </a:cubicBezTo>
                    <a:cubicBezTo>
                      <a:pt x="933" y="2457"/>
                      <a:pt x="943" y="2477"/>
                      <a:pt x="943" y="2497"/>
                    </a:cubicBezTo>
                    <a:cubicBezTo>
                      <a:pt x="953" y="2507"/>
                      <a:pt x="953" y="2527"/>
                      <a:pt x="953" y="2527"/>
                    </a:cubicBezTo>
                    <a:cubicBezTo>
                      <a:pt x="963" y="2546"/>
                      <a:pt x="963" y="2566"/>
                      <a:pt x="963" y="2586"/>
                    </a:cubicBezTo>
                    <a:lnTo>
                      <a:pt x="982" y="2636"/>
                    </a:lnTo>
                    <a:cubicBezTo>
                      <a:pt x="992" y="2675"/>
                      <a:pt x="1022" y="2715"/>
                      <a:pt x="1062" y="2725"/>
                    </a:cubicBezTo>
                    <a:cubicBezTo>
                      <a:pt x="1085" y="2736"/>
                      <a:pt x="1108" y="2741"/>
                      <a:pt x="1131" y="2741"/>
                    </a:cubicBezTo>
                    <a:cubicBezTo>
                      <a:pt x="1148" y="2741"/>
                      <a:pt x="1164" y="2739"/>
                      <a:pt x="1181" y="2735"/>
                    </a:cubicBezTo>
                    <a:cubicBezTo>
                      <a:pt x="1220" y="2735"/>
                      <a:pt x="1260" y="2715"/>
                      <a:pt x="1280" y="2685"/>
                    </a:cubicBezTo>
                    <a:cubicBezTo>
                      <a:pt x="1300" y="2655"/>
                      <a:pt x="1310" y="2626"/>
                      <a:pt x="1319" y="2586"/>
                    </a:cubicBezTo>
                    <a:cubicBezTo>
                      <a:pt x="1319" y="2556"/>
                      <a:pt x="1319" y="2517"/>
                      <a:pt x="1319" y="2487"/>
                    </a:cubicBezTo>
                    <a:cubicBezTo>
                      <a:pt x="1310" y="2447"/>
                      <a:pt x="1300" y="2417"/>
                      <a:pt x="1290" y="2378"/>
                    </a:cubicBezTo>
                    <a:cubicBezTo>
                      <a:pt x="1280" y="2348"/>
                      <a:pt x="1280" y="2318"/>
                      <a:pt x="1270" y="2298"/>
                    </a:cubicBezTo>
                    <a:cubicBezTo>
                      <a:pt x="1270" y="2279"/>
                      <a:pt x="1270" y="2259"/>
                      <a:pt x="1280" y="2259"/>
                    </a:cubicBezTo>
                    <a:lnTo>
                      <a:pt x="1448" y="2160"/>
                    </a:lnTo>
                    <a:cubicBezTo>
                      <a:pt x="1498" y="2130"/>
                      <a:pt x="1548" y="2100"/>
                      <a:pt x="1587" y="2051"/>
                    </a:cubicBezTo>
                    <a:cubicBezTo>
                      <a:pt x="1627" y="2011"/>
                      <a:pt x="1657" y="1961"/>
                      <a:pt x="1666" y="1912"/>
                    </a:cubicBezTo>
                    <a:cubicBezTo>
                      <a:pt x="1686" y="1842"/>
                      <a:pt x="1686" y="1763"/>
                      <a:pt x="1666" y="1704"/>
                    </a:cubicBezTo>
                    <a:cubicBezTo>
                      <a:pt x="1647" y="1614"/>
                      <a:pt x="1597" y="1535"/>
                      <a:pt x="1538" y="1476"/>
                    </a:cubicBezTo>
                    <a:cubicBezTo>
                      <a:pt x="1468" y="1416"/>
                      <a:pt x="1389" y="1366"/>
                      <a:pt x="1310" y="1337"/>
                    </a:cubicBezTo>
                    <a:cubicBezTo>
                      <a:pt x="1230" y="1297"/>
                      <a:pt x="1141" y="1267"/>
                      <a:pt x="1052" y="1247"/>
                    </a:cubicBezTo>
                    <a:lnTo>
                      <a:pt x="794" y="1198"/>
                    </a:lnTo>
                    <a:cubicBezTo>
                      <a:pt x="725" y="1178"/>
                      <a:pt x="655" y="1158"/>
                      <a:pt x="596" y="1138"/>
                    </a:cubicBezTo>
                    <a:cubicBezTo>
                      <a:pt x="546" y="1128"/>
                      <a:pt x="516" y="1089"/>
                      <a:pt x="496" y="1049"/>
                    </a:cubicBezTo>
                    <a:cubicBezTo>
                      <a:pt x="487" y="1019"/>
                      <a:pt x="496" y="1000"/>
                      <a:pt x="506" y="980"/>
                    </a:cubicBezTo>
                    <a:cubicBezTo>
                      <a:pt x="516" y="950"/>
                      <a:pt x="536" y="930"/>
                      <a:pt x="556" y="920"/>
                    </a:cubicBezTo>
                    <a:cubicBezTo>
                      <a:pt x="576" y="900"/>
                      <a:pt x="606" y="881"/>
                      <a:pt x="625" y="871"/>
                    </a:cubicBezTo>
                    <a:cubicBezTo>
                      <a:pt x="655" y="861"/>
                      <a:pt x="675" y="861"/>
                      <a:pt x="695" y="851"/>
                    </a:cubicBezTo>
                    <a:cubicBezTo>
                      <a:pt x="744" y="841"/>
                      <a:pt x="794" y="831"/>
                      <a:pt x="844" y="831"/>
                    </a:cubicBezTo>
                    <a:cubicBezTo>
                      <a:pt x="883" y="831"/>
                      <a:pt x="923" y="841"/>
                      <a:pt x="963" y="841"/>
                    </a:cubicBezTo>
                    <a:lnTo>
                      <a:pt x="1081" y="851"/>
                    </a:lnTo>
                    <a:cubicBezTo>
                      <a:pt x="1093" y="854"/>
                      <a:pt x="1105" y="855"/>
                      <a:pt x="1116" y="855"/>
                    </a:cubicBezTo>
                    <a:cubicBezTo>
                      <a:pt x="1144" y="855"/>
                      <a:pt x="1172" y="848"/>
                      <a:pt x="1200" y="841"/>
                    </a:cubicBezTo>
                    <a:cubicBezTo>
                      <a:pt x="1220" y="841"/>
                      <a:pt x="1250" y="831"/>
                      <a:pt x="1270" y="811"/>
                    </a:cubicBezTo>
                    <a:cubicBezTo>
                      <a:pt x="1300" y="801"/>
                      <a:pt x="1319" y="781"/>
                      <a:pt x="1349" y="762"/>
                    </a:cubicBezTo>
                    <a:cubicBezTo>
                      <a:pt x="1369" y="742"/>
                      <a:pt x="1379" y="722"/>
                      <a:pt x="1399" y="692"/>
                    </a:cubicBezTo>
                    <a:cubicBezTo>
                      <a:pt x="1409" y="662"/>
                      <a:pt x="1409" y="633"/>
                      <a:pt x="1399" y="613"/>
                    </a:cubicBezTo>
                    <a:cubicBezTo>
                      <a:pt x="1399" y="593"/>
                      <a:pt x="1399" y="573"/>
                      <a:pt x="1389" y="563"/>
                    </a:cubicBezTo>
                    <a:cubicBezTo>
                      <a:pt x="1389" y="543"/>
                      <a:pt x="1379" y="534"/>
                      <a:pt x="1369" y="524"/>
                    </a:cubicBezTo>
                    <a:cubicBezTo>
                      <a:pt x="1329" y="484"/>
                      <a:pt x="1290" y="454"/>
                      <a:pt x="1240" y="434"/>
                    </a:cubicBezTo>
                    <a:cubicBezTo>
                      <a:pt x="1191" y="415"/>
                      <a:pt x="1141" y="395"/>
                      <a:pt x="1091" y="385"/>
                    </a:cubicBezTo>
                    <a:cubicBezTo>
                      <a:pt x="1032" y="375"/>
                      <a:pt x="982" y="365"/>
                      <a:pt x="923" y="365"/>
                    </a:cubicBezTo>
                    <a:lnTo>
                      <a:pt x="774" y="365"/>
                    </a:lnTo>
                    <a:cubicBezTo>
                      <a:pt x="764" y="315"/>
                      <a:pt x="754" y="266"/>
                      <a:pt x="754" y="216"/>
                    </a:cubicBezTo>
                    <a:cubicBezTo>
                      <a:pt x="744" y="167"/>
                      <a:pt x="734" y="117"/>
                      <a:pt x="725" y="68"/>
                    </a:cubicBezTo>
                    <a:cubicBezTo>
                      <a:pt x="725" y="38"/>
                      <a:pt x="695" y="8"/>
                      <a:pt x="665" y="8"/>
                    </a:cubicBezTo>
                    <a:cubicBezTo>
                      <a:pt x="650" y="3"/>
                      <a:pt x="635" y="1"/>
                      <a:pt x="61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57"/>
              <p:cNvSpPr/>
              <p:nvPr/>
            </p:nvSpPr>
            <p:spPr>
              <a:xfrm>
                <a:off x="6690207" y="2907465"/>
                <a:ext cx="712665" cy="599154"/>
              </a:xfrm>
              <a:custGeom>
                <a:avLst/>
                <a:gdLst/>
                <a:ahLst/>
                <a:cxnLst/>
                <a:rect l="l" t="t" r="r" b="b"/>
                <a:pathLst>
                  <a:path w="11275" h="9450" extrusionOk="0">
                    <a:moveTo>
                      <a:pt x="8590" y="1"/>
                    </a:moveTo>
                    <a:cubicBezTo>
                      <a:pt x="8539" y="1"/>
                      <a:pt x="8486" y="14"/>
                      <a:pt x="8439" y="41"/>
                    </a:cubicBezTo>
                    <a:lnTo>
                      <a:pt x="189" y="4880"/>
                    </a:lnTo>
                    <a:cubicBezTo>
                      <a:pt x="50" y="4959"/>
                      <a:pt x="1" y="5138"/>
                      <a:pt x="90" y="5276"/>
                    </a:cubicBezTo>
                    <a:lnTo>
                      <a:pt x="2450" y="9312"/>
                    </a:lnTo>
                    <a:cubicBezTo>
                      <a:pt x="2503" y="9399"/>
                      <a:pt x="2601" y="9449"/>
                      <a:pt x="2702" y="9449"/>
                    </a:cubicBezTo>
                    <a:cubicBezTo>
                      <a:pt x="2751" y="9449"/>
                      <a:pt x="2801" y="9437"/>
                      <a:pt x="2847" y="9411"/>
                    </a:cubicBezTo>
                    <a:lnTo>
                      <a:pt x="11096" y="4572"/>
                    </a:lnTo>
                    <a:cubicBezTo>
                      <a:pt x="11235" y="4483"/>
                      <a:pt x="11275" y="4305"/>
                      <a:pt x="11195" y="4176"/>
                    </a:cubicBezTo>
                    <a:lnTo>
                      <a:pt x="8835" y="140"/>
                    </a:lnTo>
                    <a:cubicBezTo>
                      <a:pt x="8783" y="49"/>
                      <a:pt x="8688" y="1"/>
                      <a:pt x="859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57"/>
              <p:cNvSpPr/>
              <p:nvPr/>
            </p:nvSpPr>
            <p:spPr>
              <a:xfrm>
                <a:off x="6734705" y="2952290"/>
                <a:ext cx="623668" cy="509629"/>
              </a:xfrm>
              <a:custGeom>
                <a:avLst/>
                <a:gdLst/>
                <a:ahLst/>
                <a:cxnLst/>
                <a:rect l="l" t="t" r="r" b="b"/>
                <a:pathLst>
                  <a:path w="9867" h="8038" extrusionOk="0">
                    <a:moveTo>
                      <a:pt x="7703" y="1"/>
                    </a:moveTo>
                    <a:cubicBezTo>
                      <a:pt x="7657" y="1"/>
                      <a:pt x="7609" y="13"/>
                      <a:pt x="7566" y="38"/>
                    </a:cubicBezTo>
                    <a:lnTo>
                      <a:pt x="169" y="4381"/>
                    </a:lnTo>
                    <a:cubicBezTo>
                      <a:pt x="50" y="4441"/>
                      <a:pt x="1" y="4589"/>
                      <a:pt x="70" y="4708"/>
                    </a:cubicBezTo>
                    <a:lnTo>
                      <a:pt x="1964" y="7931"/>
                    </a:lnTo>
                    <a:cubicBezTo>
                      <a:pt x="2008" y="8000"/>
                      <a:pt x="2089" y="8037"/>
                      <a:pt x="2169" y="8037"/>
                    </a:cubicBezTo>
                    <a:cubicBezTo>
                      <a:pt x="2215" y="8037"/>
                      <a:pt x="2262" y="8025"/>
                      <a:pt x="2301" y="8000"/>
                    </a:cubicBezTo>
                    <a:lnTo>
                      <a:pt x="9698" y="3657"/>
                    </a:lnTo>
                    <a:cubicBezTo>
                      <a:pt x="9817" y="3598"/>
                      <a:pt x="9867" y="3449"/>
                      <a:pt x="9807" y="3330"/>
                    </a:cubicBezTo>
                    <a:lnTo>
                      <a:pt x="7913" y="108"/>
                    </a:lnTo>
                    <a:cubicBezTo>
                      <a:pt x="7863" y="38"/>
                      <a:pt x="7784" y="1"/>
                      <a:pt x="7703" y="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57"/>
              <p:cNvSpPr/>
              <p:nvPr/>
            </p:nvSpPr>
            <p:spPr>
              <a:xfrm>
                <a:off x="6734705" y="3206788"/>
                <a:ext cx="67758" cy="82994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309" extrusionOk="0">
                    <a:moveTo>
                      <a:pt x="784" y="0"/>
                    </a:moveTo>
                    <a:lnTo>
                      <a:pt x="169" y="367"/>
                    </a:lnTo>
                    <a:cubicBezTo>
                      <a:pt x="50" y="427"/>
                      <a:pt x="1" y="565"/>
                      <a:pt x="60" y="694"/>
                    </a:cubicBezTo>
                    <a:lnTo>
                      <a:pt x="427" y="1309"/>
                    </a:lnTo>
                    <a:cubicBezTo>
                      <a:pt x="447" y="1299"/>
                      <a:pt x="477" y="1279"/>
                      <a:pt x="497" y="1269"/>
                    </a:cubicBezTo>
                    <a:cubicBezTo>
                      <a:pt x="923" y="1021"/>
                      <a:pt x="1072" y="476"/>
                      <a:pt x="814" y="50"/>
                    </a:cubicBezTo>
                    <a:cubicBezTo>
                      <a:pt x="804" y="30"/>
                      <a:pt x="794" y="10"/>
                      <a:pt x="7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8" name="Google Shape;3688;p57"/>
              <p:cNvSpPr/>
              <p:nvPr/>
            </p:nvSpPr>
            <p:spPr>
              <a:xfrm>
                <a:off x="6834383" y="3405555"/>
                <a:ext cx="82802" cy="56809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896" extrusionOk="0">
                    <a:moveTo>
                      <a:pt x="503" y="0"/>
                    </a:moveTo>
                    <a:cubicBezTo>
                      <a:pt x="349" y="0"/>
                      <a:pt x="193" y="41"/>
                      <a:pt x="50" y="127"/>
                    </a:cubicBezTo>
                    <a:lnTo>
                      <a:pt x="0" y="147"/>
                    </a:lnTo>
                    <a:lnTo>
                      <a:pt x="377" y="782"/>
                    </a:lnTo>
                    <a:cubicBezTo>
                      <a:pt x="420" y="856"/>
                      <a:pt x="498" y="895"/>
                      <a:pt x="577" y="895"/>
                    </a:cubicBezTo>
                    <a:cubicBezTo>
                      <a:pt x="625" y="895"/>
                      <a:pt x="673" y="881"/>
                      <a:pt x="714" y="851"/>
                    </a:cubicBezTo>
                    <a:lnTo>
                      <a:pt x="1309" y="504"/>
                    </a:lnTo>
                    <a:cubicBezTo>
                      <a:pt x="1289" y="484"/>
                      <a:pt x="1279" y="464"/>
                      <a:pt x="1269" y="445"/>
                    </a:cubicBezTo>
                    <a:cubicBezTo>
                      <a:pt x="1105" y="161"/>
                      <a:pt x="808" y="0"/>
                      <a:pt x="50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57"/>
              <p:cNvSpPr/>
              <p:nvPr/>
            </p:nvSpPr>
            <p:spPr>
              <a:xfrm>
                <a:off x="7175956" y="2951656"/>
                <a:ext cx="81538" cy="56111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885" extrusionOk="0">
                    <a:moveTo>
                      <a:pt x="714" y="1"/>
                    </a:moveTo>
                    <a:cubicBezTo>
                      <a:pt x="670" y="1"/>
                      <a:pt x="625" y="13"/>
                      <a:pt x="585" y="38"/>
                    </a:cubicBezTo>
                    <a:lnTo>
                      <a:pt x="0" y="385"/>
                    </a:lnTo>
                    <a:cubicBezTo>
                      <a:pt x="10" y="405"/>
                      <a:pt x="20" y="425"/>
                      <a:pt x="30" y="445"/>
                    </a:cubicBezTo>
                    <a:cubicBezTo>
                      <a:pt x="195" y="728"/>
                      <a:pt x="491" y="885"/>
                      <a:pt x="797" y="885"/>
                    </a:cubicBezTo>
                    <a:cubicBezTo>
                      <a:pt x="951" y="885"/>
                      <a:pt x="1107" y="845"/>
                      <a:pt x="1250" y="762"/>
                    </a:cubicBezTo>
                    <a:lnTo>
                      <a:pt x="1289" y="742"/>
                    </a:lnTo>
                    <a:lnTo>
                      <a:pt x="912" y="108"/>
                    </a:lnTo>
                    <a:cubicBezTo>
                      <a:pt x="868" y="38"/>
                      <a:pt x="792" y="1"/>
                      <a:pt x="71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0" name="Google Shape;3690;p57"/>
              <p:cNvSpPr/>
              <p:nvPr/>
            </p:nvSpPr>
            <p:spPr>
              <a:xfrm>
                <a:off x="7290615" y="3123794"/>
                <a:ext cx="67126" cy="83691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320" extrusionOk="0">
                    <a:moveTo>
                      <a:pt x="635" y="0"/>
                    </a:moveTo>
                    <a:cubicBezTo>
                      <a:pt x="615" y="20"/>
                      <a:pt x="596" y="20"/>
                      <a:pt x="566" y="40"/>
                    </a:cubicBezTo>
                    <a:cubicBezTo>
                      <a:pt x="140" y="288"/>
                      <a:pt x="1" y="833"/>
                      <a:pt x="249" y="1260"/>
                    </a:cubicBezTo>
                    <a:lnTo>
                      <a:pt x="288" y="1319"/>
                    </a:lnTo>
                    <a:lnTo>
                      <a:pt x="893" y="952"/>
                    </a:lnTo>
                    <a:cubicBezTo>
                      <a:pt x="1012" y="893"/>
                      <a:pt x="1062" y="744"/>
                      <a:pt x="1002" y="625"/>
                    </a:cubicBezTo>
                    <a:lnTo>
                      <a:pt x="63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1" name="Google Shape;3691;p57"/>
              <p:cNvSpPr/>
              <p:nvPr/>
            </p:nvSpPr>
            <p:spPr>
              <a:xfrm>
                <a:off x="6839376" y="3274438"/>
                <a:ext cx="94874" cy="7506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1184" extrusionOk="0">
                    <a:moveTo>
                      <a:pt x="753" y="1"/>
                    </a:moveTo>
                    <a:cubicBezTo>
                      <a:pt x="652" y="1"/>
                      <a:pt x="549" y="27"/>
                      <a:pt x="457" y="83"/>
                    </a:cubicBezTo>
                    <a:cubicBezTo>
                      <a:pt x="1" y="351"/>
                      <a:pt x="100" y="1025"/>
                      <a:pt x="605" y="1164"/>
                    </a:cubicBezTo>
                    <a:cubicBezTo>
                      <a:pt x="657" y="1177"/>
                      <a:pt x="707" y="1183"/>
                      <a:pt x="756" y="1183"/>
                    </a:cubicBezTo>
                    <a:cubicBezTo>
                      <a:pt x="1189" y="1183"/>
                      <a:pt x="1500" y="701"/>
                      <a:pt x="1260" y="292"/>
                    </a:cubicBezTo>
                    <a:cubicBezTo>
                      <a:pt x="1154" y="106"/>
                      <a:pt x="956" y="1"/>
                      <a:pt x="75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57"/>
              <p:cNvSpPr/>
              <p:nvPr/>
            </p:nvSpPr>
            <p:spPr>
              <a:xfrm>
                <a:off x="7172796" y="3077954"/>
                <a:ext cx="94874" cy="75386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1189" extrusionOk="0">
                    <a:moveTo>
                      <a:pt x="749" y="1"/>
                    </a:moveTo>
                    <a:cubicBezTo>
                      <a:pt x="649" y="1"/>
                      <a:pt x="549" y="26"/>
                      <a:pt x="457" y="79"/>
                    </a:cubicBezTo>
                    <a:cubicBezTo>
                      <a:pt x="1" y="347"/>
                      <a:pt x="90" y="1031"/>
                      <a:pt x="605" y="1170"/>
                    </a:cubicBezTo>
                    <a:cubicBezTo>
                      <a:pt x="656" y="1182"/>
                      <a:pt x="706" y="1188"/>
                      <a:pt x="754" y="1188"/>
                    </a:cubicBezTo>
                    <a:cubicBezTo>
                      <a:pt x="1188" y="1188"/>
                      <a:pt x="1501" y="699"/>
                      <a:pt x="1260" y="297"/>
                    </a:cubicBezTo>
                    <a:cubicBezTo>
                      <a:pt x="1147" y="105"/>
                      <a:pt x="950" y="1"/>
                      <a:pt x="7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57"/>
              <p:cNvSpPr/>
              <p:nvPr/>
            </p:nvSpPr>
            <p:spPr>
              <a:xfrm>
                <a:off x="6932797" y="3097989"/>
                <a:ext cx="232540" cy="214744"/>
              </a:xfrm>
              <a:custGeom>
                <a:avLst/>
                <a:gdLst/>
                <a:ahLst/>
                <a:cxnLst/>
                <a:rect l="l" t="t" r="r" b="b"/>
                <a:pathLst>
                  <a:path w="3679" h="3387" extrusionOk="0">
                    <a:moveTo>
                      <a:pt x="1714" y="1"/>
                    </a:moveTo>
                    <a:cubicBezTo>
                      <a:pt x="1458" y="1"/>
                      <a:pt x="1204" y="65"/>
                      <a:pt x="972" y="199"/>
                    </a:cubicBezTo>
                    <a:cubicBezTo>
                      <a:pt x="218" y="645"/>
                      <a:pt x="0" y="1667"/>
                      <a:pt x="486" y="2490"/>
                    </a:cubicBezTo>
                    <a:cubicBezTo>
                      <a:pt x="815" y="3059"/>
                      <a:pt x="1396" y="3386"/>
                      <a:pt x="1972" y="3386"/>
                    </a:cubicBezTo>
                    <a:cubicBezTo>
                      <a:pt x="2229" y="3386"/>
                      <a:pt x="2485" y="3321"/>
                      <a:pt x="2717" y="3184"/>
                    </a:cubicBezTo>
                    <a:cubicBezTo>
                      <a:pt x="3470" y="2747"/>
                      <a:pt x="3679" y="1716"/>
                      <a:pt x="3203" y="893"/>
                    </a:cubicBezTo>
                    <a:cubicBezTo>
                      <a:pt x="2866" y="324"/>
                      <a:pt x="2288" y="1"/>
                      <a:pt x="171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57"/>
              <p:cNvSpPr/>
              <p:nvPr/>
            </p:nvSpPr>
            <p:spPr>
              <a:xfrm>
                <a:off x="6988546" y="3127535"/>
                <a:ext cx="118514" cy="156858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2474" extrusionOk="0">
                    <a:moveTo>
                      <a:pt x="348" y="1"/>
                    </a:moveTo>
                    <a:cubicBezTo>
                      <a:pt x="318" y="1"/>
                      <a:pt x="288" y="11"/>
                      <a:pt x="258" y="31"/>
                    </a:cubicBezTo>
                    <a:cubicBezTo>
                      <a:pt x="199" y="60"/>
                      <a:pt x="169" y="130"/>
                      <a:pt x="189" y="199"/>
                    </a:cubicBezTo>
                    <a:cubicBezTo>
                      <a:pt x="199" y="249"/>
                      <a:pt x="219" y="298"/>
                      <a:pt x="238" y="348"/>
                    </a:cubicBezTo>
                    <a:cubicBezTo>
                      <a:pt x="258" y="397"/>
                      <a:pt x="288" y="447"/>
                      <a:pt x="298" y="497"/>
                    </a:cubicBezTo>
                    <a:cubicBezTo>
                      <a:pt x="238" y="546"/>
                      <a:pt x="179" y="596"/>
                      <a:pt x="129" y="655"/>
                    </a:cubicBezTo>
                    <a:cubicBezTo>
                      <a:pt x="90" y="715"/>
                      <a:pt x="50" y="784"/>
                      <a:pt x="30" y="854"/>
                    </a:cubicBezTo>
                    <a:cubicBezTo>
                      <a:pt x="10" y="923"/>
                      <a:pt x="1" y="1002"/>
                      <a:pt x="1" y="1072"/>
                    </a:cubicBezTo>
                    <a:cubicBezTo>
                      <a:pt x="10" y="1151"/>
                      <a:pt x="40" y="1220"/>
                      <a:pt x="80" y="1290"/>
                    </a:cubicBezTo>
                    <a:cubicBezTo>
                      <a:pt x="119" y="1359"/>
                      <a:pt x="189" y="1429"/>
                      <a:pt x="268" y="1468"/>
                    </a:cubicBezTo>
                    <a:cubicBezTo>
                      <a:pt x="338" y="1498"/>
                      <a:pt x="417" y="1528"/>
                      <a:pt x="506" y="1538"/>
                    </a:cubicBezTo>
                    <a:cubicBezTo>
                      <a:pt x="546" y="1543"/>
                      <a:pt x="588" y="1545"/>
                      <a:pt x="631" y="1545"/>
                    </a:cubicBezTo>
                    <a:cubicBezTo>
                      <a:pt x="675" y="1545"/>
                      <a:pt x="719" y="1543"/>
                      <a:pt x="764" y="1538"/>
                    </a:cubicBezTo>
                    <a:cubicBezTo>
                      <a:pt x="853" y="1538"/>
                      <a:pt x="933" y="1528"/>
                      <a:pt x="1012" y="1508"/>
                    </a:cubicBezTo>
                    <a:lnTo>
                      <a:pt x="1091" y="1498"/>
                    </a:lnTo>
                    <a:cubicBezTo>
                      <a:pt x="1121" y="1488"/>
                      <a:pt x="1161" y="1488"/>
                      <a:pt x="1190" y="1488"/>
                    </a:cubicBezTo>
                    <a:cubicBezTo>
                      <a:pt x="1210" y="1483"/>
                      <a:pt x="1228" y="1481"/>
                      <a:pt x="1244" y="1481"/>
                    </a:cubicBezTo>
                    <a:cubicBezTo>
                      <a:pt x="1260" y="1481"/>
                      <a:pt x="1275" y="1483"/>
                      <a:pt x="1289" y="1488"/>
                    </a:cubicBezTo>
                    <a:cubicBezTo>
                      <a:pt x="1319" y="1488"/>
                      <a:pt x="1339" y="1508"/>
                      <a:pt x="1359" y="1528"/>
                    </a:cubicBezTo>
                    <a:cubicBezTo>
                      <a:pt x="1369" y="1548"/>
                      <a:pt x="1379" y="1577"/>
                      <a:pt x="1369" y="1597"/>
                    </a:cubicBezTo>
                    <a:cubicBezTo>
                      <a:pt x="1359" y="1617"/>
                      <a:pt x="1349" y="1647"/>
                      <a:pt x="1329" y="1667"/>
                    </a:cubicBezTo>
                    <a:cubicBezTo>
                      <a:pt x="1319" y="1686"/>
                      <a:pt x="1299" y="1706"/>
                      <a:pt x="1280" y="1726"/>
                    </a:cubicBezTo>
                    <a:cubicBezTo>
                      <a:pt x="1260" y="1736"/>
                      <a:pt x="1240" y="1756"/>
                      <a:pt x="1220" y="1766"/>
                    </a:cubicBezTo>
                    <a:cubicBezTo>
                      <a:pt x="1180" y="1786"/>
                      <a:pt x="1131" y="1805"/>
                      <a:pt x="1081" y="1825"/>
                    </a:cubicBezTo>
                    <a:cubicBezTo>
                      <a:pt x="1042" y="1835"/>
                      <a:pt x="992" y="1845"/>
                      <a:pt x="942" y="1855"/>
                    </a:cubicBezTo>
                    <a:lnTo>
                      <a:pt x="814" y="1885"/>
                    </a:lnTo>
                    <a:cubicBezTo>
                      <a:pt x="764" y="1895"/>
                      <a:pt x="724" y="1905"/>
                      <a:pt x="685" y="1934"/>
                    </a:cubicBezTo>
                    <a:cubicBezTo>
                      <a:pt x="645" y="1954"/>
                      <a:pt x="615" y="1994"/>
                      <a:pt x="595" y="2043"/>
                    </a:cubicBezTo>
                    <a:cubicBezTo>
                      <a:pt x="586" y="2093"/>
                      <a:pt x="586" y="2143"/>
                      <a:pt x="615" y="2192"/>
                    </a:cubicBezTo>
                    <a:cubicBezTo>
                      <a:pt x="645" y="2232"/>
                      <a:pt x="685" y="2262"/>
                      <a:pt x="734" y="2271"/>
                    </a:cubicBezTo>
                    <a:cubicBezTo>
                      <a:pt x="764" y="2276"/>
                      <a:pt x="794" y="2279"/>
                      <a:pt x="823" y="2279"/>
                    </a:cubicBezTo>
                    <a:cubicBezTo>
                      <a:pt x="853" y="2279"/>
                      <a:pt x="883" y="2276"/>
                      <a:pt x="913" y="2271"/>
                    </a:cubicBezTo>
                    <a:cubicBezTo>
                      <a:pt x="972" y="2262"/>
                      <a:pt x="1042" y="2252"/>
                      <a:pt x="1101" y="2232"/>
                    </a:cubicBezTo>
                    <a:cubicBezTo>
                      <a:pt x="1161" y="2212"/>
                      <a:pt x="1210" y="2192"/>
                      <a:pt x="1260" y="2182"/>
                    </a:cubicBezTo>
                    <a:cubicBezTo>
                      <a:pt x="1260" y="2179"/>
                      <a:pt x="1261" y="2178"/>
                      <a:pt x="1262" y="2178"/>
                    </a:cubicBezTo>
                    <a:cubicBezTo>
                      <a:pt x="1266" y="2178"/>
                      <a:pt x="1273" y="2185"/>
                      <a:pt x="1280" y="2192"/>
                    </a:cubicBezTo>
                    <a:cubicBezTo>
                      <a:pt x="1299" y="2202"/>
                      <a:pt x="1309" y="2222"/>
                      <a:pt x="1319" y="2232"/>
                    </a:cubicBezTo>
                    <a:cubicBezTo>
                      <a:pt x="1329" y="2252"/>
                      <a:pt x="1349" y="2262"/>
                      <a:pt x="1349" y="2281"/>
                    </a:cubicBezTo>
                    <a:lnTo>
                      <a:pt x="1379" y="2311"/>
                    </a:lnTo>
                    <a:lnTo>
                      <a:pt x="1399" y="2361"/>
                    </a:lnTo>
                    <a:cubicBezTo>
                      <a:pt x="1408" y="2371"/>
                      <a:pt x="1418" y="2390"/>
                      <a:pt x="1428" y="2410"/>
                    </a:cubicBezTo>
                    <a:cubicBezTo>
                      <a:pt x="1448" y="2440"/>
                      <a:pt x="1488" y="2470"/>
                      <a:pt x="1527" y="2470"/>
                    </a:cubicBezTo>
                    <a:cubicBezTo>
                      <a:pt x="1541" y="2472"/>
                      <a:pt x="1553" y="2474"/>
                      <a:pt x="1565" y="2474"/>
                    </a:cubicBezTo>
                    <a:cubicBezTo>
                      <a:pt x="1598" y="2474"/>
                      <a:pt x="1627" y="2464"/>
                      <a:pt x="1656" y="2450"/>
                    </a:cubicBezTo>
                    <a:cubicBezTo>
                      <a:pt x="1686" y="2430"/>
                      <a:pt x="1716" y="2400"/>
                      <a:pt x="1736" y="2361"/>
                    </a:cubicBezTo>
                    <a:cubicBezTo>
                      <a:pt x="1746" y="2331"/>
                      <a:pt x="1746" y="2291"/>
                      <a:pt x="1736" y="2262"/>
                    </a:cubicBezTo>
                    <a:cubicBezTo>
                      <a:pt x="1726" y="2232"/>
                      <a:pt x="1716" y="2192"/>
                      <a:pt x="1696" y="2162"/>
                    </a:cubicBezTo>
                    <a:cubicBezTo>
                      <a:pt x="1676" y="2133"/>
                      <a:pt x="1656" y="2103"/>
                      <a:pt x="1637" y="2073"/>
                    </a:cubicBezTo>
                    <a:cubicBezTo>
                      <a:pt x="1627" y="2043"/>
                      <a:pt x="1607" y="2024"/>
                      <a:pt x="1597" y="2004"/>
                    </a:cubicBezTo>
                    <a:cubicBezTo>
                      <a:pt x="1587" y="1984"/>
                      <a:pt x="1587" y="1964"/>
                      <a:pt x="1597" y="1954"/>
                    </a:cubicBezTo>
                    <a:cubicBezTo>
                      <a:pt x="1637" y="1914"/>
                      <a:pt x="1686" y="1865"/>
                      <a:pt x="1726" y="1815"/>
                    </a:cubicBezTo>
                    <a:cubicBezTo>
                      <a:pt x="1775" y="1776"/>
                      <a:pt x="1805" y="1726"/>
                      <a:pt x="1835" y="1677"/>
                    </a:cubicBezTo>
                    <a:cubicBezTo>
                      <a:pt x="1855" y="1617"/>
                      <a:pt x="1874" y="1567"/>
                      <a:pt x="1865" y="1508"/>
                    </a:cubicBezTo>
                    <a:cubicBezTo>
                      <a:pt x="1865" y="1439"/>
                      <a:pt x="1845" y="1369"/>
                      <a:pt x="1805" y="1310"/>
                    </a:cubicBezTo>
                    <a:cubicBezTo>
                      <a:pt x="1756" y="1230"/>
                      <a:pt x="1686" y="1171"/>
                      <a:pt x="1607" y="1131"/>
                    </a:cubicBezTo>
                    <a:cubicBezTo>
                      <a:pt x="1527" y="1101"/>
                      <a:pt x="1448" y="1072"/>
                      <a:pt x="1359" y="1062"/>
                    </a:cubicBezTo>
                    <a:cubicBezTo>
                      <a:pt x="1314" y="1057"/>
                      <a:pt x="1270" y="1054"/>
                      <a:pt x="1224" y="1054"/>
                    </a:cubicBezTo>
                    <a:cubicBezTo>
                      <a:pt x="1178" y="1054"/>
                      <a:pt x="1131" y="1057"/>
                      <a:pt x="1081" y="1062"/>
                    </a:cubicBezTo>
                    <a:lnTo>
                      <a:pt x="823" y="1092"/>
                    </a:lnTo>
                    <a:lnTo>
                      <a:pt x="615" y="1092"/>
                    </a:lnTo>
                    <a:cubicBezTo>
                      <a:pt x="566" y="1092"/>
                      <a:pt x="526" y="1072"/>
                      <a:pt x="496" y="1032"/>
                    </a:cubicBezTo>
                    <a:cubicBezTo>
                      <a:pt x="476" y="1002"/>
                      <a:pt x="476" y="982"/>
                      <a:pt x="486" y="953"/>
                    </a:cubicBezTo>
                    <a:cubicBezTo>
                      <a:pt x="486" y="933"/>
                      <a:pt x="496" y="903"/>
                      <a:pt x="516" y="883"/>
                    </a:cubicBezTo>
                    <a:cubicBezTo>
                      <a:pt x="526" y="863"/>
                      <a:pt x="546" y="844"/>
                      <a:pt x="566" y="824"/>
                    </a:cubicBezTo>
                    <a:cubicBezTo>
                      <a:pt x="595" y="804"/>
                      <a:pt x="605" y="794"/>
                      <a:pt x="625" y="784"/>
                    </a:cubicBezTo>
                    <a:cubicBezTo>
                      <a:pt x="665" y="754"/>
                      <a:pt x="714" y="735"/>
                      <a:pt x="764" y="725"/>
                    </a:cubicBezTo>
                    <a:cubicBezTo>
                      <a:pt x="804" y="715"/>
                      <a:pt x="843" y="705"/>
                      <a:pt x="883" y="695"/>
                    </a:cubicBezTo>
                    <a:lnTo>
                      <a:pt x="1002" y="665"/>
                    </a:lnTo>
                    <a:cubicBezTo>
                      <a:pt x="1042" y="665"/>
                      <a:pt x="1071" y="645"/>
                      <a:pt x="1101" y="625"/>
                    </a:cubicBezTo>
                    <a:cubicBezTo>
                      <a:pt x="1131" y="616"/>
                      <a:pt x="1151" y="596"/>
                      <a:pt x="1171" y="576"/>
                    </a:cubicBezTo>
                    <a:cubicBezTo>
                      <a:pt x="1190" y="556"/>
                      <a:pt x="1210" y="526"/>
                      <a:pt x="1220" y="507"/>
                    </a:cubicBezTo>
                    <a:cubicBezTo>
                      <a:pt x="1240" y="477"/>
                      <a:pt x="1250" y="457"/>
                      <a:pt x="1250" y="427"/>
                    </a:cubicBezTo>
                    <a:cubicBezTo>
                      <a:pt x="1260" y="397"/>
                      <a:pt x="1250" y="368"/>
                      <a:pt x="1230" y="348"/>
                    </a:cubicBezTo>
                    <a:cubicBezTo>
                      <a:pt x="1230" y="338"/>
                      <a:pt x="1220" y="328"/>
                      <a:pt x="1210" y="318"/>
                    </a:cubicBezTo>
                    <a:lnTo>
                      <a:pt x="1180" y="298"/>
                    </a:lnTo>
                    <a:cubicBezTo>
                      <a:pt x="1131" y="269"/>
                      <a:pt x="1081" y="249"/>
                      <a:pt x="1032" y="249"/>
                    </a:cubicBezTo>
                    <a:cubicBezTo>
                      <a:pt x="1007" y="244"/>
                      <a:pt x="980" y="241"/>
                      <a:pt x="952" y="241"/>
                    </a:cubicBezTo>
                    <a:cubicBezTo>
                      <a:pt x="925" y="241"/>
                      <a:pt x="898" y="244"/>
                      <a:pt x="873" y="249"/>
                    </a:cubicBezTo>
                    <a:cubicBezTo>
                      <a:pt x="814" y="249"/>
                      <a:pt x="764" y="259"/>
                      <a:pt x="704" y="269"/>
                    </a:cubicBezTo>
                    <a:cubicBezTo>
                      <a:pt x="655" y="288"/>
                      <a:pt x="605" y="298"/>
                      <a:pt x="556" y="308"/>
                    </a:cubicBezTo>
                    <a:cubicBezTo>
                      <a:pt x="536" y="269"/>
                      <a:pt x="516" y="229"/>
                      <a:pt x="496" y="179"/>
                    </a:cubicBezTo>
                    <a:cubicBezTo>
                      <a:pt x="476" y="130"/>
                      <a:pt x="457" y="90"/>
                      <a:pt x="427" y="50"/>
                    </a:cubicBezTo>
                    <a:cubicBezTo>
                      <a:pt x="417" y="21"/>
                      <a:pt x="387" y="1"/>
                      <a:pt x="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57"/>
              <p:cNvSpPr/>
              <p:nvPr/>
            </p:nvSpPr>
            <p:spPr>
              <a:xfrm>
                <a:off x="6835015" y="2984879"/>
                <a:ext cx="676257" cy="675363"/>
              </a:xfrm>
              <a:custGeom>
                <a:avLst/>
                <a:gdLst/>
                <a:ahLst/>
                <a:cxnLst/>
                <a:rect l="l" t="t" r="r" b="b"/>
                <a:pathLst>
                  <a:path w="10699" h="10652" extrusionOk="0">
                    <a:moveTo>
                      <a:pt x="7069" y="0"/>
                    </a:moveTo>
                    <a:cubicBezTo>
                      <a:pt x="6996" y="0"/>
                      <a:pt x="6921" y="30"/>
                      <a:pt x="6862" y="89"/>
                    </a:cubicBezTo>
                    <a:lnTo>
                      <a:pt x="109" y="6861"/>
                    </a:lnTo>
                    <a:cubicBezTo>
                      <a:pt x="0" y="6971"/>
                      <a:pt x="0" y="7149"/>
                      <a:pt x="109" y="7268"/>
                    </a:cubicBezTo>
                    <a:lnTo>
                      <a:pt x="3421" y="10570"/>
                    </a:lnTo>
                    <a:cubicBezTo>
                      <a:pt x="3476" y="10624"/>
                      <a:pt x="3550" y="10652"/>
                      <a:pt x="3624" y="10652"/>
                    </a:cubicBezTo>
                    <a:cubicBezTo>
                      <a:pt x="3699" y="10652"/>
                      <a:pt x="3773" y="10624"/>
                      <a:pt x="3828" y="10570"/>
                    </a:cubicBezTo>
                    <a:lnTo>
                      <a:pt x="10580" y="3798"/>
                    </a:lnTo>
                    <a:cubicBezTo>
                      <a:pt x="10699" y="3679"/>
                      <a:pt x="10699" y="3500"/>
                      <a:pt x="10580" y="3381"/>
                    </a:cubicBezTo>
                    <a:lnTo>
                      <a:pt x="7268" y="89"/>
                    </a:lnTo>
                    <a:cubicBezTo>
                      <a:pt x="7214" y="30"/>
                      <a:pt x="7142" y="0"/>
                      <a:pt x="70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57"/>
              <p:cNvSpPr/>
              <p:nvPr/>
            </p:nvSpPr>
            <p:spPr>
              <a:xfrm>
                <a:off x="6880145" y="3031290"/>
                <a:ext cx="584796" cy="583620"/>
              </a:xfrm>
              <a:custGeom>
                <a:avLst/>
                <a:gdLst/>
                <a:ahLst/>
                <a:cxnLst/>
                <a:rect l="l" t="t" r="r" b="b"/>
                <a:pathLst>
                  <a:path w="9252" h="9205" extrusionOk="0">
                    <a:moveTo>
                      <a:pt x="6348" y="0"/>
                    </a:moveTo>
                    <a:cubicBezTo>
                      <a:pt x="6281" y="0"/>
                      <a:pt x="6216" y="28"/>
                      <a:pt x="6167" y="81"/>
                    </a:cubicBezTo>
                    <a:lnTo>
                      <a:pt x="109" y="6149"/>
                    </a:lnTo>
                    <a:cubicBezTo>
                      <a:pt x="10" y="6248"/>
                      <a:pt x="0" y="6397"/>
                      <a:pt x="89" y="6496"/>
                    </a:cubicBezTo>
                    <a:lnTo>
                      <a:pt x="2737" y="9144"/>
                    </a:lnTo>
                    <a:cubicBezTo>
                      <a:pt x="2782" y="9185"/>
                      <a:pt x="2841" y="9205"/>
                      <a:pt x="2899" y="9205"/>
                    </a:cubicBezTo>
                    <a:cubicBezTo>
                      <a:pt x="2967" y="9205"/>
                      <a:pt x="3036" y="9177"/>
                      <a:pt x="3084" y="9124"/>
                    </a:cubicBezTo>
                    <a:lnTo>
                      <a:pt x="9142" y="3056"/>
                    </a:lnTo>
                    <a:cubicBezTo>
                      <a:pt x="9241" y="2957"/>
                      <a:pt x="9251" y="2808"/>
                      <a:pt x="9162" y="2699"/>
                    </a:cubicBezTo>
                    <a:lnTo>
                      <a:pt x="6515" y="61"/>
                    </a:lnTo>
                    <a:cubicBezTo>
                      <a:pt x="6464" y="20"/>
                      <a:pt x="6406" y="0"/>
                      <a:pt x="6348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57"/>
              <p:cNvSpPr/>
              <p:nvPr/>
            </p:nvSpPr>
            <p:spPr>
              <a:xfrm>
                <a:off x="6880145" y="3389070"/>
                <a:ext cx="63966" cy="86164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1359" extrusionOk="0">
                    <a:moveTo>
                      <a:pt x="615" y="1"/>
                    </a:moveTo>
                    <a:lnTo>
                      <a:pt x="109" y="506"/>
                    </a:lnTo>
                    <a:cubicBezTo>
                      <a:pt x="10" y="596"/>
                      <a:pt x="0" y="754"/>
                      <a:pt x="89" y="853"/>
                    </a:cubicBezTo>
                    <a:lnTo>
                      <a:pt x="595" y="1359"/>
                    </a:lnTo>
                    <a:cubicBezTo>
                      <a:pt x="615" y="1339"/>
                      <a:pt x="635" y="1319"/>
                      <a:pt x="655" y="1300"/>
                    </a:cubicBezTo>
                    <a:cubicBezTo>
                      <a:pt x="1012" y="952"/>
                      <a:pt x="1012" y="387"/>
                      <a:pt x="655" y="40"/>
                    </a:cubicBezTo>
                    <a:lnTo>
                      <a:pt x="6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57"/>
              <p:cNvSpPr/>
              <p:nvPr/>
            </p:nvSpPr>
            <p:spPr>
              <a:xfrm>
                <a:off x="7020529" y="3558799"/>
                <a:ext cx="85267" cy="56111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885" extrusionOk="0">
                    <a:moveTo>
                      <a:pt x="668" y="1"/>
                    </a:moveTo>
                    <a:cubicBezTo>
                      <a:pt x="439" y="1"/>
                      <a:pt x="208" y="90"/>
                      <a:pt x="30" y="268"/>
                    </a:cubicBezTo>
                    <a:lnTo>
                      <a:pt x="0" y="298"/>
                    </a:lnTo>
                    <a:lnTo>
                      <a:pt x="516" y="824"/>
                    </a:lnTo>
                    <a:cubicBezTo>
                      <a:pt x="561" y="865"/>
                      <a:pt x="620" y="885"/>
                      <a:pt x="678" y="885"/>
                    </a:cubicBezTo>
                    <a:cubicBezTo>
                      <a:pt x="746" y="885"/>
                      <a:pt x="815" y="857"/>
                      <a:pt x="863" y="804"/>
                    </a:cubicBezTo>
                    <a:lnTo>
                      <a:pt x="1349" y="318"/>
                    </a:lnTo>
                    <a:cubicBezTo>
                      <a:pt x="1329" y="298"/>
                      <a:pt x="1319" y="278"/>
                      <a:pt x="1299" y="268"/>
                    </a:cubicBezTo>
                    <a:cubicBezTo>
                      <a:pt x="1126" y="90"/>
                      <a:pt x="898" y="1"/>
                      <a:pt x="6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57"/>
              <p:cNvSpPr/>
              <p:nvPr/>
            </p:nvSpPr>
            <p:spPr>
              <a:xfrm>
                <a:off x="7239859" y="3031290"/>
                <a:ext cx="84698" cy="5497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867" extrusionOk="0">
                    <a:moveTo>
                      <a:pt x="657" y="0"/>
                    </a:moveTo>
                    <a:cubicBezTo>
                      <a:pt x="590" y="0"/>
                      <a:pt x="525" y="28"/>
                      <a:pt x="476" y="81"/>
                    </a:cubicBezTo>
                    <a:lnTo>
                      <a:pt x="1" y="557"/>
                    </a:lnTo>
                    <a:cubicBezTo>
                      <a:pt x="10" y="577"/>
                      <a:pt x="30" y="587"/>
                      <a:pt x="40" y="607"/>
                    </a:cubicBezTo>
                    <a:cubicBezTo>
                      <a:pt x="214" y="780"/>
                      <a:pt x="442" y="867"/>
                      <a:pt x="671" y="867"/>
                    </a:cubicBezTo>
                    <a:cubicBezTo>
                      <a:pt x="900" y="867"/>
                      <a:pt x="1131" y="780"/>
                      <a:pt x="1309" y="607"/>
                    </a:cubicBezTo>
                    <a:lnTo>
                      <a:pt x="1339" y="577"/>
                    </a:lnTo>
                    <a:lnTo>
                      <a:pt x="824" y="61"/>
                    </a:lnTo>
                    <a:cubicBezTo>
                      <a:pt x="773" y="20"/>
                      <a:pt x="715" y="0"/>
                      <a:pt x="6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57"/>
              <p:cNvSpPr/>
              <p:nvPr/>
            </p:nvSpPr>
            <p:spPr>
              <a:xfrm>
                <a:off x="7400912" y="3170902"/>
                <a:ext cx="63397" cy="85593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1350" extrusionOk="0">
                    <a:moveTo>
                      <a:pt x="407" y="1"/>
                    </a:moveTo>
                    <a:cubicBezTo>
                      <a:pt x="387" y="11"/>
                      <a:pt x="368" y="31"/>
                      <a:pt x="358" y="41"/>
                    </a:cubicBezTo>
                    <a:cubicBezTo>
                      <a:pt x="1" y="388"/>
                      <a:pt x="1" y="963"/>
                      <a:pt x="358" y="1310"/>
                    </a:cubicBezTo>
                    <a:lnTo>
                      <a:pt x="397" y="1349"/>
                    </a:lnTo>
                    <a:lnTo>
                      <a:pt x="893" y="854"/>
                    </a:lnTo>
                    <a:cubicBezTo>
                      <a:pt x="1002" y="764"/>
                      <a:pt x="1002" y="606"/>
                      <a:pt x="913" y="507"/>
                    </a:cubicBezTo>
                    <a:lnTo>
                      <a:pt x="40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57"/>
              <p:cNvSpPr/>
              <p:nvPr/>
            </p:nvSpPr>
            <p:spPr>
              <a:xfrm>
                <a:off x="6994803" y="3427238"/>
                <a:ext cx="100374" cy="75069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1184" extrusionOk="0">
                    <a:moveTo>
                      <a:pt x="794" y="1"/>
                    </a:moveTo>
                    <a:cubicBezTo>
                      <a:pt x="643" y="1"/>
                      <a:pt x="491" y="58"/>
                      <a:pt x="377" y="172"/>
                    </a:cubicBezTo>
                    <a:cubicBezTo>
                      <a:pt x="1" y="549"/>
                      <a:pt x="268" y="1183"/>
                      <a:pt x="794" y="1183"/>
                    </a:cubicBezTo>
                    <a:cubicBezTo>
                      <a:pt x="1319" y="1183"/>
                      <a:pt x="1587" y="549"/>
                      <a:pt x="1210" y="172"/>
                    </a:cubicBezTo>
                    <a:cubicBezTo>
                      <a:pt x="1096" y="58"/>
                      <a:pt x="945" y="1"/>
                      <a:pt x="7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57"/>
              <p:cNvSpPr/>
              <p:nvPr/>
            </p:nvSpPr>
            <p:spPr>
              <a:xfrm>
                <a:off x="7268049" y="3153149"/>
                <a:ext cx="99741" cy="75069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1184" extrusionOk="0">
                    <a:moveTo>
                      <a:pt x="793" y="1"/>
                    </a:moveTo>
                    <a:cubicBezTo>
                      <a:pt x="640" y="1"/>
                      <a:pt x="487" y="58"/>
                      <a:pt x="368" y="172"/>
                    </a:cubicBezTo>
                    <a:cubicBezTo>
                      <a:pt x="1" y="549"/>
                      <a:pt x="268" y="1183"/>
                      <a:pt x="794" y="1183"/>
                    </a:cubicBezTo>
                    <a:cubicBezTo>
                      <a:pt x="1319" y="1183"/>
                      <a:pt x="1577" y="549"/>
                      <a:pt x="1210" y="172"/>
                    </a:cubicBezTo>
                    <a:cubicBezTo>
                      <a:pt x="1096" y="58"/>
                      <a:pt x="945" y="1"/>
                      <a:pt x="7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57"/>
              <p:cNvSpPr/>
              <p:nvPr/>
            </p:nvSpPr>
            <p:spPr>
              <a:xfrm>
                <a:off x="7058137" y="3215918"/>
                <a:ext cx="232540" cy="209862"/>
              </a:xfrm>
              <a:custGeom>
                <a:avLst/>
                <a:gdLst/>
                <a:ahLst/>
                <a:cxnLst/>
                <a:rect l="l" t="t" r="r" b="b"/>
                <a:pathLst>
                  <a:path w="3679" h="3310" extrusionOk="0">
                    <a:moveTo>
                      <a:pt x="1690" y="1"/>
                    </a:moveTo>
                    <a:cubicBezTo>
                      <a:pt x="1296" y="1"/>
                      <a:pt x="913" y="143"/>
                      <a:pt x="625" y="431"/>
                    </a:cubicBezTo>
                    <a:cubicBezTo>
                      <a:pt x="0" y="1046"/>
                      <a:pt x="50" y="2097"/>
                      <a:pt x="734" y="2771"/>
                    </a:cubicBezTo>
                    <a:cubicBezTo>
                      <a:pt x="1090" y="3128"/>
                      <a:pt x="1552" y="3310"/>
                      <a:pt x="1999" y="3310"/>
                    </a:cubicBezTo>
                    <a:cubicBezTo>
                      <a:pt x="2397" y="3310"/>
                      <a:pt x="2784" y="3165"/>
                      <a:pt x="3074" y="2870"/>
                    </a:cubicBezTo>
                    <a:cubicBezTo>
                      <a:pt x="3679" y="2256"/>
                      <a:pt x="3629" y="1215"/>
                      <a:pt x="2955" y="540"/>
                    </a:cubicBezTo>
                    <a:cubicBezTo>
                      <a:pt x="2597" y="182"/>
                      <a:pt x="2136" y="1"/>
                      <a:pt x="169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57"/>
              <p:cNvSpPr/>
              <p:nvPr/>
            </p:nvSpPr>
            <p:spPr>
              <a:xfrm>
                <a:off x="7108261" y="3254784"/>
                <a:ext cx="131661" cy="133272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2102" extrusionOk="0">
                    <a:moveTo>
                      <a:pt x="182" y="1"/>
                    </a:moveTo>
                    <a:cubicBezTo>
                      <a:pt x="171" y="1"/>
                      <a:pt x="160" y="3"/>
                      <a:pt x="149" y="7"/>
                    </a:cubicBezTo>
                    <a:cubicBezTo>
                      <a:pt x="119" y="7"/>
                      <a:pt x="90" y="26"/>
                      <a:pt x="70" y="56"/>
                    </a:cubicBezTo>
                    <a:cubicBezTo>
                      <a:pt x="10" y="96"/>
                      <a:pt x="0" y="175"/>
                      <a:pt x="40" y="235"/>
                    </a:cubicBezTo>
                    <a:cubicBezTo>
                      <a:pt x="60" y="274"/>
                      <a:pt x="90" y="324"/>
                      <a:pt x="129" y="364"/>
                    </a:cubicBezTo>
                    <a:cubicBezTo>
                      <a:pt x="159" y="403"/>
                      <a:pt x="199" y="443"/>
                      <a:pt x="228" y="492"/>
                    </a:cubicBezTo>
                    <a:cubicBezTo>
                      <a:pt x="179" y="552"/>
                      <a:pt x="129" y="611"/>
                      <a:pt x="99" y="691"/>
                    </a:cubicBezTo>
                    <a:cubicBezTo>
                      <a:pt x="70" y="750"/>
                      <a:pt x="60" y="830"/>
                      <a:pt x="50" y="899"/>
                    </a:cubicBezTo>
                    <a:cubicBezTo>
                      <a:pt x="50" y="978"/>
                      <a:pt x="60" y="1048"/>
                      <a:pt x="80" y="1117"/>
                    </a:cubicBezTo>
                    <a:cubicBezTo>
                      <a:pt x="109" y="1187"/>
                      <a:pt x="149" y="1256"/>
                      <a:pt x="209" y="1306"/>
                    </a:cubicBezTo>
                    <a:cubicBezTo>
                      <a:pt x="268" y="1375"/>
                      <a:pt x="347" y="1415"/>
                      <a:pt x="427" y="1434"/>
                    </a:cubicBezTo>
                    <a:cubicBezTo>
                      <a:pt x="473" y="1446"/>
                      <a:pt x="523" y="1451"/>
                      <a:pt x="572" y="1451"/>
                    </a:cubicBezTo>
                    <a:cubicBezTo>
                      <a:pt x="607" y="1451"/>
                      <a:pt x="642" y="1448"/>
                      <a:pt x="675" y="1444"/>
                    </a:cubicBezTo>
                    <a:cubicBezTo>
                      <a:pt x="764" y="1434"/>
                      <a:pt x="843" y="1415"/>
                      <a:pt x="922" y="1385"/>
                    </a:cubicBezTo>
                    <a:cubicBezTo>
                      <a:pt x="1012" y="1355"/>
                      <a:pt x="1091" y="1325"/>
                      <a:pt x="1160" y="1286"/>
                    </a:cubicBezTo>
                    <a:lnTo>
                      <a:pt x="1230" y="1256"/>
                    </a:lnTo>
                    <a:cubicBezTo>
                      <a:pt x="1260" y="1246"/>
                      <a:pt x="1289" y="1226"/>
                      <a:pt x="1329" y="1216"/>
                    </a:cubicBezTo>
                    <a:cubicBezTo>
                      <a:pt x="1359" y="1206"/>
                      <a:pt x="1388" y="1206"/>
                      <a:pt x="1418" y="1196"/>
                    </a:cubicBezTo>
                    <a:cubicBezTo>
                      <a:pt x="1448" y="1196"/>
                      <a:pt x="1478" y="1206"/>
                      <a:pt x="1498" y="1226"/>
                    </a:cubicBezTo>
                    <a:cubicBezTo>
                      <a:pt x="1517" y="1236"/>
                      <a:pt x="1527" y="1266"/>
                      <a:pt x="1527" y="1286"/>
                    </a:cubicBezTo>
                    <a:cubicBezTo>
                      <a:pt x="1527" y="1315"/>
                      <a:pt x="1517" y="1335"/>
                      <a:pt x="1507" y="1365"/>
                    </a:cubicBezTo>
                    <a:cubicBezTo>
                      <a:pt x="1498" y="1385"/>
                      <a:pt x="1488" y="1415"/>
                      <a:pt x="1468" y="1434"/>
                    </a:cubicBezTo>
                    <a:cubicBezTo>
                      <a:pt x="1448" y="1454"/>
                      <a:pt x="1438" y="1474"/>
                      <a:pt x="1428" y="1484"/>
                    </a:cubicBezTo>
                    <a:cubicBezTo>
                      <a:pt x="1388" y="1524"/>
                      <a:pt x="1349" y="1553"/>
                      <a:pt x="1309" y="1573"/>
                    </a:cubicBezTo>
                    <a:cubicBezTo>
                      <a:pt x="1269" y="1603"/>
                      <a:pt x="1230" y="1623"/>
                      <a:pt x="1180" y="1643"/>
                    </a:cubicBezTo>
                    <a:lnTo>
                      <a:pt x="1061" y="1702"/>
                    </a:lnTo>
                    <a:cubicBezTo>
                      <a:pt x="1022" y="1722"/>
                      <a:pt x="982" y="1752"/>
                      <a:pt x="952" y="1781"/>
                    </a:cubicBezTo>
                    <a:cubicBezTo>
                      <a:pt x="922" y="1821"/>
                      <a:pt x="903" y="1861"/>
                      <a:pt x="903" y="1920"/>
                    </a:cubicBezTo>
                    <a:cubicBezTo>
                      <a:pt x="893" y="1970"/>
                      <a:pt x="913" y="2010"/>
                      <a:pt x="952" y="2049"/>
                    </a:cubicBezTo>
                    <a:cubicBezTo>
                      <a:pt x="985" y="2082"/>
                      <a:pt x="1025" y="2101"/>
                      <a:pt x="1066" y="2101"/>
                    </a:cubicBezTo>
                    <a:cubicBezTo>
                      <a:pt x="1074" y="2101"/>
                      <a:pt x="1083" y="2100"/>
                      <a:pt x="1091" y="2099"/>
                    </a:cubicBezTo>
                    <a:cubicBezTo>
                      <a:pt x="1151" y="2099"/>
                      <a:pt x="1210" y="2079"/>
                      <a:pt x="1260" y="2059"/>
                    </a:cubicBezTo>
                    <a:cubicBezTo>
                      <a:pt x="1319" y="2029"/>
                      <a:pt x="1379" y="2000"/>
                      <a:pt x="1428" y="1970"/>
                    </a:cubicBezTo>
                    <a:lnTo>
                      <a:pt x="1567" y="1881"/>
                    </a:lnTo>
                    <a:cubicBezTo>
                      <a:pt x="1570" y="1877"/>
                      <a:pt x="1574" y="1876"/>
                      <a:pt x="1577" y="1876"/>
                    </a:cubicBezTo>
                    <a:cubicBezTo>
                      <a:pt x="1583" y="1876"/>
                      <a:pt x="1590" y="1881"/>
                      <a:pt x="1597" y="1881"/>
                    </a:cubicBezTo>
                    <a:cubicBezTo>
                      <a:pt x="1617" y="1891"/>
                      <a:pt x="1636" y="1900"/>
                      <a:pt x="1646" y="1910"/>
                    </a:cubicBezTo>
                    <a:cubicBezTo>
                      <a:pt x="1666" y="1930"/>
                      <a:pt x="1676" y="1940"/>
                      <a:pt x="1686" y="1950"/>
                    </a:cubicBezTo>
                    <a:lnTo>
                      <a:pt x="1716" y="1980"/>
                    </a:lnTo>
                    <a:cubicBezTo>
                      <a:pt x="1726" y="1990"/>
                      <a:pt x="1745" y="2000"/>
                      <a:pt x="1755" y="2019"/>
                    </a:cubicBezTo>
                    <a:lnTo>
                      <a:pt x="1785" y="2059"/>
                    </a:lnTo>
                    <a:cubicBezTo>
                      <a:pt x="1815" y="2081"/>
                      <a:pt x="1845" y="2093"/>
                      <a:pt x="1879" y="2093"/>
                    </a:cubicBezTo>
                    <a:cubicBezTo>
                      <a:pt x="1890" y="2093"/>
                      <a:pt x="1902" y="2091"/>
                      <a:pt x="1914" y="2089"/>
                    </a:cubicBezTo>
                    <a:cubicBezTo>
                      <a:pt x="1954" y="2089"/>
                      <a:pt x="2003" y="2069"/>
                      <a:pt x="2033" y="2039"/>
                    </a:cubicBezTo>
                    <a:cubicBezTo>
                      <a:pt x="2063" y="2010"/>
                      <a:pt x="2073" y="1970"/>
                      <a:pt x="2083" y="1930"/>
                    </a:cubicBezTo>
                    <a:cubicBezTo>
                      <a:pt x="2083" y="1900"/>
                      <a:pt x="2073" y="1871"/>
                      <a:pt x="2063" y="1841"/>
                    </a:cubicBezTo>
                    <a:cubicBezTo>
                      <a:pt x="2043" y="1811"/>
                      <a:pt x="2023" y="1781"/>
                      <a:pt x="2003" y="1752"/>
                    </a:cubicBezTo>
                    <a:lnTo>
                      <a:pt x="1924" y="1682"/>
                    </a:lnTo>
                    <a:cubicBezTo>
                      <a:pt x="1904" y="1653"/>
                      <a:pt x="1884" y="1633"/>
                      <a:pt x="1864" y="1613"/>
                    </a:cubicBezTo>
                    <a:cubicBezTo>
                      <a:pt x="1845" y="1603"/>
                      <a:pt x="1845" y="1583"/>
                      <a:pt x="1854" y="1573"/>
                    </a:cubicBezTo>
                    <a:lnTo>
                      <a:pt x="1944" y="1405"/>
                    </a:lnTo>
                    <a:cubicBezTo>
                      <a:pt x="1973" y="1355"/>
                      <a:pt x="1993" y="1296"/>
                      <a:pt x="2003" y="1236"/>
                    </a:cubicBezTo>
                    <a:cubicBezTo>
                      <a:pt x="2023" y="1187"/>
                      <a:pt x="2023" y="1127"/>
                      <a:pt x="2003" y="1077"/>
                    </a:cubicBezTo>
                    <a:cubicBezTo>
                      <a:pt x="1983" y="1008"/>
                      <a:pt x="1944" y="949"/>
                      <a:pt x="1894" y="899"/>
                    </a:cubicBezTo>
                    <a:cubicBezTo>
                      <a:pt x="1825" y="840"/>
                      <a:pt x="1745" y="800"/>
                      <a:pt x="1656" y="780"/>
                    </a:cubicBezTo>
                    <a:cubicBezTo>
                      <a:pt x="1617" y="770"/>
                      <a:pt x="1574" y="765"/>
                      <a:pt x="1531" y="765"/>
                    </a:cubicBezTo>
                    <a:cubicBezTo>
                      <a:pt x="1488" y="765"/>
                      <a:pt x="1443" y="770"/>
                      <a:pt x="1398" y="780"/>
                    </a:cubicBezTo>
                    <a:cubicBezTo>
                      <a:pt x="1309" y="790"/>
                      <a:pt x="1220" y="820"/>
                      <a:pt x="1131" y="849"/>
                    </a:cubicBezTo>
                    <a:cubicBezTo>
                      <a:pt x="1041" y="879"/>
                      <a:pt x="962" y="899"/>
                      <a:pt x="883" y="929"/>
                    </a:cubicBezTo>
                    <a:cubicBezTo>
                      <a:pt x="823" y="959"/>
                      <a:pt x="754" y="978"/>
                      <a:pt x="684" y="988"/>
                    </a:cubicBezTo>
                    <a:cubicBezTo>
                      <a:pt x="674" y="991"/>
                      <a:pt x="663" y="992"/>
                      <a:pt x="651" y="992"/>
                    </a:cubicBezTo>
                    <a:cubicBezTo>
                      <a:pt x="620" y="992"/>
                      <a:pt x="587" y="983"/>
                      <a:pt x="566" y="968"/>
                    </a:cubicBezTo>
                    <a:cubicBezTo>
                      <a:pt x="546" y="949"/>
                      <a:pt x="526" y="929"/>
                      <a:pt x="526" y="899"/>
                    </a:cubicBezTo>
                    <a:cubicBezTo>
                      <a:pt x="526" y="869"/>
                      <a:pt x="536" y="849"/>
                      <a:pt x="546" y="820"/>
                    </a:cubicBezTo>
                    <a:cubicBezTo>
                      <a:pt x="546" y="800"/>
                      <a:pt x="566" y="770"/>
                      <a:pt x="575" y="750"/>
                    </a:cubicBezTo>
                    <a:cubicBezTo>
                      <a:pt x="595" y="730"/>
                      <a:pt x="605" y="711"/>
                      <a:pt x="625" y="691"/>
                    </a:cubicBezTo>
                    <a:cubicBezTo>
                      <a:pt x="655" y="661"/>
                      <a:pt x="694" y="621"/>
                      <a:pt x="734" y="602"/>
                    </a:cubicBezTo>
                    <a:cubicBezTo>
                      <a:pt x="784" y="582"/>
                      <a:pt x="813" y="562"/>
                      <a:pt x="853" y="542"/>
                    </a:cubicBezTo>
                    <a:lnTo>
                      <a:pt x="952" y="492"/>
                    </a:lnTo>
                    <a:cubicBezTo>
                      <a:pt x="992" y="473"/>
                      <a:pt x="1022" y="453"/>
                      <a:pt x="1051" y="423"/>
                    </a:cubicBezTo>
                    <a:cubicBezTo>
                      <a:pt x="1071" y="403"/>
                      <a:pt x="1081" y="383"/>
                      <a:pt x="1101" y="354"/>
                    </a:cubicBezTo>
                    <a:cubicBezTo>
                      <a:pt x="1111" y="334"/>
                      <a:pt x="1131" y="304"/>
                      <a:pt x="1131" y="274"/>
                    </a:cubicBezTo>
                    <a:cubicBezTo>
                      <a:pt x="1141" y="245"/>
                      <a:pt x="1141" y="215"/>
                      <a:pt x="1131" y="185"/>
                    </a:cubicBezTo>
                    <a:cubicBezTo>
                      <a:pt x="1131" y="155"/>
                      <a:pt x="1111" y="136"/>
                      <a:pt x="1091" y="116"/>
                    </a:cubicBezTo>
                    <a:cubicBezTo>
                      <a:pt x="1081" y="106"/>
                      <a:pt x="1071" y="96"/>
                      <a:pt x="1061" y="96"/>
                    </a:cubicBezTo>
                    <a:cubicBezTo>
                      <a:pt x="1051" y="86"/>
                      <a:pt x="1041" y="76"/>
                      <a:pt x="1022" y="76"/>
                    </a:cubicBezTo>
                    <a:cubicBezTo>
                      <a:pt x="987" y="69"/>
                      <a:pt x="951" y="62"/>
                      <a:pt x="913" y="62"/>
                    </a:cubicBezTo>
                    <a:cubicBezTo>
                      <a:pt x="897" y="62"/>
                      <a:pt x="880" y="63"/>
                      <a:pt x="863" y="66"/>
                    </a:cubicBezTo>
                    <a:cubicBezTo>
                      <a:pt x="813" y="76"/>
                      <a:pt x="764" y="86"/>
                      <a:pt x="714" y="106"/>
                    </a:cubicBezTo>
                    <a:cubicBezTo>
                      <a:pt x="655" y="126"/>
                      <a:pt x="605" y="145"/>
                      <a:pt x="556" y="175"/>
                    </a:cubicBezTo>
                    <a:cubicBezTo>
                      <a:pt x="516" y="195"/>
                      <a:pt x="466" y="225"/>
                      <a:pt x="427" y="245"/>
                    </a:cubicBezTo>
                    <a:lnTo>
                      <a:pt x="328" y="136"/>
                    </a:lnTo>
                    <a:cubicBezTo>
                      <a:pt x="298" y="96"/>
                      <a:pt x="268" y="56"/>
                      <a:pt x="238" y="26"/>
                    </a:cubicBezTo>
                    <a:cubicBezTo>
                      <a:pt x="219" y="8"/>
                      <a:pt x="201" y="1"/>
                      <a:pt x="1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57"/>
              <p:cNvSpPr/>
              <p:nvPr/>
            </p:nvSpPr>
            <p:spPr>
              <a:xfrm>
                <a:off x="7191000" y="3104266"/>
                <a:ext cx="445613" cy="159267"/>
              </a:xfrm>
              <a:custGeom>
                <a:avLst/>
                <a:gdLst/>
                <a:ahLst/>
                <a:cxnLst/>
                <a:rect l="l" t="t" r="r" b="b"/>
                <a:pathLst>
                  <a:path w="7050" h="2512" extrusionOk="0">
                    <a:moveTo>
                      <a:pt x="3629" y="1"/>
                    </a:moveTo>
                    <a:cubicBezTo>
                      <a:pt x="3312" y="576"/>
                      <a:pt x="2271" y="546"/>
                      <a:pt x="1686" y="735"/>
                    </a:cubicBezTo>
                    <a:cubicBezTo>
                      <a:pt x="1180" y="874"/>
                      <a:pt x="0" y="2004"/>
                      <a:pt x="873" y="2480"/>
                    </a:cubicBezTo>
                    <a:cubicBezTo>
                      <a:pt x="914" y="2502"/>
                      <a:pt x="969" y="2511"/>
                      <a:pt x="1033" y="2511"/>
                    </a:cubicBezTo>
                    <a:cubicBezTo>
                      <a:pt x="1497" y="2511"/>
                      <a:pt x="2485" y="2015"/>
                      <a:pt x="2886" y="1954"/>
                    </a:cubicBezTo>
                    <a:cubicBezTo>
                      <a:pt x="3590" y="1855"/>
                      <a:pt x="4293" y="1786"/>
                      <a:pt x="4988" y="1607"/>
                    </a:cubicBezTo>
                    <a:cubicBezTo>
                      <a:pt x="5692" y="1389"/>
                      <a:pt x="6495" y="1230"/>
                      <a:pt x="7050" y="685"/>
                    </a:cubicBezTo>
                    <a:lnTo>
                      <a:pt x="36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6" name="Google Shape;3706;p57"/>
              <p:cNvSpPr/>
              <p:nvPr/>
            </p:nvSpPr>
            <p:spPr>
              <a:xfrm>
                <a:off x="7225448" y="3202794"/>
                <a:ext cx="92789" cy="60613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956" extrusionOk="0">
                    <a:moveTo>
                      <a:pt x="882" y="1"/>
                    </a:moveTo>
                    <a:cubicBezTo>
                      <a:pt x="576" y="1"/>
                      <a:pt x="221" y="213"/>
                      <a:pt x="20" y="420"/>
                    </a:cubicBezTo>
                    <a:cubicBezTo>
                      <a:pt x="0" y="638"/>
                      <a:pt x="119" y="846"/>
                      <a:pt x="318" y="926"/>
                    </a:cubicBezTo>
                    <a:cubicBezTo>
                      <a:pt x="359" y="946"/>
                      <a:pt x="411" y="955"/>
                      <a:pt x="474" y="955"/>
                    </a:cubicBezTo>
                    <a:cubicBezTo>
                      <a:pt x="715" y="955"/>
                      <a:pt x="1098" y="820"/>
                      <a:pt x="1468" y="678"/>
                    </a:cubicBezTo>
                    <a:cubicBezTo>
                      <a:pt x="1448" y="499"/>
                      <a:pt x="1379" y="321"/>
                      <a:pt x="1270" y="172"/>
                    </a:cubicBezTo>
                    <a:cubicBezTo>
                      <a:pt x="1167" y="50"/>
                      <a:pt x="1030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57"/>
              <p:cNvSpPr/>
              <p:nvPr/>
            </p:nvSpPr>
            <p:spPr>
              <a:xfrm>
                <a:off x="7468607" y="3617890"/>
                <a:ext cx="106631" cy="108228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707" extrusionOk="0">
                    <a:moveTo>
                      <a:pt x="834" y="1"/>
                    </a:moveTo>
                    <a:cubicBezTo>
                      <a:pt x="754" y="11"/>
                      <a:pt x="685" y="606"/>
                      <a:pt x="645" y="655"/>
                    </a:cubicBezTo>
                    <a:cubicBezTo>
                      <a:pt x="566" y="735"/>
                      <a:pt x="1" y="784"/>
                      <a:pt x="11" y="863"/>
                    </a:cubicBezTo>
                    <a:cubicBezTo>
                      <a:pt x="11" y="943"/>
                      <a:pt x="566" y="982"/>
                      <a:pt x="645" y="1052"/>
                    </a:cubicBezTo>
                    <a:cubicBezTo>
                      <a:pt x="685" y="1101"/>
                      <a:pt x="774" y="1706"/>
                      <a:pt x="863" y="1706"/>
                    </a:cubicBezTo>
                    <a:cubicBezTo>
                      <a:pt x="943" y="1696"/>
                      <a:pt x="1012" y="1091"/>
                      <a:pt x="1052" y="1052"/>
                    </a:cubicBezTo>
                    <a:cubicBezTo>
                      <a:pt x="1121" y="972"/>
                      <a:pt x="1686" y="913"/>
                      <a:pt x="1686" y="844"/>
                    </a:cubicBezTo>
                    <a:cubicBezTo>
                      <a:pt x="1686" y="764"/>
                      <a:pt x="1131" y="715"/>
                      <a:pt x="1052" y="655"/>
                    </a:cubicBezTo>
                    <a:cubicBezTo>
                      <a:pt x="1002" y="606"/>
                      <a:pt x="913" y="1"/>
                      <a:pt x="8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57"/>
              <p:cNvSpPr/>
              <p:nvPr/>
            </p:nvSpPr>
            <p:spPr>
              <a:xfrm>
                <a:off x="6616886" y="3981883"/>
                <a:ext cx="106631" cy="107594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697" extrusionOk="0">
                    <a:moveTo>
                      <a:pt x="834" y="1"/>
                    </a:moveTo>
                    <a:cubicBezTo>
                      <a:pt x="754" y="11"/>
                      <a:pt x="685" y="606"/>
                      <a:pt x="645" y="655"/>
                    </a:cubicBezTo>
                    <a:cubicBezTo>
                      <a:pt x="566" y="725"/>
                      <a:pt x="1" y="784"/>
                      <a:pt x="11" y="863"/>
                    </a:cubicBezTo>
                    <a:cubicBezTo>
                      <a:pt x="21" y="943"/>
                      <a:pt x="566" y="972"/>
                      <a:pt x="645" y="1052"/>
                    </a:cubicBezTo>
                    <a:cubicBezTo>
                      <a:pt x="685" y="1091"/>
                      <a:pt x="773" y="1696"/>
                      <a:pt x="861" y="1696"/>
                    </a:cubicBezTo>
                    <a:cubicBezTo>
                      <a:pt x="862" y="1696"/>
                      <a:pt x="863" y="1696"/>
                      <a:pt x="863" y="1696"/>
                    </a:cubicBezTo>
                    <a:cubicBezTo>
                      <a:pt x="943" y="1696"/>
                      <a:pt x="1012" y="1091"/>
                      <a:pt x="1052" y="1052"/>
                    </a:cubicBezTo>
                    <a:cubicBezTo>
                      <a:pt x="1121" y="972"/>
                      <a:pt x="1686" y="913"/>
                      <a:pt x="1686" y="834"/>
                    </a:cubicBezTo>
                    <a:cubicBezTo>
                      <a:pt x="1676" y="764"/>
                      <a:pt x="1131" y="725"/>
                      <a:pt x="1052" y="645"/>
                    </a:cubicBezTo>
                    <a:cubicBezTo>
                      <a:pt x="1002" y="606"/>
                      <a:pt x="913" y="1"/>
                      <a:pt x="8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57"/>
              <p:cNvSpPr/>
              <p:nvPr/>
            </p:nvSpPr>
            <p:spPr>
              <a:xfrm>
                <a:off x="7635348" y="3737974"/>
                <a:ext cx="28254" cy="26533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185" extrusionOk="0">
                    <a:moveTo>
                      <a:pt x="189" y="1"/>
                    </a:moveTo>
                    <a:cubicBezTo>
                      <a:pt x="94" y="1"/>
                      <a:pt x="0" y="50"/>
                      <a:pt x="0" y="149"/>
                    </a:cubicBezTo>
                    <a:cubicBezTo>
                      <a:pt x="0" y="1448"/>
                      <a:pt x="79" y="2737"/>
                      <a:pt x="79" y="4036"/>
                    </a:cubicBezTo>
                    <a:cubicBezTo>
                      <a:pt x="79" y="4135"/>
                      <a:pt x="171" y="4185"/>
                      <a:pt x="263" y="4185"/>
                    </a:cubicBezTo>
                    <a:cubicBezTo>
                      <a:pt x="355" y="4185"/>
                      <a:pt x="446" y="4135"/>
                      <a:pt x="446" y="4036"/>
                    </a:cubicBezTo>
                    <a:cubicBezTo>
                      <a:pt x="446" y="2737"/>
                      <a:pt x="377" y="1448"/>
                      <a:pt x="377" y="149"/>
                    </a:cubicBezTo>
                    <a:cubicBezTo>
                      <a:pt x="377" y="50"/>
                      <a:pt x="283" y="1"/>
                      <a:pt x="18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57"/>
              <p:cNvSpPr/>
              <p:nvPr/>
            </p:nvSpPr>
            <p:spPr>
              <a:xfrm>
                <a:off x="7641290" y="4030894"/>
                <a:ext cx="21364" cy="19655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10" extrusionOk="0">
                    <a:moveTo>
                      <a:pt x="159" y="0"/>
                    </a:moveTo>
                    <a:cubicBezTo>
                      <a:pt x="0" y="0"/>
                      <a:pt x="0" y="309"/>
                      <a:pt x="159" y="309"/>
                    </a:cubicBezTo>
                    <a:cubicBezTo>
                      <a:pt x="164" y="309"/>
                      <a:pt x="169" y="309"/>
                      <a:pt x="174" y="309"/>
                    </a:cubicBezTo>
                    <a:cubicBezTo>
                      <a:pt x="179" y="309"/>
                      <a:pt x="183" y="309"/>
                      <a:pt x="188" y="309"/>
                    </a:cubicBezTo>
                    <a:cubicBezTo>
                      <a:pt x="338" y="309"/>
                      <a:pt x="338" y="0"/>
                      <a:pt x="188" y="0"/>
                    </a:cubicBezTo>
                    <a:cubicBezTo>
                      <a:pt x="183" y="0"/>
                      <a:pt x="179" y="1"/>
                      <a:pt x="174" y="1"/>
                    </a:cubicBezTo>
                    <a:cubicBezTo>
                      <a:pt x="169" y="1"/>
                      <a:pt x="164" y="0"/>
                      <a:pt x="1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57"/>
              <p:cNvSpPr/>
              <p:nvPr/>
            </p:nvSpPr>
            <p:spPr>
              <a:xfrm>
                <a:off x="7633895" y="3694480"/>
                <a:ext cx="21743" cy="19782"/>
              </a:xfrm>
              <a:custGeom>
                <a:avLst/>
                <a:gdLst/>
                <a:ahLst/>
                <a:cxnLst/>
                <a:rect l="l" t="t" r="r" b="b"/>
                <a:pathLst>
                  <a:path w="344" h="312" extrusionOk="0">
                    <a:moveTo>
                      <a:pt x="152" y="1"/>
                    </a:moveTo>
                    <a:cubicBezTo>
                      <a:pt x="0" y="1"/>
                      <a:pt x="0" y="312"/>
                      <a:pt x="152" y="312"/>
                    </a:cubicBezTo>
                    <a:cubicBezTo>
                      <a:pt x="158" y="312"/>
                      <a:pt x="165" y="311"/>
                      <a:pt x="172" y="310"/>
                    </a:cubicBezTo>
                    <a:cubicBezTo>
                      <a:pt x="179" y="311"/>
                      <a:pt x="186" y="312"/>
                      <a:pt x="192" y="312"/>
                    </a:cubicBezTo>
                    <a:cubicBezTo>
                      <a:pt x="344" y="312"/>
                      <a:pt x="344" y="1"/>
                      <a:pt x="192" y="1"/>
                    </a:cubicBezTo>
                    <a:cubicBezTo>
                      <a:pt x="186" y="1"/>
                      <a:pt x="179" y="1"/>
                      <a:pt x="172" y="2"/>
                    </a:cubicBezTo>
                    <a:cubicBezTo>
                      <a:pt x="165" y="1"/>
                      <a:pt x="158" y="1"/>
                      <a:pt x="15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57"/>
              <p:cNvSpPr/>
              <p:nvPr/>
            </p:nvSpPr>
            <p:spPr>
              <a:xfrm>
                <a:off x="6544197" y="3686428"/>
                <a:ext cx="28254" cy="26533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185" extrusionOk="0">
                    <a:moveTo>
                      <a:pt x="184" y="1"/>
                    </a:moveTo>
                    <a:cubicBezTo>
                      <a:pt x="92" y="1"/>
                      <a:pt x="1" y="50"/>
                      <a:pt x="1" y="149"/>
                    </a:cubicBezTo>
                    <a:cubicBezTo>
                      <a:pt x="1" y="1448"/>
                      <a:pt x="70" y="2737"/>
                      <a:pt x="70" y="4036"/>
                    </a:cubicBezTo>
                    <a:cubicBezTo>
                      <a:pt x="70" y="4135"/>
                      <a:pt x="164" y="4185"/>
                      <a:pt x="258" y="4185"/>
                    </a:cubicBezTo>
                    <a:cubicBezTo>
                      <a:pt x="353" y="4185"/>
                      <a:pt x="447" y="4135"/>
                      <a:pt x="447" y="4036"/>
                    </a:cubicBezTo>
                    <a:cubicBezTo>
                      <a:pt x="447" y="2737"/>
                      <a:pt x="367" y="1448"/>
                      <a:pt x="367" y="149"/>
                    </a:cubicBezTo>
                    <a:cubicBezTo>
                      <a:pt x="367" y="50"/>
                      <a:pt x="276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57"/>
              <p:cNvSpPr/>
              <p:nvPr/>
            </p:nvSpPr>
            <p:spPr>
              <a:xfrm>
                <a:off x="6549633" y="3979284"/>
                <a:ext cx="21807" cy="19782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12" extrusionOk="0">
                    <a:moveTo>
                      <a:pt x="152" y="0"/>
                    </a:moveTo>
                    <a:cubicBezTo>
                      <a:pt x="1" y="0"/>
                      <a:pt x="1" y="311"/>
                      <a:pt x="152" y="311"/>
                    </a:cubicBezTo>
                    <a:cubicBezTo>
                      <a:pt x="159" y="311"/>
                      <a:pt x="165" y="311"/>
                      <a:pt x="172" y="309"/>
                    </a:cubicBezTo>
                    <a:cubicBezTo>
                      <a:pt x="179" y="311"/>
                      <a:pt x="186" y="311"/>
                      <a:pt x="192" y="311"/>
                    </a:cubicBezTo>
                    <a:cubicBezTo>
                      <a:pt x="344" y="311"/>
                      <a:pt x="344" y="0"/>
                      <a:pt x="192" y="0"/>
                    </a:cubicBezTo>
                    <a:cubicBezTo>
                      <a:pt x="186" y="0"/>
                      <a:pt x="179" y="1"/>
                      <a:pt x="172" y="2"/>
                    </a:cubicBezTo>
                    <a:cubicBezTo>
                      <a:pt x="165" y="1"/>
                      <a:pt x="159" y="0"/>
                      <a:pt x="15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57"/>
              <p:cNvSpPr/>
              <p:nvPr/>
            </p:nvSpPr>
            <p:spPr>
              <a:xfrm>
                <a:off x="6542617" y="3643568"/>
                <a:ext cx="21996" cy="19718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11" extrusionOk="0">
                    <a:moveTo>
                      <a:pt x="154" y="1"/>
                    </a:moveTo>
                    <a:cubicBezTo>
                      <a:pt x="1" y="1"/>
                      <a:pt x="3" y="310"/>
                      <a:pt x="160" y="310"/>
                    </a:cubicBezTo>
                    <a:cubicBezTo>
                      <a:pt x="165" y="310"/>
                      <a:pt x="169" y="310"/>
                      <a:pt x="174" y="310"/>
                    </a:cubicBezTo>
                    <a:cubicBezTo>
                      <a:pt x="179" y="310"/>
                      <a:pt x="184" y="310"/>
                      <a:pt x="188" y="310"/>
                    </a:cubicBezTo>
                    <a:cubicBezTo>
                      <a:pt x="346" y="310"/>
                      <a:pt x="348" y="1"/>
                      <a:pt x="195" y="1"/>
                    </a:cubicBezTo>
                    <a:cubicBezTo>
                      <a:pt x="188" y="1"/>
                      <a:pt x="181" y="1"/>
                      <a:pt x="174" y="2"/>
                    </a:cubicBezTo>
                    <a:cubicBezTo>
                      <a:pt x="167" y="1"/>
                      <a:pt x="160" y="1"/>
                      <a:pt x="15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57"/>
              <p:cNvSpPr/>
              <p:nvPr/>
            </p:nvSpPr>
            <p:spPr>
              <a:xfrm>
                <a:off x="7405652" y="2819525"/>
                <a:ext cx="225335" cy="37978"/>
              </a:xfrm>
              <a:custGeom>
                <a:avLst/>
                <a:gdLst/>
                <a:ahLst/>
                <a:cxnLst/>
                <a:rect l="l" t="t" r="r" b="b"/>
                <a:pathLst>
                  <a:path w="3565" h="599" extrusionOk="0">
                    <a:moveTo>
                      <a:pt x="2065" y="1"/>
                    </a:moveTo>
                    <a:cubicBezTo>
                      <a:pt x="1468" y="1"/>
                      <a:pt x="872" y="22"/>
                      <a:pt x="283" y="129"/>
                    </a:cubicBezTo>
                    <a:cubicBezTo>
                      <a:pt x="1" y="186"/>
                      <a:pt x="102" y="599"/>
                      <a:pt x="367" y="599"/>
                    </a:cubicBezTo>
                    <a:cubicBezTo>
                      <a:pt x="382" y="599"/>
                      <a:pt x="396" y="598"/>
                      <a:pt x="412" y="595"/>
                    </a:cubicBezTo>
                    <a:cubicBezTo>
                      <a:pt x="940" y="501"/>
                      <a:pt x="1476" y="478"/>
                      <a:pt x="2010" y="478"/>
                    </a:cubicBezTo>
                    <a:cubicBezTo>
                      <a:pt x="2427" y="478"/>
                      <a:pt x="2844" y="492"/>
                      <a:pt x="3257" y="496"/>
                    </a:cubicBezTo>
                    <a:cubicBezTo>
                      <a:pt x="3565" y="486"/>
                      <a:pt x="3565" y="10"/>
                      <a:pt x="3257" y="10"/>
                    </a:cubicBezTo>
                    <a:cubicBezTo>
                      <a:pt x="2861" y="10"/>
                      <a:pt x="2463" y="1"/>
                      <a:pt x="206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57"/>
              <p:cNvSpPr/>
              <p:nvPr/>
            </p:nvSpPr>
            <p:spPr>
              <a:xfrm>
                <a:off x="7644703" y="2821998"/>
                <a:ext cx="39568" cy="30243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77" extrusionOk="0">
                    <a:moveTo>
                      <a:pt x="308" y="1"/>
                    </a:moveTo>
                    <a:cubicBezTo>
                      <a:pt x="1" y="1"/>
                      <a:pt x="1" y="477"/>
                      <a:pt x="308" y="477"/>
                    </a:cubicBezTo>
                    <a:cubicBezTo>
                      <a:pt x="626" y="477"/>
                      <a:pt x="626" y="1"/>
                      <a:pt x="3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7" name="Google Shape;3717;p57"/>
              <p:cNvSpPr/>
              <p:nvPr/>
            </p:nvSpPr>
            <p:spPr>
              <a:xfrm>
                <a:off x="7358942" y="2842160"/>
                <a:ext cx="40200" cy="30243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0"/>
                    </a:moveTo>
                    <a:cubicBezTo>
                      <a:pt x="4" y="0"/>
                      <a:pt x="0" y="476"/>
                      <a:pt x="308" y="476"/>
                    </a:cubicBezTo>
                    <a:cubicBezTo>
                      <a:pt x="311" y="476"/>
                      <a:pt x="315" y="476"/>
                      <a:pt x="318" y="476"/>
                    </a:cubicBezTo>
                    <a:cubicBezTo>
                      <a:pt x="635" y="476"/>
                      <a:pt x="63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8" name="Google Shape;3718;p57"/>
              <p:cNvSpPr/>
              <p:nvPr/>
            </p:nvSpPr>
            <p:spPr>
              <a:xfrm>
                <a:off x="6967435" y="3303604"/>
                <a:ext cx="79515" cy="62515"/>
              </a:xfrm>
              <a:custGeom>
                <a:avLst/>
                <a:gdLst/>
                <a:ahLst/>
                <a:cxnLst/>
                <a:rect l="l" t="t" r="r" b="b"/>
                <a:pathLst>
                  <a:path w="1258" h="986" extrusionOk="0">
                    <a:moveTo>
                      <a:pt x="1043" y="1"/>
                    </a:moveTo>
                    <a:cubicBezTo>
                      <a:pt x="1016" y="1"/>
                      <a:pt x="988" y="10"/>
                      <a:pt x="959" y="30"/>
                    </a:cubicBezTo>
                    <a:cubicBezTo>
                      <a:pt x="662" y="238"/>
                      <a:pt x="384" y="466"/>
                      <a:pt x="116" y="714"/>
                    </a:cubicBezTo>
                    <a:cubicBezTo>
                      <a:pt x="0" y="822"/>
                      <a:pt x="114" y="985"/>
                      <a:pt x="240" y="985"/>
                    </a:cubicBezTo>
                    <a:cubicBezTo>
                      <a:pt x="275" y="985"/>
                      <a:pt x="312" y="972"/>
                      <a:pt x="344" y="942"/>
                    </a:cubicBezTo>
                    <a:cubicBezTo>
                      <a:pt x="582" y="704"/>
                      <a:pt x="840" y="496"/>
                      <a:pt x="1118" y="307"/>
                    </a:cubicBezTo>
                    <a:cubicBezTo>
                      <a:pt x="1258" y="209"/>
                      <a:pt x="1172" y="1"/>
                      <a:pt x="10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9" name="Google Shape;3719;p57"/>
              <p:cNvSpPr/>
              <p:nvPr/>
            </p:nvSpPr>
            <p:spPr>
              <a:xfrm>
                <a:off x="6950305" y="3368972"/>
                <a:ext cx="24525" cy="20162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18" extrusionOk="0">
                    <a:moveTo>
                      <a:pt x="199" y="0"/>
                    </a:moveTo>
                    <a:cubicBezTo>
                      <a:pt x="1" y="20"/>
                      <a:pt x="1" y="298"/>
                      <a:pt x="199" y="318"/>
                    </a:cubicBezTo>
                    <a:cubicBezTo>
                      <a:pt x="387" y="298"/>
                      <a:pt x="387" y="20"/>
                      <a:pt x="1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0" name="Google Shape;3720;p57"/>
              <p:cNvSpPr/>
              <p:nvPr/>
            </p:nvSpPr>
            <p:spPr>
              <a:xfrm>
                <a:off x="6849237" y="3029388"/>
                <a:ext cx="91777" cy="33984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536" extrusionOk="0">
                    <a:moveTo>
                      <a:pt x="1260" y="0"/>
                    </a:moveTo>
                    <a:cubicBezTo>
                      <a:pt x="1251" y="0"/>
                      <a:pt x="1242" y="1"/>
                      <a:pt x="1233" y="2"/>
                    </a:cubicBezTo>
                    <a:cubicBezTo>
                      <a:pt x="876" y="52"/>
                      <a:pt x="529" y="121"/>
                      <a:pt x="182" y="220"/>
                    </a:cubicBezTo>
                    <a:cubicBezTo>
                      <a:pt x="1" y="274"/>
                      <a:pt x="68" y="535"/>
                      <a:pt x="224" y="535"/>
                    </a:cubicBezTo>
                    <a:cubicBezTo>
                      <a:pt x="239" y="535"/>
                      <a:pt x="255" y="533"/>
                      <a:pt x="271" y="528"/>
                    </a:cubicBezTo>
                    <a:cubicBezTo>
                      <a:pt x="598" y="438"/>
                      <a:pt x="925" y="369"/>
                      <a:pt x="1253" y="319"/>
                    </a:cubicBezTo>
                    <a:cubicBezTo>
                      <a:pt x="1452" y="291"/>
                      <a:pt x="1442" y="0"/>
                      <a:pt x="12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57"/>
              <p:cNvSpPr/>
              <p:nvPr/>
            </p:nvSpPr>
            <p:spPr>
              <a:xfrm>
                <a:off x="6821552" y="3054749"/>
                <a:ext cx="28317" cy="19972"/>
              </a:xfrm>
              <a:custGeom>
                <a:avLst/>
                <a:gdLst/>
                <a:ahLst/>
                <a:cxnLst/>
                <a:rect l="l" t="t" r="r" b="b"/>
                <a:pathLst>
                  <a:path w="448" h="315" extrusionOk="0">
                    <a:moveTo>
                      <a:pt x="227" y="1"/>
                    </a:moveTo>
                    <a:cubicBezTo>
                      <a:pt x="82" y="1"/>
                      <a:pt x="0" y="211"/>
                      <a:pt x="154" y="296"/>
                    </a:cubicBezTo>
                    <a:cubicBezTo>
                      <a:pt x="179" y="309"/>
                      <a:pt x="203" y="314"/>
                      <a:pt x="225" y="314"/>
                    </a:cubicBezTo>
                    <a:cubicBezTo>
                      <a:pt x="365" y="314"/>
                      <a:pt x="448" y="104"/>
                      <a:pt x="302" y="18"/>
                    </a:cubicBezTo>
                    <a:cubicBezTo>
                      <a:pt x="276" y="6"/>
                      <a:pt x="251" y="1"/>
                      <a:pt x="22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2" name="Google Shape;3722;p57"/>
              <p:cNvSpPr/>
              <p:nvPr/>
            </p:nvSpPr>
            <p:spPr>
              <a:xfrm>
                <a:off x="7349524" y="3470162"/>
                <a:ext cx="164908" cy="20796"/>
              </a:xfrm>
              <a:custGeom>
                <a:avLst/>
                <a:gdLst/>
                <a:ahLst/>
                <a:cxnLst/>
                <a:rect l="l" t="t" r="r" b="b"/>
                <a:pathLst>
                  <a:path w="2609" h="328" extrusionOk="0">
                    <a:moveTo>
                      <a:pt x="189" y="1"/>
                    </a:moveTo>
                    <a:cubicBezTo>
                      <a:pt x="1" y="11"/>
                      <a:pt x="1" y="298"/>
                      <a:pt x="189" y="318"/>
                    </a:cubicBezTo>
                    <a:cubicBezTo>
                      <a:pt x="933" y="318"/>
                      <a:pt x="1667" y="328"/>
                      <a:pt x="2410" y="328"/>
                    </a:cubicBezTo>
                    <a:cubicBezTo>
                      <a:pt x="2608" y="318"/>
                      <a:pt x="2608" y="30"/>
                      <a:pt x="2410" y="11"/>
                    </a:cubicBezTo>
                    <a:cubicBezTo>
                      <a:pt x="1667" y="11"/>
                      <a:pt x="933" y="1"/>
                      <a:pt x="18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3" name="Google Shape;3723;p57"/>
              <p:cNvSpPr/>
              <p:nvPr/>
            </p:nvSpPr>
            <p:spPr>
              <a:xfrm>
                <a:off x="6660625" y="4179065"/>
                <a:ext cx="47658" cy="61437"/>
              </a:xfrm>
              <a:custGeom>
                <a:avLst/>
                <a:gdLst/>
                <a:ahLst/>
                <a:cxnLst/>
                <a:rect l="l" t="t" r="r" b="b"/>
                <a:pathLst>
                  <a:path w="754" h="969" extrusionOk="0">
                    <a:moveTo>
                      <a:pt x="215" y="1"/>
                    </a:moveTo>
                    <a:cubicBezTo>
                      <a:pt x="114" y="1"/>
                      <a:pt x="1" y="119"/>
                      <a:pt x="62" y="242"/>
                    </a:cubicBezTo>
                    <a:cubicBezTo>
                      <a:pt x="152" y="470"/>
                      <a:pt x="261" y="688"/>
                      <a:pt x="399" y="897"/>
                    </a:cubicBezTo>
                    <a:cubicBezTo>
                      <a:pt x="435" y="947"/>
                      <a:pt x="485" y="968"/>
                      <a:pt x="533" y="968"/>
                    </a:cubicBezTo>
                    <a:cubicBezTo>
                      <a:pt x="646" y="968"/>
                      <a:pt x="753" y="856"/>
                      <a:pt x="677" y="738"/>
                    </a:cubicBezTo>
                    <a:cubicBezTo>
                      <a:pt x="538" y="530"/>
                      <a:pt x="419" y="312"/>
                      <a:pt x="330" y="83"/>
                    </a:cubicBezTo>
                    <a:cubicBezTo>
                      <a:pt x="305" y="25"/>
                      <a:pt x="262" y="1"/>
                      <a:pt x="2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4" name="Google Shape;3724;p57"/>
              <p:cNvSpPr/>
              <p:nvPr/>
            </p:nvSpPr>
            <p:spPr>
              <a:xfrm>
                <a:off x="6700889" y="4240883"/>
                <a:ext cx="24525" cy="20225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19" extrusionOk="0">
                    <a:moveTo>
                      <a:pt x="199" y="1"/>
                    </a:moveTo>
                    <a:cubicBezTo>
                      <a:pt x="0" y="11"/>
                      <a:pt x="0" y="298"/>
                      <a:pt x="199" y="318"/>
                    </a:cubicBezTo>
                    <a:cubicBezTo>
                      <a:pt x="387" y="298"/>
                      <a:pt x="387" y="11"/>
                      <a:pt x="1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5" name="Google Shape;3725;p57"/>
              <p:cNvSpPr/>
              <p:nvPr/>
            </p:nvSpPr>
            <p:spPr>
              <a:xfrm>
                <a:off x="7388713" y="3190747"/>
                <a:ext cx="18520" cy="23459"/>
              </a:xfrm>
              <a:custGeom>
                <a:avLst/>
                <a:gdLst/>
                <a:ahLst/>
                <a:cxnLst/>
                <a:rect l="l" t="t" r="r" b="b"/>
                <a:pathLst>
                  <a:path w="293" h="370" extrusionOk="0">
                    <a:moveTo>
                      <a:pt x="110" y="1"/>
                    </a:moveTo>
                    <a:cubicBezTo>
                      <a:pt x="43" y="1"/>
                      <a:pt x="1" y="103"/>
                      <a:pt x="75" y="144"/>
                    </a:cubicBezTo>
                    <a:cubicBezTo>
                      <a:pt x="124" y="184"/>
                      <a:pt x="114" y="253"/>
                      <a:pt x="114" y="303"/>
                    </a:cubicBezTo>
                    <a:cubicBezTo>
                      <a:pt x="105" y="347"/>
                      <a:pt x="147" y="370"/>
                      <a:pt x="190" y="370"/>
                    </a:cubicBezTo>
                    <a:cubicBezTo>
                      <a:pt x="233" y="370"/>
                      <a:pt x="278" y="347"/>
                      <a:pt x="273" y="303"/>
                    </a:cubicBezTo>
                    <a:cubicBezTo>
                      <a:pt x="293" y="194"/>
                      <a:pt x="253" y="75"/>
                      <a:pt x="154" y="15"/>
                    </a:cubicBezTo>
                    <a:cubicBezTo>
                      <a:pt x="139" y="5"/>
                      <a:pt x="124" y="1"/>
                      <a:pt x="1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6" name="Google Shape;3726;p57"/>
              <p:cNvSpPr/>
              <p:nvPr/>
            </p:nvSpPr>
            <p:spPr>
              <a:xfrm>
                <a:off x="7403314" y="3184597"/>
                <a:ext cx="19594" cy="28848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55" extrusionOk="0">
                    <a:moveTo>
                      <a:pt x="120" y="1"/>
                    </a:moveTo>
                    <a:cubicBezTo>
                      <a:pt x="58" y="1"/>
                      <a:pt x="0" y="80"/>
                      <a:pt x="62" y="142"/>
                    </a:cubicBezTo>
                    <a:cubicBezTo>
                      <a:pt x="112" y="201"/>
                      <a:pt x="151" y="291"/>
                      <a:pt x="151" y="380"/>
                    </a:cubicBezTo>
                    <a:cubicBezTo>
                      <a:pt x="151" y="429"/>
                      <a:pt x="191" y="454"/>
                      <a:pt x="231" y="454"/>
                    </a:cubicBezTo>
                    <a:cubicBezTo>
                      <a:pt x="270" y="454"/>
                      <a:pt x="310" y="429"/>
                      <a:pt x="310" y="380"/>
                    </a:cubicBezTo>
                    <a:cubicBezTo>
                      <a:pt x="310" y="251"/>
                      <a:pt x="260" y="122"/>
                      <a:pt x="171" y="23"/>
                    </a:cubicBezTo>
                    <a:cubicBezTo>
                      <a:pt x="155" y="7"/>
                      <a:pt x="137" y="1"/>
                      <a:pt x="1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7" name="Google Shape;3727;p57"/>
              <p:cNvSpPr/>
              <p:nvPr/>
            </p:nvSpPr>
            <p:spPr>
              <a:xfrm>
                <a:off x="6893924" y="3543709"/>
                <a:ext cx="310918" cy="137774"/>
              </a:xfrm>
              <a:custGeom>
                <a:avLst/>
                <a:gdLst/>
                <a:ahLst/>
                <a:cxnLst/>
                <a:rect l="l" t="t" r="r" b="b"/>
                <a:pathLst>
                  <a:path w="4919" h="2173" extrusionOk="0">
                    <a:moveTo>
                      <a:pt x="0" y="1"/>
                    </a:moveTo>
                    <a:lnTo>
                      <a:pt x="4918" y="1"/>
                    </a:lnTo>
                    <a:lnTo>
                      <a:pt x="2925" y="2172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8" name="Google Shape;3728;p57"/>
              <p:cNvSpPr/>
              <p:nvPr/>
            </p:nvSpPr>
            <p:spPr>
              <a:xfrm>
                <a:off x="6814915" y="3500976"/>
                <a:ext cx="465776" cy="42797"/>
              </a:xfrm>
              <a:custGeom>
                <a:avLst/>
                <a:gdLst/>
                <a:ahLst/>
                <a:cxnLst/>
                <a:rect l="l" t="t" r="r" b="b"/>
                <a:pathLst>
                  <a:path w="7369" h="675" extrusionOk="0">
                    <a:moveTo>
                      <a:pt x="70" y="1"/>
                    </a:moveTo>
                    <a:lnTo>
                      <a:pt x="7368" y="1"/>
                    </a:lnTo>
                    <a:lnTo>
                      <a:pt x="7061" y="675"/>
                    </a:lnTo>
                    <a:lnTo>
                      <a:pt x="1" y="675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29" name="Google Shape;3729;p57"/>
          <p:cNvGrpSpPr/>
          <p:nvPr/>
        </p:nvGrpSpPr>
        <p:grpSpPr>
          <a:xfrm>
            <a:off x="3558974" y="1682494"/>
            <a:ext cx="273484" cy="274317"/>
            <a:chOff x="5885615" y="165400"/>
            <a:chExt cx="364743" cy="365756"/>
          </a:xfrm>
        </p:grpSpPr>
        <p:sp>
          <p:nvSpPr>
            <p:cNvPr id="3730" name="Google Shape;3730;p5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5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32" name="Google Shape;3732;p57"/>
          <p:cNvGrpSpPr/>
          <p:nvPr/>
        </p:nvGrpSpPr>
        <p:grpSpPr>
          <a:xfrm>
            <a:off x="4956528" y="4253475"/>
            <a:ext cx="274452" cy="274317"/>
            <a:chOff x="2167548" y="1796250"/>
            <a:chExt cx="274452" cy="274317"/>
          </a:xfrm>
        </p:grpSpPr>
        <p:sp>
          <p:nvSpPr>
            <p:cNvPr id="3733" name="Google Shape;3733;p5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5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35" name="Google Shape;3735;p57"/>
          <p:cNvGrpSpPr/>
          <p:nvPr/>
        </p:nvGrpSpPr>
        <p:grpSpPr>
          <a:xfrm>
            <a:off x="4028929" y="1769875"/>
            <a:ext cx="359149" cy="274320"/>
            <a:chOff x="1684504" y="2090725"/>
            <a:chExt cx="359149" cy="274320"/>
          </a:xfrm>
        </p:grpSpPr>
        <p:sp>
          <p:nvSpPr>
            <p:cNvPr id="3736" name="Google Shape;3736;p57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57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738" name="Google Shape;3738;p57"/>
          <p:cNvCxnSpPr>
            <a:stCxn id="3634" idx="1"/>
          </p:cNvCxnSpPr>
          <p:nvPr/>
        </p:nvCxnSpPr>
        <p:spPr>
          <a:xfrm>
            <a:off x="3041937" y="1819659"/>
            <a:ext cx="1174800" cy="815700"/>
          </a:xfrm>
          <a:prstGeom prst="bentConnector3">
            <a:avLst>
              <a:gd name="adj1" fmla="val 16123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739" name="Google Shape;3739;p57"/>
          <p:cNvCxnSpPr>
            <a:stCxn id="3636" idx="1"/>
          </p:cNvCxnSpPr>
          <p:nvPr/>
        </p:nvCxnSpPr>
        <p:spPr>
          <a:xfrm rot="10800000" flipH="1">
            <a:off x="3041937" y="3173984"/>
            <a:ext cx="876900" cy="421800"/>
          </a:xfrm>
          <a:prstGeom prst="bentConnector3">
            <a:avLst>
              <a:gd name="adj1" fmla="val 42506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740" name="Google Shape;3740;p57"/>
          <p:cNvCxnSpPr>
            <a:stCxn id="3638" idx="3"/>
          </p:cNvCxnSpPr>
          <p:nvPr/>
        </p:nvCxnSpPr>
        <p:spPr>
          <a:xfrm flipH="1">
            <a:off x="5098974" y="1819659"/>
            <a:ext cx="1003200" cy="380400"/>
          </a:xfrm>
          <a:prstGeom prst="bentConnector3">
            <a:avLst>
              <a:gd name="adj1" fmla="val 17748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741" name="Google Shape;3741;p57"/>
          <p:cNvCxnSpPr>
            <a:stCxn id="3640" idx="3"/>
          </p:cNvCxnSpPr>
          <p:nvPr/>
        </p:nvCxnSpPr>
        <p:spPr>
          <a:xfrm rot="10800000">
            <a:off x="5064774" y="3002084"/>
            <a:ext cx="1037400" cy="593700"/>
          </a:xfrm>
          <a:prstGeom prst="bentConnector3">
            <a:avLst>
              <a:gd name="adj1" fmla="val 34837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6" name="Google Shape;3746;p5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Education makes a difference!</a:t>
            </a:r>
            <a:endParaRPr/>
          </a:p>
        </p:txBody>
      </p:sp>
      <p:graphicFrame>
        <p:nvGraphicFramePr>
          <p:cNvPr id="3747" name="Google Shape;3747;p58"/>
          <p:cNvGraphicFramePr/>
          <p:nvPr/>
        </p:nvGraphicFramePr>
        <p:xfrm>
          <a:off x="713238" y="13624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{ECCB118E-79F6-4BCE-8F8A-301867203AA8}</a:tableStyleId>
              </a:tblPr>
              <a:tblGrid>
                <a:gridCol w="26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Personal financial behaviours 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People who received financial education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People who did not receive financial education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Set money aside for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savings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95%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50%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Set money aside for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retirement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90%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30%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Pay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 bills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promptly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86%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42%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Have a weekly/monthly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budget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87%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25%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 comparison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shopping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97%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44%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748" name="Google Shape;3748;p58"/>
          <p:cNvGrpSpPr/>
          <p:nvPr/>
        </p:nvGrpSpPr>
        <p:grpSpPr>
          <a:xfrm>
            <a:off x="8162056" y="3899274"/>
            <a:ext cx="537441" cy="456890"/>
            <a:chOff x="3824894" y="3938349"/>
            <a:chExt cx="537441" cy="456890"/>
          </a:xfrm>
        </p:grpSpPr>
        <p:sp>
          <p:nvSpPr>
            <p:cNvPr id="3749" name="Google Shape;3749;p58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50" name="Google Shape;3750;p58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3751" name="Google Shape;3751;p58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2" name="Google Shape;3752;p58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3" name="Google Shape;3753;p58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4" name="Google Shape;3754;p58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55" name="Google Shape;3755;p58"/>
          <p:cNvGrpSpPr/>
          <p:nvPr/>
        </p:nvGrpSpPr>
        <p:grpSpPr>
          <a:xfrm>
            <a:off x="8562056" y="3469225"/>
            <a:ext cx="274452" cy="274317"/>
            <a:chOff x="2167548" y="1796250"/>
            <a:chExt cx="274452" cy="274317"/>
          </a:xfrm>
        </p:grpSpPr>
        <p:sp>
          <p:nvSpPr>
            <p:cNvPr id="3756" name="Google Shape;3756;p5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5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8" name="Google Shape;3758;p58"/>
          <p:cNvGrpSpPr/>
          <p:nvPr/>
        </p:nvGrpSpPr>
        <p:grpSpPr>
          <a:xfrm>
            <a:off x="371055" y="1122414"/>
            <a:ext cx="273484" cy="274317"/>
            <a:chOff x="5885615" y="165400"/>
            <a:chExt cx="364743" cy="365756"/>
          </a:xfrm>
        </p:grpSpPr>
        <p:sp>
          <p:nvSpPr>
            <p:cNvPr id="3759" name="Google Shape;3759;p5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5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Google Shape;3765;p5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more financially educated?</a:t>
            </a:r>
            <a:endParaRPr/>
          </a:p>
        </p:txBody>
      </p:sp>
      <p:sp>
        <p:nvSpPr>
          <p:cNvPr id="3766" name="Google Shape;3766;p59"/>
          <p:cNvSpPr txBox="1"/>
          <p:nvPr/>
        </p:nvSpPr>
        <p:spPr>
          <a:xfrm>
            <a:off x="713225" y="4101200"/>
            <a:ext cx="3675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Follow the link in the graph to modify its data and then paste the new one here.</a:t>
            </a:r>
            <a:r>
              <a:rPr lang="en" sz="1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Lato Black"/>
                <a:ea typeface="Lato Black"/>
                <a:cs typeface="Lato Black"/>
                <a:sym typeface="Lato Black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0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767" name="Google Shape;3767;p59"/>
          <p:cNvSpPr txBox="1">
            <a:spLocks noGrp="1"/>
          </p:cNvSpPr>
          <p:nvPr>
            <p:ph type="title" idx="4294967295"/>
          </p:nvPr>
        </p:nvSpPr>
        <p:spPr>
          <a:xfrm>
            <a:off x="5029200" y="1362446"/>
            <a:ext cx="34014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20s - 30s </a:t>
            </a:r>
            <a:r>
              <a:rPr lang="en" sz="2400">
                <a:solidFill>
                  <a:schemeClr val="accent2"/>
                </a:solidFill>
              </a:rPr>
              <a:t>(20%)</a:t>
            </a:r>
            <a:endParaRPr sz="2400">
              <a:solidFill>
                <a:schemeClr val="accent2"/>
              </a:solidFill>
            </a:endParaRPr>
          </a:p>
        </p:txBody>
      </p:sp>
      <p:sp>
        <p:nvSpPr>
          <p:cNvPr id="3768" name="Google Shape;3768;p59"/>
          <p:cNvSpPr txBox="1">
            <a:spLocks noGrp="1"/>
          </p:cNvSpPr>
          <p:nvPr>
            <p:ph type="subTitle" idx="4294967295"/>
          </p:nvPr>
        </p:nvSpPr>
        <p:spPr>
          <a:xfrm>
            <a:off x="5029385" y="1728216"/>
            <a:ext cx="34014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closest planet</a:t>
            </a:r>
            <a:r>
              <a:rPr lang="en"/>
              <a:t> to the Sun and the smallest of them all</a:t>
            </a:r>
            <a:endParaRPr/>
          </a:p>
        </p:txBody>
      </p:sp>
      <p:sp>
        <p:nvSpPr>
          <p:cNvPr id="3769" name="Google Shape;3769;p59"/>
          <p:cNvSpPr txBox="1">
            <a:spLocks noGrp="1"/>
          </p:cNvSpPr>
          <p:nvPr>
            <p:ph type="title" idx="4294967295"/>
          </p:nvPr>
        </p:nvSpPr>
        <p:spPr>
          <a:xfrm>
            <a:off x="5029200" y="2505409"/>
            <a:ext cx="34014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40s - 50s </a:t>
            </a:r>
            <a:r>
              <a:rPr lang="en" sz="2400">
                <a:solidFill>
                  <a:schemeClr val="accent3"/>
                </a:solidFill>
              </a:rPr>
              <a:t>(40%)</a:t>
            </a:r>
            <a:endParaRPr sz="2400">
              <a:solidFill>
                <a:schemeClr val="accent3"/>
              </a:solidFill>
            </a:endParaRPr>
          </a:p>
        </p:txBody>
      </p:sp>
      <p:sp>
        <p:nvSpPr>
          <p:cNvPr id="3770" name="Google Shape;3770;p59"/>
          <p:cNvSpPr txBox="1">
            <a:spLocks noGrp="1"/>
          </p:cNvSpPr>
          <p:nvPr>
            <p:ph type="subTitle" idx="4294967295"/>
          </p:nvPr>
        </p:nvSpPr>
        <p:spPr>
          <a:xfrm>
            <a:off x="5029385" y="2866691"/>
            <a:ext cx="34014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the second planet</a:t>
            </a:r>
            <a:r>
              <a:rPr lang="en"/>
              <a:t> from the Sun</a:t>
            </a:r>
            <a:endParaRPr/>
          </a:p>
        </p:txBody>
      </p:sp>
      <p:sp>
        <p:nvSpPr>
          <p:cNvPr id="3771" name="Google Shape;3771;p59"/>
          <p:cNvSpPr txBox="1">
            <a:spLocks noGrp="1"/>
          </p:cNvSpPr>
          <p:nvPr>
            <p:ph type="title" idx="4294967295"/>
          </p:nvPr>
        </p:nvSpPr>
        <p:spPr>
          <a:xfrm>
            <a:off x="5029200" y="3648441"/>
            <a:ext cx="34014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60s and older </a:t>
            </a:r>
            <a:r>
              <a:rPr lang="en" sz="2400">
                <a:solidFill>
                  <a:schemeClr val="accent1"/>
                </a:solidFill>
              </a:rPr>
              <a:t>(40%)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3772" name="Google Shape;3772;p59"/>
          <p:cNvSpPr txBox="1">
            <a:spLocks noGrp="1"/>
          </p:cNvSpPr>
          <p:nvPr>
            <p:ph type="subTitle" idx="4294967295"/>
          </p:nvPr>
        </p:nvSpPr>
        <p:spPr>
          <a:xfrm>
            <a:off x="5029385" y="4009697"/>
            <a:ext cx="34014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the third planet the only one that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 harbors life in the Solar System</a:t>
            </a:r>
            <a:endParaRPr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3773" name="Google Shape;3773;p59"/>
          <p:cNvGrpSpPr/>
          <p:nvPr/>
        </p:nvGrpSpPr>
        <p:grpSpPr>
          <a:xfrm>
            <a:off x="4619187" y="1431101"/>
            <a:ext cx="273484" cy="274317"/>
            <a:chOff x="5885615" y="165400"/>
            <a:chExt cx="364743" cy="365756"/>
          </a:xfrm>
        </p:grpSpPr>
        <p:sp>
          <p:nvSpPr>
            <p:cNvPr id="3774" name="Google Shape;3774;p5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5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6" name="Google Shape;3776;p59"/>
          <p:cNvGrpSpPr/>
          <p:nvPr/>
        </p:nvGrpSpPr>
        <p:grpSpPr>
          <a:xfrm>
            <a:off x="4619187" y="2551128"/>
            <a:ext cx="273484" cy="274317"/>
            <a:chOff x="5885615" y="165400"/>
            <a:chExt cx="364743" cy="365756"/>
          </a:xfrm>
        </p:grpSpPr>
        <p:sp>
          <p:nvSpPr>
            <p:cNvPr id="3777" name="Google Shape;3777;p5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5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9" name="Google Shape;3779;p59"/>
          <p:cNvGrpSpPr/>
          <p:nvPr/>
        </p:nvGrpSpPr>
        <p:grpSpPr>
          <a:xfrm>
            <a:off x="4619187" y="3694160"/>
            <a:ext cx="273484" cy="274317"/>
            <a:chOff x="5885615" y="165400"/>
            <a:chExt cx="364743" cy="365756"/>
          </a:xfrm>
        </p:grpSpPr>
        <p:sp>
          <p:nvSpPr>
            <p:cNvPr id="3780" name="Google Shape;3780;p5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59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782" name="Google Shape;3782;p59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0282" y="1362450"/>
            <a:ext cx="2760887" cy="2738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3" name="Google Shape;3783;p59"/>
          <p:cNvGrpSpPr/>
          <p:nvPr/>
        </p:nvGrpSpPr>
        <p:grpSpPr>
          <a:xfrm>
            <a:off x="408426" y="1362444"/>
            <a:ext cx="683711" cy="640033"/>
            <a:chOff x="4230151" y="3601344"/>
            <a:chExt cx="683711" cy="640033"/>
          </a:xfrm>
        </p:grpSpPr>
        <p:sp>
          <p:nvSpPr>
            <p:cNvPr id="3784" name="Google Shape;3784;p59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85" name="Google Shape;3785;p59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3786" name="Google Shape;3786;p59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7" name="Google Shape;3787;p59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8" name="Google Shape;3788;p59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9" name="Google Shape;3789;p59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0" name="Google Shape;3790;p59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1" name="Google Shape;3791;p59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2" name="Google Shape;3792;p59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3" name="Google Shape;3793;p59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4" name="Google Shape;3794;p59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5" name="Google Shape;3795;p59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96" name="Google Shape;3796;p59"/>
          <p:cNvGrpSpPr/>
          <p:nvPr/>
        </p:nvGrpSpPr>
        <p:grpSpPr>
          <a:xfrm flipH="1">
            <a:off x="713213" y="2109013"/>
            <a:ext cx="376078" cy="365766"/>
            <a:chOff x="1243851" y="2712376"/>
            <a:chExt cx="376078" cy="365766"/>
          </a:xfrm>
        </p:grpSpPr>
        <p:sp>
          <p:nvSpPr>
            <p:cNvPr id="3797" name="Google Shape;3797;p59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59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99" name="Google Shape;3799;p59"/>
          <p:cNvGrpSpPr/>
          <p:nvPr/>
        </p:nvGrpSpPr>
        <p:grpSpPr>
          <a:xfrm>
            <a:off x="354067" y="2459675"/>
            <a:ext cx="359149" cy="274320"/>
            <a:chOff x="1684504" y="2090725"/>
            <a:chExt cx="359149" cy="274320"/>
          </a:xfrm>
        </p:grpSpPr>
        <p:sp>
          <p:nvSpPr>
            <p:cNvPr id="3800" name="Google Shape;3800;p59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59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6" name="Google Shape;3806;p60"/>
          <p:cNvSpPr txBox="1">
            <a:spLocks noGrp="1"/>
          </p:cNvSpPr>
          <p:nvPr>
            <p:ph type="subTitle" idx="3"/>
          </p:nvPr>
        </p:nvSpPr>
        <p:spPr>
          <a:xfrm>
            <a:off x="4755930" y="3163824"/>
            <a:ext cx="27432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Kaliyah Harris</a:t>
            </a:r>
            <a:endParaRPr/>
          </a:p>
        </p:txBody>
      </p:sp>
      <p:sp>
        <p:nvSpPr>
          <p:cNvPr id="3807" name="Google Shape;3807;p60"/>
          <p:cNvSpPr txBox="1">
            <a:spLocks noGrp="1"/>
          </p:cNvSpPr>
          <p:nvPr>
            <p:ph type="subTitle" idx="4"/>
          </p:nvPr>
        </p:nvSpPr>
        <p:spPr>
          <a:xfrm>
            <a:off x="1645173" y="3163824"/>
            <a:ext cx="27429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Sofia Hill</a:t>
            </a:r>
            <a:endParaRPr/>
          </a:p>
        </p:txBody>
      </p:sp>
      <p:pic>
        <p:nvPicPr>
          <p:cNvPr id="3808" name="Google Shape;3808;p60"/>
          <p:cNvPicPr preferRelativeResize="0"/>
          <p:nvPr/>
        </p:nvPicPr>
        <p:blipFill rotWithShape="1">
          <a:blip r:embed="rId3">
            <a:alphaModFix/>
          </a:blip>
          <a:srcRect l="22571" t="5443" r="43899" b="44247"/>
          <a:stretch/>
        </p:blipFill>
        <p:spPr>
          <a:xfrm>
            <a:off x="2206023" y="1362450"/>
            <a:ext cx="1621200" cy="1621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09" name="Google Shape;3809;p6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teachers</a:t>
            </a:r>
            <a:endParaRPr/>
          </a:p>
        </p:txBody>
      </p:sp>
      <p:sp>
        <p:nvSpPr>
          <p:cNvPr id="3810" name="Google Shape;3810;p60"/>
          <p:cNvSpPr txBox="1">
            <a:spLocks noGrp="1"/>
          </p:cNvSpPr>
          <p:nvPr>
            <p:ph type="subTitle" idx="1"/>
          </p:nvPr>
        </p:nvSpPr>
        <p:spPr>
          <a:xfrm>
            <a:off x="4755930" y="3755528"/>
            <a:ext cx="27432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speak a bit about this lovely person here</a:t>
            </a:r>
            <a:endParaRPr/>
          </a:p>
        </p:txBody>
      </p:sp>
      <p:sp>
        <p:nvSpPr>
          <p:cNvPr id="3811" name="Google Shape;3811;p60"/>
          <p:cNvSpPr txBox="1">
            <a:spLocks noGrp="1"/>
          </p:cNvSpPr>
          <p:nvPr>
            <p:ph type="subTitle" idx="2"/>
          </p:nvPr>
        </p:nvSpPr>
        <p:spPr>
          <a:xfrm>
            <a:off x="1645173" y="3755528"/>
            <a:ext cx="2742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speak a bit about this lovely person here</a:t>
            </a:r>
            <a:endParaRPr/>
          </a:p>
        </p:txBody>
      </p:sp>
      <p:cxnSp>
        <p:nvCxnSpPr>
          <p:cNvPr id="3812" name="Google Shape;3812;p60"/>
          <p:cNvCxnSpPr/>
          <p:nvPr/>
        </p:nvCxnSpPr>
        <p:spPr>
          <a:xfrm>
            <a:off x="2102223" y="3666624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813" name="Google Shape;3813;p60"/>
          <p:cNvCxnSpPr/>
          <p:nvPr/>
        </p:nvCxnSpPr>
        <p:spPr>
          <a:xfrm>
            <a:off x="5213130" y="3666624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3814" name="Google Shape;3814;p60"/>
          <p:cNvPicPr preferRelativeResize="0"/>
          <p:nvPr/>
        </p:nvPicPr>
        <p:blipFill rotWithShape="1">
          <a:blip r:embed="rId4">
            <a:alphaModFix/>
          </a:blip>
          <a:srcRect l="29733" r="23003" b="29083"/>
          <a:stretch/>
        </p:blipFill>
        <p:spPr>
          <a:xfrm>
            <a:off x="5316930" y="1362450"/>
            <a:ext cx="1621200" cy="16212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815" name="Google Shape;3815;p60"/>
          <p:cNvGrpSpPr/>
          <p:nvPr/>
        </p:nvGrpSpPr>
        <p:grpSpPr>
          <a:xfrm>
            <a:off x="7989454" y="3215614"/>
            <a:ext cx="273484" cy="274317"/>
            <a:chOff x="5885615" y="165400"/>
            <a:chExt cx="364743" cy="365756"/>
          </a:xfrm>
        </p:grpSpPr>
        <p:sp>
          <p:nvSpPr>
            <p:cNvPr id="3816" name="Google Shape;3816;p6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6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8" name="Google Shape;3818;p60"/>
          <p:cNvGrpSpPr/>
          <p:nvPr/>
        </p:nvGrpSpPr>
        <p:grpSpPr>
          <a:xfrm rot="1800044">
            <a:off x="8430676" y="2800376"/>
            <a:ext cx="376070" cy="365758"/>
            <a:chOff x="1243851" y="2712376"/>
            <a:chExt cx="376078" cy="365766"/>
          </a:xfrm>
        </p:grpSpPr>
        <p:sp>
          <p:nvSpPr>
            <p:cNvPr id="3819" name="Google Shape;3819;p60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60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1" name="Google Shape;3821;p60"/>
          <p:cNvGrpSpPr/>
          <p:nvPr/>
        </p:nvGrpSpPr>
        <p:grpSpPr>
          <a:xfrm>
            <a:off x="7725519" y="2430724"/>
            <a:ext cx="537441" cy="456890"/>
            <a:chOff x="3824894" y="3938349"/>
            <a:chExt cx="537441" cy="456890"/>
          </a:xfrm>
        </p:grpSpPr>
        <p:sp>
          <p:nvSpPr>
            <p:cNvPr id="3822" name="Google Shape;3822;p60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23" name="Google Shape;3823;p60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3824" name="Google Shape;3824;p60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5" name="Google Shape;3825;p60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6" name="Google Shape;3826;p60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7" name="Google Shape;3827;p60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28" name="Google Shape;3828;p60"/>
          <p:cNvSpPr/>
          <p:nvPr/>
        </p:nvSpPr>
        <p:spPr>
          <a:xfrm rot="1800006">
            <a:off x="8175055" y="1407483"/>
            <a:ext cx="481084" cy="1605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12+4</a:t>
            </a:r>
          </a:p>
        </p:txBody>
      </p:sp>
      <p:grpSp>
        <p:nvGrpSpPr>
          <p:cNvPr id="3829" name="Google Shape;3829;p60"/>
          <p:cNvGrpSpPr/>
          <p:nvPr/>
        </p:nvGrpSpPr>
        <p:grpSpPr>
          <a:xfrm>
            <a:off x="7733200" y="1546371"/>
            <a:ext cx="274452" cy="274317"/>
            <a:chOff x="2167548" y="1796250"/>
            <a:chExt cx="274452" cy="274317"/>
          </a:xfrm>
        </p:grpSpPr>
        <p:sp>
          <p:nvSpPr>
            <p:cNvPr id="3830" name="Google Shape;3830;p6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6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2" name="Google Shape;3832;p60"/>
          <p:cNvGrpSpPr/>
          <p:nvPr/>
        </p:nvGrpSpPr>
        <p:grpSpPr>
          <a:xfrm>
            <a:off x="576479" y="2156416"/>
            <a:ext cx="273484" cy="274317"/>
            <a:chOff x="5885615" y="165400"/>
            <a:chExt cx="364743" cy="365756"/>
          </a:xfrm>
        </p:grpSpPr>
        <p:sp>
          <p:nvSpPr>
            <p:cNvPr id="3833" name="Google Shape;3833;p6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60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5" name="Google Shape;3835;p60"/>
          <p:cNvGrpSpPr/>
          <p:nvPr/>
        </p:nvGrpSpPr>
        <p:grpSpPr>
          <a:xfrm rot="1800044">
            <a:off x="8085863" y="1849997"/>
            <a:ext cx="537429" cy="456880"/>
            <a:chOff x="3824894" y="3938349"/>
            <a:chExt cx="537441" cy="456890"/>
          </a:xfrm>
        </p:grpSpPr>
        <p:sp>
          <p:nvSpPr>
            <p:cNvPr id="3836" name="Google Shape;3836;p60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37" name="Google Shape;3837;p60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3838" name="Google Shape;3838;p60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9" name="Google Shape;3839;p60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0" name="Google Shape;3840;p60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1" name="Google Shape;3841;p60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42" name="Google Shape;3842;p60"/>
          <p:cNvGrpSpPr/>
          <p:nvPr/>
        </p:nvGrpSpPr>
        <p:grpSpPr>
          <a:xfrm>
            <a:off x="1122475" y="3404721"/>
            <a:ext cx="274452" cy="274317"/>
            <a:chOff x="2167548" y="1796250"/>
            <a:chExt cx="274452" cy="274317"/>
          </a:xfrm>
        </p:grpSpPr>
        <p:sp>
          <p:nvSpPr>
            <p:cNvPr id="3843" name="Google Shape;3843;p6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60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5" name="Google Shape;3845;p60"/>
          <p:cNvGrpSpPr/>
          <p:nvPr/>
        </p:nvGrpSpPr>
        <p:grpSpPr>
          <a:xfrm>
            <a:off x="637026" y="2553094"/>
            <a:ext cx="683711" cy="640033"/>
            <a:chOff x="4230151" y="3601344"/>
            <a:chExt cx="683711" cy="640033"/>
          </a:xfrm>
        </p:grpSpPr>
        <p:sp>
          <p:nvSpPr>
            <p:cNvPr id="3846" name="Google Shape;3846;p60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47" name="Google Shape;3847;p60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3848" name="Google Shape;3848;p60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9" name="Google Shape;3849;p60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0" name="Google Shape;3850;p60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1" name="Google Shape;3851;p60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60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60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60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60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60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60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58" name="Google Shape;3858;p60"/>
          <p:cNvGrpSpPr/>
          <p:nvPr/>
        </p:nvGrpSpPr>
        <p:grpSpPr>
          <a:xfrm>
            <a:off x="468913" y="3574112"/>
            <a:ext cx="359149" cy="274320"/>
            <a:chOff x="1684504" y="2090725"/>
            <a:chExt cx="359149" cy="274320"/>
          </a:xfrm>
        </p:grpSpPr>
        <p:sp>
          <p:nvSpPr>
            <p:cNvPr id="3859" name="Google Shape;3859;p60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60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1" name="Google Shape;3861;p60"/>
          <p:cNvGrpSpPr/>
          <p:nvPr/>
        </p:nvGrpSpPr>
        <p:grpSpPr>
          <a:xfrm flipH="1">
            <a:off x="1021490" y="3955196"/>
            <a:ext cx="476410" cy="639915"/>
            <a:chOff x="6732577" y="3509843"/>
            <a:chExt cx="476410" cy="639915"/>
          </a:xfrm>
        </p:grpSpPr>
        <p:sp>
          <p:nvSpPr>
            <p:cNvPr id="3862" name="Google Shape;3862;p60"/>
            <p:cNvSpPr/>
            <p:nvPr/>
          </p:nvSpPr>
          <p:spPr>
            <a:xfrm>
              <a:off x="6732577" y="3509843"/>
              <a:ext cx="476410" cy="639915"/>
            </a:xfrm>
            <a:custGeom>
              <a:avLst/>
              <a:gdLst/>
              <a:ahLst/>
              <a:cxnLst/>
              <a:rect l="l" t="t" r="r" b="b"/>
              <a:pathLst>
                <a:path w="8488" h="11344" extrusionOk="0">
                  <a:moveTo>
                    <a:pt x="8180" y="4711"/>
                  </a:moveTo>
                  <a:cubicBezTo>
                    <a:pt x="8399" y="4473"/>
                    <a:pt x="8488" y="4135"/>
                    <a:pt x="8408" y="3828"/>
                  </a:cubicBezTo>
                  <a:cubicBezTo>
                    <a:pt x="8379" y="3630"/>
                    <a:pt x="8280" y="3451"/>
                    <a:pt x="8131" y="3312"/>
                  </a:cubicBezTo>
                  <a:cubicBezTo>
                    <a:pt x="8061" y="3243"/>
                    <a:pt x="7903" y="3184"/>
                    <a:pt x="7972" y="3025"/>
                  </a:cubicBezTo>
                  <a:cubicBezTo>
                    <a:pt x="8180" y="2430"/>
                    <a:pt x="7804" y="1795"/>
                    <a:pt x="7189" y="1686"/>
                  </a:cubicBezTo>
                  <a:cubicBezTo>
                    <a:pt x="7100" y="1676"/>
                    <a:pt x="7100" y="1627"/>
                    <a:pt x="7090" y="1557"/>
                  </a:cubicBezTo>
                  <a:cubicBezTo>
                    <a:pt x="7070" y="1399"/>
                    <a:pt x="7020" y="1240"/>
                    <a:pt x="6931" y="1101"/>
                  </a:cubicBezTo>
                  <a:cubicBezTo>
                    <a:pt x="6703" y="754"/>
                    <a:pt x="6277" y="586"/>
                    <a:pt x="5870" y="665"/>
                  </a:cubicBezTo>
                  <a:cubicBezTo>
                    <a:pt x="5791" y="685"/>
                    <a:pt x="5702" y="725"/>
                    <a:pt x="5632" y="615"/>
                  </a:cubicBezTo>
                  <a:cubicBezTo>
                    <a:pt x="5355" y="120"/>
                    <a:pt x="4660" y="1"/>
                    <a:pt x="4204" y="298"/>
                  </a:cubicBezTo>
                  <a:cubicBezTo>
                    <a:pt x="4135" y="348"/>
                    <a:pt x="4036" y="358"/>
                    <a:pt x="3956" y="308"/>
                  </a:cubicBezTo>
                  <a:cubicBezTo>
                    <a:pt x="3471" y="60"/>
                    <a:pt x="2866" y="239"/>
                    <a:pt x="2598" y="725"/>
                  </a:cubicBezTo>
                  <a:cubicBezTo>
                    <a:pt x="2529" y="844"/>
                    <a:pt x="2469" y="883"/>
                    <a:pt x="2350" y="873"/>
                  </a:cubicBezTo>
                  <a:cubicBezTo>
                    <a:pt x="1755" y="784"/>
                    <a:pt x="1200" y="1329"/>
                    <a:pt x="1250" y="1875"/>
                  </a:cubicBezTo>
                  <a:cubicBezTo>
                    <a:pt x="1269" y="1934"/>
                    <a:pt x="1220" y="2004"/>
                    <a:pt x="1160" y="2014"/>
                  </a:cubicBezTo>
                  <a:cubicBezTo>
                    <a:pt x="982" y="2063"/>
                    <a:pt x="823" y="2152"/>
                    <a:pt x="694" y="2281"/>
                  </a:cubicBezTo>
                  <a:cubicBezTo>
                    <a:pt x="407" y="2599"/>
                    <a:pt x="337" y="3055"/>
                    <a:pt x="516" y="3441"/>
                  </a:cubicBezTo>
                  <a:cubicBezTo>
                    <a:pt x="556" y="3501"/>
                    <a:pt x="546" y="3570"/>
                    <a:pt x="496" y="3620"/>
                  </a:cubicBezTo>
                  <a:cubicBezTo>
                    <a:pt x="347" y="3759"/>
                    <a:pt x="238" y="3937"/>
                    <a:pt x="199" y="4135"/>
                  </a:cubicBezTo>
                  <a:cubicBezTo>
                    <a:pt x="139" y="4552"/>
                    <a:pt x="218" y="4919"/>
                    <a:pt x="565" y="5186"/>
                  </a:cubicBezTo>
                  <a:cubicBezTo>
                    <a:pt x="625" y="5236"/>
                    <a:pt x="625" y="5276"/>
                    <a:pt x="605" y="5355"/>
                  </a:cubicBezTo>
                  <a:cubicBezTo>
                    <a:pt x="496" y="5643"/>
                    <a:pt x="526" y="5950"/>
                    <a:pt x="675" y="6218"/>
                  </a:cubicBezTo>
                  <a:cubicBezTo>
                    <a:pt x="813" y="6475"/>
                    <a:pt x="1061" y="6654"/>
                    <a:pt x="1349" y="6713"/>
                  </a:cubicBezTo>
                  <a:lnTo>
                    <a:pt x="1359" y="6713"/>
                  </a:lnTo>
                  <a:lnTo>
                    <a:pt x="1210" y="7100"/>
                  </a:lnTo>
                  <a:lnTo>
                    <a:pt x="1210" y="7100"/>
                  </a:lnTo>
                  <a:lnTo>
                    <a:pt x="119" y="9896"/>
                  </a:lnTo>
                  <a:cubicBezTo>
                    <a:pt x="0" y="10214"/>
                    <a:pt x="159" y="10382"/>
                    <a:pt x="486" y="10263"/>
                  </a:cubicBezTo>
                  <a:lnTo>
                    <a:pt x="1160" y="10015"/>
                  </a:lnTo>
                  <a:cubicBezTo>
                    <a:pt x="1488" y="9906"/>
                    <a:pt x="1854" y="10055"/>
                    <a:pt x="2023" y="10362"/>
                  </a:cubicBezTo>
                  <a:lnTo>
                    <a:pt x="2350" y="10997"/>
                  </a:lnTo>
                  <a:cubicBezTo>
                    <a:pt x="2499" y="11304"/>
                    <a:pt x="2737" y="11294"/>
                    <a:pt x="2876" y="10977"/>
                  </a:cubicBezTo>
                  <a:lnTo>
                    <a:pt x="3956" y="8498"/>
                  </a:lnTo>
                  <a:lnTo>
                    <a:pt x="3996" y="8746"/>
                  </a:lnTo>
                  <a:lnTo>
                    <a:pt x="3996" y="8746"/>
                  </a:lnTo>
                  <a:lnTo>
                    <a:pt x="4403" y="10947"/>
                  </a:lnTo>
                  <a:cubicBezTo>
                    <a:pt x="4462" y="11284"/>
                    <a:pt x="4690" y="11344"/>
                    <a:pt x="4908" y="11076"/>
                  </a:cubicBezTo>
                  <a:lnTo>
                    <a:pt x="5364" y="10531"/>
                  </a:lnTo>
                  <a:cubicBezTo>
                    <a:pt x="5602" y="10273"/>
                    <a:pt x="5989" y="10214"/>
                    <a:pt x="6287" y="10392"/>
                  </a:cubicBezTo>
                  <a:lnTo>
                    <a:pt x="6891" y="10779"/>
                  </a:lnTo>
                  <a:cubicBezTo>
                    <a:pt x="7179" y="10967"/>
                    <a:pt x="7367" y="10838"/>
                    <a:pt x="7318" y="10501"/>
                  </a:cubicBezTo>
                  <a:lnTo>
                    <a:pt x="6872" y="7437"/>
                  </a:lnTo>
                  <a:cubicBezTo>
                    <a:pt x="6951" y="7398"/>
                    <a:pt x="7030" y="7338"/>
                    <a:pt x="7100" y="7279"/>
                  </a:cubicBezTo>
                  <a:cubicBezTo>
                    <a:pt x="7288" y="7080"/>
                    <a:pt x="7407" y="6813"/>
                    <a:pt x="7417" y="6535"/>
                  </a:cubicBezTo>
                  <a:cubicBezTo>
                    <a:pt x="7427" y="6456"/>
                    <a:pt x="7457" y="6426"/>
                    <a:pt x="7526" y="6386"/>
                  </a:cubicBezTo>
                  <a:cubicBezTo>
                    <a:pt x="7695" y="6307"/>
                    <a:pt x="7843" y="6218"/>
                    <a:pt x="7982" y="6099"/>
                  </a:cubicBezTo>
                  <a:cubicBezTo>
                    <a:pt x="8111" y="5960"/>
                    <a:pt x="8200" y="5781"/>
                    <a:pt x="8230" y="5583"/>
                  </a:cubicBezTo>
                  <a:cubicBezTo>
                    <a:pt x="8240" y="5385"/>
                    <a:pt x="8210" y="5177"/>
                    <a:pt x="8131" y="4988"/>
                  </a:cubicBezTo>
                  <a:cubicBezTo>
                    <a:pt x="8071" y="4899"/>
                    <a:pt x="8091" y="4780"/>
                    <a:pt x="8180" y="471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63" name="Google Shape;3863;p60"/>
            <p:cNvGrpSpPr/>
            <p:nvPr/>
          </p:nvGrpSpPr>
          <p:grpSpPr>
            <a:xfrm>
              <a:off x="6732577" y="3509843"/>
              <a:ext cx="476410" cy="639915"/>
              <a:chOff x="6278602" y="3509899"/>
              <a:chExt cx="476410" cy="639915"/>
            </a:xfrm>
          </p:grpSpPr>
          <p:sp>
            <p:nvSpPr>
              <p:cNvPr id="3864" name="Google Shape;3864;p60"/>
              <p:cNvSpPr/>
              <p:nvPr/>
            </p:nvSpPr>
            <p:spPr>
              <a:xfrm>
                <a:off x="6278602" y="3884687"/>
                <a:ext cx="238823" cy="262927"/>
              </a:xfrm>
              <a:custGeom>
                <a:avLst/>
                <a:gdLst/>
                <a:ahLst/>
                <a:cxnLst/>
                <a:rect l="l" t="t" r="r" b="b"/>
                <a:pathLst>
                  <a:path w="4255" h="4661" extrusionOk="0">
                    <a:moveTo>
                      <a:pt x="1389" y="0"/>
                    </a:moveTo>
                    <a:lnTo>
                      <a:pt x="119" y="3262"/>
                    </a:lnTo>
                    <a:cubicBezTo>
                      <a:pt x="0" y="3579"/>
                      <a:pt x="159" y="3748"/>
                      <a:pt x="476" y="3629"/>
                    </a:cubicBezTo>
                    <a:lnTo>
                      <a:pt x="1151" y="3381"/>
                    </a:lnTo>
                    <a:cubicBezTo>
                      <a:pt x="1488" y="3272"/>
                      <a:pt x="1855" y="3421"/>
                      <a:pt x="2023" y="3728"/>
                    </a:cubicBezTo>
                    <a:lnTo>
                      <a:pt x="2340" y="4363"/>
                    </a:lnTo>
                    <a:cubicBezTo>
                      <a:pt x="2499" y="4660"/>
                      <a:pt x="2737" y="4660"/>
                      <a:pt x="2876" y="4343"/>
                    </a:cubicBezTo>
                    <a:lnTo>
                      <a:pt x="4254" y="115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5" name="Google Shape;3865;p60"/>
              <p:cNvSpPr/>
              <p:nvPr/>
            </p:nvSpPr>
            <p:spPr>
              <a:xfrm>
                <a:off x="6489529" y="3907026"/>
                <a:ext cx="202620" cy="242789"/>
              </a:xfrm>
              <a:custGeom>
                <a:avLst/>
                <a:gdLst/>
                <a:ahLst/>
                <a:cxnLst/>
                <a:rect l="l" t="t" r="r" b="b"/>
                <a:pathLst>
                  <a:path w="3610" h="4304" extrusionOk="0">
                    <a:moveTo>
                      <a:pt x="3054" y="1"/>
                    </a:moveTo>
                    <a:lnTo>
                      <a:pt x="3560" y="3471"/>
                    </a:lnTo>
                    <a:cubicBezTo>
                      <a:pt x="3609" y="3808"/>
                      <a:pt x="3411" y="3937"/>
                      <a:pt x="3124" y="3749"/>
                    </a:cubicBezTo>
                    <a:lnTo>
                      <a:pt x="2519" y="3362"/>
                    </a:lnTo>
                    <a:cubicBezTo>
                      <a:pt x="2221" y="3183"/>
                      <a:pt x="1835" y="3243"/>
                      <a:pt x="1607" y="3501"/>
                    </a:cubicBezTo>
                    <a:lnTo>
                      <a:pt x="1150" y="4046"/>
                    </a:lnTo>
                    <a:cubicBezTo>
                      <a:pt x="932" y="4304"/>
                      <a:pt x="704" y="4244"/>
                      <a:pt x="635" y="3917"/>
                    </a:cubicBezTo>
                    <a:lnTo>
                      <a:pt x="0" y="486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6" name="Google Shape;3866;p60"/>
              <p:cNvSpPr/>
              <p:nvPr/>
            </p:nvSpPr>
            <p:spPr>
              <a:xfrm>
                <a:off x="6346516" y="3884123"/>
                <a:ext cx="321162" cy="124779"/>
              </a:xfrm>
              <a:custGeom>
                <a:avLst/>
                <a:gdLst/>
                <a:ahLst/>
                <a:cxnLst/>
                <a:rect l="l" t="t" r="r" b="b"/>
                <a:pathLst>
                  <a:path w="5722" h="2212" extrusionOk="0">
                    <a:moveTo>
                      <a:pt x="5602" y="407"/>
                    </a:moveTo>
                    <a:lnTo>
                      <a:pt x="2548" y="883"/>
                    </a:lnTo>
                    <a:lnTo>
                      <a:pt x="2568" y="962"/>
                    </a:lnTo>
                    <a:lnTo>
                      <a:pt x="179" y="0"/>
                    </a:lnTo>
                    <a:lnTo>
                      <a:pt x="0" y="476"/>
                    </a:lnTo>
                    <a:cubicBezTo>
                      <a:pt x="40" y="496"/>
                      <a:pt x="89" y="506"/>
                      <a:pt x="139" y="516"/>
                    </a:cubicBezTo>
                    <a:cubicBezTo>
                      <a:pt x="228" y="526"/>
                      <a:pt x="248" y="575"/>
                      <a:pt x="258" y="655"/>
                    </a:cubicBezTo>
                    <a:cubicBezTo>
                      <a:pt x="357" y="1309"/>
                      <a:pt x="863" y="1676"/>
                      <a:pt x="1527" y="1547"/>
                    </a:cubicBezTo>
                    <a:cubicBezTo>
                      <a:pt x="1606" y="1537"/>
                      <a:pt x="1636" y="1537"/>
                      <a:pt x="1676" y="1606"/>
                    </a:cubicBezTo>
                    <a:cubicBezTo>
                      <a:pt x="1745" y="1725"/>
                      <a:pt x="1844" y="1825"/>
                      <a:pt x="1943" y="1914"/>
                    </a:cubicBezTo>
                    <a:cubicBezTo>
                      <a:pt x="2033" y="1993"/>
                      <a:pt x="2132" y="2053"/>
                      <a:pt x="2231" y="2102"/>
                    </a:cubicBezTo>
                    <a:lnTo>
                      <a:pt x="2290" y="2122"/>
                    </a:lnTo>
                    <a:cubicBezTo>
                      <a:pt x="2390" y="2152"/>
                      <a:pt x="2509" y="2162"/>
                      <a:pt x="2618" y="2152"/>
                    </a:cubicBezTo>
                    <a:lnTo>
                      <a:pt x="2737" y="1874"/>
                    </a:lnTo>
                    <a:lnTo>
                      <a:pt x="2786" y="2122"/>
                    </a:lnTo>
                    <a:cubicBezTo>
                      <a:pt x="2955" y="2062"/>
                      <a:pt x="3113" y="1973"/>
                      <a:pt x="3232" y="1854"/>
                    </a:cubicBezTo>
                    <a:cubicBezTo>
                      <a:pt x="3302" y="1795"/>
                      <a:pt x="3341" y="1844"/>
                      <a:pt x="3391" y="1874"/>
                    </a:cubicBezTo>
                    <a:cubicBezTo>
                      <a:pt x="3966" y="2211"/>
                      <a:pt x="4581" y="2023"/>
                      <a:pt x="4888" y="1428"/>
                    </a:cubicBezTo>
                    <a:cubicBezTo>
                      <a:pt x="4908" y="1388"/>
                      <a:pt x="4918" y="1339"/>
                      <a:pt x="4987" y="1339"/>
                    </a:cubicBezTo>
                    <a:cubicBezTo>
                      <a:pt x="5215" y="1368"/>
                      <a:pt x="5444" y="1339"/>
                      <a:pt x="5642" y="1240"/>
                    </a:cubicBezTo>
                    <a:lnTo>
                      <a:pt x="5721" y="12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7" name="Google Shape;3867;p60"/>
              <p:cNvSpPr/>
              <p:nvPr/>
            </p:nvSpPr>
            <p:spPr>
              <a:xfrm>
                <a:off x="6285281" y="3509899"/>
                <a:ext cx="469731" cy="476044"/>
              </a:xfrm>
              <a:custGeom>
                <a:avLst/>
                <a:gdLst/>
                <a:ahLst/>
                <a:cxnLst/>
                <a:rect l="l" t="t" r="r" b="b"/>
                <a:pathLst>
                  <a:path w="8369" h="8439" extrusionOk="0">
                    <a:moveTo>
                      <a:pt x="3381" y="8320"/>
                    </a:moveTo>
                    <a:lnTo>
                      <a:pt x="3322" y="8300"/>
                    </a:lnTo>
                    <a:cubicBezTo>
                      <a:pt x="3094" y="8201"/>
                      <a:pt x="2896" y="8022"/>
                      <a:pt x="2767" y="7804"/>
                    </a:cubicBezTo>
                    <a:cubicBezTo>
                      <a:pt x="2727" y="7745"/>
                      <a:pt x="2687" y="7735"/>
                      <a:pt x="2618" y="7745"/>
                    </a:cubicBezTo>
                    <a:cubicBezTo>
                      <a:pt x="1954" y="7874"/>
                      <a:pt x="1448" y="7517"/>
                      <a:pt x="1349" y="6852"/>
                    </a:cubicBezTo>
                    <a:cubicBezTo>
                      <a:pt x="1339" y="6773"/>
                      <a:pt x="1319" y="6733"/>
                      <a:pt x="1220" y="6713"/>
                    </a:cubicBezTo>
                    <a:cubicBezTo>
                      <a:pt x="932" y="6664"/>
                      <a:pt x="685" y="6475"/>
                      <a:pt x="546" y="6218"/>
                    </a:cubicBezTo>
                    <a:cubicBezTo>
                      <a:pt x="397" y="5960"/>
                      <a:pt x="377" y="5643"/>
                      <a:pt x="476" y="5365"/>
                    </a:cubicBezTo>
                    <a:cubicBezTo>
                      <a:pt x="506" y="5286"/>
                      <a:pt x="506" y="5236"/>
                      <a:pt x="447" y="5196"/>
                    </a:cubicBezTo>
                    <a:cubicBezTo>
                      <a:pt x="90" y="4919"/>
                      <a:pt x="0" y="4552"/>
                      <a:pt x="70" y="4135"/>
                    </a:cubicBezTo>
                    <a:cubicBezTo>
                      <a:pt x="119" y="3937"/>
                      <a:pt x="218" y="3759"/>
                      <a:pt x="367" y="3620"/>
                    </a:cubicBezTo>
                    <a:cubicBezTo>
                      <a:pt x="417" y="3580"/>
                      <a:pt x="427" y="3501"/>
                      <a:pt x="397" y="3451"/>
                    </a:cubicBezTo>
                    <a:cubicBezTo>
                      <a:pt x="209" y="3055"/>
                      <a:pt x="288" y="2599"/>
                      <a:pt x="575" y="2281"/>
                    </a:cubicBezTo>
                    <a:cubicBezTo>
                      <a:pt x="704" y="2152"/>
                      <a:pt x="863" y="2063"/>
                      <a:pt x="1032" y="2023"/>
                    </a:cubicBezTo>
                    <a:cubicBezTo>
                      <a:pt x="1101" y="2004"/>
                      <a:pt x="1141" y="1944"/>
                      <a:pt x="1121" y="1875"/>
                    </a:cubicBezTo>
                    <a:cubicBezTo>
                      <a:pt x="1071" y="1329"/>
                      <a:pt x="1626" y="784"/>
                      <a:pt x="2221" y="873"/>
                    </a:cubicBezTo>
                    <a:cubicBezTo>
                      <a:pt x="2350" y="893"/>
                      <a:pt x="2400" y="844"/>
                      <a:pt x="2469" y="725"/>
                    </a:cubicBezTo>
                    <a:cubicBezTo>
                      <a:pt x="2747" y="249"/>
                      <a:pt x="3342" y="60"/>
                      <a:pt x="3838" y="308"/>
                    </a:cubicBezTo>
                    <a:cubicBezTo>
                      <a:pt x="3907" y="358"/>
                      <a:pt x="4006" y="358"/>
                      <a:pt x="4085" y="298"/>
                    </a:cubicBezTo>
                    <a:cubicBezTo>
                      <a:pt x="4532" y="1"/>
                      <a:pt x="5226" y="120"/>
                      <a:pt x="5513" y="615"/>
                    </a:cubicBezTo>
                    <a:cubicBezTo>
                      <a:pt x="5573" y="725"/>
                      <a:pt x="5662" y="685"/>
                      <a:pt x="5741" y="675"/>
                    </a:cubicBezTo>
                    <a:cubicBezTo>
                      <a:pt x="6336" y="546"/>
                      <a:pt x="6911" y="963"/>
                      <a:pt x="6961" y="1567"/>
                    </a:cubicBezTo>
                    <a:cubicBezTo>
                      <a:pt x="6971" y="1627"/>
                      <a:pt x="6981" y="1667"/>
                      <a:pt x="7060" y="1686"/>
                    </a:cubicBezTo>
                    <a:cubicBezTo>
                      <a:pt x="7685" y="1795"/>
                      <a:pt x="8052" y="2440"/>
                      <a:pt x="7843" y="3025"/>
                    </a:cubicBezTo>
                    <a:cubicBezTo>
                      <a:pt x="7784" y="3193"/>
                      <a:pt x="7933" y="3243"/>
                      <a:pt x="8012" y="3312"/>
                    </a:cubicBezTo>
                    <a:cubicBezTo>
                      <a:pt x="8151" y="3451"/>
                      <a:pt x="8250" y="3630"/>
                      <a:pt x="8290" y="3828"/>
                    </a:cubicBezTo>
                    <a:cubicBezTo>
                      <a:pt x="8369" y="4145"/>
                      <a:pt x="8280" y="4473"/>
                      <a:pt x="8052" y="4720"/>
                    </a:cubicBezTo>
                    <a:cubicBezTo>
                      <a:pt x="7972" y="4780"/>
                      <a:pt x="7943" y="4899"/>
                      <a:pt x="8012" y="4998"/>
                    </a:cubicBezTo>
                    <a:cubicBezTo>
                      <a:pt x="8091" y="5186"/>
                      <a:pt x="8121" y="5385"/>
                      <a:pt x="8101" y="5583"/>
                    </a:cubicBezTo>
                    <a:cubicBezTo>
                      <a:pt x="8071" y="5781"/>
                      <a:pt x="7982" y="5960"/>
                      <a:pt x="7853" y="6109"/>
                    </a:cubicBezTo>
                    <a:cubicBezTo>
                      <a:pt x="7714" y="6218"/>
                      <a:pt x="7566" y="6317"/>
                      <a:pt x="7407" y="6386"/>
                    </a:cubicBezTo>
                    <a:cubicBezTo>
                      <a:pt x="7328" y="6426"/>
                      <a:pt x="7298" y="6456"/>
                      <a:pt x="7288" y="6545"/>
                    </a:cubicBezTo>
                    <a:cubicBezTo>
                      <a:pt x="7278" y="6822"/>
                      <a:pt x="7169" y="7080"/>
                      <a:pt x="6971" y="7289"/>
                    </a:cubicBezTo>
                    <a:cubicBezTo>
                      <a:pt x="6901" y="7348"/>
                      <a:pt x="6822" y="7407"/>
                      <a:pt x="6733" y="7447"/>
                    </a:cubicBezTo>
                    <a:cubicBezTo>
                      <a:pt x="6535" y="7546"/>
                      <a:pt x="6306" y="7576"/>
                      <a:pt x="6078" y="7546"/>
                    </a:cubicBezTo>
                    <a:cubicBezTo>
                      <a:pt x="6009" y="7546"/>
                      <a:pt x="5999" y="7596"/>
                      <a:pt x="5979" y="7636"/>
                    </a:cubicBezTo>
                    <a:cubicBezTo>
                      <a:pt x="5672" y="8230"/>
                      <a:pt x="5057" y="8419"/>
                      <a:pt x="4482" y="8082"/>
                    </a:cubicBezTo>
                    <a:cubicBezTo>
                      <a:pt x="4432" y="8052"/>
                      <a:pt x="4393" y="8002"/>
                      <a:pt x="4323" y="8062"/>
                    </a:cubicBezTo>
                    <a:cubicBezTo>
                      <a:pt x="4085" y="8290"/>
                      <a:pt x="3699" y="8439"/>
                      <a:pt x="3381" y="8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8" name="Google Shape;3868;p60"/>
              <p:cNvSpPr/>
              <p:nvPr/>
            </p:nvSpPr>
            <p:spPr>
              <a:xfrm>
                <a:off x="6345394" y="3573135"/>
                <a:ext cx="354557" cy="354650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6287" extrusionOk="0">
                    <a:moveTo>
                      <a:pt x="6207" y="3133"/>
                    </a:moveTo>
                    <a:cubicBezTo>
                      <a:pt x="6306" y="4869"/>
                      <a:pt x="4720" y="6286"/>
                      <a:pt x="3064" y="6257"/>
                    </a:cubicBezTo>
                    <a:cubicBezTo>
                      <a:pt x="1359" y="6197"/>
                      <a:pt x="0" y="4809"/>
                      <a:pt x="0" y="3104"/>
                    </a:cubicBezTo>
                    <a:cubicBezTo>
                      <a:pt x="0" y="1448"/>
                      <a:pt x="1428" y="0"/>
                      <a:pt x="3133" y="0"/>
                    </a:cubicBezTo>
                    <a:cubicBezTo>
                      <a:pt x="4740" y="10"/>
                      <a:pt x="6316" y="1438"/>
                      <a:pt x="6207" y="31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9" name="Google Shape;3869;p60"/>
              <p:cNvSpPr/>
              <p:nvPr/>
            </p:nvSpPr>
            <p:spPr>
              <a:xfrm>
                <a:off x="6407134" y="3636878"/>
                <a:ext cx="229898" cy="232748"/>
              </a:xfrm>
              <a:custGeom>
                <a:avLst/>
                <a:gdLst/>
                <a:ahLst/>
                <a:cxnLst/>
                <a:rect l="l" t="t" r="r" b="b"/>
                <a:pathLst>
                  <a:path w="4096" h="4126" extrusionOk="0">
                    <a:moveTo>
                      <a:pt x="2016" y="0"/>
                    </a:moveTo>
                    <a:cubicBezTo>
                      <a:pt x="2015" y="0"/>
                      <a:pt x="2014" y="0"/>
                      <a:pt x="2014" y="1"/>
                    </a:cubicBezTo>
                    <a:cubicBezTo>
                      <a:pt x="1865" y="20"/>
                      <a:pt x="1766" y="645"/>
                      <a:pt x="1667" y="1101"/>
                    </a:cubicBezTo>
                    <a:cubicBezTo>
                      <a:pt x="1319" y="851"/>
                      <a:pt x="858" y="513"/>
                      <a:pt x="704" y="513"/>
                    </a:cubicBezTo>
                    <a:cubicBezTo>
                      <a:pt x="687" y="513"/>
                      <a:pt x="674" y="517"/>
                      <a:pt x="665" y="526"/>
                    </a:cubicBezTo>
                    <a:cubicBezTo>
                      <a:pt x="566" y="625"/>
                      <a:pt x="973" y="1309"/>
                      <a:pt x="1201" y="1726"/>
                    </a:cubicBezTo>
                    <a:cubicBezTo>
                      <a:pt x="744" y="1845"/>
                      <a:pt x="1" y="1964"/>
                      <a:pt x="1" y="2093"/>
                    </a:cubicBezTo>
                    <a:cubicBezTo>
                      <a:pt x="11" y="2231"/>
                      <a:pt x="685" y="2311"/>
                      <a:pt x="1141" y="2410"/>
                    </a:cubicBezTo>
                    <a:cubicBezTo>
                      <a:pt x="873" y="2807"/>
                      <a:pt x="437" y="3332"/>
                      <a:pt x="526" y="3421"/>
                    </a:cubicBezTo>
                    <a:cubicBezTo>
                      <a:pt x="536" y="3432"/>
                      <a:pt x="550" y="3436"/>
                      <a:pt x="570" y="3436"/>
                    </a:cubicBezTo>
                    <a:cubicBezTo>
                      <a:pt x="741" y="3436"/>
                      <a:pt x="1273" y="3081"/>
                      <a:pt x="1647" y="2886"/>
                    </a:cubicBezTo>
                    <a:cubicBezTo>
                      <a:pt x="1765" y="3349"/>
                      <a:pt x="1922" y="4125"/>
                      <a:pt x="2070" y="4125"/>
                    </a:cubicBezTo>
                    <a:cubicBezTo>
                      <a:pt x="2071" y="4125"/>
                      <a:pt x="2072" y="4125"/>
                      <a:pt x="2073" y="4125"/>
                    </a:cubicBezTo>
                    <a:cubicBezTo>
                      <a:pt x="2212" y="4105"/>
                      <a:pt x="2321" y="3481"/>
                      <a:pt x="2410" y="3025"/>
                    </a:cubicBezTo>
                    <a:cubicBezTo>
                      <a:pt x="2767" y="3275"/>
                      <a:pt x="3221" y="3613"/>
                      <a:pt x="3380" y="3613"/>
                    </a:cubicBezTo>
                    <a:cubicBezTo>
                      <a:pt x="3398" y="3613"/>
                      <a:pt x="3412" y="3609"/>
                      <a:pt x="3422" y="3600"/>
                    </a:cubicBezTo>
                    <a:cubicBezTo>
                      <a:pt x="3511" y="3501"/>
                      <a:pt x="3104" y="2816"/>
                      <a:pt x="2876" y="2410"/>
                    </a:cubicBezTo>
                    <a:cubicBezTo>
                      <a:pt x="3352" y="2291"/>
                      <a:pt x="4096" y="2182"/>
                      <a:pt x="4076" y="2033"/>
                    </a:cubicBezTo>
                    <a:cubicBezTo>
                      <a:pt x="4076" y="1904"/>
                      <a:pt x="3402" y="1815"/>
                      <a:pt x="2946" y="1716"/>
                    </a:cubicBezTo>
                    <a:cubicBezTo>
                      <a:pt x="3213" y="1319"/>
                      <a:pt x="3650" y="794"/>
                      <a:pt x="3560" y="695"/>
                    </a:cubicBezTo>
                    <a:cubicBezTo>
                      <a:pt x="3552" y="686"/>
                      <a:pt x="3539" y="682"/>
                      <a:pt x="3521" y="682"/>
                    </a:cubicBezTo>
                    <a:cubicBezTo>
                      <a:pt x="3355" y="682"/>
                      <a:pt x="2807" y="1042"/>
                      <a:pt x="2430" y="1240"/>
                    </a:cubicBezTo>
                    <a:cubicBezTo>
                      <a:pt x="2312" y="777"/>
                      <a:pt x="2154" y="0"/>
                      <a:pt x="20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0" name="Google Shape;3870;p60"/>
              <p:cNvSpPr/>
              <p:nvPr/>
            </p:nvSpPr>
            <p:spPr>
              <a:xfrm>
                <a:off x="6613627" y="3747047"/>
                <a:ext cx="69598" cy="120887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2143" extrusionOk="0">
                    <a:moveTo>
                      <a:pt x="1141" y="140"/>
                    </a:moveTo>
                    <a:cubicBezTo>
                      <a:pt x="1111" y="50"/>
                      <a:pt x="1022" y="1"/>
                      <a:pt x="932" y="21"/>
                    </a:cubicBezTo>
                    <a:cubicBezTo>
                      <a:pt x="843" y="50"/>
                      <a:pt x="794" y="140"/>
                      <a:pt x="813" y="229"/>
                    </a:cubicBezTo>
                    <a:cubicBezTo>
                      <a:pt x="903" y="814"/>
                      <a:pt x="566" y="1369"/>
                      <a:pt x="159" y="1756"/>
                    </a:cubicBezTo>
                    <a:cubicBezTo>
                      <a:pt x="0" y="1905"/>
                      <a:pt x="238" y="2143"/>
                      <a:pt x="387" y="1994"/>
                    </a:cubicBezTo>
                    <a:cubicBezTo>
                      <a:pt x="913" y="1518"/>
                      <a:pt x="1240" y="854"/>
                      <a:pt x="1141" y="14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71" name="Google Shape;3871;p60"/>
          <p:cNvSpPr/>
          <p:nvPr/>
        </p:nvSpPr>
        <p:spPr>
          <a:xfrm rot="1800006">
            <a:off x="413082" y="4214421"/>
            <a:ext cx="348884" cy="15886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130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6" name="Google Shape;3876;p61"/>
          <p:cNvSpPr txBox="1">
            <a:spLocks noGrp="1"/>
          </p:cNvSpPr>
          <p:nvPr>
            <p:ph type="title"/>
          </p:nvPr>
        </p:nvSpPr>
        <p:spPr>
          <a:xfrm>
            <a:off x="713200" y="2252103"/>
            <a:ext cx="5023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3877" name="Google Shape;3877;p61"/>
          <p:cNvSpPr txBox="1">
            <a:spLocks noGrp="1"/>
          </p:cNvSpPr>
          <p:nvPr>
            <p:ph type="title" idx="2"/>
          </p:nvPr>
        </p:nvSpPr>
        <p:spPr>
          <a:xfrm>
            <a:off x="2127550" y="784609"/>
            <a:ext cx="21945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878" name="Google Shape;3878;p61"/>
          <p:cNvSpPr txBox="1">
            <a:spLocks noGrp="1"/>
          </p:cNvSpPr>
          <p:nvPr>
            <p:ph type="subTitle" idx="1"/>
          </p:nvPr>
        </p:nvSpPr>
        <p:spPr>
          <a:xfrm>
            <a:off x="2060500" y="3718691"/>
            <a:ext cx="23286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</a:t>
            </a: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subtitle </a:t>
            </a:r>
            <a:r>
              <a:rPr lang="en"/>
              <a:t>here if you need it</a:t>
            </a:r>
            <a:endParaRPr/>
          </a:p>
        </p:txBody>
      </p:sp>
      <p:cxnSp>
        <p:nvCxnSpPr>
          <p:cNvPr id="3879" name="Google Shape;3879;p61"/>
          <p:cNvCxnSpPr/>
          <p:nvPr/>
        </p:nvCxnSpPr>
        <p:spPr>
          <a:xfrm>
            <a:off x="2310400" y="3442597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3880" name="Google Shape;3880;p61"/>
          <p:cNvGrpSpPr/>
          <p:nvPr/>
        </p:nvGrpSpPr>
        <p:grpSpPr>
          <a:xfrm>
            <a:off x="6463302" y="2804436"/>
            <a:ext cx="1606342" cy="1554455"/>
            <a:chOff x="6830527" y="1145582"/>
            <a:chExt cx="1606342" cy="1554455"/>
          </a:xfrm>
        </p:grpSpPr>
        <p:sp>
          <p:nvSpPr>
            <p:cNvPr id="3881" name="Google Shape;3881;p61"/>
            <p:cNvSpPr/>
            <p:nvPr/>
          </p:nvSpPr>
          <p:spPr>
            <a:xfrm>
              <a:off x="6830848" y="1145582"/>
              <a:ext cx="1605701" cy="1554455"/>
            </a:xfrm>
            <a:custGeom>
              <a:avLst/>
              <a:gdLst/>
              <a:ahLst/>
              <a:cxnLst/>
              <a:rect l="l" t="t" r="r" b="b"/>
              <a:pathLst>
                <a:path w="25047" h="24087" extrusionOk="0">
                  <a:moveTo>
                    <a:pt x="15500" y="1"/>
                  </a:moveTo>
                  <a:cubicBezTo>
                    <a:pt x="15499" y="1"/>
                    <a:pt x="15499" y="1"/>
                    <a:pt x="15498" y="1"/>
                  </a:cubicBezTo>
                  <a:cubicBezTo>
                    <a:pt x="15349" y="1"/>
                    <a:pt x="15221" y="1101"/>
                    <a:pt x="15151" y="1171"/>
                  </a:cubicBezTo>
                  <a:cubicBezTo>
                    <a:pt x="15042" y="1280"/>
                    <a:pt x="14447" y="1369"/>
                    <a:pt x="14160" y="1458"/>
                  </a:cubicBezTo>
                  <a:cubicBezTo>
                    <a:pt x="13763" y="1409"/>
                    <a:pt x="13366" y="1329"/>
                    <a:pt x="12990" y="1210"/>
                  </a:cubicBezTo>
                  <a:cubicBezTo>
                    <a:pt x="12990" y="1002"/>
                    <a:pt x="12821" y="834"/>
                    <a:pt x="12603" y="834"/>
                  </a:cubicBezTo>
                  <a:lnTo>
                    <a:pt x="6495" y="834"/>
                  </a:lnTo>
                  <a:cubicBezTo>
                    <a:pt x="6287" y="834"/>
                    <a:pt x="6108" y="1002"/>
                    <a:pt x="6118" y="1210"/>
                  </a:cubicBezTo>
                  <a:lnTo>
                    <a:pt x="6118" y="3838"/>
                  </a:lnTo>
                  <a:cubicBezTo>
                    <a:pt x="5712" y="3858"/>
                    <a:pt x="5315" y="3887"/>
                    <a:pt x="4919" y="3917"/>
                  </a:cubicBezTo>
                  <a:cubicBezTo>
                    <a:pt x="3957" y="4016"/>
                    <a:pt x="3213" y="4820"/>
                    <a:pt x="3203" y="5791"/>
                  </a:cubicBezTo>
                  <a:lnTo>
                    <a:pt x="3203" y="13783"/>
                  </a:lnTo>
                  <a:cubicBezTo>
                    <a:pt x="2948" y="13903"/>
                    <a:pt x="2711" y="13949"/>
                    <a:pt x="2495" y="13949"/>
                  </a:cubicBezTo>
                  <a:cubicBezTo>
                    <a:pt x="1887" y="13949"/>
                    <a:pt x="1453" y="13580"/>
                    <a:pt x="1299" y="13426"/>
                  </a:cubicBezTo>
                  <a:cubicBezTo>
                    <a:pt x="1280" y="13376"/>
                    <a:pt x="1260" y="13357"/>
                    <a:pt x="1240" y="13357"/>
                  </a:cubicBezTo>
                  <a:cubicBezTo>
                    <a:pt x="1111" y="13367"/>
                    <a:pt x="1012" y="14259"/>
                    <a:pt x="952" y="14318"/>
                  </a:cubicBezTo>
                  <a:cubicBezTo>
                    <a:pt x="833" y="14447"/>
                    <a:pt x="1" y="14527"/>
                    <a:pt x="10" y="14636"/>
                  </a:cubicBezTo>
                  <a:cubicBezTo>
                    <a:pt x="10" y="14755"/>
                    <a:pt x="833" y="14814"/>
                    <a:pt x="952" y="14923"/>
                  </a:cubicBezTo>
                  <a:cubicBezTo>
                    <a:pt x="1012" y="14982"/>
                    <a:pt x="1149" y="15885"/>
                    <a:pt x="1268" y="15885"/>
                  </a:cubicBezTo>
                  <a:cubicBezTo>
                    <a:pt x="1268" y="15885"/>
                    <a:pt x="1269" y="15885"/>
                    <a:pt x="1270" y="15885"/>
                  </a:cubicBezTo>
                  <a:cubicBezTo>
                    <a:pt x="1299" y="15885"/>
                    <a:pt x="1319" y="15855"/>
                    <a:pt x="1339" y="15806"/>
                  </a:cubicBezTo>
                  <a:cubicBezTo>
                    <a:pt x="1805" y="15835"/>
                    <a:pt x="2261" y="15974"/>
                    <a:pt x="2668" y="16212"/>
                  </a:cubicBezTo>
                  <a:cubicBezTo>
                    <a:pt x="2241" y="16351"/>
                    <a:pt x="1944" y="16758"/>
                    <a:pt x="1944" y="17214"/>
                  </a:cubicBezTo>
                  <a:lnTo>
                    <a:pt x="1944" y="21130"/>
                  </a:lnTo>
                  <a:cubicBezTo>
                    <a:pt x="1954" y="21745"/>
                    <a:pt x="2420" y="22251"/>
                    <a:pt x="3025" y="22310"/>
                  </a:cubicBezTo>
                  <a:cubicBezTo>
                    <a:pt x="3788" y="22380"/>
                    <a:pt x="4552" y="22439"/>
                    <a:pt x="5315" y="22489"/>
                  </a:cubicBezTo>
                  <a:lnTo>
                    <a:pt x="5315" y="23351"/>
                  </a:lnTo>
                  <a:cubicBezTo>
                    <a:pt x="5315" y="23559"/>
                    <a:pt x="5385" y="23778"/>
                    <a:pt x="5474" y="23817"/>
                  </a:cubicBezTo>
                  <a:cubicBezTo>
                    <a:pt x="5989" y="24035"/>
                    <a:pt x="6604" y="24085"/>
                    <a:pt x="7209" y="24085"/>
                  </a:cubicBezTo>
                  <a:cubicBezTo>
                    <a:pt x="7251" y="24086"/>
                    <a:pt x="7293" y="24086"/>
                    <a:pt x="7335" y="24086"/>
                  </a:cubicBezTo>
                  <a:cubicBezTo>
                    <a:pt x="7906" y="24086"/>
                    <a:pt x="8464" y="24020"/>
                    <a:pt x="8944" y="23817"/>
                  </a:cubicBezTo>
                  <a:cubicBezTo>
                    <a:pt x="9033" y="23778"/>
                    <a:pt x="9103" y="23569"/>
                    <a:pt x="9103" y="23351"/>
                  </a:cubicBezTo>
                  <a:lnTo>
                    <a:pt x="9103" y="22677"/>
                  </a:lnTo>
                  <a:cubicBezTo>
                    <a:pt x="10555" y="22732"/>
                    <a:pt x="12008" y="22759"/>
                    <a:pt x="13461" y="22759"/>
                  </a:cubicBezTo>
                  <a:cubicBezTo>
                    <a:pt x="14913" y="22759"/>
                    <a:pt x="16366" y="22732"/>
                    <a:pt x="17818" y="22677"/>
                  </a:cubicBezTo>
                  <a:lnTo>
                    <a:pt x="17818" y="23351"/>
                  </a:lnTo>
                  <a:cubicBezTo>
                    <a:pt x="17818" y="23559"/>
                    <a:pt x="17898" y="23768"/>
                    <a:pt x="17977" y="23807"/>
                  </a:cubicBezTo>
                  <a:cubicBezTo>
                    <a:pt x="18503" y="24025"/>
                    <a:pt x="19107" y="24075"/>
                    <a:pt x="19712" y="24085"/>
                  </a:cubicBezTo>
                  <a:cubicBezTo>
                    <a:pt x="20327" y="24085"/>
                    <a:pt x="20942" y="24025"/>
                    <a:pt x="21447" y="23807"/>
                  </a:cubicBezTo>
                  <a:cubicBezTo>
                    <a:pt x="21537" y="23768"/>
                    <a:pt x="21606" y="23559"/>
                    <a:pt x="21616" y="23351"/>
                  </a:cubicBezTo>
                  <a:lnTo>
                    <a:pt x="21616" y="22489"/>
                  </a:lnTo>
                  <a:cubicBezTo>
                    <a:pt x="22399" y="22439"/>
                    <a:pt x="23183" y="22380"/>
                    <a:pt x="23966" y="22310"/>
                  </a:cubicBezTo>
                  <a:cubicBezTo>
                    <a:pt x="24571" y="22241"/>
                    <a:pt x="25037" y="21735"/>
                    <a:pt x="25047" y="21130"/>
                  </a:cubicBezTo>
                  <a:lnTo>
                    <a:pt x="25047" y="17214"/>
                  </a:lnTo>
                  <a:cubicBezTo>
                    <a:pt x="25047" y="16635"/>
                    <a:pt x="24571" y="16162"/>
                    <a:pt x="23994" y="16162"/>
                  </a:cubicBezTo>
                  <a:cubicBezTo>
                    <a:pt x="23988" y="16162"/>
                    <a:pt x="23982" y="16163"/>
                    <a:pt x="23976" y="16163"/>
                  </a:cubicBezTo>
                  <a:lnTo>
                    <a:pt x="23857" y="16163"/>
                  </a:lnTo>
                  <a:lnTo>
                    <a:pt x="23857" y="5801"/>
                  </a:lnTo>
                  <a:cubicBezTo>
                    <a:pt x="23847" y="4829"/>
                    <a:pt x="23113" y="4026"/>
                    <a:pt x="22141" y="3927"/>
                  </a:cubicBezTo>
                  <a:cubicBezTo>
                    <a:pt x="20297" y="3798"/>
                    <a:pt x="18443" y="3709"/>
                    <a:pt x="16589" y="3659"/>
                  </a:cubicBezTo>
                  <a:cubicBezTo>
                    <a:pt x="16024" y="3322"/>
                    <a:pt x="15538" y="3074"/>
                    <a:pt x="15538" y="3074"/>
                  </a:cubicBezTo>
                  <a:cubicBezTo>
                    <a:pt x="15687" y="3064"/>
                    <a:pt x="15815" y="1974"/>
                    <a:pt x="15885" y="1904"/>
                  </a:cubicBezTo>
                  <a:cubicBezTo>
                    <a:pt x="16024" y="1766"/>
                    <a:pt x="17045" y="1657"/>
                    <a:pt x="17035" y="1518"/>
                  </a:cubicBezTo>
                  <a:cubicBezTo>
                    <a:pt x="17035" y="1369"/>
                    <a:pt x="16024" y="1300"/>
                    <a:pt x="15885" y="1171"/>
                  </a:cubicBezTo>
                  <a:cubicBezTo>
                    <a:pt x="15806" y="1092"/>
                    <a:pt x="15639" y="1"/>
                    <a:pt x="15500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82" name="Google Shape;3882;p61"/>
            <p:cNvGrpSpPr/>
            <p:nvPr/>
          </p:nvGrpSpPr>
          <p:grpSpPr>
            <a:xfrm>
              <a:off x="6830527" y="1145647"/>
              <a:ext cx="1606342" cy="1554325"/>
              <a:chOff x="6463308" y="2050869"/>
              <a:chExt cx="1606342" cy="1554325"/>
            </a:xfrm>
          </p:grpSpPr>
          <p:sp>
            <p:nvSpPr>
              <p:cNvPr id="3883" name="Google Shape;3883;p61"/>
              <p:cNvSpPr/>
              <p:nvPr/>
            </p:nvSpPr>
            <p:spPr>
              <a:xfrm>
                <a:off x="6804617" y="3443921"/>
                <a:ext cx="242903" cy="161273"/>
              </a:xfrm>
              <a:custGeom>
                <a:avLst/>
                <a:gdLst/>
                <a:ahLst/>
                <a:cxnLst/>
                <a:rect l="l" t="t" r="r" b="b"/>
                <a:pathLst>
                  <a:path w="3789" h="2499" extrusionOk="0">
                    <a:moveTo>
                      <a:pt x="3789" y="1765"/>
                    </a:moveTo>
                    <a:cubicBezTo>
                      <a:pt x="3789" y="1973"/>
                      <a:pt x="3719" y="2182"/>
                      <a:pt x="3630" y="2221"/>
                    </a:cubicBezTo>
                    <a:cubicBezTo>
                      <a:pt x="3114" y="2439"/>
                      <a:pt x="2500" y="2489"/>
                      <a:pt x="1895" y="2499"/>
                    </a:cubicBezTo>
                    <a:cubicBezTo>
                      <a:pt x="1280" y="2499"/>
                      <a:pt x="665" y="2439"/>
                      <a:pt x="160" y="2221"/>
                    </a:cubicBezTo>
                    <a:cubicBezTo>
                      <a:pt x="70" y="2182"/>
                      <a:pt x="1" y="1973"/>
                      <a:pt x="1" y="1765"/>
                    </a:cubicBezTo>
                    <a:lnTo>
                      <a:pt x="1" y="377"/>
                    </a:lnTo>
                    <a:cubicBezTo>
                      <a:pt x="1" y="169"/>
                      <a:pt x="80" y="0"/>
                      <a:pt x="179" y="0"/>
                    </a:cubicBezTo>
                    <a:lnTo>
                      <a:pt x="3610" y="0"/>
                    </a:lnTo>
                    <a:cubicBezTo>
                      <a:pt x="3709" y="0"/>
                      <a:pt x="3789" y="169"/>
                      <a:pt x="3789" y="3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4" name="Google Shape;3884;p61"/>
              <p:cNvSpPr/>
              <p:nvPr/>
            </p:nvSpPr>
            <p:spPr>
              <a:xfrm>
                <a:off x="7606858" y="3443921"/>
                <a:ext cx="242839" cy="161273"/>
              </a:xfrm>
              <a:custGeom>
                <a:avLst/>
                <a:gdLst/>
                <a:ahLst/>
                <a:cxnLst/>
                <a:rect l="l" t="t" r="r" b="b"/>
                <a:pathLst>
                  <a:path w="3788" h="2499" extrusionOk="0">
                    <a:moveTo>
                      <a:pt x="3788" y="1765"/>
                    </a:moveTo>
                    <a:cubicBezTo>
                      <a:pt x="3788" y="1973"/>
                      <a:pt x="3718" y="2182"/>
                      <a:pt x="3629" y="2221"/>
                    </a:cubicBezTo>
                    <a:cubicBezTo>
                      <a:pt x="3113" y="2439"/>
                      <a:pt x="2499" y="2489"/>
                      <a:pt x="1894" y="2499"/>
                    </a:cubicBezTo>
                    <a:cubicBezTo>
                      <a:pt x="1279" y="2499"/>
                      <a:pt x="664" y="2439"/>
                      <a:pt x="159" y="2221"/>
                    </a:cubicBezTo>
                    <a:cubicBezTo>
                      <a:pt x="69" y="2182"/>
                      <a:pt x="0" y="1973"/>
                      <a:pt x="0" y="1765"/>
                    </a:cubicBezTo>
                    <a:lnTo>
                      <a:pt x="0" y="377"/>
                    </a:lnTo>
                    <a:cubicBezTo>
                      <a:pt x="0" y="169"/>
                      <a:pt x="79" y="0"/>
                      <a:pt x="179" y="0"/>
                    </a:cubicBezTo>
                    <a:lnTo>
                      <a:pt x="3609" y="0"/>
                    </a:lnTo>
                    <a:cubicBezTo>
                      <a:pt x="3708" y="0"/>
                      <a:pt x="3788" y="169"/>
                      <a:pt x="3788" y="3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5" name="Google Shape;3885;p61"/>
              <p:cNvSpPr/>
              <p:nvPr/>
            </p:nvSpPr>
            <p:spPr>
              <a:xfrm>
                <a:off x="6668581" y="2278032"/>
                <a:ext cx="1324140" cy="952214"/>
              </a:xfrm>
              <a:custGeom>
                <a:avLst/>
                <a:gdLst/>
                <a:ahLst/>
                <a:cxnLst/>
                <a:rect l="l" t="t" r="r" b="b"/>
                <a:pathLst>
                  <a:path w="20655" h="14755" extrusionOk="0">
                    <a:moveTo>
                      <a:pt x="20655" y="12722"/>
                    </a:moveTo>
                    <a:cubicBezTo>
                      <a:pt x="20655" y="13684"/>
                      <a:pt x="19901" y="14477"/>
                      <a:pt x="18939" y="14536"/>
                    </a:cubicBezTo>
                    <a:cubicBezTo>
                      <a:pt x="13208" y="14745"/>
                      <a:pt x="7447" y="14755"/>
                      <a:pt x="1716" y="14536"/>
                    </a:cubicBezTo>
                    <a:cubicBezTo>
                      <a:pt x="755" y="14477"/>
                      <a:pt x="1" y="13684"/>
                      <a:pt x="1" y="12722"/>
                    </a:cubicBezTo>
                    <a:lnTo>
                      <a:pt x="1" y="2281"/>
                    </a:lnTo>
                    <a:cubicBezTo>
                      <a:pt x="11" y="1309"/>
                      <a:pt x="755" y="506"/>
                      <a:pt x="1716" y="407"/>
                    </a:cubicBezTo>
                    <a:cubicBezTo>
                      <a:pt x="7447" y="1"/>
                      <a:pt x="13208" y="1"/>
                      <a:pt x="18939" y="407"/>
                    </a:cubicBezTo>
                    <a:cubicBezTo>
                      <a:pt x="19901" y="506"/>
                      <a:pt x="20645" y="1309"/>
                      <a:pt x="20655" y="22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6" name="Google Shape;3886;p61"/>
              <p:cNvSpPr/>
              <p:nvPr/>
            </p:nvSpPr>
            <p:spPr>
              <a:xfrm>
                <a:off x="6668581" y="3046515"/>
                <a:ext cx="1324140" cy="183086"/>
              </a:xfrm>
              <a:custGeom>
                <a:avLst/>
                <a:gdLst/>
                <a:ahLst/>
                <a:cxnLst/>
                <a:rect l="l" t="t" r="r" b="b"/>
                <a:pathLst>
                  <a:path w="20655" h="2837" extrusionOk="0">
                    <a:moveTo>
                      <a:pt x="1" y="1"/>
                    </a:moveTo>
                    <a:lnTo>
                      <a:pt x="1" y="814"/>
                    </a:lnTo>
                    <a:cubicBezTo>
                      <a:pt x="1" y="1776"/>
                      <a:pt x="755" y="2569"/>
                      <a:pt x="1716" y="2628"/>
                    </a:cubicBezTo>
                    <a:cubicBezTo>
                      <a:pt x="7447" y="2837"/>
                      <a:pt x="13208" y="2837"/>
                      <a:pt x="18939" y="2628"/>
                    </a:cubicBezTo>
                    <a:cubicBezTo>
                      <a:pt x="19901" y="2569"/>
                      <a:pt x="20655" y="1776"/>
                      <a:pt x="20655" y="814"/>
                    </a:cubicBezTo>
                    <a:lnTo>
                      <a:pt x="20655" y="1"/>
                    </a:lnTo>
                    <a:cubicBezTo>
                      <a:pt x="13783" y="140"/>
                      <a:pt x="6872" y="140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7" name="Google Shape;3887;p61"/>
              <p:cNvSpPr/>
              <p:nvPr/>
            </p:nvSpPr>
            <p:spPr>
              <a:xfrm>
                <a:off x="6587869" y="3092593"/>
                <a:ext cx="1481781" cy="436515"/>
              </a:xfrm>
              <a:custGeom>
                <a:avLst/>
                <a:gdLst/>
                <a:ahLst/>
                <a:cxnLst/>
                <a:rect l="l" t="t" r="r" b="b"/>
                <a:pathLst>
                  <a:path w="23114" h="6764" extrusionOk="0">
                    <a:moveTo>
                      <a:pt x="23113" y="4988"/>
                    </a:moveTo>
                    <a:cubicBezTo>
                      <a:pt x="23103" y="5603"/>
                      <a:pt x="22637" y="6109"/>
                      <a:pt x="22033" y="6168"/>
                    </a:cubicBezTo>
                    <a:cubicBezTo>
                      <a:pt x="15062" y="6763"/>
                      <a:pt x="8052" y="6763"/>
                      <a:pt x="1082" y="6168"/>
                    </a:cubicBezTo>
                    <a:cubicBezTo>
                      <a:pt x="477" y="6109"/>
                      <a:pt x="11" y="5603"/>
                      <a:pt x="1" y="4988"/>
                    </a:cubicBezTo>
                    <a:lnTo>
                      <a:pt x="1" y="1072"/>
                    </a:lnTo>
                    <a:cubicBezTo>
                      <a:pt x="1" y="487"/>
                      <a:pt x="497" y="1"/>
                      <a:pt x="1082" y="21"/>
                    </a:cubicBezTo>
                    <a:cubicBezTo>
                      <a:pt x="8052" y="219"/>
                      <a:pt x="15062" y="219"/>
                      <a:pt x="22033" y="21"/>
                    </a:cubicBezTo>
                    <a:cubicBezTo>
                      <a:pt x="22628" y="1"/>
                      <a:pt x="23113" y="487"/>
                      <a:pt x="23113" y="107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8" name="Google Shape;3888;p61"/>
              <p:cNvSpPr/>
              <p:nvPr/>
            </p:nvSpPr>
            <p:spPr>
              <a:xfrm>
                <a:off x="7360172" y="2050869"/>
                <a:ext cx="195848" cy="198445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75" extrusionOk="0">
                    <a:moveTo>
                      <a:pt x="1510" y="1"/>
                    </a:moveTo>
                    <a:cubicBezTo>
                      <a:pt x="1509" y="1"/>
                      <a:pt x="1509" y="1"/>
                      <a:pt x="1508" y="1"/>
                    </a:cubicBezTo>
                    <a:cubicBezTo>
                      <a:pt x="1359" y="1"/>
                      <a:pt x="1220" y="1101"/>
                      <a:pt x="1151" y="1171"/>
                    </a:cubicBezTo>
                    <a:cubicBezTo>
                      <a:pt x="1022" y="1319"/>
                      <a:pt x="1" y="1419"/>
                      <a:pt x="11" y="1557"/>
                    </a:cubicBezTo>
                    <a:cubicBezTo>
                      <a:pt x="21" y="1696"/>
                      <a:pt x="1012" y="1766"/>
                      <a:pt x="1161" y="1904"/>
                    </a:cubicBezTo>
                    <a:cubicBezTo>
                      <a:pt x="1240" y="1983"/>
                      <a:pt x="1407" y="3074"/>
                      <a:pt x="1546" y="3074"/>
                    </a:cubicBezTo>
                    <a:cubicBezTo>
                      <a:pt x="1546" y="3074"/>
                      <a:pt x="1547" y="3074"/>
                      <a:pt x="1548" y="3074"/>
                    </a:cubicBezTo>
                    <a:cubicBezTo>
                      <a:pt x="1696" y="3064"/>
                      <a:pt x="1825" y="1974"/>
                      <a:pt x="1895" y="1904"/>
                    </a:cubicBezTo>
                    <a:cubicBezTo>
                      <a:pt x="2034" y="1766"/>
                      <a:pt x="3055" y="1657"/>
                      <a:pt x="3045" y="1518"/>
                    </a:cubicBezTo>
                    <a:cubicBezTo>
                      <a:pt x="3045" y="1369"/>
                      <a:pt x="2034" y="1300"/>
                      <a:pt x="1895" y="1171"/>
                    </a:cubicBezTo>
                    <a:cubicBezTo>
                      <a:pt x="1816" y="1092"/>
                      <a:pt x="1648" y="1"/>
                      <a:pt x="15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9" name="Google Shape;3889;p61"/>
              <p:cNvSpPr/>
              <p:nvPr/>
            </p:nvSpPr>
            <p:spPr>
              <a:xfrm>
                <a:off x="6463308" y="2913443"/>
                <a:ext cx="160846" cy="163274"/>
              </a:xfrm>
              <a:custGeom>
                <a:avLst/>
                <a:gdLst/>
                <a:ahLst/>
                <a:cxnLst/>
                <a:rect l="l" t="t" r="r" b="b"/>
                <a:pathLst>
                  <a:path w="2509" h="2530" extrusionOk="0">
                    <a:moveTo>
                      <a:pt x="1242" y="0"/>
                    </a:moveTo>
                    <a:cubicBezTo>
                      <a:pt x="1241" y="0"/>
                      <a:pt x="1240" y="0"/>
                      <a:pt x="1240" y="1"/>
                    </a:cubicBezTo>
                    <a:cubicBezTo>
                      <a:pt x="1111" y="1"/>
                      <a:pt x="1012" y="903"/>
                      <a:pt x="952" y="962"/>
                    </a:cubicBezTo>
                    <a:cubicBezTo>
                      <a:pt x="833" y="1091"/>
                      <a:pt x="0" y="1161"/>
                      <a:pt x="10" y="1280"/>
                    </a:cubicBezTo>
                    <a:cubicBezTo>
                      <a:pt x="10" y="1399"/>
                      <a:pt x="833" y="1448"/>
                      <a:pt x="952" y="1567"/>
                    </a:cubicBezTo>
                    <a:cubicBezTo>
                      <a:pt x="1011" y="1626"/>
                      <a:pt x="1149" y="2529"/>
                      <a:pt x="1268" y="2529"/>
                    </a:cubicBezTo>
                    <a:cubicBezTo>
                      <a:pt x="1268" y="2529"/>
                      <a:pt x="1269" y="2529"/>
                      <a:pt x="1270" y="2529"/>
                    </a:cubicBezTo>
                    <a:cubicBezTo>
                      <a:pt x="1398" y="2519"/>
                      <a:pt x="1498" y="1627"/>
                      <a:pt x="1557" y="1567"/>
                    </a:cubicBezTo>
                    <a:cubicBezTo>
                      <a:pt x="1666" y="1448"/>
                      <a:pt x="2509" y="1359"/>
                      <a:pt x="2509" y="1240"/>
                    </a:cubicBezTo>
                    <a:cubicBezTo>
                      <a:pt x="2499" y="1131"/>
                      <a:pt x="1666" y="1071"/>
                      <a:pt x="1557" y="962"/>
                    </a:cubicBezTo>
                    <a:cubicBezTo>
                      <a:pt x="1488" y="893"/>
                      <a:pt x="1360" y="0"/>
                      <a:pt x="12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0" name="Google Shape;3890;p61"/>
              <p:cNvSpPr/>
              <p:nvPr/>
            </p:nvSpPr>
            <p:spPr>
              <a:xfrm>
                <a:off x="6777307" y="2482801"/>
                <a:ext cx="596905" cy="226582"/>
              </a:xfrm>
              <a:custGeom>
                <a:avLst/>
                <a:gdLst/>
                <a:ahLst/>
                <a:cxnLst/>
                <a:rect l="l" t="t" r="r" b="b"/>
                <a:pathLst>
                  <a:path w="9311" h="3511" extrusionOk="0">
                    <a:moveTo>
                      <a:pt x="853" y="1"/>
                    </a:moveTo>
                    <a:cubicBezTo>
                      <a:pt x="377" y="1"/>
                      <a:pt x="1" y="387"/>
                      <a:pt x="1" y="863"/>
                    </a:cubicBezTo>
                    <a:lnTo>
                      <a:pt x="1" y="2648"/>
                    </a:lnTo>
                    <a:cubicBezTo>
                      <a:pt x="1" y="3124"/>
                      <a:pt x="387" y="3511"/>
                      <a:pt x="863" y="3511"/>
                    </a:cubicBezTo>
                    <a:lnTo>
                      <a:pt x="8448" y="3511"/>
                    </a:lnTo>
                    <a:cubicBezTo>
                      <a:pt x="8924" y="3511"/>
                      <a:pt x="9311" y="3124"/>
                      <a:pt x="9311" y="2648"/>
                    </a:cubicBezTo>
                    <a:lnTo>
                      <a:pt x="9311" y="863"/>
                    </a:lnTo>
                    <a:cubicBezTo>
                      <a:pt x="9311" y="387"/>
                      <a:pt x="8924" y="1"/>
                      <a:pt x="84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1" name="Google Shape;3891;p61"/>
              <p:cNvSpPr/>
              <p:nvPr/>
            </p:nvSpPr>
            <p:spPr>
              <a:xfrm>
                <a:off x="7460629" y="2754752"/>
                <a:ext cx="436123" cy="237489"/>
              </a:xfrm>
              <a:custGeom>
                <a:avLst/>
                <a:gdLst/>
                <a:ahLst/>
                <a:cxnLst/>
                <a:rect l="l" t="t" r="r" b="b"/>
                <a:pathLst>
                  <a:path w="6803" h="3680" extrusionOk="0">
                    <a:moveTo>
                      <a:pt x="952" y="1"/>
                    </a:moveTo>
                    <a:cubicBezTo>
                      <a:pt x="427" y="10"/>
                      <a:pt x="0" y="427"/>
                      <a:pt x="0" y="952"/>
                    </a:cubicBezTo>
                    <a:lnTo>
                      <a:pt x="0" y="2727"/>
                    </a:lnTo>
                    <a:cubicBezTo>
                      <a:pt x="0" y="3253"/>
                      <a:pt x="427" y="3669"/>
                      <a:pt x="952" y="3679"/>
                    </a:cubicBezTo>
                    <a:lnTo>
                      <a:pt x="5851" y="3679"/>
                    </a:lnTo>
                    <a:cubicBezTo>
                      <a:pt x="6376" y="3669"/>
                      <a:pt x="6793" y="3253"/>
                      <a:pt x="6802" y="2727"/>
                    </a:cubicBezTo>
                    <a:lnTo>
                      <a:pt x="6802" y="952"/>
                    </a:lnTo>
                    <a:cubicBezTo>
                      <a:pt x="6793" y="427"/>
                      <a:pt x="6376" y="10"/>
                      <a:pt x="58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2" name="Google Shape;3892;p61"/>
              <p:cNvSpPr/>
              <p:nvPr/>
            </p:nvSpPr>
            <p:spPr>
              <a:xfrm>
                <a:off x="6799552" y="2762431"/>
                <a:ext cx="164051" cy="99255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538" extrusionOk="0">
                    <a:moveTo>
                      <a:pt x="358" y="1"/>
                    </a:moveTo>
                    <a:cubicBezTo>
                      <a:pt x="149" y="10"/>
                      <a:pt x="1" y="189"/>
                      <a:pt x="10" y="397"/>
                    </a:cubicBezTo>
                    <a:lnTo>
                      <a:pt x="10" y="1141"/>
                    </a:lnTo>
                    <a:cubicBezTo>
                      <a:pt x="1" y="1339"/>
                      <a:pt x="149" y="1518"/>
                      <a:pt x="358" y="1537"/>
                    </a:cubicBezTo>
                    <a:lnTo>
                      <a:pt x="2192" y="1537"/>
                    </a:lnTo>
                    <a:cubicBezTo>
                      <a:pt x="2400" y="1518"/>
                      <a:pt x="2559" y="1349"/>
                      <a:pt x="2549" y="1141"/>
                    </a:cubicBezTo>
                    <a:lnTo>
                      <a:pt x="2549" y="397"/>
                    </a:lnTo>
                    <a:cubicBezTo>
                      <a:pt x="2559" y="189"/>
                      <a:pt x="2400" y="10"/>
                      <a:pt x="219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3" name="Google Shape;3893;p61"/>
              <p:cNvSpPr/>
              <p:nvPr/>
            </p:nvSpPr>
            <p:spPr>
              <a:xfrm>
                <a:off x="6993413" y="2762431"/>
                <a:ext cx="164051" cy="99255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538" extrusionOk="0">
                    <a:moveTo>
                      <a:pt x="368" y="1"/>
                    </a:moveTo>
                    <a:cubicBezTo>
                      <a:pt x="159" y="10"/>
                      <a:pt x="1" y="189"/>
                      <a:pt x="11" y="397"/>
                    </a:cubicBezTo>
                    <a:lnTo>
                      <a:pt x="11" y="1141"/>
                    </a:lnTo>
                    <a:cubicBezTo>
                      <a:pt x="1" y="1349"/>
                      <a:pt x="159" y="1518"/>
                      <a:pt x="368" y="1537"/>
                    </a:cubicBezTo>
                    <a:lnTo>
                      <a:pt x="2202" y="1537"/>
                    </a:lnTo>
                    <a:cubicBezTo>
                      <a:pt x="2400" y="1518"/>
                      <a:pt x="2559" y="1339"/>
                      <a:pt x="2549" y="1141"/>
                    </a:cubicBezTo>
                    <a:lnTo>
                      <a:pt x="2549" y="397"/>
                    </a:lnTo>
                    <a:cubicBezTo>
                      <a:pt x="2559" y="189"/>
                      <a:pt x="2400" y="10"/>
                      <a:pt x="22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4" name="Google Shape;3894;p61"/>
              <p:cNvSpPr/>
              <p:nvPr/>
            </p:nvSpPr>
            <p:spPr>
              <a:xfrm>
                <a:off x="7187274" y="2762431"/>
                <a:ext cx="164692" cy="99255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1538" extrusionOk="0">
                    <a:moveTo>
                      <a:pt x="368" y="1"/>
                    </a:moveTo>
                    <a:cubicBezTo>
                      <a:pt x="160" y="10"/>
                      <a:pt x="1" y="189"/>
                      <a:pt x="11" y="397"/>
                    </a:cubicBezTo>
                    <a:lnTo>
                      <a:pt x="11" y="1141"/>
                    </a:lnTo>
                    <a:cubicBezTo>
                      <a:pt x="1" y="1349"/>
                      <a:pt x="160" y="1518"/>
                      <a:pt x="368" y="1537"/>
                    </a:cubicBezTo>
                    <a:lnTo>
                      <a:pt x="2202" y="1537"/>
                    </a:lnTo>
                    <a:cubicBezTo>
                      <a:pt x="2400" y="1518"/>
                      <a:pt x="2559" y="1349"/>
                      <a:pt x="2549" y="1141"/>
                    </a:cubicBezTo>
                    <a:lnTo>
                      <a:pt x="2559" y="397"/>
                    </a:lnTo>
                    <a:cubicBezTo>
                      <a:pt x="2569" y="189"/>
                      <a:pt x="2410" y="10"/>
                      <a:pt x="22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5" name="Google Shape;3895;p61"/>
              <p:cNvSpPr/>
              <p:nvPr/>
            </p:nvSpPr>
            <p:spPr>
              <a:xfrm>
                <a:off x="6799552" y="2902537"/>
                <a:ext cx="164051" cy="99255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538" extrusionOk="0">
                    <a:moveTo>
                      <a:pt x="358" y="1"/>
                    </a:moveTo>
                    <a:cubicBezTo>
                      <a:pt x="149" y="11"/>
                      <a:pt x="1" y="189"/>
                      <a:pt x="10" y="398"/>
                    </a:cubicBezTo>
                    <a:lnTo>
                      <a:pt x="10" y="1141"/>
                    </a:lnTo>
                    <a:cubicBezTo>
                      <a:pt x="1" y="1349"/>
                      <a:pt x="149" y="1528"/>
                      <a:pt x="358" y="1538"/>
                    </a:cubicBezTo>
                    <a:lnTo>
                      <a:pt x="2192" y="1538"/>
                    </a:lnTo>
                    <a:cubicBezTo>
                      <a:pt x="2400" y="1528"/>
                      <a:pt x="2559" y="1349"/>
                      <a:pt x="2549" y="1141"/>
                    </a:cubicBezTo>
                    <a:lnTo>
                      <a:pt x="2549" y="398"/>
                    </a:lnTo>
                    <a:cubicBezTo>
                      <a:pt x="2559" y="189"/>
                      <a:pt x="2400" y="11"/>
                      <a:pt x="21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6" name="Google Shape;3896;p61"/>
              <p:cNvSpPr/>
              <p:nvPr/>
            </p:nvSpPr>
            <p:spPr>
              <a:xfrm>
                <a:off x="6993413" y="2902537"/>
                <a:ext cx="164051" cy="99255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538" extrusionOk="0">
                    <a:moveTo>
                      <a:pt x="368" y="1"/>
                    </a:moveTo>
                    <a:cubicBezTo>
                      <a:pt x="159" y="11"/>
                      <a:pt x="1" y="189"/>
                      <a:pt x="11" y="398"/>
                    </a:cubicBezTo>
                    <a:lnTo>
                      <a:pt x="11" y="1141"/>
                    </a:lnTo>
                    <a:cubicBezTo>
                      <a:pt x="1" y="1349"/>
                      <a:pt x="159" y="1528"/>
                      <a:pt x="368" y="1538"/>
                    </a:cubicBezTo>
                    <a:lnTo>
                      <a:pt x="2202" y="1538"/>
                    </a:lnTo>
                    <a:cubicBezTo>
                      <a:pt x="2400" y="1528"/>
                      <a:pt x="2559" y="1349"/>
                      <a:pt x="2549" y="1141"/>
                    </a:cubicBezTo>
                    <a:lnTo>
                      <a:pt x="2549" y="398"/>
                    </a:lnTo>
                    <a:cubicBezTo>
                      <a:pt x="2559" y="189"/>
                      <a:pt x="2400" y="11"/>
                      <a:pt x="22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7" name="Google Shape;3897;p61"/>
              <p:cNvSpPr/>
              <p:nvPr/>
            </p:nvSpPr>
            <p:spPr>
              <a:xfrm>
                <a:off x="7187274" y="2902537"/>
                <a:ext cx="164692" cy="99255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1538" extrusionOk="0">
                    <a:moveTo>
                      <a:pt x="368" y="1"/>
                    </a:moveTo>
                    <a:cubicBezTo>
                      <a:pt x="160" y="11"/>
                      <a:pt x="1" y="189"/>
                      <a:pt x="11" y="398"/>
                    </a:cubicBezTo>
                    <a:lnTo>
                      <a:pt x="11" y="1141"/>
                    </a:lnTo>
                    <a:cubicBezTo>
                      <a:pt x="1" y="1349"/>
                      <a:pt x="160" y="1528"/>
                      <a:pt x="368" y="1538"/>
                    </a:cubicBezTo>
                    <a:lnTo>
                      <a:pt x="2202" y="1538"/>
                    </a:lnTo>
                    <a:cubicBezTo>
                      <a:pt x="2400" y="1528"/>
                      <a:pt x="2559" y="1349"/>
                      <a:pt x="2549" y="1141"/>
                    </a:cubicBezTo>
                    <a:lnTo>
                      <a:pt x="2559" y="398"/>
                    </a:lnTo>
                    <a:cubicBezTo>
                      <a:pt x="2569" y="189"/>
                      <a:pt x="2410" y="11"/>
                      <a:pt x="22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8" name="Google Shape;3898;p61"/>
              <p:cNvSpPr/>
              <p:nvPr/>
            </p:nvSpPr>
            <p:spPr>
              <a:xfrm>
                <a:off x="7375750" y="2376189"/>
                <a:ext cx="293420" cy="250848"/>
              </a:xfrm>
              <a:custGeom>
                <a:avLst/>
                <a:gdLst/>
                <a:ahLst/>
                <a:cxnLst/>
                <a:rect l="l" t="t" r="r" b="b"/>
                <a:pathLst>
                  <a:path w="4577" h="3887" extrusionOk="0">
                    <a:moveTo>
                      <a:pt x="2556" y="1"/>
                    </a:moveTo>
                    <a:cubicBezTo>
                      <a:pt x="927" y="1"/>
                      <a:pt x="1" y="1931"/>
                      <a:pt x="1096" y="3209"/>
                    </a:cubicBezTo>
                    <a:cubicBezTo>
                      <a:pt x="1496" y="3676"/>
                      <a:pt x="2026" y="3886"/>
                      <a:pt x="2549" y="3886"/>
                    </a:cubicBezTo>
                    <a:cubicBezTo>
                      <a:pt x="3494" y="3886"/>
                      <a:pt x="4414" y="3199"/>
                      <a:pt x="4497" y="2089"/>
                    </a:cubicBezTo>
                    <a:cubicBezTo>
                      <a:pt x="4577" y="1028"/>
                      <a:pt x="3784" y="96"/>
                      <a:pt x="2713" y="7"/>
                    </a:cubicBezTo>
                    <a:cubicBezTo>
                      <a:pt x="2660" y="3"/>
                      <a:pt x="2607" y="1"/>
                      <a:pt x="25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9" name="Google Shape;3899;p61"/>
              <p:cNvSpPr/>
              <p:nvPr/>
            </p:nvSpPr>
            <p:spPr>
              <a:xfrm>
                <a:off x="7428639" y="2409554"/>
                <a:ext cx="217004" cy="185732"/>
              </a:xfrm>
              <a:custGeom>
                <a:avLst/>
                <a:gdLst/>
                <a:ahLst/>
                <a:cxnLst/>
                <a:rect l="l" t="t" r="r" b="b"/>
                <a:pathLst>
                  <a:path w="3385" h="2878" extrusionOk="0">
                    <a:moveTo>
                      <a:pt x="1887" y="0"/>
                    </a:moveTo>
                    <a:cubicBezTo>
                      <a:pt x="681" y="0"/>
                      <a:pt x="0" y="1434"/>
                      <a:pt x="807" y="2375"/>
                    </a:cubicBezTo>
                    <a:cubicBezTo>
                      <a:pt x="1104" y="2721"/>
                      <a:pt x="1496" y="2877"/>
                      <a:pt x="1883" y="2877"/>
                    </a:cubicBezTo>
                    <a:cubicBezTo>
                      <a:pt x="2582" y="2877"/>
                      <a:pt x="3262" y="2369"/>
                      <a:pt x="3325" y="1552"/>
                    </a:cubicBezTo>
                    <a:cubicBezTo>
                      <a:pt x="3385" y="759"/>
                      <a:pt x="2790" y="65"/>
                      <a:pt x="2007" y="5"/>
                    </a:cubicBezTo>
                    <a:cubicBezTo>
                      <a:pt x="1966" y="2"/>
                      <a:pt x="1926" y="0"/>
                      <a:pt x="18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0" name="Google Shape;3900;p61"/>
              <p:cNvSpPr/>
              <p:nvPr/>
            </p:nvSpPr>
            <p:spPr>
              <a:xfrm>
                <a:off x="7430755" y="2625424"/>
                <a:ext cx="81417" cy="55887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866" extrusionOk="0">
                    <a:moveTo>
                      <a:pt x="612" y="0"/>
                    </a:moveTo>
                    <a:cubicBezTo>
                      <a:pt x="289" y="0"/>
                      <a:pt x="30" y="172"/>
                      <a:pt x="20" y="398"/>
                    </a:cubicBezTo>
                    <a:cubicBezTo>
                      <a:pt x="0" y="636"/>
                      <a:pt x="268" y="844"/>
                      <a:pt x="615" y="864"/>
                    </a:cubicBezTo>
                    <a:cubicBezTo>
                      <a:pt x="633" y="865"/>
                      <a:pt x="651" y="866"/>
                      <a:pt x="669" y="866"/>
                    </a:cubicBezTo>
                    <a:cubicBezTo>
                      <a:pt x="982" y="866"/>
                      <a:pt x="1241" y="702"/>
                      <a:pt x="1260" y="468"/>
                    </a:cubicBezTo>
                    <a:cubicBezTo>
                      <a:pt x="1270" y="230"/>
                      <a:pt x="1002" y="21"/>
                      <a:pt x="665" y="2"/>
                    </a:cubicBezTo>
                    <a:cubicBezTo>
                      <a:pt x="647" y="1"/>
                      <a:pt x="630" y="0"/>
                      <a:pt x="6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1" name="Google Shape;3901;p61"/>
              <p:cNvSpPr/>
              <p:nvPr/>
            </p:nvSpPr>
            <p:spPr>
              <a:xfrm>
                <a:off x="7838863" y="2629231"/>
                <a:ext cx="78852" cy="54016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837" extrusionOk="0">
                    <a:moveTo>
                      <a:pt x="591" y="1"/>
                    </a:moveTo>
                    <a:cubicBezTo>
                      <a:pt x="278" y="1"/>
                      <a:pt x="29" y="163"/>
                      <a:pt x="10" y="379"/>
                    </a:cubicBezTo>
                    <a:cubicBezTo>
                      <a:pt x="0" y="617"/>
                      <a:pt x="268" y="815"/>
                      <a:pt x="595" y="835"/>
                    </a:cubicBezTo>
                    <a:cubicBezTo>
                      <a:pt x="613" y="836"/>
                      <a:pt x="630" y="837"/>
                      <a:pt x="647" y="837"/>
                    </a:cubicBezTo>
                    <a:cubicBezTo>
                      <a:pt x="951" y="837"/>
                      <a:pt x="1200" y="674"/>
                      <a:pt x="1210" y="458"/>
                    </a:cubicBezTo>
                    <a:cubicBezTo>
                      <a:pt x="1230" y="220"/>
                      <a:pt x="972" y="22"/>
                      <a:pt x="645" y="2"/>
                    </a:cubicBezTo>
                    <a:cubicBezTo>
                      <a:pt x="627" y="1"/>
                      <a:pt x="609" y="1"/>
                      <a:pt x="5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2" name="Google Shape;3902;p61"/>
              <p:cNvSpPr/>
              <p:nvPr/>
            </p:nvSpPr>
            <p:spPr>
              <a:xfrm>
                <a:off x="7577176" y="2432980"/>
                <a:ext cx="52440" cy="44465"/>
              </a:xfrm>
              <a:custGeom>
                <a:avLst/>
                <a:gdLst/>
                <a:ahLst/>
                <a:cxnLst/>
                <a:rect l="l" t="t" r="r" b="b"/>
                <a:pathLst>
                  <a:path w="818" h="689" extrusionOk="0">
                    <a:moveTo>
                      <a:pt x="137" y="1"/>
                    </a:moveTo>
                    <a:cubicBezTo>
                      <a:pt x="43" y="1"/>
                      <a:pt x="1" y="154"/>
                      <a:pt x="106" y="197"/>
                    </a:cubicBezTo>
                    <a:cubicBezTo>
                      <a:pt x="314" y="287"/>
                      <a:pt x="483" y="445"/>
                      <a:pt x="592" y="644"/>
                    </a:cubicBezTo>
                    <a:cubicBezTo>
                      <a:pt x="614" y="675"/>
                      <a:pt x="648" y="689"/>
                      <a:pt x="681" y="689"/>
                    </a:cubicBezTo>
                    <a:cubicBezTo>
                      <a:pt x="750" y="689"/>
                      <a:pt x="818" y="628"/>
                      <a:pt x="770" y="554"/>
                    </a:cubicBezTo>
                    <a:cubicBezTo>
                      <a:pt x="632" y="316"/>
                      <a:pt x="423" y="128"/>
                      <a:pt x="175" y="9"/>
                    </a:cubicBezTo>
                    <a:cubicBezTo>
                      <a:pt x="162" y="3"/>
                      <a:pt x="149" y="1"/>
                      <a:pt x="1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3" name="Google Shape;3903;p61"/>
              <p:cNvSpPr/>
              <p:nvPr/>
            </p:nvSpPr>
            <p:spPr>
              <a:xfrm>
                <a:off x="7554098" y="2422267"/>
                <a:ext cx="21540" cy="14262"/>
              </a:xfrm>
              <a:custGeom>
                <a:avLst/>
                <a:gdLst/>
                <a:ahLst/>
                <a:cxnLst/>
                <a:rect l="l" t="t" r="r" b="b"/>
                <a:pathLst>
                  <a:path w="336" h="221" extrusionOk="0">
                    <a:moveTo>
                      <a:pt x="106" y="0"/>
                    </a:moveTo>
                    <a:cubicBezTo>
                      <a:pt x="66" y="0"/>
                      <a:pt x="28" y="27"/>
                      <a:pt x="20" y="66"/>
                    </a:cubicBezTo>
                    <a:cubicBezTo>
                      <a:pt x="0" y="116"/>
                      <a:pt x="20" y="175"/>
                      <a:pt x="79" y="185"/>
                    </a:cubicBezTo>
                    <a:lnTo>
                      <a:pt x="169" y="215"/>
                    </a:lnTo>
                    <a:cubicBezTo>
                      <a:pt x="180" y="219"/>
                      <a:pt x="192" y="220"/>
                      <a:pt x="202" y="220"/>
                    </a:cubicBezTo>
                    <a:cubicBezTo>
                      <a:pt x="298" y="220"/>
                      <a:pt x="335" y="71"/>
                      <a:pt x="228" y="26"/>
                    </a:cubicBezTo>
                    <a:lnTo>
                      <a:pt x="228" y="26"/>
                    </a:lnTo>
                    <a:lnTo>
                      <a:pt x="228" y="36"/>
                    </a:lnTo>
                    <a:lnTo>
                      <a:pt x="139" y="6"/>
                    </a:lnTo>
                    <a:cubicBezTo>
                      <a:pt x="128" y="2"/>
                      <a:pt x="117" y="0"/>
                      <a:pt x="10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4" name="Google Shape;3904;p61"/>
              <p:cNvSpPr/>
              <p:nvPr/>
            </p:nvSpPr>
            <p:spPr>
              <a:xfrm>
                <a:off x="7621475" y="2487771"/>
                <a:ext cx="14040" cy="15617"/>
              </a:xfrm>
              <a:custGeom>
                <a:avLst/>
                <a:gdLst/>
                <a:ahLst/>
                <a:cxnLst/>
                <a:rect l="l" t="t" r="r" b="b"/>
                <a:pathLst>
                  <a:path w="219" h="242" extrusionOk="0">
                    <a:moveTo>
                      <a:pt x="106" y="1"/>
                    </a:moveTo>
                    <a:cubicBezTo>
                      <a:pt x="93" y="1"/>
                      <a:pt x="80" y="5"/>
                      <a:pt x="69" y="13"/>
                    </a:cubicBezTo>
                    <a:cubicBezTo>
                      <a:pt x="20" y="33"/>
                      <a:pt x="0" y="92"/>
                      <a:pt x="20" y="142"/>
                    </a:cubicBezTo>
                    <a:cubicBezTo>
                      <a:pt x="20" y="206"/>
                      <a:pt x="72" y="241"/>
                      <a:pt x="123" y="241"/>
                    </a:cubicBezTo>
                    <a:cubicBezTo>
                      <a:pt x="167" y="241"/>
                      <a:pt x="209" y="216"/>
                      <a:pt x="218" y="161"/>
                    </a:cubicBezTo>
                    <a:cubicBezTo>
                      <a:pt x="218" y="122"/>
                      <a:pt x="208" y="92"/>
                      <a:pt x="198" y="62"/>
                    </a:cubicBezTo>
                    <a:cubicBezTo>
                      <a:pt x="177" y="26"/>
                      <a:pt x="140" y="1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5" name="Google Shape;3905;p61"/>
              <p:cNvSpPr/>
              <p:nvPr/>
            </p:nvSpPr>
            <p:spPr>
              <a:xfrm>
                <a:off x="7622436" y="2495837"/>
                <a:ext cx="321" cy="1097"/>
              </a:xfrm>
              <a:custGeom>
                <a:avLst/>
                <a:gdLst/>
                <a:ahLst/>
                <a:cxnLst/>
                <a:rect l="l" t="t" r="r" b="b"/>
                <a:pathLst>
                  <a:path w="5" h="17" extrusionOk="0">
                    <a:moveTo>
                      <a:pt x="1" y="1"/>
                    </a:moveTo>
                    <a:cubicBezTo>
                      <a:pt x="0" y="1"/>
                      <a:pt x="1" y="5"/>
                      <a:pt x="5" y="17"/>
                    </a:cubicBezTo>
                    <a:cubicBezTo>
                      <a:pt x="5" y="1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6" name="Google Shape;3906;p61"/>
              <p:cNvSpPr/>
              <p:nvPr/>
            </p:nvSpPr>
            <p:spPr>
              <a:xfrm>
                <a:off x="7622693" y="2497515"/>
                <a:ext cx="64" cy="710"/>
              </a:xfrm>
              <a:custGeom>
                <a:avLst/>
                <a:gdLst/>
                <a:ahLst/>
                <a:cxnLst/>
                <a:rect l="l" t="t" r="r" b="b"/>
                <a:pathLst>
                  <a:path w="1" h="11" extrusionOk="0">
                    <a:moveTo>
                      <a:pt x="1" y="1"/>
                    </a:moveTo>
                    <a:cubicBezTo>
                      <a:pt x="1" y="10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7" name="Google Shape;3907;p61"/>
              <p:cNvSpPr/>
              <p:nvPr/>
            </p:nvSpPr>
            <p:spPr>
              <a:xfrm>
                <a:off x="7622693" y="2496870"/>
                <a:ext cx="64" cy="6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8" name="Google Shape;3908;p61"/>
              <p:cNvSpPr/>
              <p:nvPr/>
            </p:nvSpPr>
            <p:spPr>
              <a:xfrm>
                <a:off x="7646541" y="2371737"/>
                <a:ext cx="293420" cy="250848"/>
              </a:xfrm>
              <a:custGeom>
                <a:avLst/>
                <a:gdLst/>
                <a:ahLst/>
                <a:cxnLst/>
                <a:rect l="l" t="t" r="r" b="b"/>
                <a:pathLst>
                  <a:path w="4577" h="3887" extrusionOk="0">
                    <a:moveTo>
                      <a:pt x="2556" y="0"/>
                    </a:moveTo>
                    <a:cubicBezTo>
                      <a:pt x="927" y="0"/>
                      <a:pt x="0" y="1931"/>
                      <a:pt x="1086" y="3209"/>
                    </a:cubicBezTo>
                    <a:cubicBezTo>
                      <a:pt x="1486" y="3675"/>
                      <a:pt x="2016" y="3886"/>
                      <a:pt x="2540" y="3886"/>
                    </a:cubicBezTo>
                    <a:cubicBezTo>
                      <a:pt x="3485" y="3886"/>
                      <a:pt x="4408" y="3199"/>
                      <a:pt x="4497" y="2088"/>
                    </a:cubicBezTo>
                    <a:cubicBezTo>
                      <a:pt x="4577" y="1027"/>
                      <a:pt x="3774" y="95"/>
                      <a:pt x="2713" y="6"/>
                    </a:cubicBezTo>
                    <a:cubicBezTo>
                      <a:pt x="2660" y="2"/>
                      <a:pt x="2607" y="0"/>
                      <a:pt x="255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9" name="Google Shape;3909;p61"/>
              <p:cNvSpPr/>
              <p:nvPr/>
            </p:nvSpPr>
            <p:spPr>
              <a:xfrm>
                <a:off x="7680966" y="2406327"/>
                <a:ext cx="217068" cy="185280"/>
              </a:xfrm>
              <a:custGeom>
                <a:avLst/>
                <a:gdLst/>
                <a:ahLst/>
                <a:cxnLst/>
                <a:rect l="l" t="t" r="r" b="b"/>
                <a:pathLst>
                  <a:path w="3386" h="2871" extrusionOk="0">
                    <a:moveTo>
                      <a:pt x="1886" y="1"/>
                    </a:moveTo>
                    <a:cubicBezTo>
                      <a:pt x="681" y="1"/>
                      <a:pt x="1" y="1425"/>
                      <a:pt x="807" y="2365"/>
                    </a:cubicBezTo>
                    <a:cubicBezTo>
                      <a:pt x="1105" y="2713"/>
                      <a:pt x="1500" y="2870"/>
                      <a:pt x="1888" y="2870"/>
                    </a:cubicBezTo>
                    <a:cubicBezTo>
                      <a:pt x="2585" y="2870"/>
                      <a:pt x="3262" y="2364"/>
                      <a:pt x="3326" y="1542"/>
                    </a:cubicBezTo>
                    <a:cubicBezTo>
                      <a:pt x="3385" y="759"/>
                      <a:pt x="2790" y="65"/>
                      <a:pt x="2007" y="6"/>
                    </a:cubicBezTo>
                    <a:cubicBezTo>
                      <a:pt x="1966" y="2"/>
                      <a:pt x="1926" y="1"/>
                      <a:pt x="18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0" name="Google Shape;3910;p61"/>
              <p:cNvSpPr/>
              <p:nvPr/>
            </p:nvSpPr>
            <p:spPr>
              <a:xfrm>
                <a:off x="7830273" y="2429560"/>
                <a:ext cx="51607" cy="44529"/>
              </a:xfrm>
              <a:custGeom>
                <a:avLst/>
                <a:gdLst/>
                <a:ahLst/>
                <a:cxnLst/>
                <a:rect l="l" t="t" r="r" b="b"/>
                <a:pathLst>
                  <a:path w="805" h="690" extrusionOk="0">
                    <a:moveTo>
                      <a:pt x="120" y="1"/>
                    </a:moveTo>
                    <a:cubicBezTo>
                      <a:pt x="32" y="1"/>
                      <a:pt x="0" y="148"/>
                      <a:pt x="94" y="191"/>
                    </a:cubicBezTo>
                    <a:cubicBezTo>
                      <a:pt x="303" y="290"/>
                      <a:pt x="471" y="449"/>
                      <a:pt x="580" y="637"/>
                    </a:cubicBezTo>
                    <a:cubicBezTo>
                      <a:pt x="604" y="674"/>
                      <a:pt x="640" y="689"/>
                      <a:pt x="674" y="689"/>
                    </a:cubicBezTo>
                    <a:cubicBezTo>
                      <a:pt x="742" y="689"/>
                      <a:pt x="805" y="630"/>
                      <a:pt x="759" y="558"/>
                    </a:cubicBezTo>
                    <a:cubicBezTo>
                      <a:pt x="620" y="310"/>
                      <a:pt x="412" y="122"/>
                      <a:pt x="164" y="12"/>
                    </a:cubicBezTo>
                    <a:cubicBezTo>
                      <a:pt x="148" y="4"/>
                      <a:pt x="133" y="1"/>
                      <a:pt x="1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1" name="Google Shape;3911;p61"/>
              <p:cNvSpPr/>
              <p:nvPr/>
            </p:nvSpPr>
            <p:spPr>
              <a:xfrm>
                <a:off x="7805078" y="2419234"/>
                <a:ext cx="21091" cy="13875"/>
              </a:xfrm>
              <a:custGeom>
                <a:avLst/>
                <a:gdLst/>
                <a:ahLst/>
                <a:cxnLst/>
                <a:rect l="l" t="t" r="r" b="b"/>
                <a:pathLst>
                  <a:path w="329" h="215" extrusionOk="0">
                    <a:moveTo>
                      <a:pt x="132" y="0"/>
                    </a:moveTo>
                    <a:cubicBezTo>
                      <a:pt x="34" y="0"/>
                      <a:pt x="0" y="137"/>
                      <a:pt x="91" y="182"/>
                    </a:cubicBezTo>
                    <a:lnTo>
                      <a:pt x="180" y="212"/>
                    </a:lnTo>
                    <a:cubicBezTo>
                      <a:pt x="188" y="214"/>
                      <a:pt x="197" y="215"/>
                      <a:pt x="205" y="215"/>
                    </a:cubicBezTo>
                    <a:cubicBezTo>
                      <a:pt x="248" y="215"/>
                      <a:pt x="292" y="194"/>
                      <a:pt x="309" y="153"/>
                    </a:cubicBezTo>
                    <a:cubicBezTo>
                      <a:pt x="329" y="103"/>
                      <a:pt x="299" y="44"/>
                      <a:pt x="249" y="24"/>
                    </a:cubicBezTo>
                    <a:lnTo>
                      <a:pt x="160" y="4"/>
                    </a:lnTo>
                    <a:cubicBezTo>
                      <a:pt x="150" y="1"/>
                      <a:pt x="141" y="0"/>
                      <a:pt x="1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2" name="Google Shape;3912;p61"/>
              <p:cNvSpPr/>
              <p:nvPr/>
            </p:nvSpPr>
            <p:spPr>
              <a:xfrm>
                <a:off x="7873802" y="2484866"/>
                <a:ext cx="14040" cy="1594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247" extrusionOk="0">
                    <a:moveTo>
                      <a:pt x="108" y="1"/>
                    </a:moveTo>
                    <a:cubicBezTo>
                      <a:pt x="95" y="1"/>
                      <a:pt x="83" y="3"/>
                      <a:pt x="70" y="8"/>
                    </a:cubicBezTo>
                    <a:cubicBezTo>
                      <a:pt x="20" y="28"/>
                      <a:pt x="0" y="87"/>
                      <a:pt x="20" y="137"/>
                    </a:cubicBezTo>
                    <a:cubicBezTo>
                      <a:pt x="20" y="197"/>
                      <a:pt x="60" y="236"/>
                      <a:pt x="110" y="246"/>
                    </a:cubicBezTo>
                    <a:cubicBezTo>
                      <a:pt x="169" y="246"/>
                      <a:pt x="209" y="206"/>
                      <a:pt x="219" y="157"/>
                    </a:cubicBezTo>
                    <a:cubicBezTo>
                      <a:pt x="219" y="117"/>
                      <a:pt x="209" y="87"/>
                      <a:pt x="199" y="58"/>
                    </a:cubicBezTo>
                    <a:cubicBezTo>
                      <a:pt x="177" y="21"/>
                      <a:pt x="144" y="1"/>
                      <a:pt x="1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3" name="Google Shape;3913;p61"/>
              <p:cNvSpPr/>
              <p:nvPr/>
            </p:nvSpPr>
            <p:spPr>
              <a:xfrm>
                <a:off x="7874763" y="2492675"/>
                <a:ext cx="385" cy="1097"/>
              </a:xfrm>
              <a:custGeom>
                <a:avLst/>
                <a:gdLst/>
                <a:ahLst/>
                <a:cxnLst/>
                <a:rect l="l" t="t" r="r" b="b"/>
                <a:pathLst>
                  <a:path w="6" h="17" extrusionOk="0">
                    <a:moveTo>
                      <a:pt x="1" y="0"/>
                    </a:moveTo>
                    <a:cubicBezTo>
                      <a:pt x="1" y="0"/>
                      <a:pt x="1" y="4"/>
                      <a:pt x="5" y="16"/>
                    </a:cubicBezTo>
                    <a:cubicBezTo>
                      <a:pt x="5" y="1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4" name="Google Shape;3914;p61"/>
              <p:cNvSpPr/>
              <p:nvPr/>
            </p:nvSpPr>
            <p:spPr>
              <a:xfrm>
                <a:off x="7875084" y="2493708"/>
                <a:ext cx="64" cy="1291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extrusionOk="0">
                    <a:moveTo>
                      <a:pt x="0" y="0"/>
                    </a:moveTo>
                    <a:cubicBezTo>
                      <a:pt x="0" y="2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5" name="Google Shape;3915;p61"/>
              <p:cNvSpPr/>
              <p:nvPr/>
            </p:nvSpPr>
            <p:spPr>
              <a:xfrm>
                <a:off x="7875084" y="2493708"/>
                <a:ext cx="64" cy="6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6" name="Google Shape;3916;p61"/>
              <p:cNvSpPr/>
              <p:nvPr/>
            </p:nvSpPr>
            <p:spPr>
              <a:xfrm>
                <a:off x="7635450" y="2600513"/>
                <a:ext cx="86481" cy="70472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1092" extrusionOk="0">
                    <a:moveTo>
                      <a:pt x="1289" y="249"/>
                    </a:moveTo>
                    <a:cubicBezTo>
                      <a:pt x="1250" y="1"/>
                      <a:pt x="853" y="11"/>
                      <a:pt x="893" y="259"/>
                    </a:cubicBezTo>
                    <a:cubicBezTo>
                      <a:pt x="922" y="457"/>
                      <a:pt x="922" y="675"/>
                      <a:pt x="674" y="675"/>
                    </a:cubicBezTo>
                    <a:cubicBezTo>
                      <a:pt x="427" y="685"/>
                      <a:pt x="417" y="467"/>
                      <a:pt x="407" y="288"/>
                    </a:cubicBezTo>
                    <a:cubicBezTo>
                      <a:pt x="397" y="41"/>
                      <a:pt x="0" y="51"/>
                      <a:pt x="10" y="298"/>
                    </a:cubicBezTo>
                    <a:cubicBezTo>
                      <a:pt x="30" y="735"/>
                      <a:pt x="228" y="1042"/>
                      <a:pt x="684" y="1072"/>
                    </a:cubicBezTo>
                    <a:cubicBezTo>
                      <a:pt x="1150" y="1092"/>
                      <a:pt x="1349" y="636"/>
                      <a:pt x="1289" y="2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7" name="Google Shape;3917;p61"/>
              <p:cNvSpPr/>
              <p:nvPr/>
            </p:nvSpPr>
            <p:spPr>
              <a:xfrm>
                <a:off x="6854877" y="2104626"/>
                <a:ext cx="441188" cy="513892"/>
              </a:xfrm>
              <a:custGeom>
                <a:avLst/>
                <a:gdLst/>
                <a:ahLst/>
                <a:cxnLst/>
                <a:rect l="l" t="t" r="r" b="b"/>
                <a:pathLst>
                  <a:path w="6882" h="7963" extrusionOk="0">
                    <a:moveTo>
                      <a:pt x="387" y="1"/>
                    </a:moveTo>
                    <a:cubicBezTo>
                      <a:pt x="179" y="1"/>
                      <a:pt x="0" y="169"/>
                      <a:pt x="0" y="387"/>
                    </a:cubicBezTo>
                    <a:lnTo>
                      <a:pt x="0" y="7576"/>
                    </a:lnTo>
                    <a:cubicBezTo>
                      <a:pt x="0" y="7794"/>
                      <a:pt x="179" y="7963"/>
                      <a:pt x="387" y="7963"/>
                    </a:cubicBezTo>
                    <a:lnTo>
                      <a:pt x="6495" y="7963"/>
                    </a:lnTo>
                    <a:cubicBezTo>
                      <a:pt x="6713" y="7963"/>
                      <a:pt x="6881" y="7794"/>
                      <a:pt x="6881" y="7576"/>
                    </a:cubicBezTo>
                    <a:lnTo>
                      <a:pt x="6881" y="387"/>
                    </a:lnTo>
                    <a:cubicBezTo>
                      <a:pt x="6881" y="169"/>
                      <a:pt x="6713" y="1"/>
                      <a:pt x="64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8" name="Google Shape;3918;p61"/>
              <p:cNvSpPr/>
              <p:nvPr/>
            </p:nvSpPr>
            <p:spPr>
              <a:xfrm>
                <a:off x="6668004" y="3161064"/>
                <a:ext cx="1324717" cy="266271"/>
              </a:xfrm>
              <a:custGeom>
                <a:avLst/>
                <a:gdLst/>
                <a:ahLst/>
                <a:cxnLst/>
                <a:rect l="l" t="t" r="r" b="b"/>
                <a:pathLst>
                  <a:path w="20664" h="4126" extrusionOk="0">
                    <a:moveTo>
                      <a:pt x="10333" y="1"/>
                    </a:moveTo>
                    <a:cubicBezTo>
                      <a:pt x="7179" y="1"/>
                      <a:pt x="4026" y="70"/>
                      <a:pt x="873" y="209"/>
                    </a:cubicBezTo>
                    <a:cubicBezTo>
                      <a:pt x="387" y="229"/>
                      <a:pt x="10" y="625"/>
                      <a:pt x="0" y="1111"/>
                    </a:cubicBezTo>
                    <a:lnTo>
                      <a:pt x="0" y="3015"/>
                    </a:lnTo>
                    <a:cubicBezTo>
                      <a:pt x="10" y="3501"/>
                      <a:pt x="387" y="3897"/>
                      <a:pt x="873" y="3917"/>
                    </a:cubicBezTo>
                    <a:cubicBezTo>
                      <a:pt x="4031" y="4056"/>
                      <a:pt x="7186" y="4126"/>
                      <a:pt x="10341" y="4126"/>
                    </a:cubicBezTo>
                    <a:cubicBezTo>
                      <a:pt x="13495" y="4126"/>
                      <a:pt x="16648" y="4056"/>
                      <a:pt x="19801" y="3917"/>
                    </a:cubicBezTo>
                    <a:cubicBezTo>
                      <a:pt x="20277" y="3888"/>
                      <a:pt x="20654" y="3501"/>
                      <a:pt x="20664" y="3015"/>
                    </a:cubicBezTo>
                    <a:lnTo>
                      <a:pt x="20664" y="1111"/>
                    </a:lnTo>
                    <a:cubicBezTo>
                      <a:pt x="20654" y="625"/>
                      <a:pt x="20287" y="239"/>
                      <a:pt x="19801" y="209"/>
                    </a:cubicBezTo>
                    <a:cubicBezTo>
                      <a:pt x="16643" y="70"/>
                      <a:pt x="13487" y="1"/>
                      <a:pt x="1033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9" name="Google Shape;3919;p61"/>
              <p:cNvSpPr/>
              <p:nvPr/>
            </p:nvSpPr>
            <p:spPr>
              <a:xfrm>
                <a:off x="7224777" y="3226374"/>
                <a:ext cx="172962" cy="148689"/>
              </a:xfrm>
              <a:custGeom>
                <a:avLst/>
                <a:gdLst/>
                <a:ahLst/>
                <a:cxnLst/>
                <a:rect l="l" t="t" r="r" b="b"/>
                <a:pathLst>
                  <a:path w="2698" h="2304" extrusionOk="0">
                    <a:moveTo>
                      <a:pt x="1548" y="0"/>
                    </a:moveTo>
                    <a:cubicBezTo>
                      <a:pt x="517" y="0"/>
                      <a:pt x="1" y="1240"/>
                      <a:pt x="735" y="1963"/>
                    </a:cubicBezTo>
                    <a:cubicBezTo>
                      <a:pt x="970" y="2198"/>
                      <a:pt x="1259" y="2304"/>
                      <a:pt x="1542" y="2304"/>
                    </a:cubicBezTo>
                    <a:cubicBezTo>
                      <a:pt x="2132" y="2304"/>
                      <a:pt x="2698" y="1847"/>
                      <a:pt x="2698" y="1150"/>
                    </a:cubicBezTo>
                    <a:cubicBezTo>
                      <a:pt x="2698" y="516"/>
                      <a:pt x="2182" y="0"/>
                      <a:pt x="1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0" name="Google Shape;3920;p61"/>
              <p:cNvSpPr/>
              <p:nvPr/>
            </p:nvSpPr>
            <p:spPr>
              <a:xfrm>
                <a:off x="6919049" y="2150059"/>
                <a:ext cx="128471" cy="236198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3660" extrusionOk="0">
                    <a:moveTo>
                      <a:pt x="982" y="1"/>
                    </a:moveTo>
                    <a:cubicBezTo>
                      <a:pt x="893" y="1"/>
                      <a:pt x="814" y="60"/>
                      <a:pt x="794" y="149"/>
                    </a:cubicBezTo>
                    <a:cubicBezTo>
                      <a:pt x="784" y="219"/>
                      <a:pt x="774" y="288"/>
                      <a:pt x="764" y="357"/>
                    </a:cubicBezTo>
                    <a:cubicBezTo>
                      <a:pt x="764" y="427"/>
                      <a:pt x="754" y="496"/>
                      <a:pt x="744" y="566"/>
                    </a:cubicBezTo>
                    <a:cubicBezTo>
                      <a:pt x="645" y="586"/>
                      <a:pt x="546" y="605"/>
                      <a:pt x="457" y="655"/>
                    </a:cubicBezTo>
                    <a:cubicBezTo>
                      <a:pt x="368" y="695"/>
                      <a:pt x="288" y="754"/>
                      <a:pt x="219" y="814"/>
                    </a:cubicBezTo>
                    <a:cubicBezTo>
                      <a:pt x="149" y="883"/>
                      <a:pt x="90" y="962"/>
                      <a:pt x="60" y="1052"/>
                    </a:cubicBezTo>
                    <a:cubicBezTo>
                      <a:pt x="20" y="1141"/>
                      <a:pt x="1" y="1250"/>
                      <a:pt x="11" y="1349"/>
                    </a:cubicBezTo>
                    <a:cubicBezTo>
                      <a:pt x="11" y="1458"/>
                      <a:pt x="50" y="1567"/>
                      <a:pt x="110" y="1666"/>
                    </a:cubicBezTo>
                    <a:cubicBezTo>
                      <a:pt x="179" y="1756"/>
                      <a:pt x="258" y="1825"/>
                      <a:pt x="348" y="1894"/>
                    </a:cubicBezTo>
                    <a:cubicBezTo>
                      <a:pt x="437" y="1954"/>
                      <a:pt x="536" y="2013"/>
                      <a:pt x="645" y="2053"/>
                    </a:cubicBezTo>
                    <a:cubicBezTo>
                      <a:pt x="754" y="2103"/>
                      <a:pt x="853" y="2142"/>
                      <a:pt x="953" y="2172"/>
                    </a:cubicBezTo>
                    <a:lnTo>
                      <a:pt x="1052" y="2212"/>
                    </a:lnTo>
                    <a:cubicBezTo>
                      <a:pt x="1091" y="2222"/>
                      <a:pt x="1131" y="2241"/>
                      <a:pt x="1171" y="2251"/>
                    </a:cubicBezTo>
                    <a:cubicBezTo>
                      <a:pt x="1210" y="2271"/>
                      <a:pt x="1250" y="2291"/>
                      <a:pt x="1280" y="2321"/>
                    </a:cubicBezTo>
                    <a:cubicBezTo>
                      <a:pt x="1309" y="2341"/>
                      <a:pt x="1329" y="2370"/>
                      <a:pt x="1329" y="2410"/>
                    </a:cubicBezTo>
                    <a:cubicBezTo>
                      <a:pt x="1339" y="2440"/>
                      <a:pt x="1329" y="2469"/>
                      <a:pt x="1300" y="2499"/>
                    </a:cubicBezTo>
                    <a:cubicBezTo>
                      <a:pt x="1280" y="2519"/>
                      <a:pt x="1250" y="2539"/>
                      <a:pt x="1220" y="2559"/>
                    </a:cubicBezTo>
                    <a:cubicBezTo>
                      <a:pt x="1190" y="2569"/>
                      <a:pt x="1151" y="2579"/>
                      <a:pt x="1121" y="2588"/>
                    </a:cubicBezTo>
                    <a:cubicBezTo>
                      <a:pt x="1091" y="2598"/>
                      <a:pt x="1062" y="2598"/>
                      <a:pt x="1032" y="2598"/>
                    </a:cubicBezTo>
                    <a:cubicBezTo>
                      <a:pt x="1016" y="2601"/>
                      <a:pt x="999" y="2602"/>
                      <a:pt x="982" y="2602"/>
                    </a:cubicBezTo>
                    <a:cubicBezTo>
                      <a:pt x="936" y="2602"/>
                      <a:pt x="887" y="2593"/>
                      <a:pt x="843" y="2579"/>
                    </a:cubicBezTo>
                    <a:cubicBezTo>
                      <a:pt x="784" y="2569"/>
                      <a:pt x="715" y="2549"/>
                      <a:pt x="655" y="2539"/>
                    </a:cubicBezTo>
                    <a:lnTo>
                      <a:pt x="486" y="2489"/>
                    </a:lnTo>
                    <a:cubicBezTo>
                      <a:pt x="437" y="2469"/>
                      <a:pt x="377" y="2469"/>
                      <a:pt x="318" y="2469"/>
                    </a:cubicBezTo>
                    <a:cubicBezTo>
                      <a:pt x="249" y="2479"/>
                      <a:pt x="189" y="2499"/>
                      <a:pt x="149" y="2549"/>
                    </a:cubicBezTo>
                    <a:cubicBezTo>
                      <a:pt x="100" y="2588"/>
                      <a:pt x="70" y="2658"/>
                      <a:pt x="80" y="2717"/>
                    </a:cubicBezTo>
                    <a:cubicBezTo>
                      <a:pt x="80" y="2797"/>
                      <a:pt x="110" y="2856"/>
                      <a:pt x="169" y="2896"/>
                    </a:cubicBezTo>
                    <a:cubicBezTo>
                      <a:pt x="229" y="2945"/>
                      <a:pt x="298" y="2985"/>
                      <a:pt x="368" y="3005"/>
                    </a:cubicBezTo>
                    <a:cubicBezTo>
                      <a:pt x="447" y="3035"/>
                      <a:pt x="536" y="3054"/>
                      <a:pt x="615" y="3064"/>
                    </a:cubicBezTo>
                    <a:lnTo>
                      <a:pt x="834" y="3104"/>
                    </a:lnTo>
                    <a:cubicBezTo>
                      <a:pt x="834" y="3104"/>
                      <a:pt x="843" y="3114"/>
                      <a:pt x="853" y="3134"/>
                    </a:cubicBezTo>
                    <a:cubicBezTo>
                      <a:pt x="863" y="3164"/>
                      <a:pt x="863" y="3183"/>
                      <a:pt x="873" y="3203"/>
                    </a:cubicBezTo>
                    <a:cubicBezTo>
                      <a:pt x="883" y="3233"/>
                      <a:pt x="883" y="3263"/>
                      <a:pt x="883" y="3283"/>
                    </a:cubicBezTo>
                    <a:lnTo>
                      <a:pt x="883" y="3332"/>
                    </a:lnTo>
                    <a:cubicBezTo>
                      <a:pt x="883" y="3352"/>
                      <a:pt x="883" y="3382"/>
                      <a:pt x="883" y="3401"/>
                    </a:cubicBezTo>
                    <a:lnTo>
                      <a:pt x="883" y="3471"/>
                    </a:lnTo>
                    <a:cubicBezTo>
                      <a:pt x="883" y="3530"/>
                      <a:pt x="913" y="3580"/>
                      <a:pt x="962" y="3610"/>
                    </a:cubicBezTo>
                    <a:cubicBezTo>
                      <a:pt x="1012" y="3639"/>
                      <a:pt x="1071" y="3659"/>
                      <a:pt x="1121" y="3659"/>
                    </a:cubicBezTo>
                    <a:cubicBezTo>
                      <a:pt x="1181" y="3659"/>
                      <a:pt x="1220" y="3639"/>
                      <a:pt x="1260" y="3610"/>
                    </a:cubicBezTo>
                    <a:cubicBezTo>
                      <a:pt x="1300" y="3580"/>
                      <a:pt x="1319" y="3540"/>
                      <a:pt x="1329" y="3501"/>
                    </a:cubicBezTo>
                    <a:cubicBezTo>
                      <a:pt x="1339" y="3451"/>
                      <a:pt x="1349" y="3411"/>
                      <a:pt x="1349" y="3362"/>
                    </a:cubicBezTo>
                    <a:lnTo>
                      <a:pt x="1349" y="3223"/>
                    </a:lnTo>
                    <a:cubicBezTo>
                      <a:pt x="1349" y="3173"/>
                      <a:pt x="1349" y="3144"/>
                      <a:pt x="1349" y="3114"/>
                    </a:cubicBezTo>
                    <a:cubicBezTo>
                      <a:pt x="1339" y="3074"/>
                      <a:pt x="1349" y="3054"/>
                      <a:pt x="1369" y="3054"/>
                    </a:cubicBezTo>
                    <a:lnTo>
                      <a:pt x="1607" y="2975"/>
                    </a:lnTo>
                    <a:cubicBezTo>
                      <a:pt x="1676" y="2955"/>
                      <a:pt x="1746" y="2916"/>
                      <a:pt x="1815" y="2876"/>
                    </a:cubicBezTo>
                    <a:cubicBezTo>
                      <a:pt x="1875" y="2826"/>
                      <a:pt x="1924" y="2777"/>
                      <a:pt x="1954" y="2707"/>
                    </a:cubicBezTo>
                    <a:cubicBezTo>
                      <a:pt x="1994" y="2618"/>
                      <a:pt x="2004" y="2529"/>
                      <a:pt x="1994" y="2440"/>
                    </a:cubicBezTo>
                    <a:cubicBezTo>
                      <a:pt x="1994" y="2321"/>
                      <a:pt x="1954" y="2212"/>
                      <a:pt x="1885" y="2113"/>
                    </a:cubicBezTo>
                    <a:cubicBezTo>
                      <a:pt x="1815" y="2023"/>
                      <a:pt x="1726" y="1944"/>
                      <a:pt x="1637" y="1884"/>
                    </a:cubicBezTo>
                    <a:cubicBezTo>
                      <a:pt x="1538" y="1815"/>
                      <a:pt x="1428" y="1756"/>
                      <a:pt x="1319" y="1706"/>
                    </a:cubicBezTo>
                    <a:cubicBezTo>
                      <a:pt x="1210" y="1666"/>
                      <a:pt x="1101" y="1617"/>
                      <a:pt x="1002" y="1577"/>
                    </a:cubicBezTo>
                    <a:cubicBezTo>
                      <a:pt x="923" y="1537"/>
                      <a:pt x="834" y="1498"/>
                      <a:pt x="754" y="1458"/>
                    </a:cubicBezTo>
                    <a:cubicBezTo>
                      <a:pt x="705" y="1428"/>
                      <a:pt x="665" y="1379"/>
                      <a:pt x="655" y="1309"/>
                    </a:cubicBezTo>
                    <a:cubicBezTo>
                      <a:pt x="655" y="1280"/>
                      <a:pt x="665" y="1250"/>
                      <a:pt x="685" y="1220"/>
                    </a:cubicBezTo>
                    <a:cubicBezTo>
                      <a:pt x="705" y="1200"/>
                      <a:pt x="734" y="1180"/>
                      <a:pt x="764" y="1161"/>
                    </a:cubicBezTo>
                    <a:cubicBezTo>
                      <a:pt x="794" y="1141"/>
                      <a:pt x="834" y="1131"/>
                      <a:pt x="863" y="1121"/>
                    </a:cubicBezTo>
                    <a:cubicBezTo>
                      <a:pt x="893" y="1111"/>
                      <a:pt x="933" y="1111"/>
                      <a:pt x="962" y="1111"/>
                    </a:cubicBezTo>
                    <a:cubicBezTo>
                      <a:pt x="980" y="1108"/>
                      <a:pt x="998" y="1107"/>
                      <a:pt x="1017" y="1107"/>
                    </a:cubicBezTo>
                    <a:cubicBezTo>
                      <a:pt x="1062" y="1107"/>
                      <a:pt x="1109" y="1114"/>
                      <a:pt x="1151" y="1121"/>
                    </a:cubicBezTo>
                    <a:cubicBezTo>
                      <a:pt x="1210" y="1131"/>
                      <a:pt x="1260" y="1151"/>
                      <a:pt x="1309" y="1161"/>
                    </a:cubicBezTo>
                    <a:lnTo>
                      <a:pt x="1458" y="1210"/>
                    </a:lnTo>
                    <a:cubicBezTo>
                      <a:pt x="1493" y="1217"/>
                      <a:pt x="1528" y="1224"/>
                      <a:pt x="1563" y="1224"/>
                    </a:cubicBezTo>
                    <a:cubicBezTo>
                      <a:pt x="1578" y="1224"/>
                      <a:pt x="1592" y="1223"/>
                      <a:pt x="1607" y="1220"/>
                    </a:cubicBezTo>
                    <a:cubicBezTo>
                      <a:pt x="1647" y="1220"/>
                      <a:pt x="1676" y="1210"/>
                      <a:pt x="1716" y="1200"/>
                    </a:cubicBezTo>
                    <a:cubicBezTo>
                      <a:pt x="1746" y="1190"/>
                      <a:pt x="1785" y="1171"/>
                      <a:pt x="1815" y="1151"/>
                    </a:cubicBezTo>
                    <a:cubicBezTo>
                      <a:pt x="1845" y="1131"/>
                      <a:pt x="1875" y="1111"/>
                      <a:pt x="1894" y="1081"/>
                    </a:cubicBezTo>
                    <a:cubicBezTo>
                      <a:pt x="1924" y="1042"/>
                      <a:pt x="1934" y="1012"/>
                      <a:pt x="1924" y="972"/>
                    </a:cubicBezTo>
                    <a:cubicBezTo>
                      <a:pt x="1924" y="952"/>
                      <a:pt x="1924" y="942"/>
                      <a:pt x="1914" y="923"/>
                    </a:cubicBezTo>
                    <a:cubicBezTo>
                      <a:pt x="1904" y="913"/>
                      <a:pt x="1894" y="893"/>
                      <a:pt x="1885" y="873"/>
                    </a:cubicBezTo>
                    <a:cubicBezTo>
                      <a:pt x="1855" y="814"/>
                      <a:pt x="1805" y="764"/>
                      <a:pt x="1746" y="724"/>
                    </a:cubicBezTo>
                    <a:cubicBezTo>
                      <a:pt x="1686" y="685"/>
                      <a:pt x="1627" y="655"/>
                      <a:pt x="1557" y="625"/>
                    </a:cubicBezTo>
                    <a:cubicBezTo>
                      <a:pt x="1498" y="595"/>
                      <a:pt x="1428" y="576"/>
                      <a:pt x="1359" y="556"/>
                    </a:cubicBezTo>
                    <a:cubicBezTo>
                      <a:pt x="1280" y="536"/>
                      <a:pt x="1220" y="526"/>
                      <a:pt x="1161" y="506"/>
                    </a:cubicBezTo>
                    <a:cubicBezTo>
                      <a:pt x="1161" y="447"/>
                      <a:pt x="1171" y="387"/>
                      <a:pt x="1171" y="318"/>
                    </a:cubicBezTo>
                    <a:cubicBezTo>
                      <a:pt x="1171" y="258"/>
                      <a:pt x="1171" y="189"/>
                      <a:pt x="1171" y="129"/>
                    </a:cubicBezTo>
                    <a:cubicBezTo>
                      <a:pt x="1171" y="80"/>
                      <a:pt x="1141" y="50"/>
                      <a:pt x="1111" y="30"/>
                    </a:cubicBezTo>
                    <a:cubicBezTo>
                      <a:pt x="1071" y="10"/>
                      <a:pt x="1022" y="1"/>
                      <a:pt x="9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1" name="Google Shape;3921;p61"/>
              <p:cNvSpPr/>
              <p:nvPr/>
            </p:nvSpPr>
            <p:spPr>
              <a:xfrm>
                <a:off x="7716161" y="2811865"/>
                <a:ext cx="84237" cy="130296"/>
              </a:xfrm>
              <a:custGeom>
                <a:avLst/>
                <a:gdLst/>
                <a:ahLst/>
                <a:cxnLst/>
                <a:rect l="l" t="t" r="r" b="b"/>
                <a:pathLst>
                  <a:path w="1314" h="2019" extrusionOk="0">
                    <a:moveTo>
                      <a:pt x="1058" y="1"/>
                    </a:moveTo>
                    <a:cubicBezTo>
                      <a:pt x="988" y="1"/>
                      <a:pt x="918" y="35"/>
                      <a:pt x="883" y="117"/>
                    </a:cubicBezTo>
                    <a:cubicBezTo>
                      <a:pt x="635" y="672"/>
                      <a:pt x="338" y="1208"/>
                      <a:pt x="70" y="1763"/>
                    </a:cubicBezTo>
                    <a:cubicBezTo>
                      <a:pt x="0" y="1909"/>
                      <a:pt x="125" y="2018"/>
                      <a:pt x="256" y="2018"/>
                    </a:cubicBezTo>
                    <a:cubicBezTo>
                      <a:pt x="329" y="2018"/>
                      <a:pt x="404" y="1984"/>
                      <a:pt x="447" y="1902"/>
                    </a:cubicBezTo>
                    <a:cubicBezTo>
                      <a:pt x="704" y="1356"/>
                      <a:pt x="1002" y="821"/>
                      <a:pt x="1250" y="266"/>
                    </a:cubicBezTo>
                    <a:cubicBezTo>
                      <a:pt x="1314" y="113"/>
                      <a:pt x="1185" y="1"/>
                      <a:pt x="105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2" name="Google Shape;3922;p61"/>
              <p:cNvSpPr/>
              <p:nvPr/>
            </p:nvSpPr>
            <p:spPr>
              <a:xfrm>
                <a:off x="7548520" y="2808961"/>
                <a:ext cx="87122" cy="128876"/>
              </a:xfrm>
              <a:custGeom>
                <a:avLst/>
                <a:gdLst/>
                <a:ahLst/>
                <a:cxnLst/>
                <a:rect l="l" t="t" r="r" b="b"/>
                <a:pathLst>
                  <a:path w="1359" h="1997" extrusionOk="0">
                    <a:moveTo>
                      <a:pt x="1095" y="1"/>
                    </a:moveTo>
                    <a:cubicBezTo>
                      <a:pt x="1026" y="1"/>
                      <a:pt x="958" y="34"/>
                      <a:pt x="920" y="112"/>
                    </a:cubicBezTo>
                    <a:cubicBezTo>
                      <a:pt x="652" y="668"/>
                      <a:pt x="355" y="1193"/>
                      <a:pt x="77" y="1739"/>
                    </a:cubicBezTo>
                    <a:cubicBezTo>
                      <a:pt x="0" y="1886"/>
                      <a:pt x="127" y="1997"/>
                      <a:pt x="256" y="1997"/>
                    </a:cubicBezTo>
                    <a:cubicBezTo>
                      <a:pt x="325" y="1997"/>
                      <a:pt x="396" y="1964"/>
                      <a:pt x="434" y="1887"/>
                    </a:cubicBezTo>
                    <a:cubicBezTo>
                      <a:pt x="712" y="1342"/>
                      <a:pt x="1019" y="816"/>
                      <a:pt x="1287" y="261"/>
                    </a:cubicBezTo>
                    <a:cubicBezTo>
                      <a:pt x="1358" y="118"/>
                      <a:pt x="1226" y="1"/>
                      <a:pt x="10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3" name="Google Shape;3923;p61"/>
              <p:cNvSpPr/>
              <p:nvPr/>
            </p:nvSpPr>
            <p:spPr>
              <a:xfrm>
                <a:off x="7618590" y="2787213"/>
                <a:ext cx="114688" cy="172760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2677" extrusionOk="0">
                    <a:moveTo>
                      <a:pt x="1448" y="1"/>
                    </a:moveTo>
                    <a:cubicBezTo>
                      <a:pt x="1357" y="1"/>
                      <a:pt x="1267" y="45"/>
                      <a:pt x="1215" y="152"/>
                    </a:cubicBezTo>
                    <a:cubicBezTo>
                      <a:pt x="868" y="886"/>
                      <a:pt x="471" y="1590"/>
                      <a:pt x="105" y="2323"/>
                    </a:cubicBezTo>
                    <a:cubicBezTo>
                      <a:pt x="0" y="2519"/>
                      <a:pt x="170" y="2676"/>
                      <a:pt x="344" y="2676"/>
                    </a:cubicBezTo>
                    <a:cubicBezTo>
                      <a:pt x="435" y="2676"/>
                      <a:pt x="526" y="2633"/>
                      <a:pt x="581" y="2532"/>
                    </a:cubicBezTo>
                    <a:cubicBezTo>
                      <a:pt x="937" y="1808"/>
                      <a:pt x="1344" y="1094"/>
                      <a:pt x="1691" y="360"/>
                    </a:cubicBezTo>
                    <a:cubicBezTo>
                      <a:pt x="1788" y="159"/>
                      <a:pt x="1619" y="1"/>
                      <a:pt x="144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4" name="Google Shape;3924;p61"/>
              <p:cNvSpPr/>
              <p:nvPr/>
            </p:nvSpPr>
            <p:spPr>
              <a:xfrm>
                <a:off x="7611923" y="3304396"/>
                <a:ext cx="40067" cy="30783"/>
              </a:xfrm>
              <a:custGeom>
                <a:avLst/>
                <a:gdLst/>
                <a:ahLst/>
                <a:cxnLst/>
                <a:rect l="l" t="t" r="r" b="b"/>
                <a:pathLst>
                  <a:path w="625" h="477" extrusionOk="0">
                    <a:moveTo>
                      <a:pt x="318" y="1"/>
                    </a:moveTo>
                    <a:cubicBezTo>
                      <a:pt x="0" y="1"/>
                      <a:pt x="0" y="477"/>
                      <a:pt x="318" y="477"/>
                    </a:cubicBezTo>
                    <a:cubicBezTo>
                      <a:pt x="625" y="477"/>
                      <a:pt x="625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5" name="Google Shape;3925;p61"/>
              <p:cNvSpPr/>
              <p:nvPr/>
            </p:nvSpPr>
            <p:spPr>
              <a:xfrm>
                <a:off x="6754421" y="3255802"/>
                <a:ext cx="40772" cy="30783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0"/>
                    </a:moveTo>
                    <a:cubicBezTo>
                      <a:pt x="1" y="0"/>
                      <a:pt x="1" y="476"/>
                      <a:pt x="318" y="476"/>
                    </a:cubicBezTo>
                    <a:cubicBezTo>
                      <a:pt x="635" y="476"/>
                      <a:pt x="63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6" name="Google Shape;3926;p61"/>
              <p:cNvSpPr/>
              <p:nvPr/>
            </p:nvSpPr>
            <p:spPr>
              <a:xfrm>
                <a:off x="6715636" y="2829612"/>
                <a:ext cx="40772" cy="30783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1"/>
                    </a:moveTo>
                    <a:cubicBezTo>
                      <a:pt x="1" y="1"/>
                      <a:pt x="1" y="477"/>
                      <a:pt x="318" y="477"/>
                    </a:cubicBezTo>
                    <a:cubicBezTo>
                      <a:pt x="635" y="477"/>
                      <a:pt x="635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7" name="Google Shape;3927;p61"/>
              <p:cNvSpPr/>
              <p:nvPr/>
            </p:nvSpPr>
            <p:spPr>
              <a:xfrm>
                <a:off x="6938153" y="3245540"/>
                <a:ext cx="108085" cy="110161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707" extrusionOk="0">
                    <a:moveTo>
                      <a:pt x="833" y="1"/>
                    </a:moveTo>
                    <a:cubicBezTo>
                      <a:pt x="754" y="10"/>
                      <a:pt x="674" y="615"/>
                      <a:pt x="645" y="655"/>
                    </a:cubicBezTo>
                    <a:cubicBezTo>
                      <a:pt x="565" y="734"/>
                      <a:pt x="0" y="794"/>
                      <a:pt x="10" y="863"/>
                    </a:cubicBezTo>
                    <a:cubicBezTo>
                      <a:pt x="10" y="943"/>
                      <a:pt x="565" y="982"/>
                      <a:pt x="645" y="1052"/>
                    </a:cubicBezTo>
                    <a:cubicBezTo>
                      <a:pt x="684" y="1101"/>
                      <a:pt x="773" y="1706"/>
                      <a:pt x="863" y="1706"/>
                    </a:cubicBezTo>
                    <a:cubicBezTo>
                      <a:pt x="942" y="1696"/>
                      <a:pt x="1011" y="1101"/>
                      <a:pt x="1051" y="1052"/>
                    </a:cubicBezTo>
                    <a:cubicBezTo>
                      <a:pt x="1121" y="982"/>
                      <a:pt x="1686" y="923"/>
                      <a:pt x="1686" y="843"/>
                    </a:cubicBezTo>
                    <a:cubicBezTo>
                      <a:pt x="1676" y="764"/>
                      <a:pt x="1121" y="724"/>
                      <a:pt x="1051" y="655"/>
                    </a:cubicBezTo>
                    <a:cubicBezTo>
                      <a:pt x="1002" y="605"/>
                      <a:pt x="912" y="1"/>
                      <a:pt x="8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8" name="Google Shape;3928;p61"/>
              <p:cNvSpPr/>
              <p:nvPr/>
            </p:nvSpPr>
            <p:spPr>
              <a:xfrm>
                <a:off x="7747959" y="3131636"/>
                <a:ext cx="108085" cy="109516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697" extrusionOk="0">
                    <a:moveTo>
                      <a:pt x="833" y="1"/>
                    </a:moveTo>
                    <a:cubicBezTo>
                      <a:pt x="744" y="11"/>
                      <a:pt x="674" y="605"/>
                      <a:pt x="635" y="645"/>
                    </a:cubicBezTo>
                    <a:cubicBezTo>
                      <a:pt x="565" y="724"/>
                      <a:pt x="0" y="784"/>
                      <a:pt x="10" y="863"/>
                    </a:cubicBezTo>
                    <a:cubicBezTo>
                      <a:pt x="10" y="943"/>
                      <a:pt x="565" y="972"/>
                      <a:pt x="645" y="1052"/>
                    </a:cubicBezTo>
                    <a:cubicBezTo>
                      <a:pt x="684" y="1091"/>
                      <a:pt x="772" y="1696"/>
                      <a:pt x="851" y="1696"/>
                    </a:cubicBezTo>
                    <a:cubicBezTo>
                      <a:pt x="852" y="1696"/>
                      <a:pt x="852" y="1696"/>
                      <a:pt x="853" y="1696"/>
                    </a:cubicBezTo>
                    <a:cubicBezTo>
                      <a:pt x="942" y="1696"/>
                      <a:pt x="1012" y="1091"/>
                      <a:pt x="1051" y="1052"/>
                    </a:cubicBezTo>
                    <a:cubicBezTo>
                      <a:pt x="1121" y="972"/>
                      <a:pt x="1686" y="913"/>
                      <a:pt x="1686" y="834"/>
                    </a:cubicBezTo>
                    <a:cubicBezTo>
                      <a:pt x="1676" y="764"/>
                      <a:pt x="1121" y="724"/>
                      <a:pt x="1051" y="645"/>
                    </a:cubicBezTo>
                    <a:cubicBezTo>
                      <a:pt x="1002" y="605"/>
                      <a:pt x="912" y="1"/>
                      <a:pt x="8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9" name="Google Shape;3929;p61"/>
              <p:cNvSpPr/>
              <p:nvPr/>
            </p:nvSpPr>
            <p:spPr>
              <a:xfrm>
                <a:off x="7084318" y="2207624"/>
                <a:ext cx="162769" cy="23749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368" extrusionOk="0">
                    <a:moveTo>
                      <a:pt x="2539" y="189"/>
                    </a:moveTo>
                    <a:cubicBezTo>
                      <a:pt x="2539" y="288"/>
                      <a:pt x="2450" y="368"/>
                      <a:pt x="2351" y="368"/>
                    </a:cubicBezTo>
                    <a:lnTo>
                      <a:pt x="189" y="368"/>
                    </a:lnTo>
                    <a:cubicBezTo>
                      <a:pt x="80" y="368"/>
                      <a:pt x="1" y="288"/>
                      <a:pt x="1" y="189"/>
                    </a:cubicBezTo>
                    <a:lnTo>
                      <a:pt x="1" y="189"/>
                    </a:lnTo>
                    <a:cubicBezTo>
                      <a:pt x="1" y="90"/>
                      <a:pt x="80" y="1"/>
                      <a:pt x="189" y="1"/>
                    </a:cubicBezTo>
                    <a:lnTo>
                      <a:pt x="2351" y="1"/>
                    </a:lnTo>
                    <a:cubicBezTo>
                      <a:pt x="2450" y="1"/>
                      <a:pt x="2539" y="90"/>
                      <a:pt x="2539" y="1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0" name="Google Shape;3930;p61"/>
              <p:cNvSpPr/>
              <p:nvPr/>
            </p:nvSpPr>
            <p:spPr>
              <a:xfrm>
                <a:off x="7084318" y="2280613"/>
                <a:ext cx="162769" cy="23749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368" extrusionOk="0">
                    <a:moveTo>
                      <a:pt x="2539" y="189"/>
                    </a:moveTo>
                    <a:cubicBezTo>
                      <a:pt x="2539" y="288"/>
                      <a:pt x="2450" y="367"/>
                      <a:pt x="2351" y="367"/>
                    </a:cubicBezTo>
                    <a:lnTo>
                      <a:pt x="189" y="367"/>
                    </a:lnTo>
                    <a:cubicBezTo>
                      <a:pt x="80" y="367"/>
                      <a:pt x="1" y="288"/>
                      <a:pt x="1" y="189"/>
                    </a:cubicBezTo>
                    <a:lnTo>
                      <a:pt x="1" y="189"/>
                    </a:lnTo>
                    <a:cubicBezTo>
                      <a:pt x="1" y="80"/>
                      <a:pt x="80" y="0"/>
                      <a:pt x="189" y="0"/>
                    </a:cubicBezTo>
                    <a:lnTo>
                      <a:pt x="2351" y="0"/>
                    </a:lnTo>
                    <a:cubicBezTo>
                      <a:pt x="2450" y="0"/>
                      <a:pt x="2539" y="80"/>
                      <a:pt x="2539" y="1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1" name="Google Shape;3931;p61"/>
              <p:cNvSpPr/>
              <p:nvPr/>
            </p:nvSpPr>
            <p:spPr>
              <a:xfrm>
                <a:off x="7084318" y="2353538"/>
                <a:ext cx="162769" cy="23749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368" extrusionOk="0">
                    <a:moveTo>
                      <a:pt x="2539" y="179"/>
                    </a:moveTo>
                    <a:cubicBezTo>
                      <a:pt x="2539" y="288"/>
                      <a:pt x="2450" y="367"/>
                      <a:pt x="2351" y="367"/>
                    </a:cubicBezTo>
                    <a:lnTo>
                      <a:pt x="189" y="367"/>
                    </a:lnTo>
                    <a:cubicBezTo>
                      <a:pt x="80" y="367"/>
                      <a:pt x="1" y="288"/>
                      <a:pt x="1" y="179"/>
                    </a:cubicBezTo>
                    <a:lnTo>
                      <a:pt x="1" y="179"/>
                    </a:lnTo>
                    <a:cubicBezTo>
                      <a:pt x="1" y="80"/>
                      <a:pt x="80" y="1"/>
                      <a:pt x="189" y="1"/>
                    </a:cubicBezTo>
                    <a:lnTo>
                      <a:pt x="2351" y="1"/>
                    </a:lnTo>
                    <a:cubicBezTo>
                      <a:pt x="2450" y="1"/>
                      <a:pt x="2539" y="80"/>
                      <a:pt x="2539" y="1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2" name="Google Shape;3932;p61"/>
              <p:cNvSpPr/>
              <p:nvPr/>
            </p:nvSpPr>
            <p:spPr>
              <a:xfrm>
                <a:off x="6924754" y="2427108"/>
                <a:ext cx="329320" cy="21813"/>
              </a:xfrm>
              <a:custGeom>
                <a:avLst/>
                <a:gdLst/>
                <a:ahLst/>
                <a:cxnLst/>
                <a:rect l="l" t="t" r="r" b="b"/>
                <a:pathLst>
                  <a:path w="5137" h="338" extrusionOk="0">
                    <a:moveTo>
                      <a:pt x="169" y="1"/>
                    </a:moveTo>
                    <a:cubicBezTo>
                      <a:pt x="80" y="1"/>
                      <a:pt x="1" y="80"/>
                      <a:pt x="1" y="169"/>
                    </a:cubicBezTo>
                    <a:cubicBezTo>
                      <a:pt x="1" y="269"/>
                      <a:pt x="80" y="338"/>
                      <a:pt x="169" y="338"/>
                    </a:cubicBezTo>
                    <a:lnTo>
                      <a:pt x="4968" y="338"/>
                    </a:lnTo>
                    <a:cubicBezTo>
                      <a:pt x="5058" y="338"/>
                      <a:pt x="5137" y="269"/>
                      <a:pt x="5137" y="169"/>
                    </a:cubicBezTo>
                    <a:cubicBezTo>
                      <a:pt x="5137" y="80"/>
                      <a:pt x="5058" y="1"/>
                      <a:pt x="49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3" name="Google Shape;3933;p61"/>
              <p:cNvSpPr/>
              <p:nvPr/>
            </p:nvSpPr>
            <p:spPr>
              <a:xfrm>
                <a:off x="6924754" y="2500097"/>
                <a:ext cx="329320" cy="21813"/>
              </a:xfrm>
              <a:custGeom>
                <a:avLst/>
                <a:gdLst/>
                <a:ahLst/>
                <a:cxnLst/>
                <a:rect l="l" t="t" r="r" b="b"/>
                <a:pathLst>
                  <a:path w="5137" h="338" extrusionOk="0">
                    <a:moveTo>
                      <a:pt x="169" y="0"/>
                    </a:moveTo>
                    <a:cubicBezTo>
                      <a:pt x="80" y="0"/>
                      <a:pt x="1" y="70"/>
                      <a:pt x="1" y="169"/>
                    </a:cubicBezTo>
                    <a:cubicBezTo>
                      <a:pt x="1" y="258"/>
                      <a:pt x="80" y="337"/>
                      <a:pt x="169" y="337"/>
                    </a:cubicBezTo>
                    <a:lnTo>
                      <a:pt x="4968" y="337"/>
                    </a:lnTo>
                    <a:cubicBezTo>
                      <a:pt x="5058" y="337"/>
                      <a:pt x="5137" y="258"/>
                      <a:pt x="5137" y="169"/>
                    </a:cubicBezTo>
                    <a:cubicBezTo>
                      <a:pt x="5137" y="70"/>
                      <a:pt x="5058" y="0"/>
                      <a:pt x="49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4" name="Google Shape;3934;p61"/>
              <p:cNvSpPr/>
              <p:nvPr/>
            </p:nvSpPr>
            <p:spPr>
              <a:xfrm>
                <a:off x="6723905" y="3435467"/>
                <a:ext cx="392274" cy="45626"/>
              </a:xfrm>
              <a:custGeom>
                <a:avLst/>
                <a:gdLst/>
                <a:ahLst/>
                <a:cxnLst/>
                <a:rect l="l" t="t" r="r" b="b"/>
                <a:pathLst>
                  <a:path w="6119" h="707" extrusionOk="0">
                    <a:moveTo>
                      <a:pt x="310" y="1"/>
                    </a:moveTo>
                    <a:cubicBezTo>
                      <a:pt x="56" y="1"/>
                      <a:pt x="1" y="391"/>
                      <a:pt x="278" y="439"/>
                    </a:cubicBezTo>
                    <a:cubicBezTo>
                      <a:pt x="1661" y="639"/>
                      <a:pt x="3061" y="706"/>
                      <a:pt x="4457" y="706"/>
                    </a:cubicBezTo>
                    <a:cubicBezTo>
                      <a:pt x="4922" y="706"/>
                      <a:pt x="5387" y="699"/>
                      <a:pt x="5851" y="687"/>
                    </a:cubicBezTo>
                    <a:cubicBezTo>
                      <a:pt x="6118" y="667"/>
                      <a:pt x="6108" y="270"/>
                      <a:pt x="5841" y="260"/>
                    </a:cubicBezTo>
                    <a:cubicBezTo>
                      <a:pt x="5403" y="270"/>
                      <a:pt x="4965" y="276"/>
                      <a:pt x="4527" y="276"/>
                    </a:cubicBezTo>
                    <a:cubicBezTo>
                      <a:pt x="3128" y="276"/>
                      <a:pt x="1727" y="214"/>
                      <a:pt x="338" y="2"/>
                    </a:cubicBezTo>
                    <a:cubicBezTo>
                      <a:pt x="328" y="1"/>
                      <a:pt x="319" y="1"/>
                      <a:pt x="3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5" name="Google Shape;3935;p61"/>
              <p:cNvSpPr/>
              <p:nvPr/>
            </p:nvSpPr>
            <p:spPr>
              <a:xfrm>
                <a:off x="7152336" y="3449729"/>
                <a:ext cx="28720" cy="27234"/>
              </a:xfrm>
              <a:custGeom>
                <a:avLst/>
                <a:gdLst/>
                <a:ahLst/>
                <a:cxnLst/>
                <a:rect l="l" t="t" r="r" b="b"/>
                <a:pathLst>
                  <a:path w="448" h="422" extrusionOk="0">
                    <a:moveTo>
                      <a:pt x="221" y="0"/>
                    </a:moveTo>
                    <a:cubicBezTo>
                      <a:pt x="111" y="0"/>
                      <a:pt x="1" y="78"/>
                      <a:pt x="1" y="228"/>
                    </a:cubicBezTo>
                    <a:cubicBezTo>
                      <a:pt x="5" y="359"/>
                      <a:pt x="108" y="422"/>
                      <a:pt x="212" y="422"/>
                    </a:cubicBezTo>
                    <a:cubicBezTo>
                      <a:pt x="328" y="422"/>
                      <a:pt x="447" y="344"/>
                      <a:pt x="437" y="198"/>
                    </a:cubicBezTo>
                    <a:cubicBezTo>
                      <a:pt x="423" y="65"/>
                      <a:pt x="322" y="0"/>
                      <a:pt x="22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6" name="Google Shape;3936;p61"/>
              <p:cNvSpPr/>
              <p:nvPr/>
            </p:nvSpPr>
            <p:spPr>
              <a:xfrm>
                <a:off x="6665503" y="3428562"/>
                <a:ext cx="31284" cy="27169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21" extrusionOk="0">
                    <a:moveTo>
                      <a:pt x="245" y="0"/>
                    </a:moveTo>
                    <a:cubicBezTo>
                      <a:pt x="152" y="0"/>
                      <a:pt x="59" y="53"/>
                      <a:pt x="29" y="169"/>
                    </a:cubicBezTo>
                    <a:cubicBezTo>
                      <a:pt x="1" y="327"/>
                      <a:pt x="131" y="421"/>
                      <a:pt x="256" y="421"/>
                    </a:cubicBezTo>
                    <a:cubicBezTo>
                      <a:pt x="351" y="421"/>
                      <a:pt x="444" y="368"/>
                      <a:pt x="465" y="248"/>
                    </a:cubicBezTo>
                    <a:cubicBezTo>
                      <a:pt x="488" y="91"/>
                      <a:pt x="367" y="0"/>
                      <a:pt x="2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7" name="Google Shape;3937;p61"/>
              <p:cNvSpPr/>
              <p:nvPr/>
            </p:nvSpPr>
            <p:spPr>
              <a:xfrm>
                <a:off x="7380559" y="3414493"/>
                <a:ext cx="544144" cy="20522"/>
              </a:xfrm>
              <a:custGeom>
                <a:avLst/>
                <a:gdLst/>
                <a:ahLst/>
                <a:cxnLst/>
                <a:rect l="l" t="t" r="r" b="b"/>
                <a:pathLst>
                  <a:path w="8488" h="318" extrusionOk="0">
                    <a:moveTo>
                      <a:pt x="8488" y="0"/>
                    </a:moveTo>
                    <a:cubicBezTo>
                      <a:pt x="8488" y="0"/>
                      <a:pt x="8349" y="0"/>
                      <a:pt x="8121" y="10"/>
                    </a:cubicBezTo>
                    <a:lnTo>
                      <a:pt x="7704" y="30"/>
                    </a:lnTo>
                    <a:cubicBezTo>
                      <a:pt x="7546" y="40"/>
                      <a:pt x="7357" y="40"/>
                      <a:pt x="7159" y="40"/>
                    </a:cubicBezTo>
                    <a:lnTo>
                      <a:pt x="6524" y="50"/>
                    </a:lnTo>
                    <a:lnTo>
                      <a:pt x="5801" y="50"/>
                    </a:lnTo>
                    <a:lnTo>
                      <a:pt x="4254" y="60"/>
                    </a:lnTo>
                    <a:lnTo>
                      <a:pt x="3461" y="70"/>
                    </a:lnTo>
                    <a:lnTo>
                      <a:pt x="2697" y="89"/>
                    </a:lnTo>
                    <a:cubicBezTo>
                      <a:pt x="2191" y="99"/>
                      <a:pt x="1725" y="109"/>
                      <a:pt x="1329" y="129"/>
                    </a:cubicBezTo>
                    <a:cubicBezTo>
                      <a:pt x="932" y="139"/>
                      <a:pt x="615" y="159"/>
                      <a:pt x="367" y="169"/>
                    </a:cubicBezTo>
                    <a:cubicBezTo>
                      <a:pt x="129" y="189"/>
                      <a:pt x="0" y="199"/>
                      <a:pt x="0" y="199"/>
                    </a:cubicBezTo>
                    <a:cubicBezTo>
                      <a:pt x="0" y="199"/>
                      <a:pt x="139" y="218"/>
                      <a:pt x="367" y="228"/>
                    </a:cubicBezTo>
                    <a:cubicBezTo>
                      <a:pt x="605" y="238"/>
                      <a:pt x="932" y="258"/>
                      <a:pt x="1329" y="278"/>
                    </a:cubicBezTo>
                    <a:cubicBezTo>
                      <a:pt x="1735" y="298"/>
                      <a:pt x="2201" y="318"/>
                      <a:pt x="2697" y="318"/>
                    </a:cubicBezTo>
                    <a:lnTo>
                      <a:pt x="4254" y="318"/>
                    </a:lnTo>
                    <a:lnTo>
                      <a:pt x="5047" y="298"/>
                    </a:lnTo>
                    <a:cubicBezTo>
                      <a:pt x="5305" y="298"/>
                      <a:pt x="5563" y="278"/>
                      <a:pt x="5811" y="268"/>
                    </a:cubicBezTo>
                    <a:lnTo>
                      <a:pt x="6524" y="228"/>
                    </a:lnTo>
                    <a:cubicBezTo>
                      <a:pt x="6753" y="218"/>
                      <a:pt x="6971" y="189"/>
                      <a:pt x="7169" y="179"/>
                    </a:cubicBezTo>
                    <a:cubicBezTo>
                      <a:pt x="7367" y="159"/>
                      <a:pt x="7546" y="139"/>
                      <a:pt x="7714" y="119"/>
                    </a:cubicBezTo>
                    <a:lnTo>
                      <a:pt x="8121" y="60"/>
                    </a:lnTo>
                    <a:cubicBezTo>
                      <a:pt x="8359" y="30"/>
                      <a:pt x="8488" y="0"/>
                      <a:pt x="84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8" name="Google Shape;3938;p61"/>
              <p:cNvSpPr/>
              <p:nvPr/>
            </p:nvSpPr>
            <p:spPr>
              <a:xfrm>
                <a:off x="7430306" y="2311009"/>
                <a:ext cx="221556" cy="39560"/>
              </a:xfrm>
              <a:custGeom>
                <a:avLst/>
                <a:gdLst/>
                <a:ahLst/>
                <a:cxnLst/>
                <a:rect l="l" t="t" r="r" b="b"/>
                <a:pathLst>
                  <a:path w="3456" h="613" extrusionOk="0">
                    <a:moveTo>
                      <a:pt x="1024" y="0"/>
                    </a:moveTo>
                    <a:cubicBezTo>
                      <a:pt x="785" y="0"/>
                      <a:pt x="545" y="5"/>
                      <a:pt x="305" y="15"/>
                    </a:cubicBezTo>
                    <a:cubicBezTo>
                      <a:pt x="1" y="15"/>
                      <a:pt x="7" y="491"/>
                      <a:pt x="306" y="491"/>
                    </a:cubicBezTo>
                    <a:cubicBezTo>
                      <a:pt x="309" y="491"/>
                      <a:pt x="312" y="491"/>
                      <a:pt x="315" y="491"/>
                    </a:cubicBezTo>
                    <a:cubicBezTo>
                      <a:pt x="543" y="481"/>
                      <a:pt x="771" y="476"/>
                      <a:pt x="999" y="476"/>
                    </a:cubicBezTo>
                    <a:cubicBezTo>
                      <a:pt x="1683" y="476"/>
                      <a:pt x="2365" y="521"/>
                      <a:pt x="3042" y="610"/>
                    </a:cubicBezTo>
                    <a:cubicBezTo>
                      <a:pt x="3054" y="612"/>
                      <a:pt x="3066" y="612"/>
                      <a:pt x="3078" y="612"/>
                    </a:cubicBezTo>
                    <a:cubicBezTo>
                      <a:pt x="3358" y="612"/>
                      <a:pt x="3455" y="182"/>
                      <a:pt x="3161" y="134"/>
                    </a:cubicBezTo>
                    <a:cubicBezTo>
                      <a:pt x="2454" y="45"/>
                      <a:pt x="1742" y="0"/>
                      <a:pt x="10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9" name="Google Shape;3939;p61"/>
              <p:cNvSpPr/>
              <p:nvPr/>
            </p:nvSpPr>
            <p:spPr>
              <a:xfrm>
                <a:off x="7378635" y="2311977"/>
                <a:ext cx="40131" cy="30783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77" extrusionOk="0">
                    <a:moveTo>
                      <a:pt x="318" y="0"/>
                    </a:moveTo>
                    <a:cubicBezTo>
                      <a:pt x="0" y="0"/>
                      <a:pt x="0" y="476"/>
                      <a:pt x="318" y="476"/>
                    </a:cubicBezTo>
                    <a:cubicBezTo>
                      <a:pt x="625" y="476"/>
                      <a:pt x="625" y="0"/>
                      <a:pt x="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0" name="Google Shape;3940;p61"/>
              <p:cNvSpPr/>
              <p:nvPr/>
            </p:nvSpPr>
            <p:spPr>
              <a:xfrm>
                <a:off x="7338248" y="3262255"/>
                <a:ext cx="50004" cy="86993"/>
              </a:xfrm>
              <a:custGeom>
                <a:avLst/>
                <a:gdLst/>
                <a:ahLst/>
                <a:cxnLst/>
                <a:rect l="l" t="t" r="r" b="b"/>
                <a:pathLst>
                  <a:path w="780" h="1348" extrusionOk="0">
                    <a:moveTo>
                      <a:pt x="333" y="1"/>
                    </a:moveTo>
                    <a:cubicBezTo>
                      <a:pt x="209" y="1"/>
                      <a:pt x="99" y="162"/>
                      <a:pt x="214" y="277"/>
                    </a:cubicBezTo>
                    <a:cubicBezTo>
                      <a:pt x="442" y="505"/>
                      <a:pt x="343" y="892"/>
                      <a:pt x="125" y="1080"/>
                    </a:cubicBezTo>
                    <a:cubicBezTo>
                      <a:pt x="0" y="1189"/>
                      <a:pt x="114" y="1347"/>
                      <a:pt x="241" y="1347"/>
                    </a:cubicBezTo>
                    <a:cubicBezTo>
                      <a:pt x="276" y="1347"/>
                      <a:pt x="311" y="1336"/>
                      <a:pt x="343" y="1308"/>
                    </a:cubicBezTo>
                    <a:cubicBezTo>
                      <a:pt x="710" y="1011"/>
                      <a:pt x="779" y="396"/>
                      <a:pt x="442" y="49"/>
                    </a:cubicBezTo>
                    <a:cubicBezTo>
                      <a:pt x="408" y="15"/>
                      <a:pt x="370" y="1"/>
                      <a:pt x="3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1" name="Google Shape;3941;p61"/>
              <p:cNvSpPr/>
              <p:nvPr/>
            </p:nvSpPr>
            <p:spPr>
              <a:xfrm>
                <a:off x="6873917" y="2282356"/>
                <a:ext cx="22950" cy="138686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149" extrusionOk="0">
                    <a:moveTo>
                      <a:pt x="156" y="1"/>
                    </a:moveTo>
                    <a:cubicBezTo>
                      <a:pt x="80" y="1"/>
                      <a:pt x="6" y="48"/>
                      <a:pt x="1" y="142"/>
                    </a:cubicBezTo>
                    <a:cubicBezTo>
                      <a:pt x="1" y="766"/>
                      <a:pt x="40" y="1381"/>
                      <a:pt x="20" y="1996"/>
                    </a:cubicBezTo>
                    <a:cubicBezTo>
                      <a:pt x="16" y="2099"/>
                      <a:pt x="91" y="2148"/>
                      <a:pt x="169" y="2148"/>
                    </a:cubicBezTo>
                    <a:cubicBezTo>
                      <a:pt x="249" y="2148"/>
                      <a:pt x="333" y="2096"/>
                      <a:pt x="338" y="1996"/>
                    </a:cubicBezTo>
                    <a:cubicBezTo>
                      <a:pt x="358" y="1381"/>
                      <a:pt x="318" y="757"/>
                      <a:pt x="318" y="142"/>
                    </a:cubicBezTo>
                    <a:cubicBezTo>
                      <a:pt x="308" y="48"/>
                      <a:pt x="231" y="1"/>
                      <a:pt x="1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2" name="Google Shape;3942;p61"/>
              <p:cNvSpPr/>
              <p:nvPr/>
            </p:nvSpPr>
            <p:spPr>
              <a:xfrm>
                <a:off x="6871994" y="2238988"/>
                <a:ext cx="24874" cy="20587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19" extrusionOk="0">
                    <a:moveTo>
                      <a:pt x="199" y="1"/>
                    </a:moveTo>
                    <a:cubicBezTo>
                      <a:pt x="1" y="11"/>
                      <a:pt x="1" y="298"/>
                      <a:pt x="199" y="318"/>
                    </a:cubicBezTo>
                    <a:cubicBezTo>
                      <a:pt x="388" y="298"/>
                      <a:pt x="388" y="11"/>
                      <a:pt x="1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3" name="Google Shape;3943;p61"/>
              <p:cNvSpPr/>
              <p:nvPr/>
            </p:nvSpPr>
            <p:spPr>
              <a:xfrm>
                <a:off x="6870776" y="2440595"/>
                <a:ext cx="27374" cy="20522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18" extrusionOk="0">
                    <a:moveTo>
                      <a:pt x="218" y="0"/>
                    </a:moveTo>
                    <a:cubicBezTo>
                      <a:pt x="0" y="0"/>
                      <a:pt x="0" y="317"/>
                      <a:pt x="218" y="317"/>
                    </a:cubicBezTo>
                    <a:cubicBezTo>
                      <a:pt x="426" y="317"/>
                      <a:pt x="426" y="0"/>
                      <a:pt x="2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44" name="Google Shape;3944;p61"/>
          <p:cNvGrpSpPr/>
          <p:nvPr/>
        </p:nvGrpSpPr>
        <p:grpSpPr>
          <a:xfrm>
            <a:off x="7656669" y="2252099"/>
            <a:ext cx="537441" cy="456890"/>
            <a:chOff x="3824894" y="3938349"/>
            <a:chExt cx="537441" cy="456890"/>
          </a:xfrm>
        </p:grpSpPr>
        <p:sp>
          <p:nvSpPr>
            <p:cNvPr id="3945" name="Google Shape;3945;p61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46" name="Google Shape;3946;p61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3947" name="Google Shape;3947;p61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61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61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61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51" name="Google Shape;3951;p61"/>
          <p:cNvGrpSpPr/>
          <p:nvPr/>
        </p:nvGrpSpPr>
        <p:grpSpPr>
          <a:xfrm>
            <a:off x="6582763" y="784609"/>
            <a:ext cx="683711" cy="640033"/>
            <a:chOff x="4230151" y="3601344"/>
            <a:chExt cx="683711" cy="640033"/>
          </a:xfrm>
        </p:grpSpPr>
        <p:sp>
          <p:nvSpPr>
            <p:cNvPr id="3952" name="Google Shape;3952;p61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53" name="Google Shape;3953;p61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3954" name="Google Shape;3954;p61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5" name="Google Shape;3955;p61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61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7" name="Google Shape;3957;p61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8" name="Google Shape;3958;p61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9" name="Google Shape;3959;p61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0" name="Google Shape;3960;p61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1" name="Google Shape;3961;p61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2" name="Google Shape;3962;p61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61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64" name="Google Shape;3964;p61"/>
          <p:cNvGrpSpPr/>
          <p:nvPr/>
        </p:nvGrpSpPr>
        <p:grpSpPr>
          <a:xfrm rot="1800044">
            <a:off x="7198101" y="1691455"/>
            <a:ext cx="537429" cy="456880"/>
            <a:chOff x="3824894" y="3938349"/>
            <a:chExt cx="537441" cy="456890"/>
          </a:xfrm>
        </p:grpSpPr>
        <p:sp>
          <p:nvSpPr>
            <p:cNvPr id="3965" name="Google Shape;3965;p61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66" name="Google Shape;3966;p61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3967" name="Google Shape;3967;p61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61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9" name="Google Shape;3969;p61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0" name="Google Shape;3970;p61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71" name="Google Shape;3971;p61"/>
          <p:cNvGrpSpPr/>
          <p:nvPr/>
        </p:nvGrpSpPr>
        <p:grpSpPr>
          <a:xfrm>
            <a:off x="6308812" y="2434594"/>
            <a:ext cx="273484" cy="274317"/>
            <a:chOff x="5885615" y="165400"/>
            <a:chExt cx="364743" cy="365756"/>
          </a:xfrm>
        </p:grpSpPr>
        <p:sp>
          <p:nvSpPr>
            <p:cNvPr id="3972" name="Google Shape;3972;p61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61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4" name="Google Shape;3974;p61"/>
          <p:cNvGrpSpPr/>
          <p:nvPr/>
        </p:nvGrpSpPr>
        <p:grpSpPr>
          <a:xfrm>
            <a:off x="7686525" y="1225294"/>
            <a:ext cx="273484" cy="274317"/>
            <a:chOff x="5885615" y="165400"/>
            <a:chExt cx="364743" cy="365756"/>
          </a:xfrm>
        </p:grpSpPr>
        <p:sp>
          <p:nvSpPr>
            <p:cNvPr id="3975" name="Google Shape;3975;p61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61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7" name="Google Shape;3977;p61"/>
          <p:cNvGrpSpPr/>
          <p:nvPr/>
        </p:nvGrpSpPr>
        <p:grpSpPr>
          <a:xfrm>
            <a:off x="5965439" y="967469"/>
            <a:ext cx="273484" cy="274317"/>
            <a:chOff x="5885615" y="165400"/>
            <a:chExt cx="364743" cy="365756"/>
          </a:xfrm>
        </p:grpSpPr>
        <p:sp>
          <p:nvSpPr>
            <p:cNvPr id="3978" name="Google Shape;3978;p61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61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0" name="Google Shape;3980;p61"/>
          <p:cNvGrpSpPr/>
          <p:nvPr/>
        </p:nvGrpSpPr>
        <p:grpSpPr>
          <a:xfrm>
            <a:off x="6308328" y="539487"/>
            <a:ext cx="274452" cy="274317"/>
            <a:chOff x="2167548" y="1796250"/>
            <a:chExt cx="274452" cy="274317"/>
          </a:xfrm>
        </p:grpSpPr>
        <p:sp>
          <p:nvSpPr>
            <p:cNvPr id="3981" name="Google Shape;3981;p61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61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3" name="Google Shape;3983;p61"/>
          <p:cNvGrpSpPr/>
          <p:nvPr/>
        </p:nvGrpSpPr>
        <p:grpSpPr>
          <a:xfrm>
            <a:off x="6450985" y="1792463"/>
            <a:ext cx="274452" cy="274317"/>
            <a:chOff x="2167548" y="1796250"/>
            <a:chExt cx="274452" cy="274317"/>
          </a:xfrm>
        </p:grpSpPr>
        <p:sp>
          <p:nvSpPr>
            <p:cNvPr id="3984" name="Google Shape;3984;p61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61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6" name="Google Shape;3986;p61"/>
          <p:cNvGrpSpPr/>
          <p:nvPr/>
        </p:nvGrpSpPr>
        <p:grpSpPr>
          <a:xfrm>
            <a:off x="806375" y="1225287"/>
            <a:ext cx="274452" cy="274317"/>
            <a:chOff x="2167548" y="1796250"/>
            <a:chExt cx="274452" cy="274317"/>
          </a:xfrm>
        </p:grpSpPr>
        <p:sp>
          <p:nvSpPr>
            <p:cNvPr id="3987" name="Google Shape;3987;p61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61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9" name="Google Shape;3989;p61"/>
          <p:cNvGrpSpPr/>
          <p:nvPr/>
        </p:nvGrpSpPr>
        <p:grpSpPr>
          <a:xfrm>
            <a:off x="721667" y="539488"/>
            <a:ext cx="359149" cy="274320"/>
            <a:chOff x="1684504" y="2090725"/>
            <a:chExt cx="359149" cy="274320"/>
          </a:xfrm>
        </p:grpSpPr>
        <p:sp>
          <p:nvSpPr>
            <p:cNvPr id="3990" name="Google Shape;3990;p61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61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2" name="Google Shape;3992;p61"/>
          <p:cNvGrpSpPr/>
          <p:nvPr/>
        </p:nvGrpSpPr>
        <p:grpSpPr>
          <a:xfrm>
            <a:off x="6809796" y="2320470"/>
            <a:ext cx="359149" cy="274320"/>
            <a:chOff x="1684504" y="2090725"/>
            <a:chExt cx="359149" cy="274320"/>
          </a:xfrm>
        </p:grpSpPr>
        <p:sp>
          <p:nvSpPr>
            <p:cNvPr id="3993" name="Google Shape;3993;p61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61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5" name="Google Shape;3995;p61"/>
          <p:cNvGrpSpPr/>
          <p:nvPr/>
        </p:nvGrpSpPr>
        <p:grpSpPr>
          <a:xfrm flipH="1">
            <a:off x="7909388" y="1658063"/>
            <a:ext cx="376078" cy="365766"/>
            <a:chOff x="1243851" y="2712376"/>
            <a:chExt cx="376078" cy="365766"/>
          </a:xfrm>
        </p:grpSpPr>
        <p:sp>
          <p:nvSpPr>
            <p:cNvPr id="3996" name="Google Shape;3996;p61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61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8" name="Google Shape;3998;p61"/>
          <p:cNvGrpSpPr/>
          <p:nvPr/>
        </p:nvGrpSpPr>
        <p:grpSpPr>
          <a:xfrm>
            <a:off x="1182076" y="813788"/>
            <a:ext cx="376078" cy="365766"/>
            <a:chOff x="1243851" y="2712376"/>
            <a:chExt cx="376078" cy="365766"/>
          </a:xfrm>
        </p:grpSpPr>
        <p:sp>
          <p:nvSpPr>
            <p:cNvPr id="3999" name="Google Shape;3999;p61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61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1" name="Google Shape;4001;p61"/>
          <p:cNvSpPr/>
          <p:nvPr/>
        </p:nvSpPr>
        <p:spPr>
          <a:xfrm>
            <a:off x="7500341" y="860421"/>
            <a:ext cx="430563" cy="15914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45-5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6" name="Google Shape;4006;p6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Choose the correct answer</a:t>
            </a:r>
            <a:endParaRPr/>
          </a:p>
        </p:txBody>
      </p:sp>
      <p:sp>
        <p:nvSpPr>
          <p:cNvPr id="4007" name="Google Shape;4007;p62"/>
          <p:cNvSpPr txBox="1"/>
          <p:nvPr/>
        </p:nvSpPr>
        <p:spPr>
          <a:xfrm>
            <a:off x="1353425" y="1856232"/>
            <a:ext cx="7077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There are three types of finance…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4008" name="Google Shape;4008;p62"/>
          <p:cNvSpPr txBox="1"/>
          <p:nvPr/>
        </p:nvSpPr>
        <p:spPr>
          <a:xfrm>
            <a:off x="713225" y="1856238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01</a:t>
            </a:r>
            <a:endParaRPr sz="240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4009" name="Google Shape;4009;p62"/>
          <p:cNvSpPr txBox="1"/>
          <p:nvPr/>
        </p:nvSpPr>
        <p:spPr>
          <a:xfrm>
            <a:off x="1353425" y="2404878"/>
            <a:ext cx="6705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Public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finance,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corporate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finance and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personal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finance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0" name="Google Shape;4010;p62"/>
          <p:cNvSpPr/>
          <p:nvPr/>
        </p:nvSpPr>
        <p:spPr>
          <a:xfrm>
            <a:off x="852725" y="2404878"/>
            <a:ext cx="361200" cy="3657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A</a:t>
            </a:r>
            <a:endParaRPr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11" name="Google Shape;4011;p62"/>
          <p:cNvSpPr txBox="1"/>
          <p:nvPr/>
        </p:nvSpPr>
        <p:spPr>
          <a:xfrm>
            <a:off x="1353425" y="2818598"/>
            <a:ext cx="6705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Children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finance,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love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finance and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social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finance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2" name="Google Shape;4012;p62"/>
          <p:cNvSpPr/>
          <p:nvPr/>
        </p:nvSpPr>
        <p:spPr>
          <a:xfrm>
            <a:off x="852725" y="2818598"/>
            <a:ext cx="361200" cy="3657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B</a:t>
            </a:r>
            <a:endParaRPr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13" name="Google Shape;4013;p62"/>
          <p:cNvSpPr txBox="1"/>
          <p:nvPr/>
        </p:nvSpPr>
        <p:spPr>
          <a:xfrm>
            <a:off x="1353425" y="3273644"/>
            <a:ext cx="7077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Three key lessons of financial education are...</a:t>
            </a:r>
            <a:endParaRPr sz="24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4014" name="Google Shape;4014;p62"/>
          <p:cNvSpPr txBox="1"/>
          <p:nvPr/>
        </p:nvSpPr>
        <p:spPr>
          <a:xfrm>
            <a:off x="713225" y="3273650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02</a:t>
            </a:r>
            <a:endParaRPr sz="240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4015" name="Google Shape;4015;p62"/>
          <p:cNvSpPr txBox="1"/>
          <p:nvPr/>
        </p:nvSpPr>
        <p:spPr>
          <a:xfrm>
            <a:off x="1353425" y="3822290"/>
            <a:ext cx="6705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Have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fewer credit cards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pay your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debts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on time and have good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savings</a:t>
            </a:r>
            <a:endParaRPr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16" name="Google Shape;4016;p62"/>
          <p:cNvSpPr/>
          <p:nvPr/>
        </p:nvSpPr>
        <p:spPr>
          <a:xfrm>
            <a:off x="852725" y="3822290"/>
            <a:ext cx="361200" cy="3657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A</a:t>
            </a:r>
            <a:endParaRPr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17" name="Google Shape;4017;p62"/>
          <p:cNvSpPr txBox="1"/>
          <p:nvPr/>
        </p:nvSpPr>
        <p:spPr>
          <a:xfrm>
            <a:off x="1353425" y="4238296"/>
            <a:ext cx="6705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Buy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everything you want,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invest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your money and make a monthly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budget</a:t>
            </a:r>
            <a:endParaRPr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18" name="Google Shape;4018;p62"/>
          <p:cNvSpPr/>
          <p:nvPr/>
        </p:nvSpPr>
        <p:spPr>
          <a:xfrm>
            <a:off x="852725" y="4238296"/>
            <a:ext cx="361200" cy="3657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B</a:t>
            </a:r>
            <a:endParaRPr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19" name="Google Shape;4019;p62"/>
          <p:cNvSpPr txBox="1"/>
          <p:nvPr/>
        </p:nvSpPr>
        <p:spPr>
          <a:xfrm>
            <a:off x="713225" y="1362450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Directions: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Read the statements and choose the correct answer filling the text box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020" name="Google Shape;4020;p62"/>
          <p:cNvGrpSpPr/>
          <p:nvPr/>
        </p:nvGrpSpPr>
        <p:grpSpPr>
          <a:xfrm>
            <a:off x="8294031" y="1856257"/>
            <a:ext cx="273484" cy="274317"/>
            <a:chOff x="5885615" y="165400"/>
            <a:chExt cx="364743" cy="365756"/>
          </a:xfrm>
        </p:grpSpPr>
        <p:sp>
          <p:nvSpPr>
            <p:cNvPr id="4021" name="Google Shape;4021;p62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62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3" name="Google Shape;4023;p62"/>
          <p:cNvGrpSpPr/>
          <p:nvPr/>
        </p:nvGrpSpPr>
        <p:grpSpPr>
          <a:xfrm>
            <a:off x="438778" y="1581925"/>
            <a:ext cx="274452" cy="274317"/>
            <a:chOff x="2167548" y="1796250"/>
            <a:chExt cx="274452" cy="274317"/>
          </a:xfrm>
        </p:grpSpPr>
        <p:sp>
          <p:nvSpPr>
            <p:cNvPr id="4024" name="Google Shape;4024;p62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62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6" name="Google Shape;4026;p62"/>
          <p:cNvGrpSpPr/>
          <p:nvPr/>
        </p:nvGrpSpPr>
        <p:grpSpPr>
          <a:xfrm>
            <a:off x="533654" y="1179700"/>
            <a:ext cx="359149" cy="274320"/>
            <a:chOff x="1684504" y="2090725"/>
            <a:chExt cx="359149" cy="274320"/>
          </a:xfrm>
        </p:grpSpPr>
        <p:sp>
          <p:nvSpPr>
            <p:cNvPr id="4027" name="Google Shape;4027;p62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62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9" name="Google Shape;4029;p62"/>
          <p:cNvGrpSpPr/>
          <p:nvPr/>
        </p:nvGrpSpPr>
        <p:grpSpPr>
          <a:xfrm flipH="1">
            <a:off x="8430713" y="2318013"/>
            <a:ext cx="376078" cy="365766"/>
            <a:chOff x="1243851" y="2712376"/>
            <a:chExt cx="376078" cy="365766"/>
          </a:xfrm>
        </p:grpSpPr>
        <p:sp>
          <p:nvSpPr>
            <p:cNvPr id="4030" name="Google Shape;4030;p62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62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36" name="Google Shape;4036;p63"/>
          <p:cNvGraphicFramePr/>
          <p:nvPr/>
        </p:nvGraphicFramePr>
        <p:xfrm>
          <a:off x="713250" y="186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{ECCB118E-79F6-4BCE-8F8A-301867203AA8}</a:tableStyleId>
              </a:tblPr>
              <a:tblGrid>
                <a:gridCol w="598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Statements</a:t>
                      </a:r>
                      <a:endParaRPr b="1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True</a:t>
                      </a:r>
                      <a:endParaRPr b="1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False</a:t>
                      </a:r>
                      <a:endParaRPr b="1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Financial education is a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core life skill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for participating in modern society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Including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 financial education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into the school is not important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People who have received financial education have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more debt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There are 3 types of financial education: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personal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,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corporate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and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public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Budgeting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and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saving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are basic aspects of money management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37" name="Google Shape;4037;p63"/>
          <p:cNvSpPr txBox="1"/>
          <p:nvPr/>
        </p:nvSpPr>
        <p:spPr>
          <a:xfrm>
            <a:off x="713225" y="1362450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Directions: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Read the statements and choose true or false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8" name="Google Shape;4038;p63"/>
          <p:cNvSpPr/>
          <p:nvPr/>
        </p:nvSpPr>
        <p:spPr>
          <a:xfrm>
            <a:off x="6926249" y="2394328"/>
            <a:ext cx="413103" cy="304694"/>
          </a:xfrm>
          <a:custGeom>
            <a:avLst/>
            <a:gdLst/>
            <a:ahLst/>
            <a:cxnLst/>
            <a:rect l="l" t="t" r="r" b="b"/>
            <a:pathLst>
              <a:path w="10014" h="7309" extrusionOk="0">
                <a:moveTo>
                  <a:pt x="8149" y="1134"/>
                </a:moveTo>
                <a:cubicBezTo>
                  <a:pt x="8294" y="1134"/>
                  <a:pt x="8439" y="1189"/>
                  <a:pt x="8549" y="1300"/>
                </a:cubicBezTo>
                <a:cubicBezTo>
                  <a:pt x="8769" y="1520"/>
                  <a:pt x="8769" y="1879"/>
                  <a:pt x="8549" y="2100"/>
                </a:cubicBezTo>
                <a:lnTo>
                  <a:pt x="4639" y="6007"/>
                </a:lnTo>
                <a:cubicBezTo>
                  <a:pt x="4527" y="6120"/>
                  <a:pt x="4377" y="6177"/>
                  <a:pt x="4227" y="6177"/>
                </a:cubicBezTo>
                <a:cubicBezTo>
                  <a:pt x="4081" y="6177"/>
                  <a:pt x="3937" y="6123"/>
                  <a:pt x="3830" y="6016"/>
                </a:cubicBezTo>
                <a:lnTo>
                  <a:pt x="1547" y="3748"/>
                </a:lnTo>
                <a:cubicBezTo>
                  <a:pt x="1296" y="3534"/>
                  <a:pt x="1281" y="3151"/>
                  <a:pt x="1514" y="2918"/>
                </a:cubicBezTo>
                <a:cubicBezTo>
                  <a:pt x="1626" y="2806"/>
                  <a:pt x="1771" y="2750"/>
                  <a:pt x="1916" y="2750"/>
                </a:cubicBezTo>
                <a:cubicBezTo>
                  <a:pt x="2074" y="2750"/>
                  <a:pt x="2232" y="2817"/>
                  <a:pt x="2344" y="2948"/>
                </a:cubicBezTo>
                <a:lnTo>
                  <a:pt x="3784" y="4388"/>
                </a:lnTo>
                <a:cubicBezTo>
                  <a:pt x="3793" y="4401"/>
                  <a:pt x="3805" y="4410"/>
                  <a:pt x="3817" y="4419"/>
                </a:cubicBezTo>
                <a:cubicBezTo>
                  <a:pt x="3817" y="4422"/>
                  <a:pt x="3820" y="4422"/>
                  <a:pt x="3823" y="4425"/>
                </a:cubicBezTo>
                <a:cubicBezTo>
                  <a:pt x="3934" y="4535"/>
                  <a:pt x="4078" y="4590"/>
                  <a:pt x="4222" y="4590"/>
                </a:cubicBezTo>
                <a:cubicBezTo>
                  <a:pt x="4367" y="4590"/>
                  <a:pt x="4512" y="4535"/>
                  <a:pt x="4624" y="4425"/>
                </a:cubicBezTo>
                <a:lnTo>
                  <a:pt x="7749" y="1300"/>
                </a:lnTo>
                <a:cubicBezTo>
                  <a:pt x="7859" y="1189"/>
                  <a:pt x="8004" y="1134"/>
                  <a:pt x="8149" y="1134"/>
                </a:cubicBezTo>
                <a:close/>
                <a:moveTo>
                  <a:pt x="8146" y="1"/>
                </a:moveTo>
                <a:cubicBezTo>
                  <a:pt x="7712" y="1"/>
                  <a:pt x="7279" y="166"/>
                  <a:pt x="6949" y="496"/>
                </a:cubicBezTo>
                <a:lnTo>
                  <a:pt x="6946" y="496"/>
                </a:lnTo>
                <a:lnTo>
                  <a:pt x="4219" y="3223"/>
                </a:lnTo>
                <a:lnTo>
                  <a:pt x="3144" y="2148"/>
                </a:lnTo>
                <a:cubicBezTo>
                  <a:pt x="2808" y="1779"/>
                  <a:pt x="2348" y="1594"/>
                  <a:pt x="1887" y="1594"/>
                </a:cubicBezTo>
                <a:cubicBezTo>
                  <a:pt x="1453" y="1594"/>
                  <a:pt x="1019" y="1758"/>
                  <a:pt x="686" y="2091"/>
                </a:cubicBezTo>
                <a:cubicBezTo>
                  <a:pt x="1" y="2776"/>
                  <a:pt x="28" y="3896"/>
                  <a:pt x="747" y="4549"/>
                </a:cubicBezTo>
                <a:lnTo>
                  <a:pt x="3029" y="6819"/>
                </a:lnTo>
                <a:cubicBezTo>
                  <a:pt x="3344" y="7131"/>
                  <a:pt x="3768" y="7308"/>
                  <a:pt x="4214" y="7308"/>
                </a:cubicBezTo>
                <a:cubicBezTo>
                  <a:pt x="4218" y="7308"/>
                  <a:pt x="4221" y="7308"/>
                  <a:pt x="4225" y="7308"/>
                </a:cubicBezTo>
                <a:cubicBezTo>
                  <a:pt x="4678" y="7308"/>
                  <a:pt x="5116" y="7127"/>
                  <a:pt x="5439" y="6807"/>
                </a:cubicBezTo>
                <a:lnTo>
                  <a:pt x="9349" y="2900"/>
                </a:lnTo>
                <a:cubicBezTo>
                  <a:pt x="10013" y="2236"/>
                  <a:pt x="10013" y="1161"/>
                  <a:pt x="9349" y="499"/>
                </a:cubicBezTo>
                <a:cubicBezTo>
                  <a:pt x="9017" y="167"/>
                  <a:pt x="8581" y="1"/>
                  <a:pt x="814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9" name="Google Shape;4039;p63"/>
          <p:cNvSpPr/>
          <p:nvPr/>
        </p:nvSpPr>
        <p:spPr>
          <a:xfrm>
            <a:off x="7810369" y="2820967"/>
            <a:ext cx="375563" cy="365766"/>
          </a:xfrm>
          <a:custGeom>
            <a:avLst/>
            <a:gdLst/>
            <a:ahLst/>
            <a:cxnLst/>
            <a:rect l="l" t="t" r="r" b="b"/>
            <a:pathLst>
              <a:path w="9104" h="8774" extrusionOk="0">
                <a:moveTo>
                  <a:pt x="7232" y="1143"/>
                </a:moveTo>
                <a:cubicBezTo>
                  <a:pt x="7377" y="1143"/>
                  <a:pt x="7522" y="1198"/>
                  <a:pt x="7633" y="1308"/>
                </a:cubicBezTo>
                <a:cubicBezTo>
                  <a:pt x="7851" y="1528"/>
                  <a:pt x="7854" y="1882"/>
                  <a:pt x="7639" y="2102"/>
                </a:cubicBezTo>
                <a:lnTo>
                  <a:pt x="5755" y="3986"/>
                </a:lnTo>
                <a:cubicBezTo>
                  <a:pt x="5532" y="4210"/>
                  <a:pt x="5532" y="4566"/>
                  <a:pt x="5755" y="4789"/>
                </a:cubicBezTo>
                <a:lnTo>
                  <a:pt x="7639" y="6673"/>
                </a:lnTo>
                <a:cubicBezTo>
                  <a:pt x="7854" y="6894"/>
                  <a:pt x="7851" y="7247"/>
                  <a:pt x="7633" y="7468"/>
                </a:cubicBezTo>
                <a:cubicBezTo>
                  <a:pt x="7522" y="7577"/>
                  <a:pt x="7377" y="7633"/>
                  <a:pt x="7232" y="7633"/>
                </a:cubicBezTo>
                <a:cubicBezTo>
                  <a:pt x="7090" y="7633"/>
                  <a:pt x="6948" y="7580"/>
                  <a:pt x="6839" y="7474"/>
                </a:cubicBezTo>
                <a:lnTo>
                  <a:pt x="6830" y="7468"/>
                </a:lnTo>
                <a:lnTo>
                  <a:pt x="4946" y="5650"/>
                </a:lnTo>
                <a:cubicBezTo>
                  <a:pt x="4836" y="5544"/>
                  <a:pt x="4695" y="5491"/>
                  <a:pt x="4554" y="5491"/>
                </a:cubicBezTo>
                <a:cubicBezTo>
                  <a:pt x="4412" y="5491"/>
                  <a:pt x="4271" y="5544"/>
                  <a:pt x="4161" y="5650"/>
                </a:cubicBezTo>
                <a:lnTo>
                  <a:pt x="2277" y="7468"/>
                </a:lnTo>
                <a:lnTo>
                  <a:pt x="2268" y="7474"/>
                </a:lnTo>
                <a:cubicBezTo>
                  <a:pt x="2159" y="7580"/>
                  <a:pt x="2017" y="7633"/>
                  <a:pt x="1875" y="7633"/>
                </a:cubicBezTo>
                <a:cubicBezTo>
                  <a:pt x="1730" y="7633"/>
                  <a:pt x="1585" y="7577"/>
                  <a:pt x="1474" y="7468"/>
                </a:cubicBezTo>
                <a:cubicBezTo>
                  <a:pt x="1256" y="7247"/>
                  <a:pt x="1253" y="6894"/>
                  <a:pt x="1468" y="6673"/>
                </a:cubicBezTo>
                <a:lnTo>
                  <a:pt x="3352" y="4789"/>
                </a:lnTo>
                <a:cubicBezTo>
                  <a:pt x="3575" y="4566"/>
                  <a:pt x="3575" y="4210"/>
                  <a:pt x="3352" y="3986"/>
                </a:cubicBezTo>
                <a:lnTo>
                  <a:pt x="1468" y="2102"/>
                </a:lnTo>
                <a:cubicBezTo>
                  <a:pt x="1253" y="1882"/>
                  <a:pt x="1256" y="1528"/>
                  <a:pt x="1474" y="1308"/>
                </a:cubicBezTo>
                <a:cubicBezTo>
                  <a:pt x="1585" y="1198"/>
                  <a:pt x="1730" y="1143"/>
                  <a:pt x="1875" y="1143"/>
                </a:cubicBezTo>
                <a:cubicBezTo>
                  <a:pt x="2017" y="1143"/>
                  <a:pt x="2159" y="1196"/>
                  <a:pt x="2268" y="1302"/>
                </a:cubicBezTo>
                <a:lnTo>
                  <a:pt x="2277" y="1308"/>
                </a:lnTo>
                <a:lnTo>
                  <a:pt x="4161" y="3126"/>
                </a:lnTo>
                <a:cubicBezTo>
                  <a:pt x="4271" y="3231"/>
                  <a:pt x="4412" y="3284"/>
                  <a:pt x="4554" y="3284"/>
                </a:cubicBezTo>
                <a:cubicBezTo>
                  <a:pt x="4695" y="3284"/>
                  <a:pt x="4836" y="3231"/>
                  <a:pt x="4946" y="3126"/>
                </a:cubicBezTo>
                <a:lnTo>
                  <a:pt x="6830" y="1308"/>
                </a:lnTo>
                <a:lnTo>
                  <a:pt x="6839" y="1302"/>
                </a:lnTo>
                <a:cubicBezTo>
                  <a:pt x="6948" y="1196"/>
                  <a:pt x="7090" y="1143"/>
                  <a:pt x="7232" y="1143"/>
                </a:cubicBezTo>
                <a:close/>
                <a:moveTo>
                  <a:pt x="1865" y="0"/>
                </a:moveTo>
                <a:cubicBezTo>
                  <a:pt x="1430" y="0"/>
                  <a:pt x="995" y="166"/>
                  <a:pt x="664" y="499"/>
                </a:cubicBezTo>
                <a:cubicBezTo>
                  <a:pt x="0" y="1163"/>
                  <a:pt x="3" y="2241"/>
                  <a:pt x="667" y="2902"/>
                </a:cubicBezTo>
                <a:lnTo>
                  <a:pt x="2153" y="4388"/>
                </a:lnTo>
                <a:lnTo>
                  <a:pt x="667" y="5873"/>
                </a:lnTo>
                <a:cubicBezTo>
                  <a:pt x="0" y="6535"/>
                  <a:pt x="0" y="7610"/>
                  <a:pt x="661" y="8274"/>
                </a:cubicBezTo>
                <a:cubicBezTo>
                  <a:pt x="995" y="8607"/>
                  <a:pt x="1431" y="8774"/>
                  <a:pt x="1868" y="8774"/>
                </a:cubicBezTo>
                <a:cubicBezTo>
                  <a:pt x="2301" y="8774"/>
                  <a:pt x="2734" y="8609"/>
                  <a:pt x="3065" y="8280"/>
                </a:cubicBezTo>
                <a:lnTo>
                  <a:pt x="4554" y="6846"/>
                </a:lnTo>
                <a:lnTo>
                  <a:pt x="6042" y="8280"/>
                </a:lnTo>
                <a:cubicBezTo>
                  <a:pt x="6373" y="8609"/>
                  <a:pt x="6806" y="8774"/>
                  <a:pt x="7239" y="8774"/>
                </a:cubicBezTo>
                <a:cubicBezTo>
                  <a:pt x="7675" y="8774"/>
                  <a:pt x="8111" y="8607"/>
                  <a:pt x="8443" y="8274"/>
                </a:cubicBezTo>
                <a:cubicBezTo>
                  <a:pt x="9104" y="7610"/>
                  <a:pt x="9104" y="6535"/>
                  <a:pt x="8440" y="5873"/>
                </a:cubicBezTo>
                <a:lnTo>
                  <a:pt x="6957" y="4388"/>
                </a:lnTo>
                <a:lnTo>
                  <a:pt x="8440" y="2902"/>
                </a:lnTo>
                <a:cubicBezTo>
                  <a:pt x="8760" y="2585"/>
                  <a:pt x="8938" y="2153"/>
                  <a:pt x="8938" y="1703"/>
                </a:cubicBezTo>
                <a:cubicBezTo>
                  <a:pt x="8938" y="1018"/>
                  <a:pt x="8524" y="399"/>
                  <a:pt x="7893" y="133"/>
                </a:cubicBezTo>
                <a:cubicBezTo>
                  <a:pt x="7682" y="46"/>
                  <a:pt x="7460" y="3"/>
                  <a:pt x="7239" y="3"/>
                </a:cubicBezTo>
                <a:cubicBezTo>
                  <a:pt x="6799" y="3"/>
                  <a:pt x="6366" y="174"/>
                  <a:pt x="6042" y="496"/>
                </a:cubicBezTo>
                <a:lnTo>
                  <a:pt x="4554" y="1930"/>
                </a:lnTo>
                <a:lnTo>
                  <a:pt x="3065" y="496"/>
                </a:lnTo>
                <a:cubicBezTo>
                  <a:pt x="2733" y="165"/>
                  <a:pt x="2299" y="0"/>
                  <a:pt x="186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40" name="Google Shape;4040;p63"/>
          <p:cNvSpPr/>
          <p:nvPr/>
        </p:nvSpPr>
        <p:spPr>
          <a:xfrm>
            <a:off x="6926249" y="3793403"/>
            <a:ext cx="413103" cy="304694"/>
          </a:xfrm>
          <a:custGeom>
            <a:avLst/>
            <a:gdLst/>
            <a:ahLst/>
            <a:cxnLst/>
            <a:rect l="l" t="t" r="r" b="b"/>
            <a:pathLst>
              <a:path w="10014" h="7309" extrusionOk="0">
                <a:moveTo>
                  <a:pt x="8149" y="1134"/>
                </a:moveTo>
                <a:cubicBezTo>
                  <a:pt x="8294" y="1134"/>
                  <a:pt x="8439" y="1189"/>
                  <a:pt x="8549" y="1300"/>
                </a:cubicBezTo>
                <a:cubicBezTo>
                  <a:pt x="8769" y="1520"/>
                  <a:pt x="8769" y="1879"/>
                  <a:pt x="8549" y="2100"/>
                </a:cubicBezTo>
                <a:lnTo>
                  <a:pt x="4639" y="6007"/>
                </a:lnTo>
                <a:cubicBezTo>
                  <a:pt x="4527" y="6120"/>
                  <a:pt x="4377" y="6177"/>
                  <a:pt x="4227" y="6177"/>
                </a:cubicBezTo>
                <a:cubicBezTo>
                  <a:pt x="4081" y="6177"/>
                  <a:pt x="3937" y="6123"/>
                  <a:pt x="3830" y="6016"/>
                </a:cubicBezTo>
                <a:lnTo>
                  <a:pt x="1547" y="3748"/>
                </a:lnTo>
                <a:cubicBezTo>
                  <a:pt x="1296" y="3534"/>
                  <a:pt x="1281" y="3151"/>
                  <a:pt x="1514" y="2918"/>
                </a:cubicBezTo>
                <a:cubicBezTo>
                  <a:pt x="1626" y="2806"/>
                  <a:pt x="1771" y="2750"/>
                  <a:pt x="1916" y="2750"/>
                </a:cubicBezTo>
                <a:cubicBezTo>
                  <a:pt x="2074" y="2750"/>
                  <a:pt x="2232" y="2817"/>
                  <a:pt x="2344" y="2948"/>
                </a:cubicBezTo>
                <a:lnTo>
                  <a:pt x="3784" y="4388"/>
                </a:lnTo>
                <a:cubicBezTo>
                  <a:pt x="3793" y="4401"/>
                  <a:pt x="3805" y="4410"/>
                  <a:pt x="3817" y="4419"/>
                </a:cubicBezTo>
                <a:cubicBezTo>
                  <a:pt x="3817" y="4422"/>
                  <a:pt x="3820" y="4422"/>
                  <a:pt x="3823" y="4425"/>
                </a:cubicBezTo>
                <a:cubicBezTo>
                  <a:pt x="3934" y="4535"/>
                  <a:pt x="4078" y="4590"/>
                  <a:pt x="4222" y="4590"/>
                </a:cubicBezTo>
                <a:cubicBezTo>
                  <a:pt x="4367" y="4590"/>
                  <a:pt x="4512" y="4535"/>
                  <a:pt x="4624" y="4425"/>
                </a:cubicBezTo>
                <a:lnTo>
                  <a:pt x="7749" y="1300"/>
                </a:lnTo>
                <a:cubicBezTo>
                  <a:pt x="7859" y="1189"/>
                  <a:pt x="8004" y="1134"/>
                  <a:pt x="8149" y="1134"/>
                </a:cubicBezTo>
                <a:close/>
                <a:moveTo>
                  <a:pt x="8146" y="1"/>
                </a:moveTo>
                <a:cubicBezTo>
                  <a:pt x="7712" y="1"/>
                  <a:pt x="7279" y="166"/>
                  <a:pt x="6949" y="496"/>
                </a:cubicBezTo>
                <a:lnTo>
                  <a:pt x="6946" y="496"/>
                </a:lnTo>
                <a:lnTo>
                  <a:pt x="4219" y="3223"/>
                </a:lnTo>
                <a:lnTo>
                  <a:pt x="3144" y="2148"/>
                </a:lnTo>
                <a:cubicBezTo>
                  <a:pt x="2808" y="1779"/>
                  <a:pt x="2348" y="1594"/>
                  <a:pt x="1887" y="1594"/>
                </a:cubicBezTo>
                <a:cubicBezTo>
                  <a:pt x="1453" y="1594"/>
                  <a:pt x="1019" y="1758"/>
                  <a:pt x="686" y="2091"/>
                </a:cubicBezTo>
                <a:cubicBezTo>
                  <a:pt x="1" y="2776"/>
                  <a:pt x="28" y="3896"/>
                  <a:pt x="747" y="4549"/>
                </a:cubicBezTo>
                <a:lnTo>
                  <a:pt x="3029" y="6819"/>
                </a:lnTo>
                <a:cubicBezTo>
                  <a:pt x="3344" y="7131"/>
                  <a:pt x="3768" y="7308"/>
                  <a:pt x="4214" y="7308"/>
                </a:cubicBezTo>
                <a:cubicBezTo>
                  <a:pt x="4218" y="7308"/>
                  <a:pt x="4221" y="7308"/>
                  <a:pt x="4225" y="7308"/>
                </a:cubicBezTo>
                <a:cubicBezTo>
                  <a:pt x="4678" y="7308"/>
                  <a:pt x="5116" y="7127"/>
                  <a:pt x="5439" y="6807"/>
                </a:cubicBezTo>
                <a:lnTo>
                  <a:pt x="9349" y="2900"/>
                </a:lnTo>
                <a:cubicBezTo>
                  <a:pt x="10013" y="2236"/>
                  <a:pt x="10013" y="1161"/>
                  <a:pt x="9349" y="499"/>
                </a:cubicBezTo>
                <a:cubicBezTo>
                  <a:pt x="9017" y="167"/>
                  <a:pt x="8581" y="1"/>
                  <a:pt x="814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41" name="Google Shape;4041;p63"/>
          <p:cNvSpPr/>
          <p:nvPr/>
        </p:nvSpPr>
        <p:spPr>
          <a:xfrm>
            <a:off x="6926249" y="4223028"/>
            <a:ext cx="413103" cy="304694"/>
          </a:xfrm>
          <a:custGeom>
            <a:avLst/>
            <a:gdLst/>
            <a:ahLst/>
            <a:cxnLst/>
            <a:rect l="l" t="t" r="r" b="b"/>
            <a:pathLst>
              <a:path w="10014" h="7309" extrusionOk="0">
                <a:moveTo>
                  <a:pt x="8149" y="1134"/>
                </a:moveTo>
                <a:cubicBezTo>
                  <a:pt x="8294" y="1134"/>
                  <a:pt x="8439" y="1189"/>
                  <a:pt x="8549" y="1300"/>
                </a:cubicBezTo>
                <a:cubicBezTo>
                  <a:pt x="8769" y="1520"/>
                  <a:pt x="8769" y="1879"/>
                  <a:pt x="8549" y="2100"/>
                </a:cubicBezTo>
                <a:lnTo>
                  <a:pt x="4639" y="6007"/>
                </a:lnTo>
                <a:cubicBezTo>
                  <a:pt x="4527" y="6120"/>
                  <a:pt x="4377" y="6177"/>
                  <a:pt x="4227" y="6177"/>
                </a:cubicBezTo>
                <a:cubicBezTo>
                  <a:pt x="4081" y="6177"/>
                  <a:pt x="3937" y="6123"/>
                  <a:pt x="3830" y="6016"/>
                </a:cubicBezTo>
                <a:lnTo>
                  <a:pt x="1547" y="3748"/>
                </a:lnTo>
                <a:cubicBezTo>
                  <a:pt x="1296" y="3534"/>
                  <a:pt x="1281" y="3151"/>
                  <a:pt x="1514" y="2918"/>
                </a:cubicBezTo>
                <a:cubicBezTo>
                  <a:pt x="1626" y="2806"/>
                  <a:pt x="1771" y="2750"/>
                  <a:pt x="1916" y="2750"/>
                </a:cubicBezTo>
                <a:cubicBezTo>
                  <a:pt x="2074" y="2750"/>
                  <a:pt x="2232" y="2817"/>
                  <a:pt x="2344" y="2948"/>
                </a:cubicBezTo>
                <a:lnTo>
                  <a:pt x="3784" y="4388"/>
                </a:lnTo>
                <a:cubicBezTo>
                  <a:pt x="3793" y="4401"/>
                  <a:pt x="3805" y="4410"/>
                  <a:pt x="3817" y="4419"/>
                </a:cubicBezTo>
                <a:cubicBezTo>
                  <a:pt x="3817" y="4422"/>
                  <a:pt x="3820" y="4422"/>
                  <a:pt x="3823" y="4425"/>
                </a:cubicBezTo>
                <a:cubicBezTo>
                  <a:pt x="3934" y="4535"/>
                  <a:pt x="4078" y="4590"/>
                  <a:pt x="4222" y="4590"/>
                </a:cubicBezTo>
                <a:cubicBezTo>
                  <a:pt x="4367" y="4590"/>
                  <a:pt x="4512" y="4535"/>
                  <a:pt x="4624" y="4425"/>
                </a:cubicBezTo>
                <a:lnTo>
                  <a:pt x="7749" y="1300"/>
                </a:lnTo>
                <a:cubicBezTo>
                  <a:pt x="7859" y="1189"/>
                  <a:pt x="8004" y="1134"/>
                  <a:pt x="8149" y="1134"/>
                </a:cubicBezTo>
                <a:close/>
                <a:moveTo>
                  <a:pt x="8146" y="1"/>
                </a:moveTo>
                <a:cubicBezTo>
                  <a:pt x="7712" y="1"/>
                  <a:pt x="7279" y="166"/>
                  <a:pt x="6949" y="496"/>
                </a:cubicBezTo>
                <a:lnTo>
                  <a:pt x="6946" y="496"/>
                </a:lnTo>
                <a:lnTo>
                  <a:pt x="4219" y="3223"/>
                </a:lnTo>
                <a:lnTo>
                  <a:pt x="3144" y="2148"/>
                </a:lnTo>
                <a:cubicBezTo>
                  <a:pt x="2808" y="1779"/>
                  <a:pt x="2348" y="1594"/>
                  <a:pt x="1887" y="1594"/>
                </a:cubicBezTo>
                <a:cubicBezTo>
                  <a:pt x="1453" y="1594"/>
                  <a:pt x="1019" y="1758"/>
                  <a:pt x="686" y="2091"/>
                </a:cubicBezTo>
                <a:cubicBezTo>
                  <a:pt x="1" y="2776"/>
                  <a:pt x="28" y="3896"/>
                  <a:pt x="747" y="4549"/>
                </a:cubicBezTo>
                <a:lnTo>
                  <a:pt x="3029" y="6819"/>
                </a:lnTo>
                <a:cubicBezTo>
                  <a:pt x="3344" y="7131"/>
                  <a:pt x="3768" y="7308"/>
                  <a:pt x="4214" y="7308"/>
                </a:cubicBezTo>
                <a:cubicBezTo>
                  <a:pt x="4218" y="7308"/>
                  <a:pt x="4221" y="7308"/>
                  <a:pt x="4225" y="7308"/>
                </a:cubicBezTo>
                <a:cubicBezTo>
                  <a:pt x="4678" y="7308"/>
                  <a:pt x="5116" y="7127"/>
                  <a:pt x="5439" y="6807"/>
                </a:cubicBezTo>
                <a:lnTo>
                  <a:pt x="9349" y="2900"/>
                </a:lnTo>
                <a:cubicBezTo>
                  <a:pt x="10013" y="2236"/>
                  <a:pt x="10013" y="1161"/>
                  <a:pt x="9349" y="499"/>
                </a:cubicBezTo>
                <a:cubicBezTo>
                  <a:pt x="9017" y="167"/>
                  <a:pt x="8581" y="1"/>
                  <a:pt x="814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42" name="Google Shape;4042;p63"/>
          <p:cNvSpPr/>
          <p:nvPr/>
        </p:nvSpPr>
        <p:spPr>
          <a:xfrm>
            <a:off x="7810369" y="3278142"/>
            <a:ext cx="375563" cy="365766"/>
          </a:xfrm>
          <a:custGeom>
            <a:avLst/>
            <a:gdLst/>
            <a:ahLst/>
            <a:cxnLst/>
            <a:rect l="l" t="t" r="r" b="b"/>
            <a:pathLst>
              <a:path w="9104" h="8774" extrusionOk="0">
                <a:moveTo>
                  <a:pt x="7232" y="1143"/>
                </a:moveTo>
                <a:cubicBezTo>
                  <a:pt x="7377" y="1143"/>
                  <a:pt x="7522" y="1198"/>
                  <a:pt x="7633" y="1308"/>
                </a:cubicBezTo>
                <a:cubicBezTo>
                  <a:pt x="7851" y="1528"/>
                  <a:pt x="7854" y="1882"/>
                  <a:pt x="7639" y="2102"/>
                </a:cubicBezTo>
                <a:lnTo>
                  <a:pt x="5755" y="3986"/>
                </a:lnTo>
                <a:cubicBezTo>
                  <a:pt x="5532" y="4210"/>
                  <a:pt x="5532" y="4566"/>
                  <a:pt x="5755" y="4789"/>
                </a:cubicBezTo>
                <a:lnTo>
                  <a:pt x="7639" y="6673"/>
                </a:lnTo>
                <a:cubicBezTo>
                  <a:pt x="7854" y="6894"/>
                  <a:pt x="7851" y="7247"/>
                  <a:pt x="7633" y="7468"/>
                </a:cubicBezTo>
                <a:cubicBezTo>
                  <a:pt x="7522" y="7577"/>
                  <a:pt x="7377" y="7633"/>
                  <a:pt x="7232" y="7633"/>
                </a:cubicBezTo>
                <a:cubicBezTo>
                  <a:pt x="7090" y="7633"/>
                  <a:pt x="6948" y="7580"/>
                  <a:pt x="6839" y="7474"/>
                </a:cubicBezTo>
                <a:lnTo>
                  <a:pt x="6830" y="7468"/>
                </a:lnTo>
                <a:lnTo>
                  <a:pt x="4946" y="5650"/>
                </a:lnTo>
                <a:cubicBezTo>
                  <a:pt x="4836" y="5544"/>
                  <a:pt x="4695" y="5491"/>
                  <a:pt x="4554" y="5491"/>
                </a:cubicBezTo>
                <a:cubicBezTo>
                  <a:pt x="4412" y="5491"/>
                  <a:pt x="4271" y="5544"/>
                  <a:pt x="4161" y="5650"/>
                </a:cubicBezTo>
                <a:lnTo>
                  <a:pt x="2277" y="7468"/>
                </a:lnTo>
                <a:lnTo>
                  <a:pt x="2268" y="7474"/>
                </a:lnTo>
                <a:cubicBezTo>
                  <a:pt x="2159" y="7580"/>
                  <a:pt x="2017" y="7633"/>
                  <a:pt x="1875" y="7633"/>
                </a:cubicBezTo>
                <a:cubicBezTo>
                  <a:pt x="1730" y="7633"/>
                  <a:pt x="1585" y="7577"/>
                  <a:pt x="1474" y="7468"/>
                </a:cubicBezTo>
                <a:cubicBezTo>
                  <a:pt x="1256" y="7247"/>
                  <a:pt x="1253" y="6894"/>
                  <a:pt x="1468" y="6673"/>
                </a:cubicBezTo>
                <a:lnTo>
                  <a:pt x="3352" y="4789"/>
                </a:lnTo>
                <a:cubicBezTo>
                  <a:pt x="3575" y="4566"/>
                  <a:pt x="3575" y="4210"/>
                  <a:pt x="3352" y="3986"/>
                </a:cubicBezTo>
                <a:lnTo>
                  <a:pt x="1468" y="2102"/>
                </a:lnTo>
                <a:cubicBezTo>
                  <a:pt x="1253" y="1882"/>
                  <a:pt x="1256" y="1528"/>
                  <a:pt x="1474" y="1308"/>
                </a:cubicBezTo>
                <a:cubicBezTo>
                  <a:pt x="1585" y="1198"/>
                  <a:pt x="1730" y="1143"/>
                  <a:pt x="1875" y="1143"/>
                </a:cubicBezTo>
                <a:cubicBezTo>
                  <a:pt x="2017" y="1143"/>
                  <a:pt x="2159" y="1196"/>
                  <a:pt x="2268" y="1302"/>
                </a:cubicBezTo>
                <a:lnTo>
                  <a:pt x="2277" y="1308"/>
                </a:lnTo>
                <a:lnTo>
                  <a:pt x="4161" y="3126"/>
                </a:lnTo>
                <a:cubicBezTo>
                  <a:pt x="4271" y="3231"/>
                  <a:pt x="4412" y="3284"/>
                  <a:pt x="4554" y="3284"/>
                </a:cubicBezTo>
                <a:cubicBezTo>
                  <a:pt x="4695" y="3284"/>
                  <a:pt x="4836" y="3231"/>
                  <a:pt x="4946" y="3126"/>
                </a:cubicBezTo>
                <a:lnTo>
                  <a:pt x="6830" y="1308"/>
                </a:lnTo>
                <a:lnTo>
                  <a:pt x="6839" y="1302"/>
                </a:lnTo>
                <a:cubicBezTo>
                  <a:pt x="6948" y="1196"/>
                  <a:pt x="7090" y="1143"/>
                  <a:pt x="7232" y="1143"/>
                </a:cubicBezTo>
                <a:close/>
                <a:moveTo>
                  <a:pt x="1865" y="0"/>
                </a:moveTo>
                <a:cubicBezTo>
                  <a:pt x="1430" y="0"/>
                  <a:pt x="995" y="166"/>
                  <a:pt x="664" y="499"/>
                </a:cubicBezTo>
                <a:cubicBezTo>
                  <a:pt x="0" y="1163"/>
                  <a:pt x="3" y="2241"/>
                  <a:pt x="667" y="2902"/>
                </a:cubicBezTo>
                <a:lnTo>
                  <a:pt x="2153" y="4388"/>
                </a:lnTo>
                <a:lnTo>
                  <a:pt x="667" y="5873"/>
                </a:lnTo>
                <a:cubicBezTo>
                  <a:pt x="0" y="6535"/>
                  <a:pt x="0" y="7610"/>
                  <a:pt x="661" y="8274"/>
                </a:cubicBezTo>
                <a:cubicBezTo>
                  <a:pt x="995" y="8607"/>
                  <a:pt x="1431" y="8774"/>
                  <a:pt x="1868" y="8774"/>
                </a:cubicBezTo>
                <a:cubicBezTo>
                  <a:pt x="2301" y="8774"/>
                  <a:pt x="2734" y="8609"/>
                  <a:pt x="3065" y="8280"/>
                </a:cubicBezTo>
                <a:lnTo>
                  <a:pt x="4554" y="6846"/>
                </a:lnTo>
                <a:lnTo>
                  <a:pt x="6042" y="8280"/>
                </a:lnTo>
                <a:cubicBezTo>
                  <a:pt x="6373" y="8609"/>
                  <a:pt x="6806" y="8774"/>
                  <a:pt x="7239" y="8774"/>
                </a:cubicBezTo>
                <a:cubicBezTo>
                  <a:pt x="7675" y="8774"/>
                  <a:pt x="8111" y="8607"/>
                  <a:pt x="8443" y="8274"/>
                </a:cubicBezTo>
                <a:cubicBezTo>
                  <a:pt x="9104" y="7610"/>
                  <a:pt x="9104" y="6535"/>
                  <a:pt x="8440" y="5873"/>
                </a:cubicBezTo>
                <a:lnTo>
                  <a:pt x="6957" y="4388"/>
                </a:lnTo>
                <a:lnTo>
                  <a:pt x="8440" y="2902"/>
                </a:lnTo>
                <a:cubicBezTo>
                  <a:pt x="8760" y="2585"/>
                  <a:pt x="8938" y="2153"/>
                  <a:pt x="8938" y="1703"/>
                </a:cubicBezTo>
                <a:cubicBezTo>
                  <a:pt x="8938" y="1018"/>
                  <a:pt x="8524" y="399"/>
                  <a:pt x="7893" y="133"/>
                </a:cubicBezTo>
                <a:cubicBezTo>
                  <a:pt x="7682" y="46"/>
                  <a:pt x="7460" y="3"/>
                  <a:pt x="7239" y="3"/>
                </a:cubicBezTo>
                <a:cubicBezTo>
                  <a:pt x="6799" y="3"/>
                  <a:pt x="6366" y="174"/>
                  <a:pt x="6042" y="496"/>
                </a:cubicBezTo>
                <a:lnTo>
                  <a:pt x="4554" y="1930"/>
                </a:lnTo>
                <a:lnTo>
                  <a:pt x="3065" y="496"/>
                </a:lnTo>
                <a:cubicBezTo>
                  <a:pt x="2733" y="165"/>
                  <a:pt x="2299" y="0"/>
                  <a:pt x="186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43" name="Google Shape;4043;p6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or false</a:t>
            </a:r>
            <a:endParaRPr/>
          </a:p>
        </p:txBody>
      </p:sp>
      <p:grpSp>
        <p:nvGrpSpPr>
          <p:cNvPr id="4044" name="Google Shape;4044;p63"/>
          <p:cNvGrpSpPr/>
          <p:nvPr/>
        </p:nvGrpSpPr>
        <p:grpSpPr>
          <a:xfrm>
            <a:off x="302528" y="1728157"/>
            <a:ext cx="273484" cy="274317"/>
            <a:chOff x="5885615" y="165400"/>
            <a:chExt cx="364743" cy="365756"/>
          </a:xfrm>
        </p:grpSpPr>
        <p:sp>
          <p:nvSpPr>
            <p:cNvPr id="4045" name="Google Shape;4045;p6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63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7" name="Google Shape;4047;p63"/>
          <p:cNvGrpSpPr/>
          <p:nvPr/>
        </p:nvGrpSpPr>
        <p:grpSpPr>
          <a:xfrm>
            <a:off x="575998" y="1362450"/>
            <a:ext cx="274452" cy="274317"/>
            <a:chOff x="2167548" y="1796250"/>
            <a:chExt cx="274452" cy="274317"/>
          </a:xfrm>
        </p:grpSpPr>
        <p:sp>
          <p:nvSpPr>
            <p:cNvPr id="4048" name="Google Shape;4048;p6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63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4" name="Google Shape;4054;p6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the columns</a:t>
            </a:r>
            <a:endParaRPr/>
          </a:p>
        </p:txBody>
      </p:sp>
      <p:sp>
        <p:nvSpPr>
          <p:cNvPr id="4055" name="Google Shape;4055;p64"/>
          <p:cNvSpPr txBox="1"/>
          <p:nvPr/>
        </p:nvSpPr>
        <p:spPr>
          <a:xfrm>
            <a:off x="713225" y="1362450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Directions: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Read the statements and drag the line to the correct information in the columns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6" name="Google Shape;4056;p64"/>
          <p:cNvSpPr txBox="1"/>
          <p:nvPr/>
        </p:nvSpPr>
        <p:spPr>
          <a:xfrm>
            <a:off x="713238" y="2002525"/>
            <a:ext cx="368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Financial education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help you to optimize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7" name="Google Shape;4057;p64"/>
          <p:cNvSpPr txBox="1"/>
          <p:nvPr/>
        </p:nvSpPr>
        <p:spPr>
          <a:xfrm>
            <a:off x="6102000" y="3511311"/>
            <a:ext cx="232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your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resources</a:t>
            </a:r>
            <a:endParaRPr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58" name="Google Shape;4058;p64"/>
          <p:cNvSpPr txBox="1"/>
          <p:nvPr/>
        </p:nvSpPr>
        <p:spPr>
          <a:xfrm>
            <a:off x="713214" y="2505451"/>
            <a:ext cx="36831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Public finance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personal finance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are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9" name="Google Shape;4059;p64"/>
          <p:cNvSpPr/>
          <p:nvPr/>
        </p:nvSpPr>
        <p:spPr>
          <a:xfrm>
            <a:off x="4396260" y="2692951"/>
            <a:ext cx="74909" cy="8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0" name="Google Shape;4060;p64"/>
          <p:cNvSpPr txBox="1"/>
          <p:nvPr/>
        </p:nvSpPr>
        <p:spPr>
          <a:xfrm>
            <a:off x="713214" y="3008377"/>
            <a:ext cx="36831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Create a budget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and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pay bills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promptly are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1" name="Google Shape;4061;p64"/>
          <p:cNvSpPr/>
          <p:nvPr/>
        </p:nvSpPr>
        <p:spPr>
          <a:xfrm>
            <a:off x="4396260" y="3195877"/>
            <a:ext cx="74909" cy="8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2" name="Google Shape;4062;p64"/>
          <p:cNvSpPr txBox="1"/>
          <p:nvPr/>
        </p:nvSpPr>
        <p:spPr>
          <a:xfrm>
            <a:off x="713214" y="3511311"/>
            <a:ext cx="36831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People who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received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financial education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3" name="Google Shape;4063;p64"/>
          <p:cNvSpPr/>
          <p:nvPr/>
        </p:nvSpPr>
        <p:spPr>
          <a:xfrm>
            <a:off x="4396260" y="3698802"/>
            <a:ext cx="74909" cy="8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4" name="Google Shape;4064;p64"/>
          <p:cNvSpPr txBox="1"/>
          <p:nvPr/>
        </p:nvSpPr>
        <p:spPr>
          <a:xfrm>
            <a:off x="713151" y="4014224"/>
            <a:ext cx="36831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People in their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40s and 60s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are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5" name="Google Shape;4065;p64"/>
          <p:cNvSpPr/>
          <p:nvPr/>
        </p:nvSpPr>
        <p:spPr>
          <a:xfrm>
            <a:off x="4396329" y="4201724"/>
            <a:ext cx="74909" cy="8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6" name="Google Shape;4066;p64"/>
          <p:cNvSpPr txBox="1"/>
          <p:nvPr/>
        </p:nvSpPr>
        <p:spPr>
          <a:xfrm>
            <a:off x="6102000" y="4014224"/>
            <a:ext cx="232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two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types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of finance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7" name="Google Shape;4067;p64"/>
          <p:cNvSpPr/>
          <p:nvPr/>
        </p:nvSpPr>
        <p:spPr>
          <a:xfrm>
            <a:off x="6019950" y="4201724"/>
            <a:ext cx="82200" cy="8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8" name="Google Shape;4068;p64"/>
          <p:cNvSpPr txBox="1"/>
          <p:nvPr/>
        </p:nvSpPr>
        <p:spPr>
          <a:xfrm>
            <a:off x="6101938" y="3008366"/>
            <a:ext cx="232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financially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well-educated</a:t>
            </a:r>
            <a:endParaRPr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69" name="Google Shape;4069;p64"/>
          <p:cNvSpPr/>
          <p:nvPr/>
        </p:nvSpPr>
        <p:spPr>
          <a:xfrm>
            <a:off x="6019950" y="3195866"/>
            <a:ext cx="82200" cy="8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0" name="Google Shape;4070;p64"/>
          <p:cNvSpPr txBox="1"/>
          <p:nvPr/>
        </p:nvSpPr>
        <p:spPr>
          <a:xfrm>
            <a:off x="6102000" y="2505446"/>
            <a:ext cx="232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save more money</a:t>
            </a:r>
            <a:endParaRPr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71" name="Google Shape;4071;p64"/>
          <p:cNvSpPr/>
          <p:nvPr/>
        </p:nvSpPr>
        <p:spPr>
          <a:xfrm>
            <a:off x="6019950" y="2692946"/>
            <a:ext cx="82200" cy="8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2" name="Google Shape;4072;p64"/>
          <p:cNvSpPr txBox="1"/>
          <p:nvPr/>
        </p:nvSpPr>
        <p:spPr>
          <a:xfrm>
            <a:off x="6102000" y="2002525"/>
            <a:ext cx="232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financial education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skills</a:t>
            </a:r>
            <a:endParaRPr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73" name="Google Shape;4073;p64"/>
          <p:cNvSpPr/>
          <p:nvPr/>
        </p:nvSpPr>
        <p:spPr>
          <a:xfrm>
            <a:off x="6019950" y="2190025"/>
            <a:ext cx="82200" cy="8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4" name="Google Shape;4074;p64"/>
          <p:cNvSpPr/>
          <p:nvPr/>
        </p:nvSpPr>
        <p:spPr>
          <a:xfrm>
            <a:off x="4396650" y="2190026"/>
            <a:ext cx="82200" cy="8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5" name="Google Shape;4075;p64"/>
          <p:cNvSpPr/>
          <p:nvPr/>
        </p:nvSpPr>
        <p:spPr>
          <a:xfrm>
            <a:off x="6019950" y="3698799"/>
            <a:ext cx="82200" cy="8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76" name="Google Shape;4076;p64"/>
          <p:cNvCxnSpPr>
            <a:stCxn id="4074" idx="6"/>
            <a:endCxn id="4075" idx="2"/>
          </p:cNvCxnSpPr>
          <p:nvPr/>
        </p:nvCxnSpPr>
        <p:spPr>
          <a:xfrm>
            <a:off x="4478850" y="2231126"/>
            <a:ext cx="1541100" cy="15087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77" name="Google Shape;4077;p64"/>
          <p:cNvGrpSpPr/>
          <p:nvPr/>
        </p:nvGrpSpPr>
        <p:grpSpPr>
          <a:xfrm>
            <a:off x="438805" y="1362450"/>
            <a:ext cx="274452" cy="274317"/>
            <a:chOff x="2167548" y="1796250"/>
            <a:chExt cx="274452" cy="274317"/>
          </a:xfrm>
        </p:grpSpPr>
        <p:sp>
          <p:nvSpPr>
            <p:cNvPr id="4078" name="Google Shape;4078;p64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64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80" name="Google Shape;4080;p64"/>
          <p:cNvGrpSpPr/>
          <p:nvPr/>
        </p:nvGrpSpPr>
        <p:grpSpPr>
          <a:xfrm flipH="1">
            <a:off x="8251204" y="4329675"/>
            <a:ext cx="359149" cy="274320"/>
            <a:chOff x="1684504" y="2090725"/>
            <a:chExt cx="359149" cy="274320"/>
          </a:xfrm>
        </p:grpSpPr>
        <p:sp>
          <p:nvSpPr>
            <p:cNvPr id="4081" name="Google Shape;4081;p64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64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83" name="Google Shape;4083;p64"/>
          <p:cNvGrpSpPr/>
          <p:nvPr/>
        </p:nvGrpSpPr>
        <p:grpSpPr>
          <a:xfrm>
            <a:off x="8430726" y="3857188"/>
            <a:ext cx="376078" cy="365766"/>
            <a:chOff x="1243851" y="2712376"/>
            <a:chExt cx="376078" cy="365766"/>
          </a:xfrm>
        </p:grpSpPr>
        <p:sp>
          <p:nvSpPr>
            <p:cNvPr id="4084" name="Google Shape;4084;p64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64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086" name="Google Shape;4086;p64"/>
          <p:cNvCxnSpPr>
            <a:stCxn id="4059" idx="6"/>
          </p:cNvCxnSpPr>
          <p:nvPr/>
        </p:nvCxnSpPr>
        <p:spPr>
          <a:xfrm>
            <a:off x="4471169" y="2734051"/>
            <a:ext cx="1806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7" name="Google Shape;4087;p64"/>
          <p:cNvCxnSpPr>
            <a:stCxn id="4061" idx="6"/>
          </p:cNvCxnSpPr>
          <p:nvPr/>
        </p:nvCxnSpPr>
        <p:spPr>
          <a:xfrm>
            <a:off x="4471169" y="3236977"/>
            <a:ext cx="1806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8" name="Google Shape;4088;p64"/>
          <p:cNvCxnSpPr>
            <a:stCxn id="4063" idx="6"/>
          </p:cNvCxnSpPr>
          <p:nvPr/>
        </p:nvCxnSpPr>
        <p:spPr>
          <a:xfrm>
            <a:off x="4471169" y="3739902"/>
            <a:ext cx="1806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9" name="Google Shape;4089;p64"/>
          <p:cNvCxnSpPr>
            <a:stCxn id="4065" idx="6"/>
          </p:cNvCxnSpPr>
          <p:nvPr/>
        </p:nvCxnSpPr>
        <p:spPr>
          <a:xfrm>
            <a:off x="4471238" y="4242824"/>
            <a:ext cx="1806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p6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Debit cards or credit cards?</a:t>
            </a:r>
            <a:endParaRPr/>
          </a:p>
        </p:txBody>
      </p:sp>
      <p:sp>
        <p:nvSpPr>
          <p:cNvPr id="4095" name="Google Shape;4095;p65"/>
          <p:cNvSpPr txBox="1"/>
          <p:nvPr/>
        </p:nvSpPr>
        <p:spPr>
          <a:xfrm>
            <a:off x="713225" y="1362450"/>
            <a:ext cx="7717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Directions: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Read some features of debit cards and credit cards. Write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A</a:t>
            </a:r>
            <a:r>
              <a:rPr lang="en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next to the features you think are advantages. Write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D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next to the features you think are disadvantages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6" name="Google Shape;4096;p65"/>
          <p:cNvSpPr txBox="1"/>
          <p:nvPr/>
        </p:nvSpPr>
        <p:spPr>
          <a:xfrm>
            <a:off x="1260875" y="2644850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 not have to carry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cash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7" name="Google Shape;4097;p65"/>
          <p:cNvSpPr/>
          <p:nvPr/>
        </p:nvSpPr>
        <p:spPr>
          <a:xfrm>
            <a:off x="713250" y="2644848"/>
            <a:ext cx="361200" cy="3657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A</a:t>
            </a:r>
            <a:endParaRPr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098" name="Google Shape;4098;p65"/>
          <p:cNvSpPr txBox="1"/>
          <p:nvPr/>
        </p:nvSpPr>
        <p:spPr>
          <a:xfrm>
            <a:off x="1260875" y="3099804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May include a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fee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 each purchase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9" name="Google Shape;4099;p65"/>
          <p:cNvSpPr/>
          <p:nvPr/>
        </p:nvSpPr>
        <p:spPr>
          <a:xfrm>
            <a:off x="713250" y="3099802"/>
            <a:ext cx="361200" cy="3657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100" name="Google Shape;4100;p65"/>
          <p:cNvSpPr txBox="1"/>
          <p:nvPr/>
        </p:nvSpPr>
        <p:spPr>
          <a:xfrm>
            <a:off x="1260875" y="3554750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Need a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PIN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access the account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1" name="Google Shape;4101;p65"/>
          <p:cNvSpPr/>
          <p:nvPr/>
        </p:nvSpPr>
        <p:spPr>
          <a:xfrm>
            <a:off x="713250" y="3554748"/>
            <a:ext cx="361200" cy="3657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102" name="Google Shape;4102;p65"/>
          <p:cNvSpPr txBox="1"/>
          <p:nvPr/>
        </p:nvSpPr>
        <p:spPr>
          <a:xfrm>
            <a:off x="1260875" y="4009704"/>
            <a:ext cx="31272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Need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enough money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 account to cover the cost of purchases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3" name="Google Shape;4103;p65"/>
          <p:cNvSpPr/>
          <p:nvPr/>
        </p:nvSpPr>
        <p:spPr>
          <a:xfrm>
            <a:off x="713250" y="4009702"/>
            <a:ext cx="361200" cy="3657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104" name="Google Shape;4104;p65"/>
          <p:cNvSpPr txBox="1"/>
          <p:nvPr/>
        </p:nvSpPr>
        <p:spPr>
          <a:xfrm>
            <a:off x="713125" y="2093976"/>
            <a:ext cx="367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Debit cards</a:t>
            </a:r>
            <a:endParaRPr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4105" name="Google Shape;4105;p65"/>
          <p:cNvSpPr txBox="1"/>
          <p:nvPr/>
        </p:nvSpPr>
        <p:spPr>
          <a:xfrm>
            <a:off x="5303500" y="2644850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Balances can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quickly increase</a:t>
            </a:r>
            <a:endParaRPr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106" name="Google Shape;4106;p65"/>
          <p:cNvSpPr/>
          <p:nvPr/>
        </p:nvSpPr>
        <p:spPr>
          <a:xfrm>
            <a:off x="4758175" y="2644848"/>
            <a:ext cx="361200" cy="3657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D</a:t>
            </a:r>
            <a:endParaRPr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107" name="Google Shape;4107;p65"/>
          <p:cNvSpPr txBox="1"/>
          <p:nvPr/>
        </p:nvSpPr>
        <p:spPr>
          <a:xfrm>
            <a:off x="5303500" y="3099804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May include a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yearly fee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8" name="Google Shape;4108;p65"/>
          <p:cNvSpPr/>
          <p:nvPr/>
        </p:nvSpPr>
        <p:spPr>
          <a:xfrm>
            <a:off x="4758175" y="3099802"/>
            <a:ext cx="361200" cy="3657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109" name="Google Shape;4109;p65"/>
          <p:cNvSpPr txBox="1"/>
          <p:nvPr/>
        </p:nvSpPr>
        <p:spPr>
          <a:xfrm>
            <a:off x="5303500" y="3554750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Must pay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interest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on unpaid balance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10" name="Google Shape;4110;p65"/>
          <p:cNvSpPr/>
          <p:nvPr/>
        </p:nvSpPr>
        <p:spPr>
          <a:xfrm>
            <a:off x="4758175" y="3554748"/>
            <a:ext cx="361200" cy="3657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111" name="Google Shape;4111;p65"/>
          <p:cNvSpPr txBox="1"/>
          <p:nvPr/>
        </p:nvSpPr>
        <p:spPr>
          <a:xfrm>
            <a:off x="5303500" y="4009704"/>
            <a:ext cx="31272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 make purchases </a:t>
            </a: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without having</a:t>
            </a:r>
            <a:endParaRPr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money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cover the full price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12" name="Google Shape;4112;p65"/>
          <p:cNvSpPr/>
          <p:nvPr/>
        </p:nvSpPr>
        <p:spPr>
          <a:xfrm>
            <a:off x="4758175" y="4009702"/>
            <a:ext cx="361200" cy="3657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113" name="Google Shape;4113;p65"/>
          <p:cNvSpPr txBox="1"/>
          <p:nvPr/>
        </p:nvSpPr>
        <p:spPr>
          <a:xfrm>
            <a:off x="4755988" y="2093976"/>
            <a:ext cx="367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Credit Cards</a:t>
            </a:r>
            <a:endParaRPr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cxnSp>
        <p:nvCxnSpPr>
          <p:cNvPr id="4114" name="Google Shape;4114;p65"/>
          <p:cNvCxnSpPr/>
          <p:nvPr/>
        </p:nvCxnSpPr>
        <p:spPr>
          <a:xfrm>
            <a:off x="1636075" y="2552262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115" name="Google Shape;4115;p65"/>
          <p:cNvCxnSpPr/>
          <p:nvPr/>
        </p:nvCxnSpPr>
        <p:spPr>
          <a:xfrm>
            <a:off x="5678938" y="2552262"/>
            <a:ext cx="18288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4116" name="Google Shape;4116;p65"/>
          <p:cNvGrpSpPr/>
          <p:nvPr/>
        </p:nvGrpSpPr>
        <p:grpSpPr>
          <a:xfrm>
            <a:off x="8568006" y="2002594"/>
            <a:ext cx="273484" cy="274317"/>
            <a:chOff x="5885615" y="165400"/>
            <a:chExt cx="364743" cy="365756"/>
          </a:xfrm>
        </p:grpSpPr>
        <p:sp>
          <p:nvSpPr>
            <p:cNvPr id="4117" name="Google Shape;4117;p65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65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19" name="Google Shape;4119;p65"/>
          <p:cNvGrpSpPr/>
          <p:nvPr/>
        </p:nvGrpSpPr>
        <p:grpSpPr>
          <a:xfrm>
            <a:off x="8293558" y="2414063"/>
            <a:ext cx="274452" cy="274317"/>
            <a:chOff x="2167548" y="1796250"/>
            <a:chExt cx="274452" cy="274317"/>
          </a:xfrm>
        </p:grpSpPr>
        <p:sp>
          <p:nvSpPr>
            <p:cNvPr id="4120" name="Google Shape;4120;p6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65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2" name="Google Shape;4122;p65"/>
          <p:cNvGrpSpPr/>
          <p:nvPr/>
        </p:nvGrpSpPr>
        <p:grpSpPr>
          <a:xfrm>
            <a:off x="533654" y="2002588"/>
            <a:ext cx="359149" cy="274320"/>
            <a:chOff x="1684504" y="2090725"/>
            <a:chExt cx="359149" cy="274320"/>
          </a:xfrm>
        </p:grpSpPr>
        <p:sp>
          <p:nvSpPr>
            <p:cNvPr id="4123" name="Google Shape;4123;p65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65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9" name="Google Shape;4129;p6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Establishing credit history</a:t>
            </a:r>
            <a:endParaRPr/>
          </a:p>
        </p:txBody>
      </p:sp>
      <p:sp>
        <p:nvSpPr>
          <p:cNvPr id="4130" name="Google Shape;4130;p66"/>
          <p:cNvSpPr txBox="1"/>
          <p:nvPr/>
        </p:nvSpPr>
        <p:spPr>
          <a:xfrm>
            <a:off x="713225" y="1362450"/>
            <a:ext cx="7717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Directions: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Read the statements. Decide whether a bank would regard each statement as a positive or negative factor in deciding whether to approve a loan application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131" name="Google Shape;4131;p66"/>
          <p:cNvGraphicFramePr/>
          <p:nvPr/>
        </p:nvGraphicFramePr>
        <p:xfrm>
          <a:off x="713250" y="23180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{ECCB118E-79F6-4BCE-8F8A-301867203AA8}</a:tableStyleId>
              </a:tblPr>
              <a:tblGrid>
                <a:gridCol w="598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He/She pays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credit card balance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monthly and on time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He/She recently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lost his/her job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and is looking for work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He/She is currently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repaying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student loans and a loan to start a business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He/She sets money aside for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retirement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and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savings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He/She has a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permanent job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with a good salary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32" name="Google Shape;4132;p66"/>
          <p:cNvSpPr/>
          <p:nvPr/>
        </p:nvSpPr>
        <p:spPr>
          <a:xfrm>
            <a:off x="7791599" y="2394328"/>
            <a:ext cx="413103" cy="304694"/>
          </a:xfrm>
          <a:custGeom>
            <a:avLst/>
            <a:gdLst/>
            <a:ahLst/>
            <a:cxnLst/>
            <a:rect l="l" t="t" r="r" b="b"/>
            <a:pathLst>
              <a:path w="10014" h="7309" extrusionOk="0">
                <a:moveTo>
                  <a:pt x="8149" y="1134"/>
                </a:moveTo>
                <a:cubicBezTo>
                  <a:pt x="8294" y="1134"/>
                  <a:pt x="8439" y="1189"/>
                  <a:pt x="8549" y="1300"/>
                </a:cubicBezTo>
                <a:cubicBezTo>
                  <a:pt x="8769" y="1520"/>
                  <a:pt x="8769" y="1879"/>
                  <a:pt x="8549" y="2100"/>
                </a:cubicBezTo>
                <a:lnTo>
                  <a:pt x="4639" y="6007"/>
                </a:lnTo>
                <a:cubicBezTo>
                  <a:pt x="4527" y="6120"/>
                  <a:pt x="4377" y="6177"/>
                  <a:pt x="4227" y="6177"/>
                </a:cubicBezTo>
                <a:cubicBezTo>
                  <a:pt x="4081" y="6177"/>
                  <a:pt x="3937" y="6123"/>
                  <a:pt x="3830" y="6016"/>
                </a:cubicBezTo>
                <a:lnTo>
                  <a:pt x="1547" y="3748"/>
                </a:lnTo>
                <a:cubicBezTo>
                  <a:pt x="1296" y="3534"/>
                  <a:pt x="1281" y="3151"/>
                  <a:pt x="1514" y="2918"/>
                </a:cubicBezTo>
                <a:cubicBezTo>
                  <a:pt x="1626" y="2806"/>
                  <a:pt x="1771" y="2750"/>
                  <a:pt x="1916" y="2750"/>
                </a:cubicBezTo>
                <a:cubicBezTo>
                  <a:pt x="2074" y="2750"/>
                  <a:pt x="2232" y="2817"/>
                  <a:pt x="2344" y="2948"/>
                </a:cubicBezTo>
                <a:lnTo>
                  <a:pt x="3784" y="4388"/>
                </a:lnTo>
                <a:cubicBezTo>
                  <a:pt x="3793" y="4401"/>
                  <a:pt x="3805" y="4410"/>
                  <a:pt x="3817" y="4419"/>
                </a:cubicBezTo>
                <a:cubicBezTo>
                  <a:pt x="3817" y="4422"/>
                  <a:pt x="3820" y="4422"/>
                  <a:pt x="3823" y="4425"/>
                </a:cubicBezTo>
                <a:cubicBezTo>
                  <a:pt x="3934" y="4535"/>
                  <a:pt x="4078" y="4590"/>
                  <a:pt x="4222" y="4590"/>
                </a:cubicBezTo>
                <a:cubicBezTo>
                  <a:pt x="4367" y="4590"/>
                  <a:pt x="4512" y="4535"/>
                  <a:pt x="4624" y="4425"/>
                </a:cubicBezTo>
                <a:lnTo>
                  <a:pt x="7749" y="1300"/>
                </a:lnTo>
                <a:cubicBezTo>
                  <a:pt x="7859" y="1189"/>
                  <a:pt x="8004" y="1134"/>
                  <a:pt x="8149" y="1134"/>
                </a:cubicBezTo>
                <a:close/>
                <a:moveTo>
                  <a:pt x="8146" y="1"/>
                </a:moveTo>
                <a:cubicBezTo>
                  <a:pt x="7712" y="1"/>
                  <a:pt x="7279" y="166"/>
                  <a:pt x="6949" y="496"/>
                </a:cubicBezTo>
                <a:lnTo>
                  <a:pt x="6946" y="496"/>
                </a:lnTo>
                <a:lnTo>
                  <a:pt x="4219" y="3223"/>
                </a:lnTo>
                <a:lnTo>
                  <a:pt x="3144" y="2148"/>
                </a:lnTo>
                <a:cubicBezTo>
                  <a:pt x="2808" y="1779"/>
                  <a:pt x="2348" y="1594"/>
                  <a:pt x="1887" y="1594"/>
                </a:cubicBezTo>
                <a:cubicBezTo>
                  <a:pt x="1453" y="1594"/>
                  <a:pt x="1019" y="1758"/>
                  <a:pt x="686" y="2091"/>
                </a:cubicBezTo>
                <a:cubicBezTo>
                  <a:pt x="1" y="2776"/>
                  <a:pt x="28" y="3896"/>
                  <a:pt x="747" y="4549"/>
                </a:cubicBezTo>
                <a:lnTo>
                  <a:pt x="3029" y="6819"/>
                </a:lnTo>
                <a:cubicBezTo>
                  <a:pt x="3344" y="7131"/>
                  <a:pt x="3768" y="7308"/>
                  <a:pt x="4214" y="7308"/>
                </a:cubicBezTo>
                <a:cubicBezTo>
                  <a:pt x="4218" y="7308"/>
                  <a:pt x="4221" y="7308"/>
                  <a:pt x="4225" y="7308"/>
                </a:cubicBezTo>
                <a:cubicBezTo>
                  <a:pt x="4678" y="7308"/>
                  <a:pt x="5116" y="7127"/>
                  <a:pt x="5439" y="6807"/>
                </a:cubicBezTo>
                <a:lnTo>
                  <a:pt x="9349" y="2900"/>
                </a:lnTo>
                <a:cubicBezTo>
                  <a:pt x="10013" y="2236"/>
                  <a:pt x="10013" y="1161"/>
                  <a:pt x="9349" y="499"/>
                </a:cubicBezTo>
                <a:cubicBezTo>
                  <a:pt x="9017" y="167"/>
                  <a:pt x="8581" y="1"/>
                  <a:pt x="814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3" name="Google Shape;4133;p66"/>
          <p:cNvSpPr/>
          <p:nvPr/>
        </p:nvSpPr>
        <p:spPr>
          <a:xfrm>
            <a:off x="7810369" y="2820967"/>
            <a:ext cx="375563" cy="365766"/>
          </a:xfrm>
          <a:custGeom>
            <a:avLst/>
            <a:gdLst/>
            <a:ahLst/>
            <a:cxnLst/>
            <a:rect l="l" t="t" r="r" b="b"/>
            <a:pathLst>
              <a:path w="9104" h="8774" extrusionOk="0">
                <a:moveTo>
                  <a:pt x="7232" y="1143"/>
                </a:moveTo>
                <a:cubicBezTo>
                  <a:pt x="7377" y="1143"/>
                  <a:pt x="7522" y="1198"/>
                  <a:pt x="7633" y="1308"/>
                </a:cubicBezTo>
                <a:cubicBezTo>
                  <a:pt x="7851" y="1528"/>
                  <a:pt x="7854" y="1882"/>
                  <a:pt x="7639" y="2102"/>
                </a:cubicBezTo>
                <a:lnTo>
                  <a:pt x="5755" y="3986"/>
                </a:lnTo>
                <a:cubicBezTo>
                  <a:pt x="5532" y="4210"/>
                  <a:pt x="5532" y="4566"/>
                  <a:pt x="5755" y="4789"/>
                </a:cubicBezTo>
                <a:lnTo>
                  <a:pt x="7639" y="6673"/>
                </a:lnTo>
                <a:cubicBezTo>
                  <a:pt x="7854" y="6894"/>
                  <a:pt x="7851" y="7247"/>
                  <a:pt x="7633" y="7468"/>
                </a:cubicBezTo>
                <a:cubicBezTo>
                  <a:pt x="7522" y="7577"/>
                  <a:pt x="7377" y="7633"/>
                  <a:pt x="7232" y="7633"/>
                </a:cubicBezTo>
                <a:cubicBezTo>
                  <a:pt x="7090" y="7633"/>
                  <a:pt x="6948" y="7580"/>
                  <a:pt x="6839" y="7474"/>
                </a:cubicBezTo>
                <a:lnTo>
                  <a:pt x="6830" y="7468"/>
                </a:lnTo>
                <a:lnTo>
                  <a:pt x="4946" y="5650"/>
                </a:lnTo>
                <a:cubicBezTo>
                  <a:pt x="4836" y="5544"/>
                  <a:pt x="4695" y="5491"/>
                  <a:pt x="4554" y="5491"/>
                </a:cubicBezTo>
                <a:cubicBezTo>
                  <a:pt x="4412" y="5491"/>
                  <a:pt x="4271" y="5544"/>
                  <a:pt x="4161" y="5650"/>
                </a:cubicBezTo>
                <a:lnTo>
                  <a:pt x="2277" y="7468"/>
                </a:lnTo>
                <a:lnTo>
                  <a:pt x="2268" y="7474"/>
                </a:lnTo>
                <a:cubicBezTo>
                  <a:pt x="2159" y="7580"/>
                  <a:pt x="2017" y="7633"/>
                  <a:pt x="1875" y="7633"/>
                </a:cubicBezTo>
                <a:cubicBezTo>
                  <a:pt x="1730" y="7633"/>
                  <a:pt x="1585" y="7577"/>
                  <a:pt x="1474" y="7468"/>
                </a:cubicBezTo>
                <a:cubicBezTo>
                  <a:pt x="1256" y="7247"/>
                  <a:pt x="1253" y="6894"/>
                  <a:pt x="1468" y="6673"/>
                </a:cubicBezTo>
                <a:lnTo>
                  <a:pt x="3352" y="4789"/>
                </a:lnTo>
                <a:cubicBezTo>
                  <a:pt x="3575" y="4566"/>
                  <a:pt x="3575" y="4210"/>
                  <a:pt x="3352" y="3986"/>
                </a:cubicBezTo>
                <a:lnTo>
                  <a:pt x="1468" y="2102"/>
                </a:lnTo>
                <a:cubicBezTo>
                  <a:pt x="1253" y="1882"/>
                  <a:pt x="1256" y="1528"/>
                  <a:pt x="1474" y="1308"/>
                </a:cubicBezTo>
                <a:cubicBezTo>
                  <a:pt x="1585" y="1198"/>
                  <a:pt x="1730" y="1143"/>
                  <a:pt x="1875" y="1143"/>
                </a:cubicBezTo>
                <a:cubicBezTo>
                  <a:pt x="2017" y="1143"/>
                  <a:pt x="2159" y="1196"/>
                  <a:pt x="2268" y="1302"/>
                </a:cubicBezTo>
                <a:lnTo>
                  <a:pt x="2277" y="1308"/>
                </a:lnTo>
                <a:lnTo>
                  <a:pt x="4161" y="3126"/>
                </a:lnTo>
                <a:cubicBezTo>
                  <a:pt x="4271" y="3231"/>
                  <a:pt x="4412" y="3284"/>
                  <a:pt x="4554" y="3284"/>
                </a:cubicBezTo>
                <a:cubicBezTo>
                  <a:pt x="4695" y="3284"/>
                  <a:pt x="4836" y="3231"/>
                  <a:pt x="4946" y="3126"/>
                </a:cubicBezTo>
                <a:lnTo>
                  <a:pt x="6830" y="1308"/>
                </a:lnTo>
                <a:lnTo>
                  <a:pt x="6839" y="1302"/>
                </a:lnTo>
                <a:cubicBezTo>
                  <a:pt x="6948" y="1196"/>
                  <a:pt x="7090" y="1143"/>
                  <a:pt x="7232" y="1143"/>
                </a:cubicBezTo>
                <a:close/>
                <a:moveTo>
                  <a:pt x="1865" y="0"/>
                </a:moveTo>
                <a:cubicBezTo>
                  <a:pt x="1430" y="0"/>
                  <a:pt x="995" y="166"/>
                  <a:pt x="664" y="499"/>
                </a:cubicBezTo>
                <a:cubicBezTo>
                  <a:pt x="0" y="1163"/>
                  <a:pt x="3" y="2241"/>
                  <a:pt x="667" y="2902"/>
                </a:cubicBezTo>
                <a:lnTo>
                  <a:pt x="2153" y="4388"/>
                </a:lnTo>
                <a:lnTo>
                  <a:pt x="667" y="5873"/>
                </a:lnTo>
                <a:cubicBezTo>
                  <a:pt x="0" y="6535"/>
                  <a:pt x="0" y="7610"/>
                  <a:pt x="661" y="8274"/>
                </a:cubicBezTo>
                <a:cubicBezTo>
                  <a:pt x="995" y="8607"/>
                  <a:pt x="1431" y="8774"/>
                  <a:pt x="1868" y="8774"/>
                </a:cubicBezTo>
                <a:cubicBezTo>
                  <a:pt x="2301" y="8774"/>
                  <a:pt x="2734" y="8609"/>
                  <a:pt x="3065" y="8280"/>
                </a:cubicBezTo>
                <a:lnTo>
                  <a:pt x="4554" y="6846"/>
                </a:lnTo>
                <a:lnTo>
                  <a:pt x="6042" y="8280"/>
                </a:lnTo>
                <a:cubicBezTo>
                  <a:pt x="6373" y="8609"/>
                  <a:pt x="6806" y="8774"/>
                  <a:pt x="7239" y="8774"/>
                </a:cubicBezTo>
                <a:cubicBezTo>
                  <a:pt x="7675" y="8774"/>
                  <a:pt x="8111" y="8607"/>
                  <a:pt x="8443" y="8274"/>
                </a:cubicBezTo>
                <a:cubicBezTo>
                  <a:pt x="9104" y="7610"/>
                  <a:pt x="9104" y="6535"/>
                  <a:pt x="8440" y="5873"/>
                </a:cubicBezTo>
                <a:lnTo>
                  <a:pt x="6957" y="4388"/>
                </a:lnTo>
                <a:lnTo>
                  <a:pt x="8440" y="2902"/>
                </a:lnTo>
                <a:cubicBezTo>
                  <a:pt x="8760" y="2585"/>
                  <a:pt x="8938" y="2153"/>
                  <a:pt x="8938" y="1703"/>
                </a:cubicBezTo>
                <a:cubicBezTo>
                  <a:pt x="8938" y="1018"/>
                  <a:pt x="8524" y="399"/>
                  <a:pt x="7893" y="133"/>
                </a:cubicBezTo>
                <a:cubicBezTo>
                  <a:pt x="7682" y="46"/>
                  <a:pt x="7460" y="3"/>
                  <a:pt x="7239" y="3"/>
                </a:cubicBezTo>
                <a:cubicBezTo>
                  <a:pt x="6799" y="3"/>
                  <a:pt x="6366" y="174"/>
                  <a:pt x="6042" y="496"/>
                </a:cubicBezTo>
                <a:lnTo>
                  <a:pt x="4554" y="1930"/>
                </a:lnTo>
                <a:lnTo>
                  <a:pt x="3065" y="496"/>
                </a:lnTo>
                <a:cubicBezTo>
                  <a:pt x="2733" y="165"/>
                  <a:pt x="2299" y="0"/>
                  <a:pt x="186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134" name="Google Shape;4134;p66"/>
          <p:cNvGrpSpPr/>
          <p:nvPr/>
        </p:nvGrpSpPr>
        <p:grpSpPr>
          <a:xfrm>
            <a:off x="438778" y="1819175"/>
            <a:ext cx="274452" cy="274317"/>
            <a:chOff x="2167548" y="1796250"/>
            <a:chExt cx="274452" cy="274317"/>
          </a:xfrm>
        </p:grpSpPr>
        <p:sp>
          <p:nvSpPr>
            <p:cNvPr id="4135" name="Google Shape;4135;p66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66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37" name="Google Shape;4137;p66"/>
          <p:cNvGrpSpPr/>
          <p:nvPr/>
        </p:nvGrpSpPr>
        <p:grpSpPr>
          <a:xfrm>
            <a:off x="268863" y="2283712"/>
            <a:ext cx="376078" cy="365766"/>
            <a:chOff x="1243851" y="2712376"/>
            <a:chExt cx="376078" cy="365766"/>
          </a:xfrm>
        </p:grpSpPr>
        <p:sp>
          <p:nvSpPr>
            <p:cNvPr id="4138" name="Google Shape;4138;p66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66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0" name="Google Shape;4140;p66"/>
          <p:cNvGrpSpPr/>
          <p:nvPr/>
        </p:nvGrpSpPr>
        <p:grpSpPr>
          <a:xfrm>
            <a:off x="8430774" y="1773382"/>
            <a:ext cx="273484" cy="274317"/>
            <a:chOff x="5885615" y="165400"/>
            <a:chExt cx="364743" cy="365756"/>
          </a:xfrm>
        </p:grpSpPr>
        <p:sp>
          <p:nvSpPr>
            <p:cNvPr id="4141" name="Google Shape;4141;p66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66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" name="Google Shape;4147;p6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personal budget</a:t>
            </a:r>
            <a:endParaRPr/>
          </a:p>
        </p:txBody>
      </p:sp>
      <p:sp>
        <p:nvSpPr>
          <p:cNvPr id="4148" name="Google Shape;4148;p67"/>
          <p:cNvSpPr txBox="1"/>
          <p:nvPr/>
        </p:nvSpPr>
        <p:spPr>
          <a:xfrm>
            <a:off x="713225" y="1362450"/>
            <a:ext cx="7717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Directions: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Jenna is making a 4-week budget. Complete the table. How much money does Jenna have available at the end of 4 weeks?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149" name="Google Shape;4149;p67"/>
          <p:cNvGraphicFramePr/>
          <p:nvPr/>
        </p:nvGraphicFramePr>
        <p:xfrm>
          <a:off x="3041925" y="2185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{3FC95817-A2BF-44A8-B01B-C69E9FA19D1A}</a:tableStyleId>
              </a:tblPr>
              <a:tblGrid>
                <a:gridCol w="235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Description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Income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Expenses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Amount available</a:t>
                      </a:r>
                      <a:endParaRPr>
                        <a:solidFill>
                          <a:schemeClr val="dk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Earnings ($25 babysitting each weekend)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$100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College fund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Entertainment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Snacks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50" name="Google Shape;4150;p67"/>
          <p:cNvSpPr txBox="1"/>
          <p:nvPr/>
        </p:nvSpPr>
        <p:spPr>
          <a:xfrm>
            <a:off x="713225" y="2185400"/>
            <a:ext cx="19659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Expenses: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entertainment: $15,  snacks—$10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Planned savings: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college fund—$20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151" name="Google Shape;4151;p67"/>
          <p:cNvGrpSpPr/>
          <p:nvPr/>
        </p:nvGrpSpPr>
        <p:grpSpPr>
          <a:xfrm>
            <a:off x="713219" y="4136299"/>
            <a:ext cx="537441" cy="456890"/>
            <a:chOff x="3824894" y="3938349"/>
            <a:chExt cx="537441" cy="456890"/>
          </a:xfrm>
        </p:grpSpPr>
        <p:sp>
          <p:nvSpPr>
            <p:cNvPr id="4152" name="Google Shape;4152;p67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53" name="Google Shape;4153;p67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4154" name="Google Shape;4154;p67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67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67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67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58" name="Google Shape;4158;p67"/>
          <p:cNvGrpSpPr/>
          <p:nvPr/>
        </p:nvGrpSpPr>
        <p:grpSpPr>
          <a:xfrm>
            <a:off x="1412231" y="4515432"/>
            <a:ext cx="273484" cy="274317"/>
            <a:chOff x="5885615" y="165400"/>
            <a:chExt cx="364743" cy="365756"/>
          </a:xfrm>
        </p:grpSpPr>
        <p:sp>
          <p:nvSpPr>
            <p:cNvPr id="4159" name="Google Shape;4159;p6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67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61" name="Google Shape;4161;p67"/>
          <p:cNvGrpSpPr/>
          <p:nvPr/>
        </p:nvGrpSpPr>
        <p:grpSpPr>
          <a:xfrm>
            <a:off x="1411755" y="3996325"/>
            <a:ext cx="274452" cy="274317"/>
            <a:chOff x="2167548" y="1796250"/>
            <a:chExt cx="274452" cy="274317"/>
          </a:xfrm>
        </p:grpSpPr>
        <p:sp>
          <p:nvSpPr>
            <p:cNvPr id="4162" name="Google Shape;4162;p6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67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64" name="Google Shape;4164;p67"/>
          <p:cNvGrpSpPr/>
          <p:nvPr/>
        </p:nvGrpSpPr>
        <p:grpSpPr>
          <a:xfrm>
            <a:off x="1870222" y="4261963"/>
            <a:ext cx="359149" cy="274320"/>
            <a:chOff x="1684504" y="2090725"/>
            <a:chExt cx="359149" cy="274320"/>
          </a:xfrm>
        </p:grpSpPr>
        <p:sp>
          <p:nvSpPr>
            <p:cNvPr id="4165" name="Google Shape;4165;p67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67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1" name="Google Shape;4171;p68"/>
          <p:cNvSpPr txBox="1">
            <a:spLocks noGrp="1"/>
          </p:cNvSpPr>
          <p:nvPr>
            <p:ph type="title"/>
          </p:nvPr>
        </p:nvSpPr>
        <p:spPr>
          <a:xfrm>
            <a:off x="713227" y="539500"/>
            <a:ext cx="5023200" cy="10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172" name="Google Shape;4172;p68"/>
          <p:cNvSpPr txBox="1">
            <a:spLocks noGrp="1"/>
          </p:cNvSpPr>
          <p:nvPr>
            <p:ph type="subTitle" idx="1"/>
          </p:nvPr>
        </p:nvSpPr>
        <p:spPr>
          <a:xfrm>
            <a:off x="713225" y="1728216"/>
            <a:ext cx="50232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 Black"/>
                <a:ea typeface="Lato Black"/>
                <a:cs typeface="Lato Black"/>
                <a:sym typeface="Lato Black"/>
              </a:rPr>
              <a:t>Do you have any questions?</a:t>
            </a:r>
            <a:endParaRPr>
              <a:latin typeface="Lato Black"/>
              <a:ea typeface="Lato Black"/>
              <a:cs typeface="Lato Black"/>
              <a:sym typeface="Lato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+34 654 321 432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4173" name="Google Shape;4173;p68"/>
          <p:cNvSpPr txBox="1"/>
          <p:nvPr/>
        </p:nvSpPr>
        <p:spPr>
          <a:xfrm>
            <a:off x="713225" y="4238300"/>
            <a:ext cx="502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Please keep this slide for attribution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4" name="Google Shape;4174;p68"/>
          <p:cNvSpPr/>
          <p:nvPr/>
        </p:nvSpPr>
        <p:spPr>
          <a:xfrm>
            <a:off x="804672" y="2960329"/>
            <a:ext cx="362623" cy="365721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5" name="Google Shape;4175;p68"/>
          <p:cNvGrpSpPr/>
          <p:nvPr/>
        </p:nvGrpSpPr>
        <p:grpSpPr>
          <a:xfrm>
            <a:off x="1399211" y="2960390"/>
            <a:ext cx="362639" cy="365730"/>
            <a:chOff x="812101" y="2571761"/>
            <a:chExt cx="417066" cy="417024"/>
          </a:xfrm>
        </p:grpSpPr>
        <p:sp>
          <p:nvSpPr>
            <p:cNvPr id="4176" name="Google Shape;4176;p68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68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68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68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0" name="Google Shape;4180;p68"/>
          <p:cNvGrpSpPr/>
          <p:nvPr/>
        </p:nvGrpSpPr>
        <p:grpSpPr>
          <a:xfrm>
            <a:off x="1993766" y="2960390"/>
            <a:ext cx="362603" cy="365730"/>
            <a:chOff x="1323129" y="2571761"/>
            <a:chExt cx="417024" cy="417024"/>
          </a:xfrm>
        </p:grpSpPr>
        <p:sp>
          <p:nvSpPr>
            <p:cNvPr id="4181" name="Google Shape;4181;p68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68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68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68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5" name="Google Shape;4185;p68"/>
          <p:cNvGrpSpPr/>
          <p:nvPr/>
        </p:nvGrpSpPr>
        <p:grpSpPr>
          <a:xfrm flipH="1">
            <a:off x="6397390" y="2205964"/>
            <a:ext cx="1738168" cy="1554457"/>
            <a:chOff x="6932090" y="1102989"/>
            <a:chExt cx="1738168" cy="1554457"/>
          </a:xfrm>
        </p:grpSpPr>
        <p:sp>
          <p:nvSpPr>
            <p:cNvPr id="4186" name="Google Shape;4186;p68"/>
            <p:cNvSpPr/>
            <p:nvPr/>
          </p:nvSpPr>
          <p:spPr>
            <a:xfrm>
              <a:off x="6932090" y="1102989"/>
              <a:ext cx="1738168" cy="1554457"/>
            </a:xfrm>
            <a:custGeom>
              <a:avLst/>
              <a:gdLst/>
              <a:ahLst/>
              <a:cxnLst/>
              <a:rect l="l" t="t" r="r" b="b"/>
              <a:pathLst>
                <a:path w="23659" h="21201" extrusionOk="0">
                  <a:moveTo>
                    <a:pt x="16631" y="1"/>
                  </a:moveTo>
                  <a:cubicBezTo>
                    <a:pt x="16630" y="1"/>
                    <a:pt x="16629" y="1"/>
                    <a:pt x="16629" y="1"/>
                  </a:cubicBezTo>
                  <a:cubicBezTo>
                    <a:pt x="16480" y="11"/>
                    <a:pt x="16351" y="1112"/>
                    <a:pt x="16282" y="1181"/>
                  </a:cubicBezTo>
                  <a:cubicBezTo>
                    <a:pt x="16143" y="1320"/>
                    <a:pt x="15231" y="1419"/>
                    <a:pt x="15142" y="1548"/>
                  </a:cubicBezTo>
                  <a:lnTo>
                    <a:pt x="13872" y="1548"/>
                  </a:lnTo>
                  <a:cubicBezTo>
                    <a:pt x="13664" y="1300"/>
                    <a:pt x="13387" y="1131"/>
                    <a:pt x="13079" y="1052"/>
                  </a:cubicBezTo>
                  <a:cubicBezTo>
                    <a:pt x="11928" y="834"/>
                    <a:pt x="10785" y="726"/>
                    <a:pt x="9656" y="726"/>
                  </a:cubicBezTo>
                  <a:cubicBezTo>
                    <a:pt x="7340" y="726"/>
                    <a:pt x="5082" y="1180"/>
                    <a:pt x="2936" y="2073"/>
                  </a:cubicBezTo>
                  <a:cubicBezTo>
                    <a:pt x="2876" y="2103"/>
                    <a:pt x="2817" y="2133"/>
                    <a:pt x="2767" y="2173"/>
                  </a:cubicBezTo>
                  <a:cubicBezTo>
                    <a:pt x="1934" y="2520"/>
                    <a:pt x="1439" y="3947"/>
                    <a:pt x="1369" y="4175"/>
                  </a:cubicBezTo>
                  <a:lnTo>
                    <a:pt x="1359" y="4195"/>
                  </a:lnTo>
                  <a:cubicBezTo>
                    <a:pt x="1359" y="4205"/>
                    <a:pt x="1359" y="4205"/>
                    <a:pt x="1359" y="4205"/>
                  </a:cubicBezTo>
                  <a:cubicBezTo>
                    <a:pt x="1260" y="4542"/>
                    <a:pt x="1230" y="4889"/>
                    <a:pt x="1270" y="5226"/>
                  </a:cubicBezTo>
                  <a:cubicBezTo>
                    <a:pt x="1647" y="8717"/>
                    <a:pt x="2133" y="12147"/>
                    <a:pt x="2728" y="15568"/>
                  </a:cubicBezTo>
                  <a:cubicBezTo>
                    <a:pt x="2429" y="15666"/>
                    <a:pt x="2118" y="15715"/>
                    <a:pt x="1808" y="15715"/>
                  </a:cubicBezTo>
                  <a:cubicBezTo>
                    <a:pt x="1615" y="15715"/>
                    <a:pt x="1421" y="15695"/>
                    <a:pt x="1230" y="15657"/>
                  </a:cubicBezTo>
                  <a:cubicBezTo>
                    <a:pt x="1111" y="15667"/>
                    <a:pt x="1002" y="16560"/>
                    <a:pt x="943" y="16619"/>
                  </a:cubicBezTo>
                  <a:cubicBezTo>
                    <a:pt x="834" y="16748"/>
                    <a:pt x="1" y="16827"/>
                    <a:pt x="1" y="16936"/>
                  </a:cubicBezTo>
                  <a:cubicBezTo>
                    <a:pt x="11" y="17055"/>
                    <a:pt x="834" y="17115"/>
                    <a:pt x="943" y="17224"/>
                  </a:cubicBezTo>
                  <a:cubicBezTo>
                    <a:pt x="1012" y="17283"/>
                    <a:pt x="1150" y="18186"/>
                    <a:pt x="1268" y="18186"/>
                  </a:cubicBezTo>
                  <a:cubicBezTo>
                    <a:pt x="1269" y="18186"/>
                    <a:pt x="1269" y="18186"/>
                    <a:pt x="1270" y="18186"/>
                  </a:cubicBezTo>
                  <a:cubicBezTo>
                    <a:pt x="1290" y="18186"/>
                    <a:pt x="1300" y="18166"/>
                    <a:pt x="1320" y="18136"/>
                  </a:cubicBezTo>
                  <a:cubicBezTo>
                    <a:pt x="1476" y="17980"/>
                    <a:pt x="1974" y="17550"/>
                    <a:pt x="2654" y="17550"/>
                  </a:cubicBezTo>
                  <a:cubicBezTo>
                    <a:pt x="2794" y="17550"/>
                    <a:pt x="2941" y="17568"/>
                    <a:pt x="3094" y="17611"/>
                  </a:cubicBezTo>
                  <a:cubicBezTo>
                    <a:pt x="3223" y="18295"/>
                    <a:pt x="3352" y="18969"/>
                    <a:pt x="3491" y="19653"/>
                  </a:cubicBezTo>
                  <a:cubicBezTo>
                    <a:pt x="3669" y="20496"/>
                    <a:pt x="4314" y="21200"/>
                    <a:pt x="4919" y="21200"/>
                  </a:cubicBezTo>
                  <a:cubicBezTo>
                    <a:pt x="8320" y="21160"/>
                    <a:pt x="11711" y="20803"/>
                    <a:pt x="15042" y="20129"/>
                  </a:cubicBezTo>
                  <a:cubicBezTo>
                    <a:pt x="15072" y="20129"/>
                    <a:pt x="15102" y="20119"/>
                    <a:pt x="15132" y="20109"/>
                  </a:cubicBezTo>
                  <a:cubicBezTo>
                    <a:pt x="15132" y="20109"/>
                    <a:pt x="16550" y="19623"/>
                    <a:pt x="16738" y="17611"/>
                  </a:cubicBezTo>
                  <a:cubicBezTo>
                    <a:pt x="16748" y="17561"/>
                    <a:pt x="16758" y="17521"/>
                    <a:pt x="16768" y="17472"/>
                  </a:cubicBezTo>
                  <a:lnTo>
                    <a:pt x="17759" y="16619"/>
                  </a:lnTo>
                  <a:lnTo>
                    <a:pt x="17759" y="16619"/>
                  </a:lnTo>
                  <a:cubicBezTo>
                    <a:pt x="17703" y="18187"/>
                    <a:pt x="18974" y="19269"/>
                    <a:pt x="20319" y="19269"/>
                  </a:cubicBezTo>
                  <a:cubicBezTo>
                    <a:pt x="20889" y="19269"/>
                    <a:pt x="21472" y="19075"/>
                    <a:pt x="21973" y="18642"/>
                  </a:cubicBezTo>
                  <a:cubicBezTo>
                    <a:pt x="23659" y="17194"/>
                    <a:pt x="22816" y="14428"/>
                    <a:pt x="20605" y="14170"/>
                  </a:cubicBezTo>
                  <a:lnTo>
                    <a:pt x="23391" y="11771"/>
                  </a:lnTo>
                  <a:cubicBezTo>
                    <a:pt x="23520" y="11661"/>
                    <a:pt x="23540" y="11463"/>
                    <a:pt x="23431" y="11334"/>
                  </a:cubicBezTo>
                  <a:lnTo>
                    <a:pt x="21011" y="8518"/>
                  </a:lnTo>
                  <a:lnTo>
                    <a:pt x="22618" y="6218"/>
                  </a:lnTo>
                  <a:cubicBezTo>
                    <a:pt x="22707" y="6069"/>
                    <a:pt x="22677" y="5881"/>
                    <a:pt x="22538" y="5782"/>
                  </a:cubicBezTo>
                  <a:lnTo>
                    <a:pt x="18404" y="2916"/>
                  </a:lnTo>
                  <a:cubicBezTo>
                    <a:pt x="18348" y="2879"/>
                    <a:pt x="18286" y="2861"/>
                    <a:pt x="18225" y="2861"/>
                  </a:cubicBezTo>
                  <a:cubicBezTo>
                    <a:pt x="18125" y="2861"/>
                    <a:pt x="18029" y="2909"/>
                    <a:pt x="17967" y="2995"/>
                  </a:cubicBezTo>
                  <a:lnTo>
                    <a:pt x="16649" y="4899"/>
                  </a:lnTo>
                  <a:lnTo>
                    <a:pt x="16649" y="3075"/>
                  </a:lnTo>
                  <a:cubicBezTo>
                    <a:pt x="16659" y="3085"/>
                    <a:pt x="16659" y="3085"/>
                    <a:pt x="16668" y="3085"/>
                  </a:cubicBezTo>
                  <a:cubicBezTo>
                    <a:pt x="16817" y="3075"/>
                    <a:pt x="16946" y="1984"/>
                    <a:pt x="17016" y="1915"/>
                  </a:cubicBezTo>
                  <a:cubicBezTo>
                    <a:pt x="17154" y="1766"/>
                    <a:pt x="18176" y="1667"/>
                    <a:pt x="18176" y="1518"/>
                  </a:cubicBezTo>
                  <a:cubicBezTo>
                    <a:pt x="18166" y="1379"/>
                    <a:pt x="17154" y="1310"/>
                    <a:pt x="17016" y="1181"/>
                  </a:cubicBezTo>
                  <a:cubicBezTo>
                    <a:pt x="16937" y="1102"/>
                    <a:pt x="16769" y="1"/>
                    <a:pt x="1663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87" name="Google Shape;4187;p68"/>
            <p:cNvGrpSpPr/>
            <p:nvPr/>
          </p:nvGrpSpPr>
          <p:grpSpPr>
            <a:xfrm>
              <a:off x="6936094" y="1102989"/>
              <a:ext cx="1730160" cy="1554457"/>
              <a:chOff x="6401390" y="2205979"/>
              <a:chExt cx="1730160" cy="1554457"/>
            </a:xfrm>
          </p:grpSpPr>
          <p:sp>
            <p:nvSpPr>
              <p:cNvPr id="4188" name="Google Shape;4188;p68"/>
              <p:cNvSpPr/>
              <p:nvPr/>
            </p:nvSpPr>
            <p:spPr>
              <a:xfrm>
                <a:off x="7284323" y="2415527"/>
                <a:ext cx="786029" cy="876027"/>
              </a:xfrm>
              <a:custGeom>
                <a:avLst/>
                <a:gdLst/>
                <a:ahLst/>
                <a:cxnLst/>
                <a:rect l="l" t="t" r="r" b="b"/>
                <a:pathLst>
                  <a:path w="10699" h="11948" extrusionOk="0">
                    <a:moveTo>
                      <a:pt x="6211" y="0"/>
                    </a:moveTo>
                    <a:cubicBezTo>
                      <a:pt x="6113" y="0"/>
                      <a:pt x="6020" y="47"/>
                      <a:pt x="5959" y="137"/>
                    </a:cubicBezTo>
                    <a:lnTo>
                      <a:pt x="99" y="8595"/>
                    </a:lnTo>
                    <a:cubicBezTo>
                      <a:pt x="0" y="8744"/>
                      <a:pt x="40" y="8932"/>
                      <a:pt x="179" y="9032"/>
                    </a:cubicBezTo>
                    <a:lnTo>
                      <a:pt x="4313" y="11897"/>
                    </a:lnTo>
                    <a:cubicBezTo>
                      <a:pt x="4366" y="11931"/>
                      <a:pt x="4428" y="11948"/>
                      <a:pt x="4489" y="11948"/>
                    </a:cubicBezTo>
                    <a:cubicBezTo>
                      <a:pt x="4589" y="11948"/>
                      <a:pt x="4688" y="11904"/>
                      <a:pt x="4750" y="11818"/>
                    </a:cubicBezTo>
                    <a:lnTo>
                      <a:pt x="10610" y="3350"/>
                    </a:lnTo>
                    <a:cubicBezTo>
                      <a:pt x="10699" y="3211"/>
                      <a:pt x="10669" y="3013"/>
                      <a:pt x="10530" y="2914"/>
                    </a:cubicBezTo>
                    <a:lnTo>
                      <a:pt x="6396" y="58"/>
                    </a:lnTo>
                    <a:cubicBezTo>
                      <a:pt x="6337" y="19"/>
                      <a:pt x="6273" y="0"/>
                      <a:pt x="62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68"/>
              <p:cNvSpPr/>
              <p:nvPr/>
            </p:nvSpPr>
            <p:spPr>
              <a:xfrm>
                <a:off x="7341848" y="2470737"/>
                <a:ext cx="673183" cy="764141"/>
              </a:xfrm>
              <a:custGeom>
                <a:avLst/>
                <a:gdLst/>
                <a:ahLst/>
                <a:cxnLst/>
                <a:rect l="l" t="t" r="r" b="b"/>
                <a:pathLst>
                  <a:path w="9163" h="10422" extrusionOk="0">
                    <a:moveTo>
                      <a:pt x="5560" y="1"/>
                    </a:moveTo>
                    <a:cubicBezTo>
                      <a:pt x="5471" y="1"/>
                      <a:pt x="5385" y="47"/>
                      <a:pt x="5335" y="128"/>
                    </a:cubicBezTo>
                    <a:lnTo>
                      <a:pt x="90" y="7723"/>
                    </a:lnTo>
                    <a:cubicBezTo>
                      <a:pt x="0" y="7832"/>
                      <a:pt x="20" y="8001"/>
                      <a:pt x="129" y="8090"/>
                    </a:cubicBezTo>
                    <a:lnTo>
                      <a:pt x="3451" y="10381"/>
                    </a:lnTo>
                    <a:cubicBezTo>
                      <a:pt x="3497" y="10409"/>
                      <a:pt x="3546" y="10422"/>
                      <a:pt x="3594" y="10422"/>
                    </a:cubicBezTo>
                    <a:cubicBezTo>
                      <a:pt x="3682" y="10422"/>
                      <a:pt x="3767" y="10378"/>
                      <a:pt x="3818" y="10301"/>
                    </a:cubicBezTo>
                    <a:lnTo>
                      <a:pt x="9073" y="2706"/>
                    </a:lnTo>
                    <a:cubicBezTo>
                      <a:pt x="9162" y="2597"/>
                      <a:pt x="9142" y="2428"/>
                      <a:pt x="9023" y="2339"/>
                    </a:cubicBezTo>
                    <a:lnTo>
                      <a:pt x="5712" y="49"/>
                    </a:lnTo>
                    <a:cubicBezTo>
                      <a:pt x="5664" y="16"/>
                      <a:pt x="5612" y="1"/>
                      <a:pt x="5560" y="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68"/>
              <p:cNvSpPr/>
              <p:nvPr/>
            </p:nvSpPr>
            <p:spPr>
              <a:xfrm>
                <a:off x="7931130" y="2610192"/>
                <a:ext cx="83165" cy="105507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439" extrusionOk="0">
                    <a:moveTo>
                      <a:pt x="368" y="1"/>
                    </a:moveTo>
                    <a:cubicBezTo>
                      <a:pt x="348" y="21"/>
                      <a:pt x="328" y="41"/>
                      <a:pt x="308" y="70"/>
                    </a:cubicBezTo>
                    <a:cubicBezTo>
                      <a:pt x="1" y="507"/>
                      <a:pt x="120" y="1111"/>
                      <a:pt x="556" y="1409"/>
                    </a:cubicBezTo>
                    <a:lnTo>
                      <a:pt x="606" y="1439"/>
                    </a:lnTo>
                    <a:lnTo>
                      <a:pt x="1052" y="804"/>
                    </a:lnTo>
                    <a:cubicBezTo>
                      <a:pt x="1131" y="685"/>
                      <a:pt x="1111" y="526"/>
                      <a:pt x="992" y="437"/>
                    </a:cubicBezTo>
                    <a:lnTo>
                      <a:pt x="3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68"/>
              <p:cNvSpPr/>
              <p:nvPr/>
            </p:nvSpPr>
            <p:spPr>
              <a:xfrm>
                <a:off x="7703161" y="2470591"/>
                <a:ext cx="105720" cy="70387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60" extrusionOk="0">
                    <a:moveTo>
                      <a:pt x="643" y="0"/>
                    </a:moveTo>
                    <a:cubicBezTo>
                      <a:pt x="554" y="0"/>
                      <a:pt x="469" y="46"/>
                      <a:pt x="417" y="130"/>
                    </a:cubicBezTo>
                    <a:lnTo>
                      <a:pt x="0" y="735"/>
                    </a:lnTo>
                    <a:cubicBezTo>
                      <a:pt x="20" y="755"/>
                      <a:pt x="40" y="775"/>
                      <a:pt x="60" y="785"/>
                    </a:cubicBezTo>
                    <a:cubicBezTo>
                      <a:pt x="228" y="903"/>
                      <a:pt x="421" y="959"/>
                      <a:pt x="612" y="959"/>
                    </a:cubicBezTo>
                    <a:cubicBezTo>
                      <a:pt x="918" y="959"/>
                      <a:pt x="1219" y="815"/>
                      <a:pt x="1408" y="547"/>
                    </a:cubicBezTo>
                    <a:cubicBezTo>
                      <a:pt x="1418" y="527"/>
                      <a:pt x="1428" y="507"/>
                      <a:pt x="1438" y="497"/>
                    </a:cubicBezTo>
                    <a:lnTo>
                      <a:pt x="784" y="41"/>
                    </a:lnTo>
                    <a:cubicBezTo>
                      <a:pt x="739" y="13"/>
                      <a:pt x="690" y="0"/>
                      <a:pt x="6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68"/>
              <p:cNvSpPr/>
              <p:nvPr/>
            </p:nvSpPr>
            <p:spPr>
              <a:xfrm>
                <a:off x="7547263" y="3166471"/>
                <a:ext cx="104985" cy="68628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936" extrusionOk="0">
                    <a:moveTo>
                      <a:pt x="825" y="0"/>
                    </a:moveTo>
                    <a:cubicBezTo>
                      <a:pt x="517" y="0"/>
                      <a:pt x="215" y="145"/>
                      <a:pt x="30" y="416"/>
                    </a:cubicBezTo>
                    <a:cubicBezTo>
                      <a:pt x="20" y="426"/>
                      <a:pt x="10" y="445"/>
                      <a:pt x="1" y="455"/>
                    </a:cubicBezTo>
                    <a:lnTo>
                      <a:pt x="645" y="901"/>
                    </a:lnTo>
                    <a:cubicBezTo>
                      <a:pt x="688" y="925"/>
                      <a:pt x="735" y="936"/>
                      <a:pt x="782" y="936"/>
                    </a:cubicBezTo>
                    <a:cubicBezTo>
                      <a:pt x="875" y="936"/>
                      <a:pt x="966" y="892"/>
                      <a:pt x="1012" y="812"/>
                    </a:cubicBezTo>
                    <a:lnTo>
                      <a:pt x="1428" y="207"/>
                    </a:lnTo>
                    <a:cubicBezTo>
                      <a:pt x="1409" y="198"/>
                      <a:pt x="1389" y="178"/>
                      <a:pt x="1369" y="168"/>
                    </a:cubicBezTo>
                    <a:cubicBezTo>
                      <a:pt x="1203" y="55"/>
                      <a:pt x="1013" y="0"/>
                      <a:pt x="8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68"/>
              <p:cNvSpPr/>
              <p:nvPr/>
            </p:nvSpPr>
            <p:spPr>
              <a:xfrm>
                <a:off x="7341113" y="2990430"/>
                <a:ext cx="83092" cy="105507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439" extrusionOk="0">
                    <a:moveTo>
                      <a:pt x="526" y="1"/>
                    </a:moveTo>
                    <a:lnTo>
                      <a:pt x="90" y="625"/>
                    </a:lnTo>
                    <a:cubicBezTo>
                      <a:pt x="1" y="734"/>
                      <a:pt x="20" y="903"/>
                      <a:pt x="139" y="992"/>
                    </a:cubicBezTo>
                    <a:lnTo>
                      <a:pt x="774" y="1438"/>
                    </a:lnTo>
                    <a:cubicBezTo>
                      <a:pt x="794" y="1419"/>
                      <a:pt x="814" y="1399"/>
                      <a:pt x="833" y="1379"/>
                    </a:cubicBezTo>
                    <a:cubicBezTo>
                      <a:pt x="1131" y="943"/>
                      <a:pt x="1022" y="338"/>
                      <a:pt x="586" y="40"/>
                    </a:cubicBezTo>
                    <a:lnTo>
                      <a:pt x="5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68"/>
              <p:cNvSpPr/>
              <p:nvPr/>
            </p:nvSpPr>
            <p:spPr>
              <a:xfrm>
                <a:off x="7742466" y="2604326"/>
                <a:ext cx="121442" cy="93263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1272" extrusionOk="0">
                    <a:moveTo>
                      <a:pt x="833" y="1"/>
                    </a:moveTo>
                    <a:cubicBezTo>
                      <a:pt x="795" y="1"/>
                      <a:pt x="755" y="4"/>
                      <a:pt x="715" y="12"/>
                    </a:cubicBezTo>
                    <a:cubicBezTo>
                      <a:pt x="160" y="111"/>
                      <a:pt x="1" y="835"/>
                      <a:pt x="467" y="1162"/>
                    </a:cubicBezTo>
                    <a:cubicBezTo>
                      <a:pt x="575" y="1236"/>
                      <a:pt x="698" y="1271"/>
                      <a:pt x="820" y="1271"/>
                    </a:cubicBezTo>
                    <a:cubicBezTo>
                      <a:pt x="1024" y="1271"/>
                      <a:pt x="1225" y="1173"/>
                      <a:pt x="1349" y="993"/>
                    </a:cubicBezTo>
                    <a:cubicBezTo>
                      <a:pt x="1653" y="561"/>
                      <a:pt x="1325" y="1"/>
                      <a:pt x="8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68"/>
              <p:cNvSpPr/>
              <p:nvPr/>
            </p:nvSpPr>
            <p:spPr>
              <a:xfrm>
                <a:off x="7467110" y="3001281"/>
                <a:ext cx="121515" cy="93483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275" extrusionOk="0">
                    <a:moveTo>
                      <a:pt x="832" y="1"/>
                    </a:moveTo>
                    <a:cubicBezTo>
                      <a:pt x="794" y="1"/>
                      <a:pt x="755" y="4"/>
                      <a:pt x="715" y="11"/>
                    </a:cubicBezTo>
                    <a:cubicBezTo>
                      <a:pt x="160" y="110"/>
                      <a:pt x="1" y="834"/>
                      <a:pt x="467" y="1162"/>
                    </a:cubicBezTo>
                    <a:cubicBezTo>
                      <a:pt x="577" y="1238"/>
                      <a:pt x="704" y="1274"/>
                      <a:pt x="829" y="1274"/>
                    </a:cubicBezTo>
                    <a:cubicBezTo>
                      <a:pt x="1030" y="1274"/>
                      <a:pt x="1227" y="1180"/>
                      <a:pt x="1349" y="1003"/>
                    </a:cubicBezTo>
                    <a:cubicBezTo>
                      <a:pt x="1653" y="570"/>
                      <a:pt x="1324" y="1"/>
                      <a:pt x="8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68"/>
              <p:cNvSpPr/>
              <p:nvPr/>
            </p:nvSpPr>
            <p:spPr>
              <a:xfrm>
                <a:off x="7523974" y="2727944"/>
                <a:ext cx="303127" cy="256767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02" extrusionOk="0">
                    <a:moveTo>
                      <a:pt x="1906" y="0"/>
                    </a:moveTo>
                    <a:cubicBezTo>
                      <a:pt x="1363" y="0"/>
                      <a:pt x="850" y="237"/>
                      <a:pt x="536" y="685"/>
                    </a:cubicBezTo>
                    <a:cubicBezTo>
                      <a:pt x="0" y="1459"/>
                      <a:pt x="258" y="2559"/>
                      <a:pt x="1101" y="3144"/>
                    </a:cubicBezTo>
                    <a:cubicBezTo>
                      <a:pt x="1447" y="3385"/>
                      <a:pt x="1841" y="3501"/>
                      <a:pt x="2221" y="3501"/>
                    </a:cubicBezTo>
                    <a:cubicBezTo>
                      <a:pt x="2766" y="3501"/>
                      <a:pt x="3284" y="3263"/>
                      <a:pt x="3600" y="2807"/>
                    </a:cubicBezTo>
                    <a:cubicBezTo>
                      <a:pt x="4125" y="2034"/>
                      <a:pt x="3877" y="943"/>
                      <a:pt x="3034" y="358"/>
                    </a:cubicBezTo>
                    <a:cubicBezTo>
                      <a:pt x="2683" y="117"/>
                      <a:pt x="2287" y="0"/>
                      <a:pt x="19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68"/>
              <p:cNvSpPr/>
              <p:nvPr/>
            </p:nvSpPr>
            <p:spPr>
              <a:xfrm>
                <a:off x="7582233" y="2774282"/>
                <a:ext cx="186534" cy="15734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2146" extrusionOk="0">
                    <a:moveTo>
                      <a:pt x="1046" y="0"/>
                    </a:moveTo>
                    <a:cubicBezTo>
                      <a:pt x="1032" y="0"/>
                      <a:pt x="1017" y="1"/>
                      <a:pt x="1002" y="4"/>
                    </a:cubicBezTo>
                    <a:cubicBezTo>
                      <a:pt x="942" y="24"/>
                      <a:pt x="883" y="53"/>
                      <a:pt x="833" y="83"/>
                    </a:cubicBezTo>
                    <a:cubicBezTo>
                      <a:pt x="774" y="123"/>
                      <a:pt x="724" y="162"/>
                      <a:pt x="675" y="212"/>
                    </a:cubicBezTo>
                    <a:cubicBezTo>
                      <a:pt x="635" y="262"/>
                      <a:pt x="585" y="301"/>
                      <a:pt x="546" y="331"/>
                    </a:cubicBezTo>
                    <a:cubicBezTo>
                      <a:pt x="541" y="336"/>
                      <a:pt x="536" y="338"/>
                      <a:pt x="531" y="338"/>
                    </a:cubicBezTo>
                    <a:cubicBezTo>
                      <a:pt x="526" y="338"/>
                      <a:pt x="521" y="336"/>
                      <a:pt x="516" y="331"/>
                    </a:cubicBezTo>
                    <a:cubicBezTo>
                      <a:pt x="496" y="321"/>
                      <a:pt x="476" y="321"/>
                      <a:pt x="457" y="311"/>
                    </a:cubicBezTo>
                    <a:cubicBezTo>
                      <a:pt x="437" y="301"/>
                      <a:pt x="427" y="291"/>
                      <a:pt x="407" y="272"/>
                    </a:cubicBezTo>
                    <a:lnTo>
                      <a:pt x="377" y="252"/>
                    </a:lnTo>
                    <a:lnTo>
                      <a:pt x="328" y="222"/>
                    </a:lnTo>
                    <a:lnTo>
                      <a:pt x="278" y="182"/>
                    </a:lnTo>
                    <a:cubicBezTo>
                      <a:pt x="254" y="170"/>
                      <a:pt x="225" y="162"/>
                      <a:pt x="198" y="162"/>
                    </a:cubicBezTo>
                    <a:cubicBezTo>
                      <a:pt x="181" y="162"/>
                      <a:pt x="164" y="165"/>
                      <a:pt x="149" y="172"/>
                    </a:cubicBezTo>
                    <a:cubicBezTo>
                      <a:pt x="100" y="182"/>
                      <a:pt x="60" y="212"/>
                      <a:pt x="40" y="252"/>
                    </a:cubicBezTo>
                    <a:cubicBezTo>
                      <a:pt x="10" y="291"/>
                      <a:pt x="0" y="331"/>
                      <a:pt x="0" y="371"/>
                    </a:cubicBezTo>
                    <a:cubicBezTo>
                      <a:pt x="10" y="410"/>
                      <a:pt x="20" y="440"/>
                      <a:pt x="40" y="470"/>
                    </a:cubicBezTo>
                    <a:cubicBezTo>
                      <a:pt x="60" y="500"/>
                      <a:pt x="90" y="529"/>
                      <a:pt x="119" y="549"/>
                    </a:cubicBezTo>
                    <a:lnTo>
                      <a:pt x="219" y="609"/>
                    </a:lnTo>
                    <a:lnTo>
                      <a:pt x="288" y="668"/>
                    </a:lnTo>
                    <a:cubicBezTo>
                      <a:pt x="318" y="678"/>
                      <a:pt x="318" y="688"/>
                      <a:pt x="318" y="708"/>
                    </a:cubicBezTo>
                    <a:cubicBezTo>
                      <a:pt x="288" y="767"/>
                      <a:pt x="268" y="837"/>
                      <a:pt x="248" y="896"/>
                    </a:cubicBezTo>
                    <a:cubicBezTo>
                      <a:pt x="229" y="966"/>
                      <a:pt x="219" y="1025"/>
                      <a:pt x="209" y="1085"/>
                    </a:cubicBezTo>
                    <a:cubicBezTo>
                      <a:pt x="209" y="1154"/>
                      <a:pt x="229" y="1214"/>
                      <a:pt x="248" y="1263"/>
                    </a:cubicBezTo>
                    <a:cubicBezTo>
                      <a:pt x="288" y="1332"/>
                      <a:pt x="338" y="1382"/>
                      <a:pt x="407" y="1422"/>
                    </a:cubicBezTo>
                    <a:cubicBezTo>
                      <a:pt x="486" y="1481"/>
                      <a:pt x="576" y="1511"/>
                      <a:pt x="675" y="1511"/>
                    </a:cubicBezTo>
                    <a:cubicBezTo>
                      <a:pt x="774" y="1511"/>
                      <a:pt x="863" y="1501"/>
                      <a:pt x="952" y="1461"/>
                    </a:cubicBezTo>
                    <a:cubicBezTo>
                      <a:pt x="1052" y="1432"/>
                      <a:pt x="1141" y="1392"/>
                      <a:pt x="1220" y="1342"/>
                    </a:cubicBezTo>
                    <a:cubicBezTo>
                      <a:pt x="1319" y="1293"/>
                      <a:pt x="1399" y="1243"/>
                      <a:pt x="1468" y="1204"/>
                    </a:cubicBezTo>
                    <a:cubicBezTo>
                      <a:pt x="1537" y="1164"/>
                      <a:pt x="1607" y="1134"/>
                      <a:pt x="1666" y="1104"/>
                    </a:cubicBezTo>
                    <a:cubicBezTo>
                      <a:pt x="1691" y="1090"/>
                      <a:pt x="1716" y="1082"/>
                      <a:pt x="1741" y="1082"/>
                    </a:cubicBezTo>
                    <a:cubicBezTo>
                      <a:pt x="1765" y="1082"/>
                      <a:pt x="1790" y="1090"/>
                      <a:pt x="1815" y="1104"/>
                    </a:cubicBezTo>
                    <a:cubicBezTo>
                      <a:pt x="1835" y="1114"/>
                      <a:pt x="1855" y="1144"/>
                      <a:pt x="1855" y="1164"/>
                    </a:cubicBezTo>
                    <a:cubicBezTo>
                      <a:pt x="1865" y="1194"/>
                      <a:pt x="1865" y="1223"/>
                      <a:pt x="1855" y="1253"/>
                    </a:cubicBezTo>
                    <a:cubicBezTo>
                      <a:pt x="1855" y="1283"/>
                      <a:pt x="1845" y="1313"/>
                      <a:pt x="1835" y="1332"/>
                    </a:cubicBezTo>
                    <a:cubicBezTo>
                      <a:pt x="1825" y="1362"/>
                      <a:pt x="1805" y="1382"/>
                      <a:pt x="1795" y="1402"/>
                    </a:cubicBezTo>
                    <a:cubicBezTo>
                      <a:pt x="1765" y="1451"/>
                      <a:pt x="1736" y="1491"/>
                      <a:pt x="1696" y="1521"/>
                    </a:cubicBezTo>
                    <a:cubicBezTo>
                      <a:pt x="1656" y="1551"/>
                      <a:pt x="1617" y="1580"/>
                      <a:pt x="1587" y="1610"/>
                    </a:cubicBezTo>
                    <a:lnTo>
                      <a:pt x="1488" y="1680"/>
                    </a:lnTo>
                    <a:cubicBezTo>
                      <a:pt x="1428" y="1729"/>
                      <a:pt x="1379" y="1779"/>
                      <a:pt x="1359" y="1848"/>
                    </a:cubicBezTo>
                    <a:cubicBezTo>
                      <a:pt x="1349" y="1878"/>
                      <a:pt x="1339" y="1908"/>
                      <a:pt x="1339" y="1947"/>
                    </a:cubicBezTo>
                    <a:cubicBezTo>
                      <a:pt x="1339" y="1977"/>
                      <a:pt x="1339" y="2007"/>
                      <a:pt x="1349" y="2036"/>
                    </a:cubicBezTo>
                    <a:cubicBezTo>
                      <a:pt x="1359" y="2066"/>
                      <a:pt x="1379" y="2086"/>
                      <a:pt x="1399" y="2106"/>
                    </a:cubicBezTo>
                    <a:cubicBezTo>
                      <a:pt x="1408" y="2116"/>
                      <a:pt x="1418" y="2126"/>
                      <a:pt x="1428" y="2136"/>
                    </a:cubicBezTo>
                    <a:cubicBezTo>
                      <a:pt x="1448" y="2146"/>
                      <a:pt x="1458" y="2146"/>
                      <a:pt x="1478" y="2146"/>
                    </a:cubicBezTo>
                    <a:cubicBezTo>
                      <a:pt x="1527" y="2146"/>
                      <a:pt x="1587" y="2146"/>
                      <a:pt x="1637" y="2126"/>
                    </a:cubicBezTo>
                    <a:cubicBezTo>
                      <a:pt x="1696" y="2106"/>
                      <a:pt x="1756" y="2086"/>
                      <a:pt x="1805" y="2056"/>
                    </a:cubicBezTo>
                    <a:cubicBezTo>
                      <a:pt x="1855" y="2027"/>
                      <a:pt x="1904" y="1997"/>
                      <a:pt x="1944" y="1957"/>
                    </a:cubicBezTo>
                    <a:cubicBezTo>
                      <a:pt x="1993" y="1917"/>
                      <a:pt x="2033" y="1888"/>
                      <a:pt x="2073" y="1848"/>
                    </a:cubicBezTo>
                    <a:cubicBezTo>
                      <a:pt x="2112" y="1878"/>
                      <a:pt x="2152" y="1917"/>
                      <a:pt x="2192" y="1957"/>
                    </a:cubicBezTo>
                    <a:cubicBezTo>
                      <a:pt x="2231" y="1987"/>
                      <a:pt x="2281" y="2017"/>
                      <a:pt x="2321" y="2056"/>
                    </a:cubicBezTo>
                    <a:cubicBezTo>
                      <a:pt x="2336" y="2061"/>
                      <a:pt x="2353" y="2064"/>
                      <a:pt x="2369" y="2064"/>
                    </a:cubicBezTo>
                    <a:cubicBezTo>
                      <a:pt x="2385" y="2064"/>
                      <a:pt x="2400" y="2061"/>
                      <a:pt x="2410" y="2056"/>
                    </a:cubicBezTo>
                    <a:cubicBezTo>
                      <a:pt x="2450" y="2036"/>
                      <a:pt x="2469" y="2017"/>
                      <a:pt x="2489" y="1987"/>
                    </a:cubicBezTo>
                    <a:cubicBezTo>
                      <a:pt x="2539" y="1927"/>
                      <a:pt x="2539" y="1838"/>
                      <a:pt x="2489" y="1789"/>
                    </a:cubicBezTo>
                    <a:cubicBezTo>
                      <a:pt x="2450" y="1739"/>
                      <a:pt x="2410" y="1699"/>
                      <a:pt x="2370" y="1660"/>
                    </a:cubicBezTo>
                    <a:cubicBezTo>
                      <a:pt x="2331" y="1620"/>
                      <a:pt x="2291" y="1580"/>
                      <a:pt x="2241" y="1541"/>
                    </a:cubicBezTo>
                    <a:cubicBezTo>
                      <a:pt x="2291" y="1471"/>
                      <a:pt x="2321" y="1392"/>
                      <a:pt x="2341" y="1313"/>
                    </a:cubicBezTo>
                    <a:cubicBezTo>
                      <a:pt x="2350" y="1233"/>
                      <a:pt x="2360" y="1154"/>
                      <a:pt x="2350" y="1075"/>
                    </a:cubicBezTo>
                    <a:cubicBezTo>
                      <a:pt x="2341" y="995"/>
                      <a:pt x="2311" y="916"/>
                      <a:pt x="2271" y="847"/>
                    </a:cubicBezTo>
                    <a:cubicBezTo>
                      <a:pt x="2231" y="777"/>
                      <a:pt x="2172" y="718"/>
                      <a:pt x="2103" y="668"/>
                    </a:cubicBezTo>
                    <a:cubicBezTo>
                      <a:pt x="2033" y="619"/>
                      <a:pt x="1944" y="589"/>
                      <a:pt x="1845" y="589"/>
                    </a:cubicBezTo>
                    <a:cubicBezTo>
                      <a:pt x="1828" y="587"/>
                      <a:pt x="1812" y="586"/>
                      <a:pt x="1796" y="586"/>
                    </a:cubicBezTo>
                    <a:cubicBezTo>
                      <a:pt x="1723" y="586"/>
                      <a:pt x="1650" y="602"/>
                      <a:pt x="1577" y="619"/>
                    </a:cubicBezTo>
                    <a:cubicBezTo>
                      <a:pt x="1488" y="648"/>
                      <a:pt x="1408" y="688"/>
                      <a:pt x="1319" y="738"/>
                    </a:cubicBezTo>
                    <a:cubicBezTo>
                      <a:pt x="1240" y="787"/>
                      <a:pt x="1161" y="827"/>
                      <a:pt x="1091" y="876"/>
                    </a:cubicBezTo>
                    <a:lnTo>
                      <a:pt x="1022" y="926"/>
                    </a:lnTo>
                    <a:cubicBezTo>
                      <a:pt x="992" y="946"/>
                      <a:pt x="962" y="966"/>
                      <a:pt x="923" y="985"/>
                    </a:cubicBezTo>
                    <a:cubicBezTo>
                      <a:pt x="893" y="1005"/>
                      <a:pt x="863" y="1015"/>
                      <a:pt x="833" y="1025"/>
                    </a:cubicBezTo>
                    <a:cubicBezTo>
                      <a:pt x="825" y="1028"/>
                      <a:pt x="816" y="1029"/>
                      <a:pt x="807" y="1029"/>
                    </a:cubicBezTo>
                    <a:cubicBezTo>
                      <a:pt x="786" y="1029"/>
                      <a:pt x="765" y="1022"/>
                      <a:pt x="744" y="1015"/>
                    </a:cubicBezTo>
                    <a:cubicBezTo>
                      <a:pt x="724" y="1005"/>
                      <a:pt x="714" y="976"/>
                      <a:pt x="704" y="956"/>
                    </a:cubicBezTo>
                    <a:cubicBezTo>
                      <a:pt x="704" y="926"/>
                      <a:pt x="704" y="896"/>
                      <a:pt x="704" y="866"/>
                    </a:cubicBezTo>
                    <a:cubicBezTo>
                      <a:pt x="714" y="837"/>
                      <a:pt x="724" y="807"/>
                      <a:pt x="734" y="787"/>
                    </a:cubicBezTo>
                    <a:cubicBezTo>
                      <a:pt x="744" y="767"/>
                      <a:pt x="754" y="738"/>
                      <a:pt x="774" y="718"/>
                    </a:cubicBezTo>
                    <a:cubicBezTo>
                      <a:pt x="804" y="678"/>
                      <a:pt x="833" y="638"/>
                      <a:pt x="873" y="609"/>
                    </a:cubicBezTo>
                    <a:cubicBezTo>
                      <a:pt x="913" y="569"/>
                      <a:pt x="962" y="539"/>
                      <a:pt x="1002" y="510"/>
                    </a:cubicBezTo>
                    <a:cubicBezTo>
                      <a:pt x="1042" y="480"/>
                      <a:pt x="1081" y="450"/>
                      <a:pt x="1111" y="420"/>
                    </a:cubicBezTo>
                    <a:cubicBezTo>
                      <a:pt x="1151" y="391"/>
                      <a:pt x="1180" y="361"/>
                      <a:pt x="1210" y="321"/>
                    </a:cubicBezTo>
                    <a:cubicBezTo>
                      <a:pt x="1240" y="272"/>
                      <a:pt x="1250" y="222"/>
                      <a:pt x="1250" y="162"/>
                    </a:cubicBezTo>
                    <a:cubicBezTo>
                      <a:pt x="1240" y="113"/>
                      <a:pt x="1210" y="63"/>
                      <a:pt x="1171" y="34"/>
                    </a:cubicBezTo>
                    <a:cubicBezTo>
                      <a:pt x="1133" y="11"/>
                      <a:pt x="1091" y="0"/>
                      <a:pt x="1046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68"/>
              <p:cNvSpPr/>
              <p:nvPr/>
            </p:nvSpPr>
            <p:spPr>
              <a:xfrm>
                <a:off x="7265368" y="2749133"/>
                <a:ext cx="866182" cy="817298"/>
              </a:xfrm>
              <a:custGeom>
                <a:avLst/>
                <a:gdLst/>
                <a:ahLst/>
                <a:cxnLst/>
                <a:rect l="l" t="t" r="r" b="b"/>
                <a:pathLst>
                  <a:path w="11790" h="11147" extrusionOk="0">
                    <a:moveTo>
                      <a:pt x="8164" y="0"/>
                    </a:moveTo>
                    <a:cubicBezTo>
                      <a:pt x="8092" y="0"/>
                      <a:pt x="8020" y="26"/>
                      <a:pt x="7962" y="79"/>
                    </a:cubicBezTo>
                    <a:lnTo>
                      <a:pt x="149" y="6782"/>
                    </a:lnTo>
                    <a:cubicBezTo>
                      <a:pt x="20" y="6891"/>
                      <a:pt x="0" y="7089"/>
                      <a:pt x="119" y="7228"/>
                    </a:cubicBezTo>
                    <a:lnTo>
                      <a:pt x="3391" y="11036"/>
                    </a:lnTo>
                    <a:cubicBezTo>
                      <a:pt x="3453" y="11108"/>
                      <a:pt x="3542" y="11146"/>
                      <a:pt x="3632" y="11146"/>
                    </a:cubicBezTo>
                    <a:cubicBezTo>
                      <a:pt x="3701" y="11146"/>
                      <a:pt x="3771" y="11123"/>
                      <a:pt x="3828" y="11075"/>
                    </a:cubicBezTo>
                    <a:lnTo>
                      <a:pt x="11641" y="4363"/>
                    </a:lnTo>
                    <a:cubicBezTo>
                      <a:pt x="11770" y="4253"/>
                      <a:pt x="11790" y="4055"/>
                      <a:pt x="11671" y="3926"/>
                    </a:cubicBezTo>
                    <a:lnTo>
                      <a:pt x="8399" y="109"/>
                    </a:lnTo>
                    <a:cubicBezTo>
                      <a:pt x="8339" y="38"/>
                      <a:pt x="8252" y="0"/>
                      <a:pt x="81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68"/>
              <p:cNvSpPr/>
              <p:nvPr/>
            </p:nvSpPr>
            <p:spPr>
              <a:xfrm>
                <a:off x="7323628" y="2806176"/>
                <a:ext cx="751132" cy="703139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0" extrusionOk="0">
                    <a:moveTo>
                      <a:pt x="7323" y="0"/>
                    </a:moveTo>
                    <a:cubicBezTo>
                      <a:pt x="7256" y="0"/>
                      <a:pt x="7189" y="25"/>
                      <a:pt x="7140" y="75"/>
                    </a:cubicBezTo>
                    <a:lnTo>
                      <a:pt x="139" y="6083"/>
                    </a:lnTo>
                    <a:cubicBezTo>
                      <a:pt x="20" y="6172"/>
                      <a:pt x="1" y="6341"/>
                      <a:pt x="90" y="6460"/>
                    </a:cubicBezTo>
                    <a:lnTo>
                      <a:pt x="2707" y="9514"/>
                    </a:lnTo>
                    <a:cubicBezTo>
                      <a:pt x="2758" y="9565"/>
                      <a:pt x="2827" y="9590"/>
                      <a:pt x="2897" y="9590"/>
                    </a:cubicBezTo>
                    <a:cubicBezTo>
                      <a:pt x="2964" y="9590"/>
                      <a:pt x="3031" y="9567"/>
                      <a:pt x="3084" y="9524"/>
                    </a:cubicBezTo>
                    <a:lnTo>
                      <a:pt x="10084" y="3505"/>
                    </a:lnTo>
                    <a:cubicBezTo>
                      <a:pt x="10203" y="3416"/>
                      <a:pt x="10223" y="3247"/>
                      <a:pt x="10134" y="3138"/>
                    </a:cubicBezTo>
                    <a:lnTo>
                      <a:pt x="7506" y="75"/>
                    </a:lnTo>
                    <a:cubicBezTo>
                      <a:pt x="7457" y="25"/>
                      <a:pt x="7390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0" name="Google Shape;4200;p68"/>
              <p:cNvSpPr/>
              <p:nvPr/>
            </p:nvSpPr>
            <p:spPr>
              <a:xfrm>
                <a:off x="7993064" y="2992629"/>
                <a:ext cx="81696" cy="107634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1468" extrusionOk="0">
                    <a:moveTo>
                      <a:pt x="526" y="0"/>
                    </a:moveTo>
                    <a:cubicBezTo>
                      <a:pt x="506" y="20"/>
                      <a:pt x="477" y="40"/>
                      <a:pt x="457" y="60"/>
                    </a:cubicBezTo>
                    <a:cubicBezTo>
                      <a:pt x="50" y="407"/>
                      <a:pt x="1" y="1012"/>
                      <a:pt x="348" y="1418"/>
                    </a:cubicBezTo>
                    <a:cubicBezTo>
                      <a:pt x="368" y="1438"/>
                      <a:pt x="378" y="1448"/>
                      <a:pt x="397" y="1468"/>
                    </a:cubicBezTo>
                    <a:lnTo>
                      <a:pt x="982" y="962"/>
                    </a:lnTo>
                    <a:cubicBezTo>
                      <a:pt x="1091" y="873"/>
                      <a:pt x="1111" y="704"/>
                      <a:pt x="1022" y="585"/>
                    </a:cubicBezTo>
                    <a:lnTo>
                      <a:pt x="5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1" name="Google Shape;4201;p68"/>
              <p:cNvSpPr/>
              <p:nvPr/>
            </p:nvSpPr>
            <p:spPr>
              <a:xfrm>
                <a:off x="7807338" y="2805810"/>
                <a:ext cx="105720" cy="69434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7" extrusionOk="0">
                    <a:moveTo>
                      <a:pt x="734" y="0"/>
                    </a:moveTo>
                    <a:cubicBezTo>
                      <a:pt x="670" y="0"/>
                      <a:pt x="607" y="22"/>
                      <a:pt x="556" y="70"/>
                    </a:cubicBezTo>
                    <a:lnTo>
                      <a:pt x="0" y="555"/>
                    </a:lnTo>
                    <a:cubicBezTo>
                      <a:pt x="10" y="575"/>
                      <a:pt x="30" y="595"/>
                      <a:pt x="50" y="615"/>
                    </a:cubicBezTo>
                    <a:cubicBezTo>
                      <a:pt x="241" y="833"/>
                      <a:pt x="509" y="946"/>
                      <a:pt x="779" y="946"/>
                    </a:cubicBezTo>
                    <a:cubicBezTo>
                      <a:pt x="999" y="946"/>
                      <a:pt x="1220" y="870"/>
                      <a:pt x="1398" y="714"/>
                    </a:cubicBezTo>
                    <a:lnTo>
                      <a:pt x="1438" y="674"/>
                    </a:lnTo>
                    <a:lnTo>
                      <a:pt x="932" y="80"/>
                    </a:lnTo>
                    <a:cubicBezTo>
                      <a:pt x="875" y="27"/>
                      <a:pt x="804" y="0"/>
                      <a:pt x="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68"/>
              <p:cNvSpPr/>
              <p:nvPr/>
            </p:nvSpPr>
            <p:spPr>
              <a:xfrm>
                <a:off x="7485330" y="3440248"/>
                <a:ext cx="105720" cy="68921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0" extrusionOk="0">
                    <a:moveTo>
                      <a:pt x="655" y="0"/>
                    </a:moveTo>
                    <a:cubicBezTo>
                      <a:pt x="434" y="0"/>
                      <a:pt x="212" y="76"/>
                      <a:pt x="30" y="231"/>
                    </a:cubicBezTo>
                    <a:lnTo>
                      <a:pt x="1" y="261"/>
                    </a:lnTo>
                    <a:lnTo>
                      <a:pt x="506" y="856"/>
                    </a:lnTo>
                    <a:cubicBezTo>
                      <a:pt x="562" y="912"/>
                      <a:pt x="631" y="939"/>
                      <a:pt x="700" y="939"/>
                    </a:cubicBezTo>
                    <a:cubicBezTo>
                      <a:pt x="765" y="939"/>
                      <a:pt x="830" y="914"/>
                      <a:pt x="883" y="866"/>
                    </a:cubicBezTo>
                    <a:lnTo>
                      <a:pt x="1438" y="390"/>
                    </a:lnTo>
                    <a:cubicBezTo>
                      <a:pt x="1419" y="380"/>
                      <a:pt x="1409" y="360"/>
                      <a:pt x="1389" y="340"/>
                    </a:cubicBezTo>
                    <a:cubicBezTo>
                      <a:pt x="1197" y="116"/>
                      <a:pt x="927" y="0"/>
                      <a:pt x="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3" name="Google Shape;4203;p68"/>
              <p:cNvSpPr/>
              <p:nvPr/>
            </p:nvSpPr>
            <p:spPr>
              <a:xfrm>
                <a:off x="7323628" y="3215082"/>
                <a:ext cx="81696" cy="106974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1459" extrusionOk="0">
                    <a:moveTo>
                      <a:pt x="714" y="1"/>
                    </a:moveTo>
                    <a:lnTo>
                      <a:pt x="139" y="496"/>
                    </a:lnTo>
                    <a:cubicBezTo>
                      <a:pt x="20" y="586"/>
                      <a:pt x="1" y="754"/>
                      <a:pt x="90" y="873"/>
                    </a:cubicBezTo>
                    <a:lnTo>
                      <a:pt x="595" y="1458"/>
                    </a:lnTo>
                    <a:lnTo>
                      <a:pt x="655" y="1408"/>
                    </a:lnTo>
                    <a:cubicBezTo>
                      <a:pt x="1061" y="1061"/>
                      <a:pt x="1111" y="457"/>
                      <a:pt x="764" y="60"/>
                    </a:cubicBezTo>
                    <a:cubicBezTo>
                      <a:pt x="744" y="40"/>
                      <a:pt x="734" y="20"/>
                      <a:pt x="71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4" name="Google Shape;4204;p68"/>
              <p:cNvSpPr/>
              <p:nvPr/>
            </p:nvSpPr>
            <p:spPr>
              <a:xfrm>
                <a:off x="7810276" y="2946731"/>
                <a:ext cx="123866" cy="93556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34" y="0"/>
                    </a:moveTo>
                    <a:cubicBezTo>
                      <a:pt x="299" y="0"/>
                      <a:pt x="1" y="639"/>
                      <a:pt x="357" y="1053"/>
                    </a:cubicBezTo>
                    <a:cubicBezTo>
                      <a:pt x="482" y="1200"/>
                      <a:pt x="659" y="1275"/>
                      <a:pt x="837" y="1275"/>
                    </a:cubicBezTo>
                    <a:cubicBezTo>
                      <a:pt x="982" y="1275"/>
                      <a:pt x="1129" y="1225"/>
                      <a:pt x="1249" y="1122"/>
                    </a:cubicBezTo>
                    <a:cubicBezTo>
                      <a:pt x="1686" y="755"/>
                      <a:pt x="1448" y="51"/>
                      <a:pt x="882" y="2"/>
                    </a:cubicBezTo>
                    <a:cubicBezTo>
                      <a:pt x="866" y="1"/>
                      <a:pt x="850" y="0"/>
                      <a:pt x="8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5" name="Google Shape;4205;p68"/>
              <p:cNvSpPr/>
              <p:nvPr/>
            </p:nvSpPr>
            <p:spPr>
              <a:xfrm>
                <a:off x="7443159" y="3261494"/>
                <a:ext cx="123866" cy="93556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33" y="0"/>
                    </a:moveTo>
                    <a:cubicBezTo>
                      <a:pt x="298" y="0"/>
                      <a:pt x="0" y="630"/>
                      <a:pt x="357" y="1053"/>
                    </a:cubicBezTo>
                    <a:cubicBezTo>
                      <a:pt x="482" y="1200"/>
                      <a:pt x="658" y="1276"/>
                      <a:pt x="836" y="1276"/>
                    </a:cubicBezTo>
                    <a:cubicBezTo>
                      <a:pt x="982" y="1276"/>
                      <a:pt x="1128" y="1225"/>
                      <a:pt x="1249" y="1123"/>
                    </a:cubicBezTo>
                    <a:cubicBezTo>
                      <a:pt x="1685" y="746"/>
                      <a:pt x="1447" y="42"/>
                      <a:pt x="882" y="2"/>
                    </a:cubicBezTo>
                    <a:cubicBezTo>
                      <a:pt x="866" y="1"/>
                      <a:pt x="849" y="0"/>
                      <a:pt x="8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6" name="Google Shape;4206;p68"/>
              <p:cNvSpPr/>
              <p:nvPr/>
            </p:nvSpPr>
            <p:spPr>
              <a:xfrm>
                <a:off x="7552332" y="3028483"/>
                <a:ext cx="287846" cy="262999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797" y="0"/>
                    </a:moveTo>
                    <a:cubicBezTo>
                      <a:pt x="1417" y="0"/>
                      <a:pt x="1045" y="125"/>
                      <a:pt x="745" y="384"/>
                    </a:cubicBezTo>
                    <a:cubicBezTo>
                      <a:pt x="31" y="989"/>
                      <a:pt x="1" y="2119"/>
                      <a:pt x="665" y="2902"/>
                    </a:cubicBezTo>
                    <a:cubicBezTo>
                      <a:pt x="1057" y="3351"/>
                      <a:pt x="1598" y="3586"/>
                      <a:pt x="2124" y="3586"/>
                    </a:cubicBezTo>
                    <a:cubicBezTo>
                      <a:pt x="2503" y="3586"/>
                      <a:pt x="2874" y="3464"/>
                      <a:pt x="3174" y="3210"/>
                    </a:cubicBezTo>
                    <a:cubicBezTo>
                      <a:pt x="3878" y="2595"/>
                      <a:pt x="3918" y="1465"/>
                      <a:pt x="3243" y="691"/>
                    </a:cubicBezTo>
                    <a:cubicBezTo>
                      <a:pt x="2858" y="238"/>
                      <a:pt x="2321" y="0"/>
                      <a:pt x="179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7" name="Google Shape;4207;p68"/>
              <p:cNvSpPr/>
              <p:nvPr/>
            </p:nvSpPr>
            <p:spPr>
              <a:xfrm>
                <a:off x="7619408" y="3071155"/>
                <a:ext cx="155237" cy="176188"/>
              </a:xfrm>
              <a:custGeom>
                <a:avLst/>
                <a:gdLst/>
                <a:ahLst/>
                <a:cxnLst/>
                <a:rect l="l" t="t" r="r" b="b"/>
                <a:pathLst>
                  <a:path w="2113" h="2403" extrusionOk="0">
                    <a:moveTo>
                      <a:pt x="198" y="0"/>
                    </a:moveTo>
                    <a:cubicBezTo>
                      <a:pt x="149" y="10"/>
                      <a:pt x="109" y="30"/>
                      <a:pt x="70" y="60"/>
                    </a:cubicBezTo>
                    <a:cubicBezTo>
                      <a:pt x="40" y="80"/>
                      <a:pt x="10" y="119"/>
                      <a:pt x="10" y="159"/>
                    </a:cubicBezTo>
                    <a:cubicBezTo>
                      <a:pt x="0" y="199"/>
                      <a:pt x="0" y="228"/>
                      <a:pt x="20" y="268"/>
                    </a:cubicBezTo>
                    <a:cubicBezTo>
                      <a:pt x="30" y="298"/>
                      <a:pt x="50" y="327"/>
                      <a:pt x="79" y="357"/>
                    </a:cubicBezTo>
                    <a:lnTo>
                      <a:pt x="149" y="446"/>
                    </a:lnTo>
                    <a:cubicBezTo>
                      <a:pt x="179" y="476"/>
                      <a:pt x="198" y="496"/>
                      <a:pt x="208" y="516"/>
                    </a:cubicBezTo>
                    <a:cubicBezTo>
                      <a:pt x="228" y="536"/>
                      <a:pt x="228" y="556"/>
                      <a:pt x="228" y="565"/>
                    </a:cubicBezTo>
                    <a:cubicBezTo>
                      <a:pt x="189" y="615"/>
                      <a:pt x="149" y="675"/>
                      <a:pt x="109" y="734"/>
                    </a:cubicBezTo>
                    <a:cubicBezTo>
                      <a:pt x="79" y="794"/>
                      <a:pt x="50" y="853"/>
                      <a:pt x="30" y="912"/>
                    </a:cubicBezTo>
                    <a:cubicBezTo>
                      <a:pt x="20" y="972"/>
                      <a:pt x="10" y="1031"/>
                      <a:pt x="30" y="1091"/>
                    </a:cubicBezTo>
                    <a:cubicBezTo>
                      <a:pt x="40" y="1170"/>
                      <a:pt x="79" y="1230"/>
                      <a:pt x="129" y="1289"/>
                    </a:cubicBezTo>
                    <a:cubicBezTo>
                      <a:pt x="198" y="1359"/>
                      <a:pt x="278" y="1418"/>
                      <a:pt x="367" y="1438"/>
                    </a:cubicBezTo>
                    <a:cubicBezTo>
                      <a:pt x="466" y="1468"/>
                      <a:pt x="555" y="1468"/>
                      <a:pt x="655" y="1468"/>
                    </a:cubicBezTo>
                    <a:cubicBezTo>
                      <a:pt x="754" y="1458"/>
                      <a:pt x="853" y="1438"/>
                      <a:pt x="942" y="1418"/>
                    </a:cubicBezTo>
                    <a:cubicBezTo>
                      <a:pt x="1041" y="1388"/>
                      <a:pt x="1131" y="1369"/>
                      <a:pt x="1220" y="1339"/>
                    </a:cubicBezTo>
                    <a:cubicBezTo>
                      <a:pt x="1289" y="1319"/>
                      <a:pt x="1359" y="1309"/>
                      <a:pt x="1438" y="1299"/>
                    </a:cubicBezTo>
                    <a:cubicBezTo>
                      <a:pt x="1451" y="1294"/>
                      <a:pt x="1464" y="1291"/>
                      <a:pt x="1477" y="1291"/>
                    </a:cubicBezTo>
                    <a:cubicBezTo>
                      <a:pt x="1513" y="1291"/>
                      <a:pt x="1545" y="1310"/>
                      <a:pt x="1567" y="1339"/>
                    </a:cubicBezTo>
                    <a:cubicBezTo>
                      <a:pt x="1587" y="1349"/>
                      <a:pt x="1597" y="1379"/>
                      <a:pt x="1597" y="1408"/>
                    </a:cubicBezTo>
                    <a:cubicBezTo>
                      <a:pt x="1597" y="1438"/>
                      <a:pt x="1587" y="1458"/>
                      <a:pt x="1577" y="1488"/>
                    </a:cubicBezTo>
                    <a:cubicBezTo>
                      <a:pt x="1567" y="1517"/>
                      <a:pt x="1547" y="1537"/>
                      <a:pt x="1527" y="1567"/>
                    </a:cubicBezTo>
                    <a:cubicBezTo>
                      <a:pt x="1517" y="1587"/>
                      <a:pt x="1497" y="1607"/>
                      <a:pt x="1478" y="1626"/>
                    </a:cubicBezTo>
                    <a:cubicBezTo>
                      <a:pt x="1438" y="1656"/>
                      <a:pt x="1398" y="1686"/>
                      <a:pt x="1349" y="1706"/>
                    </a:cubicBezTo>
                    <a:lnTo>
                      <a:pt x="1230" y="1765"/>
                    </a:lnTo>
                    <a:cubicBezTo>
                      <a:pt x="1180" y="1775"/>
                      <a:pt x="1140" y="1795"/>
                      <a:pt x="1101" y="1815"/>
                    </a:cubicBezTo>
                    <a:cubicBezTo>
                      <a:pt x="1071" y="1825"/>
                      <a:pt x="1031" y="1845"/>
                      <a:pt x="1002" y="1874"/>
                    </a:cubicBezTo>
                    <a:cubicBezTo>
                      <a:pt x="982" y="1894"/>
                      <a:pt x="962" y="1914"/>
                      <a:pt x="942" y="1944"/>
                    </a:cubicBezTo>
                    <a:cubicBezTo>
                      <a:pt x="922" y="1973"/>
                      <a:pt x="912" y="1993"/>
                      <a:pt x="902" y="2023"/>
                    </a:cubicBezTo>
                    <a:cubicBezTo>
                      <a:pt x="893" y="2053"/>
                      <a:pt x="883" y="2092"/>
                      <a:pt x="883" y="2122"/>
                    </a:cubicBezTo>
                    <a:cubicBezTo>
                      <a:pt x="883" y="2152"/>
                      <a:pt x="902" y="2182"/>
                      <a:pt x="922" y="2201"/>
                    </a:cubicBezTo>
                    <a:cubicBezTo>
                      <a:pt x="932" y="2211"/>
                      <a:pt x="942" y="2221"/>
                      <a:pt x="952" y="2231"/>
                    </a:cubicBezTo>
                    <a:cubicBezTo>
                      <a:pt x="962" y="2231"/>
                      <a:pt x="972" y="2241"/>
                      <a:pt x="992" y="2241"/>
                    </a:cubicBezTo>
                    <a:cubicBezTo>
                      <a:pt x="1041" y="2261"/>
                      <a:pt x="1101" y="2271"/>
                      <a:pt x="1160" y="2271"/>
                    </a:cubicBezTo>
                    <a:cubicBezTo>
                      <a:pt x="1210" y="2271"/>
                      <a:pt x="1269" y="2261"/>
                      <a:pt x="1329" y="2241"/>
                    </a:cubicBezTo>
                    <a:cubicBezTo>
                      <a:pt x="1388" y="2231"/>
                      <a:pt x="1438" y="2211"/>
                      <a:pt x="1497" y="2182"/>
                    </a:cubicBezTo>
                    <a:cubicBezTo>
                      <a:pt x="1547" y="2162"/>
                      <a:pt x="1597" y="2142"/>
                      <a:pt x="1646" y="2112"/>
                    </a:cubicBezTo>
                    <a:cubicBezTo>
                      <a:pt x="1676" y="2152"/>
                      <a:pt x="1706" y="2192"/>
                      <a:pt x="1735" y="2241"/>
                    </a:cubicBezTo>
                    <a:cubicBezTo>
                      <a:pt x="1765" y="2291"/>
                      <a:pt x="1795" y="2330"/>
                      <a:pt x="1835" y="2370"/>
                    </a:cubicBezTo>
                    <a:cubicBezTo>
                      <a:pt x="1851" y="2386"/>
                      <a:pt x="1874" y="2402"/>
                      <a:pt x="1903" y="2402"/>
                    </a:cubicBezTo>
                    <a:cubicBezTo>
                      <a:pt x="1910" y="2402"/>
                      <a:pt x="1916" y="2402"/>
                      <a:pt x="1924" y="2400"/>
                    </a:cubicBezTo>
                    <a:cubicBezTo>
                      <a:pt x="1953" y="2390"/>
                      <a:pt x="1993" y="2370"/>
                      <a:pt x="2013" y="2350"/>
                    </a:cubicBezTo>
                    <a:cubicBezTo>
                      <a:pt x="2072" y="2311"/>
                      <a:pt x="2092" y="2221"/>
                      <a:pt x="2063" y="2162"/>
                    </a:cubicBezTo>
                    <a:cubicBezTo>
                      <a:pt x="2033" y="2112"/>
                      <a:pt x="2003" y="2053"/>
                      <a:pt x="1973" y="2013"/>
                    </a:cubicBezTo>
                    <a:cubicBezTo>
                      <a:pt x="1944" y="1964"/>
                      <a:pt x="1914" y="1914"/>
                      <a:pt x="1884" y="1864"/>
                    </a:cubicBezTo>
                    <a:cubicBezTo>
                      <a:pt x="1934" y="1805"/>
                      <a:pt x="1993" y="1735"/>
                      <a:pt x="2023" y="1666"/>
                    </a:cubicBezTo>
                    <a:cubicBezTo>
                      <a:pt x="2063" y="1597"/>
                      <a:pt x="2092" y="1517"/>
                      <a:pt x="2102" y="1438"/>
                    </a:cubicBezTo>
                    <a:cubicBezTo>
                      <a:pt x="2112" y="1359"/>
                      <a:pt x="2102" y="1279"/>
                      <a:pt x="2082" y="1200"/>
                    </a:cubicBezTo>
                    <a:cubicBezTo>
                      <a:pt x="2063" y="1121"/>
                      <a:pt x="2013" y="1051"/>
                      <a:pt x="1963" y="982"/>
                    </a:cubicBezTo>
                    <a:cubicBezTo>
                      <a:pt x="1904" y="912"/>
                      <a:pt x="1825" y="863"/>
                      <a:pt x="1735" y="833"/>
                    </a:cubicBezTo>
                    <a:cubicBezTo>
                      <a:pt x="1646" y="813"/>
                      <a:pt x="1557" y="803"/>
                      <a:pt x="1468" y="803"/>
                    </a:cubicBezTo>
                    <a:cubicBezTo>
                      <a:pt x="1368" y="813"/>
                      <a:pt x="1279" y="823"/>
                      <a:pt x="1190" y="853"/>
                    </a:cubicBezTo>
                    <a:cubicBezTo>
                      <a:pt x="1091" y="873"/>
                      <a:pt x="1012" y="903"/>
                      <a:pt x="932" y="922"/>
                    </a:cubicBezTo>
                    <a:lnTo>
                      <a:pt x="843" y="962"/>
                    </a:lnTo>
                    <a:cubicBezTo>
                      <a:pt x="813" y="972"/>
                      <a:pt x="774" y="982"/>
                      <a:pt x="744" y="992"/>
                    </a:cubicBezTo>
                    <a:cubicBezTo>
                      <a:pt x="704" y="1002"/>
                      <a:pt x="674" y="1002"/>
                      <a:pt x="635" y="1002"/>
                    </a:cubicBezTo>
                    <a:cubicBezTo>
                      <a:pt x="605" y="1002"/>
                      <a:pt x="585" y="992"/>
                      <a:pt x="565" y="972"/>
                    </a:cubicBezTo>
                    <a:cubicBezTo>
                      <a:pt x="546" y="952"/>
                      <a:pt x="536" y="922"/>
                      <a:pt x="536" y="903"/>
                    </a:cubicBezTo>
                    <a:cubicBezTo>
                      <a:pt x="536" y="873"/>
                      <a:pt x="546" y="843"/>
                      <a:pt x="555" y="823"/>
                    </a:cubicBezTo>
                    <a:cubicBezTo>
                      <a:pt x="575" y="794"/>
                      <a:pt x="585" y="764"/>
                      <a:pt x="605" y="744"/>
                    </a:cubicBezTo>
                    <a:cubicBezTo>
                      <a:pt x="625" y="724"/>
                      <a:pt x="645" y="714"/>
                      <a:pt x="655" y="694"/>
                    </a:cubicBezTo>
                    <a:cubicBezTo>
                      <a:pt x="694" y="655"/>
                      <a:pt x="744" y="635"/>
                      <a:pt x="793" y="605"/>
                    </a:cubicBezTo>
                    <a:cubicBezTo>
                      <a:pt x="843" y="585"/>
                      <a:pt x="883" y="565"/>
                      <a:pt x="932" y="546"/>
                    </a:cubicBezTo>
                    <a:lnTo>
                      <a:pt x="1071" y="486"/>
                    </a:lnTo>
                    <a:cubicBezTo>
                      <a:pt x="1111" y="466"/>
                      <a:pt x="1160" y="446"/>
                      <a:pt x="1190" y="417"/>
                    </a:cubicBezTo>
                    <a:cubicBezTo>
                      <a:pt x="1230" y="377"/>
                      <a:pt x="1259" y="327"/>
                      <a:pt x="1269" y="278"/>
                    </a:cubicBezTo>
                    <a:cubicBezTo>
                      <a:pt x="1269" y="228"/>
                      <a:pt x="1259" y="169"/>
                      <a:pt x="1220" y="129"/>
                    </a:cubicBezTo>
                    <a:cubicBezTo>
                      <a:pt x="1180" y="90"/>
                      <a:pt x="1131" y="60"/>
                      <a:pt x="1071" y="60"/>
                    </a:cubicBezTo>
                    <a:cubicBezTo>
                      <a:pt x="1012" y="60"/>
                      <a:pt x="942" y="70"/>
                      <a:pt x="883" y="90"/>
                    </a:cubicBezTo>
                    <a:cubicBezTo>
                      <a:pt x="823" y="119"/>
                      <a:pt x="764" y="149"/>
                      <a:pt x="704" y="179"/>
                    </a:cubicBezTo>
                    <a:cubicBezTo>
                      <a:pt x="635" y="209"/>
                      <a:pt x="585" y="238"/>
                      <a:pt x="546" y="258"/>
                    </a:cubicBezTo>
                    <a:cubicBezTo>
                      <a:pt x="543" y="261"/>
                      <a:pt x="540" y="262"/>
                      <a:pt x="537" y="262"/>
                    </a:cubicBezTo>
                    <a:cubicBezTo>
                      <a:pt x="529" y="262"/>
                      <a:pt x="520" y="255"/>
                      <a:pt x="506" y="248"/>
                    </a:cubicBezTo>
                    <a:cubicBezTo>
                      <a:pt x="496" y="238"/>
                      <a:pt x="476" y="228"/>
                      <a:pt x="466" y="218"/>
                    </a:cubicBezTo>
                    <a:cubicBezTo>
                      <a:pt x="446" y="199"/>
                      <a:pt x="436" y="189"/>
                      <a:pt x="417" y="169"/>
                    </a:cubicBezTo>
                    <a:lnTo>
                      <a:pt x="397" y="139"/>
                    </a:lnTo>
                    <a:lnTo>
                      <a:pt x="357" y="99"/>
                    </a:lnTo>
                    <a:cubicBezTo>
                      <a:pt x="347" y="80"/>
                      <a:pt x="337" y="70"/>
                      <a:pt x="317" y="50"/>
                    </a:cubicBezTo>
                    <a:cubicBezTo>
                      <a:pt x="288" y="20"/>
                      <a:pt x="238" y="0"/>
                      <a:pt x="198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8" name="Google Shape;4208;p68"/>
              <p:cNvSpPr/>
              <p:nvPr/>
            </p:nvSpPr>
            <p:spPr>
              <a:xfrm>
                <a:off x="7513027" y="2205979"/>
                <a:ext cx="224443" cy="226192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3085" extrusionOk="0">
                    <a:moveTo>
                      <a:pt x="1500" y="1"/>
                    </a:moveTo>
                    <a:cubicBezTo>
                      <a:pt x="1499" y="1"/>
                      <a:pt x="1498" y="1"/>
                      <a:pt x="1498" y="1"/>
                    </a:cubicBezTo>
                    <a:cubicBezTo>
                      <a:pt x="1359" y="11"/>
                      <a:pt x="1220" y="1112"/>
                      <a:pt x="1161" y="1181"/>
                    </a:cubicBezTo>
                    <a:cubicBezTo>
                      <a:pt x="1022" y="1330"/>
                      <a:pt x="1" y="1429"/>
                      <a:pt x="10" y="1568"/>
                    </a:cubicBezTo>
                    <a:cubicBezTo>
                      <a:pt x="10" y="1706"/>
                      <a:pt x="1012" y="1776"/>
                      <a:pt x="1161" y="1915"/>
                    </a:cubicBezTo>
                    <a:cubicBezTo>
                      <a:pt x="1240" y="1984"/>
                      <a:pt x="1407" y="3085"/>
                      <a:pt x="1545" y="3085"/>
                    </a:cubicBezTo>
                    <a:cubicBezTo>
                      <a:pt x="1546" y="3085"/>
                      <a:pt x="1547" y="3085"/>
                      <a:pt x="1547" y="3085"/>
                    </a:cubicBezTo>
                    <a:cubicBezTo>
                      <a:pt x="1696" y="3075"/>
                      <a:pt x="1825" y="1984"/>
                      <a:pt x="1894" y="1915"/>
                    </a:cubicBezTo>
                    <a:cubicBezTo>
                      <a:pt x="2033" y="1766"/>
                      <a:pt x="3054" y="1667"/>
                      <a:pt x="3045" y="1518"/>
                    </a:cubicBezTo>
                    <a:cubicBezTo>
                      <a:pt x="3045" y="1379"/>
                      <a:pt x="2033" y="1310"/>
                      <a:pt x="1894" y="1181"/>
                    </a:cubicBezTo>
                    <a:cubicBezTo>
                      <a:pt x="1815" y="1102"/>
                      <a:pt x="1648" y="1"/>
                      <a:pt x="15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9" name="Google Shape;4209;p68"/>
              <p:cNvSpPr/>
              <p:nvPr/>
            </p:nvSpPr>
            <p:spPr>
              <a:xfrm>
                <a:off x="6401390" y="3353950"/>
                <a:ext cx="184403" cy="186159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539" extrusionOk="0">
                    <a:moveTo>
                      <a:pt x="1232" y="0"/>
                    </a:moveTo>
                    <a:cubicBezTo>
                      <a:pt x="1232" y="0"/>
                      <a:pt x="1231" y="0"/>
                      <a:pt x="1230" y="0"/>
                    </a:cubicBezTo>
                    <a:cubicBezTo>
                      <a:pt x="1111" y="10"/>
                      <a:pt x="1002" y="913"/>
                      <a:pt x="953" y="972"/>
                    </a:cubicBezTo>
                    <a:cubicBezTo>
                      <a:pt x="834" y="1091"/>
                      <a:pt x="1" y="1170"/>
                      <a:pt x="1" y="1289"/>
                    </a:cubicBezTo>
                    <a:cubicBezTo>
                      <a:pt x="11" y="1398"/>
                      <a:pt x="834" y="1458"/>
                      <a:pt x="953" y="1567"/>
                    </a:cubicBezTo>
                    <a:cubicBezTo>
                      <a:pt x="1012" y="1626"/>
                      <a:pt x="1151" y="2539"/>
                      <a:pt x="1270" y="2539"/>
                    </a:cubicBezTo>
                    <a:cubicBezTo>
                      <a:pt x="1389" y="2529"/>
                      <a:pt x="1498" y="1626"/>
                      <a:pt x="1557" y="1567"/>
                    </a:cubicBezTo>
                    <a:cubicBezTo>
                      <a:pt x="1667" y="1448"/>
                      <a:pt x="2509" y="1369"/>
                      <a:pt x="2499" y="1250"/>
                    </a:cubicBezTo>
                    <a:cubicBezTo>
                      <a:pt x="2499" y="1131"/>
                      <a:pt x="1667" y="1071"/>
                      <a:pt x="1557" y="972"/>
                    </a:cubicBezTo>
                    <a:cubicBezTo>
                      <a:pt x="1488" y="903"/>
                      <a:pt x="1361" y="0"/>
                      <a:pt x="12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0" name="Google Shape;4210;p68"/>
              <p:cNvSpPr/>
              <p:nvPr/>
            </p:nvSpPr>
            <p:spPr>
              <a:xfrm>
                <a:off x="6491755" y="2313613"/>
                <a:ext cx="1140069" cy="1446824"/>
              </a:xfrm>
              <a:custGeom>
                <a:avLst/>
                <a:gdLst/>
                <a:ahLst/>
                <a:cxnLst/>
                <a:rect l="l" t="t" r="r" b="b"/>
                <a:pathLst>
                  <a:path w="15518" h="19733" extrusionOk="0">
                    <a:moveTo>
                      <a:pt x="14715" y="16787"/>
                    </a:moveTo>
                    <a:cubicBezTo>
                      <a:pt x="14199" y="11998"/>
                      <a:pt x="13465" y="7259"/>
                      <a:pt x="12503" y="2450"/>
                    </a:cubicBezTo>
                    <a:cubicBezTo>
                      <a:pt x="12325" y="1587"/>
                      <a:pt x="11671" y="754"/>
                      <a:pt x="11046" y="635"/>
                    </a:cubicBezTo>
                    <a:cubicBezTo>
                      <a:pt x="7675" y="1"/>
                      <a:pt x="4353" y="308"/>
                      <a:pt x="1259" y="1557"/>
                    </a:cubicBezTo>
                    <a:lnTo>
                      <a:pt x="1537" y="705"/>
                    </a:lnTo>
                    <a:cubicBezTo>
                      <a:pt x="704" y="1052"/>
                      <a:pt x="208" y="2479"/>
                      <a:pt x="139" y="2707"/>
                    </a:cubicBezTo>
                    <a:lnTo>
                      <a:pt x="139" y="2727"/>
                    </a:lnTo>
                    <a:lnTo>
                      <a:pt x="139" y="2737"/>
                    </a:lnTo>
                    <a:lnTo>
                      <a:pt x="139" y="2737"/>
                    </a:lnTo>
                    <a:cubicBezTo>
                      <a:pt x="40" y="3074"/>
                      <a:pt x="0" y="3421"/>
                      <a:pt x="40" y="3758"/>
                    </a:cubicBezTo>
                    <a:cubicBezTo>
                      <a:pt x="575" y="8647"/>
                      <a:pt x="1299" y="13406"/>
                      <a:pt x="2271" y="18185"/>
                    </a:cubicBezTo>
                    <a:cubicBezTo>
                      <a:pt x="2439" y="19028"/>
                      <a:pt x="3084" y="19732"/>
                      <a:pt x="3689" y="19732"/>
                    </a:cubicBezTo>
                    <a:cubicBezTo>
                      <a:pt x="7090" y="19692"/>
                      <a:pt x="10481" y="19335"/>
                      <a:pt x="13822" y="18661"/>
                    </a:cubicBezTo>
                    <a:cubicBezTo>
                      <a:pt x="13852" y="18661"/>
                      <a:pt x="13882" y="18651"/>
                      <a:pt x="13911" y="18641"/>
                    </a:cubicBezTo>
                    <a:lnTo>
                      <a:pt x="13911" y="18641"/>
                    </a:lnTo>
                    <a:cubicBezTo>
                      <a:pt x="13911" y="18641"/>
                      <a:pt x="15329" y="18155"/>
                      <a:pt x="15518" y="161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1" name="Google Shape;4211;p68"/>
              <p:cNvSpPr/>
              <p:nvPr/>
            </p:nvSpPr>
            <p:spPr>
              <a:xfrm>
                <a:off x="6547811" y="2259576"/>
                <a:ext cx="1092756" cy="1393960"/>
              </a:xfrm>
              <a:custGeom>
                <a:avLst/>
                <a:gdLst/>
                <a:ahLst/>
                <a:cxnLst/>
                <a:rect l="l" t="t" r="r" b="b"/>
                <a:pathLst>
                  <a:path w="14874" h="19012" extrusionOk="0">
                    <a:moveTo>
                      <a:pt x="7678" y="0"/>
                    </a:moveTo>
                    <a:cubicBezTo>
                      <a:pt x="5359" y="0"/>
                      <a:pt x="3097" y="452"/>
                      <a:pt x="943" y="1352"/>
                    </a:cubicBezTo>
                    <a:cubicBezTo>
                      <a:pt x="377" y="1590"/>
                      <a:pt x="1" y="2512"/>
                      <a:pt x="90" y="3365"/>
                    </a:cubicBezTo>
                    <a:cubicBezTo>
                      <a:pt x="625" y="8144"/>
                      <a:pt x="1359" y="12814"/>
                      <a:pt x="2321" y="17494"/>
                    </a:cubicBezTo>
                    <a:cubicBezTo>
                      <a:pt x="2499" y="18327"/>
                      <a:pt x="3144" y="19011"/>
                      <a:pt x="3749" y="19011"/>
                    </a:cubicBezTo>
                    <a:cubicBezTo>
                      <a:pt x="7150" y="18992"/>
                      <a:pt x="10541" y="18645"/>
                      <a:pt x="13872" y="17990"/>
                    </a:cubicBezTo>
                    <a:cubicBezTo>
                      <a:pt x="14457" y="17871"/>
                      <a:pt x="14874" y="17078"/>
                      <a:pt x="14784" y="16235"/>
                    </a:cubicBezTo>
                    <a:cubicBezTo>
                      <a:pt x="14259" y="11506"/>
                      <a:pt x="13515" y="6845"/>
                      <a:pt x="12554" y="2106"/>
                    </a:cubicBezTo>
                    <a:cubicBezTo>
                      <a:pt x="12375" y="1263"/>
                      <a:pt x="11721" y="450"/>
                      <a:pt x="11096" y="321"/>
                    </a:cubicBezTo>
                    <a:cubicBezTo>
                      <a:pt x="9947" y="107"/>
                      <a:pt x="8806" y="0"/>
                      <a:pt x="76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2" name="Google Shape;4212;p68"/>
              <p:cNvSpPr/>
              <p:nvPr/>
            </p:nvSpPr>
            <p:spPr>
              <a:xfrm>
                <a:off x="6649784" y="2453947"/>
                <a:ext cx="846566" cy="442779"/>
              </a:xfrm>
              <a:custGeom>
                <a:avLst/>
                <a:gdLst/>
                <a:ahLst/>
                <a:cxnLst/>
                <a:rect l="l" t="t" r="r" b="b"/>
                <a:pathLst>
                  <a:path w="11523" h="6039" extrusionOk="0">
                    <a:moveTo>
                      <a:pt x="11463" y="4393"/>
                    </a:moveTo>
                    <a:cubicBezTo>
                      <a:pt x="11522" y="4789"/>
                      <a:pt x="11285" y="5126"/>
                      <a:pt x="10937" y="5156"/>
                    </a:cubicBezTo>
                    <a:lnTo>
                      <a:pt x="1399" y="6009"/>
                    </a:lnTo>
                    <a:cubicBezTo>
                      <a:pt x="1042" y="6039"/>
                      <a:pt x="715" y="5751"/>
                      <a:pt x="645" y="5354"/>
                    </a:cubicBezTo>
                    <a:lnTo>
                      <a:pt x="60" y="1646"/>
                    </a:lnTo>
                    <a:cubicBezTo>
                      <a:pt x="1" y="1259"/>
                      <a:pt x="229" y="912"/>
                      <a:pt x="586" y="883"/>
                    </a:cubicBezTo>
                    <a:lnTo>
                      <a:pt x="10124" y="30"/>
                    </a:lnTo>
                    <a:cubicBezTo>
                      <a:pt x="10471" y="0"/>
                      <a:pt x="10809" y="288"/>
                      <a:pt x="10868" y="68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3" name="Google Shape;4213;p68"/>
              <p:cNvSpPr/>
              <p:nvPr/>
            </p:nvSpPr>
            <p:spPr>
              <a:xfrm>
                <a:off x="6678950" y="2482982"/>
                <a:ext cx="788233" cy="385370"/>
              </a:xfrm>
              <a:custGeom>
                <a:avLst/>
                <a:gdLst/>
                <a:ahLst/>
                <a:cxnLst/>
                <a:rect l="l" t="t" r="r" b="b"/>
                <a:pathLst>
                  <a:path w="10729" h="5256" extrusionOk="0">
                    <a:moveTo>
                      <a:pt x="10669" y="3779"/>
                    </a:moveTo>
                    <a:cubicBezTo>
                      <a:pt x="10729" y="4096"/>
                      <a:pt x="10501" y="4413"/>
                      <a:pt x="10174" y="4443"/>
                    </a:cubicBezTo>
                    <a:lnTo>
                      <a:pt x="1260" y="5236"/>
                    </a:lnTo>
                    <a:cubicBezTo>
                      <a:pt x="923" y="5256"/>
                      <a:pt x="625" y="5018"/>
                      <a:pt x="566" y="4681"/>
                    </a:cubicBezTo>
                    <a:lnTo>
                      <a:pt x="60" y="1478"/>
                    </a:lnTo>
                    <a:cubicBezTo>
                      <a:pt x="0" y="1161"/>
                      <a:pt x="229" y="844"/>
                      <a:pt x="556" y="814"/>
                    </a:cubicBezTo>
                    <a:lnTo>
                      <a:pt x="9470" y="21"/>
                    </a:lnTo>
                    <a:cubicBezTo>
                      <a:pt x="9817" y="1"/>
                      <a:pt x="10114" y="239"/>
                      <a:pt x="10164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4" name="Google Shape;4214;p68"/>
              <p:cNvSpPr/>
              <p:nvPr/>
            </p:nvSpPr>
            <p:spPr>
              <a:xfrm>
                <a:off x="6968118" y="3049305"/>
                <a:ext cx="153106" cy="144734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1974" extrusionOk="0">
                    <a:moveTo>
                      <a:pt x="2034" y="1419"/>
                    </a:moveTo>
                    <a:cubicBezTo>
                      <a:pt x="2083" y="1647"/>
                      <a:pt x="1924" y="1855"/>
                      <a:pt x="1696" y="1875"/>
                    </a:cubicBezTo>
                    <a:lnTo>
                      <a:pt x="705" y="1964"/>
                    </a:lnTo>
                    <a:cubicBezTo>
                      <a:pt x="467" y="1974"/>
                      <a:pt x="259" y="1805"/>
                      <a:pt x="219" y="1577"/>
                    </a:cubicBezTo>
                    <a:lnTo>
                      <a:pt x="41" y="556"/>
                    </a:lnTo>
                    <a:cubicBezTo>
                      <a:pt x="1" y="328"/>
                      <a:pt x="160" y="110"/>
                      <a:pt x="388" y="100"/>
                    </a:cubicBezTo>
                    <a:lnTo>
                      <a:pt x="1379" y="11"/>
                    </a:lnTo>
                    <a:cubicBezTo>
                      <a:pt x="1617" y="1"/>
                      <a:pt x="1825" y="169"/>
                      <a:pt x="1855" y="39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5" name="Google Shape;4215;p68"/>
              <p:cNvSpPr/>
              <p:nvPr/>
            </p:nvSpPr>
            <p:spPr>
              <a:xfrm>
                <a:off x="6994346" y="3223074"/>
                <a:ext cx="153106" cy="144734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1974" extrusionOk="0">
                    <a:moveTo>
                      <a:pt x="2033" y="1428"/>
                    </a:moveTo>
                    <a:cubicBezTo>
                      <a:pt x="2083" y="1647"/>
                      <a:pt x="1924" y="1865"/>
                      <a:pt x="1696" y="1885"/>
                    </a:cubicBezTo>
                    <a:lnTo>
                      <a:pt x="705" y="1964"/>
                    </a:lnTo>
                    <a:cubicBezTo>
                      <a:pt x="467" y="1974"/>
                      <a:pt x="259" y="1815"/>
                      <a:pt x="219" y="1577"/>
                    </a:cubicBezTo>
                    <a:lnTo>
                      <a:pt x="40" y="556"/>
                    </a:lnTo>
                    <a:cubicBezTo>
                      <a:pt x="1" y="338"/>
                      <a:pt x="159" y="120"/>
                      <a:pt x="388" y="100"/>
                    </a:cubicBezTo>
                    <a:lnTo>
                      <a:pt x="1379" y="20"/>
                    </a:lnTo>
                    <a:cubicBezTo>
                      <a:pt x="1617" y="1"/>
                      <a:pt x="1825" y="169"/>
                      <a:pt x="1865" y="4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6" name="Google Shape;4216;p68"/>
              <p:cNvSpPr/>
              <p:nvPr/>
            </p:nvSpPr>
            <p:spPr>
              <a:xfrm>
                <a:off x="7145910" y="3029729"/>
                <a:ext cx="153033" cy="144734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1974" extrusionOk="0">
                    <a:moveTo>
                      <a:pt x="2033" y="1428"/>
                    </a:moveTo>
                    <a:cubicBezTo>
                      <a:pt x="2082" y="1646"/>
                      <a:pt x="1924" y="1864"/>
                      <a:pt x="1696" y="1884"/>
                    </a:cubicBezTo>
                    <a:lnTo>
                      <a:pt x="704" y="1963"/>
                    </a:lnTo>
                    <a:cubicBezTo>
                      <a:pt x="466" y="1973"/>
                      <a:pt x="258" y="1805"/>
                      <a:pt x="218" y="1577"/>
                    </a:cubicBezTo>
                    <a:lnTo>
                      <a:pt x="40" y="555"/>
                    </a:lnTo>
                    <a:cubicBezTo>
                      <a:pt x="0" y="327"/>
                      <a:pt x="159" y="119"/>
                      <a:pt x="387" y="99"/>
                    </a:cubicBezTo>
                    <a:lnTo>
                      <a:pt x="1378" y="10"/>
                    </a:lnTo>
                    <a:cubicBezTo>
                      <a:pt x="1616" y="0"/>
                      <a:pt x="1825" y="169"/>
                      <a:pt x="1854" y="4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68"/>
              <p:cNvSpPr/>
              <p:nvPr/>
            </p:nvSpPr>
            <p:spPr>
              <a:xfrm>
                <a:off x="7324362" y="3018071"/>
                <a:ext cx="153033" cy="144734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1974" extrusionOk="0">
                    <a:moveTo>
                      <a:pt x="2033" y="1418"/>
                    </a:moveTo>
                    <a:cubicBezTo>
                      <a:pt x="2083" y="1636"/>
                      <a:pt x="1924" y="1855"/>
                      <a:pt x="1696" y="1874"/>
                    </a:cubicBezTo>
                    <a:lnTo>
                      <a:pt x="704" y="1954"/>
                    </a:lnTo>
                    <a:cubicBezTo>
                      <a:pt x="466" y="1974"/>
                      <a:pt x="258" y="1805"/>
                      <a:pt x="219" y="1567"/>
                    </a:cubicBezTo>
                    <a:lnTo>
                      <a:pt x="40" y="546"/>
                    </a:lnTo>
                    <a:cubicBezTo>
                      <a:pt x="0" y="328"/>
                      <a:pt x="159" y="110"/>
                      <a:pt x="387" y="90"/>
                    </a:cubicBezTo>
                    <a:lnTo>
                      <a:pt x="1379" y="10"/>
                    </a:lnTo>
                    <a:cubicBezTo>
                      <a:pt x="1617" y="0"/>
                      <a:pt x="1825" y="159"/>
                      <a:pt x="1865" y="3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8" name="Google Shape;4218;p68"/>
              <p:cNvSpPr/>
              <p:nvPr/>
            </p:nvSpPr>
            <p:spPr>
              <a:xfrm>
                <a:off x="7177942" y="3206357"/>
                <a:ext cx="153033" cy="144734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1974" extrusionOk="0">
                    <a:moveTo>
                      <a:pt x="2033" y="1428"/>
                    </a:moveTo>
                    <a:cubicBezTo>
                      <a:pt x="2083" y="1646"/>
                      <a:pt x="1924" y="1865"/>
                      <a:pt x="1696" y="1884"/>
                    </a:cubicBezTo>
                    <a:lnTo>
                      <a:pt x="704" y="1964"/>
                    </a:lnTo>
                    <a:cubicBezTo>
                      <a:pt x="467" y="1974"/>
                      <a:pt x="258" y="1805"/>
                      <a:pt x="219" y="1577"/>
                    </a:cubicBezTo>
                    <a:lnTo>
                      <a:pt x="40" y="556"/>
                    </a:lnTo>
                    <a:cubicBezTo>
                      <a:pt x="0" y="328"/>
                      <a:pt x="159" y="120"/>
                      <a:pt x="387" y="100"/>
                    </a:cubicBezTo>
                    <a:lnTo>
                      <a:pt x="1379" y="10"/>
                    </a:lnTo>
                    <a:cubicBezTo>
                      <a:pt x="1617" y="1"/>
                      <a:pt x="1825" y="169"/>
                      <a:pt x="1865" y="4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9" name="Google Shape;4219;p68"/>
              <p:cNvSpPr/>
              <p:nvPr/>
            </p:nvSpPr>
            <p:spPr>
              <a:xfrm>
                <a:off x="7206374" y="3382985"/>
                <a:ext cx="153767" cy="144807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975" extrusionOk="0">
                    <a:moveTo>
                      <a:pt x="2043" y="1419"/>
                    </a:moveTo>
                    <a:cubicBezTo>
                      <a:pt x="2092" y="1647"/>
                      <a:pt x="1934" y="1855"/>
                      <a:pt x="1706" y="1875"/>
                    </a:cubicBezTo>
                    <a:lnTo>
                      <a:pt x="714" y="1964"/>
                    </a:lnTo>
                    <a:cubicBezTo>
                      <a:pt x="476" y="1974"/>
                      <a:pt x="268" y="1806"/>
                      <a:pt x="228" y="1577"/>
                    </a:cubicBezTo>
                    <a:lnTo>
                      <a:pt x="50" y="556"/>
                    </a:lnTo>
                    <a:cubicBezTo>
                      <a:pt x="0" y="328"/>
                      <a:pt x="159" y="110"/>
                      <a:pt x="387" y="90"/>
                    </a:cubicBezTo>
                    <a:lnTo>
                      <a:pt x="1378" y="11"/>
                    </a:lnTo>
                    <a:cubicBezTo>
                      <a:pt x="1616" y="1"/>
                      <a:pt x="1825" y="170"/>
                      <a:pt x="1864" y="39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68"/>
              <p:cNvSpPr/>
              <p:nvPr/>
            </p:nvSpPr>
            <p:spPr>
              <a:xfrm>
                <a:off x="6786066" y="3066022"/>
                <a:ext cx="153033" cy="144807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1975" extrusionOk="0">
                    <a:moveTo>
                      <a:pt x="2033" y="1429"/>
                    </a:moveTo>
                    <a:cubicBezTo>
                      <a:pt x="2082" y="1647"/>
                      <a:pt x="1924" y="1865"/>
                      <a:pt x="1696" y="1885"/>
                    </a:cubicBezTo>
                    <a:lnTo>
                      <a:pt x="704" y="1964"/>
                    </a:lnTo>
                    <a:cubicBezTo>
                      <a:pt x="466" y="1974"/>
                      <a:pt x="258" y="1805"/>
                      <a:pt x="218" y="1577"/>
                    </a:cubicBezTo>
                    <a:lnTo>
                      <a:pt x="50" y="556"/>
                    </a:lnTo>
                    <a:cubicBezTo>
                      <a:pt x="0" y="328"/>
                      <a:pt x="159" y="120"/>
                      <a:pt x="397" y="100"/>
                    </a:cubicBezTo>
                    <a:lnTo>
                      <a:pt x="1388" y="21"/>
                    </a:lnTo>
                    <a:cubicBezTo>
                      <a:pt x="1616" y="1"/>
                      <a:pt x="1834" y="169"/>
                      <a:pt x="1874" y="40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68"/>
              <p:cNvSpPr/>
              <p:nvPr/>
            </p:nvSpPr>
            <p:spPr>
              <a:xfrm>
                <a:off x="6818098" y="3241990"/>
                <a:ext cx="153033" cy="144734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1974" extrusionOk="0">
                    <a:moveTo>
                      <a:pt x="2033" y="1428"/>
                    </a:moveTo>
                    <a:cubicBezTo>
                      <a:pt x="2083" y="1646"/>
                      <a:pt x="1924" y="1864"/>
                      <a:pt x="1696" y="1884"/>
                    </a:cubicBezTo>
                    <a:lnTo>
                      <a:pt x="704" y="1964"/>
                    </a:lnTo>
                    <a:cubicBezTo>
                      <a:pt x="466" y="1974"/>
                      <a:pt x="258" y="1805"/>
                      <a:pt x="218" y="1577"/>
                    </a:cubicBezTo>
                    <a:lnTo>
                      <a:pt x="40" y="556"/>
                    </a:lnTo>
                    <a:cubicBezTo>
                      <a:pt x="0" y="328"/>
                      <a:pt x="159" y="119"/>
                      <a:pt x="387" y="100"/>
                    </a:cubicBezTo>
                    <a:lnTo>
                      <a:pt x="1379" y="10"/>
                    </a:lnTo>
                    <a:cubicBezTo>
                      <a:pt x="1617" y="0"/>
                      <a:pt x="1825" y="169"/>
                      <a:pt x="1864" y="4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2" name="Google Shape;4222;p68"/>
              <p:cNvSpPr/>
              <p:nvPr/>
            </p:nvSpPr>
            <p:spPr>
              <a:xfrm>
                <a:off x="6846530" y="3418618"/>
                <a:ext cx="153767" cy="144734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974" extrusionOk="0">
                    <a:moveTo>
                      <a:pt x="2043" y="1419"/>
                    </a:moveTo>
                    <a:cubicBezTo>
                      <a:pt x="2092" y="1647"/>
                      <a:pt x="1924" y="1855"/>
                      <a:pt x="1705" y="1875"/>
                    </a:cubicBezTo>
                    <a:lnTo>
                      <a:pt x="714" y="1964"/>
                    </a:lnTo>
                    <a:cubicBezTo>
                      <a:pt x="476" y="1974"/>
                      <a:pt x="268" y="1805"/>
                      <a:pt x="228" y="1577"/>
                    </a:cubicBezTo>
                    <a:lnTo>
                      <a:pt x="50" y="556"/>
                    </a:lnTo>
                    <a:cubicBezTo>
                      <a:pt x="0" y="328"/>
                      <a:pt x="159" y="110"/>
                      <a:pt x="387" y="100"/>
                    </a:cubicBezTo>
                    <a:lnTo>
                      <a:pt x="1378" y="11"/>
                    </a:lnTo>
                    <a:cubicBezTo>
                      <a:pt x="1616" y="1"/>
                      <a:pt x="1824" y="169"/>
                      <a:pt x="1864" y="39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68"/>
              <p:cNvSpPr/>
              <p:nvPr/>
            </p:nvSpPr>
            <p:spPr>
              <a:xfrm>
                <a:off x="7027847" y="3402635"/>
                <a:ext cx="153106" cy="144734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1974" extrusionOk="0">
                    <a:moveTo>
                      <a:pt x="2034" y="1419"/>
                    </a:moveTo>
                    <a:cubicBezTo>
                      <a:pt x="2083" y="1647"/>
                      <a:pt x="1924" y="1855"/>
                      <a:pt x="1696" y="1875"/>
                    </a:cubicBezTo>
                    <a:lnTo>
                      <a:pt x="705" y="1964"/>
                    </a:lnTo>
                    <a:cubicBezTo>
                      <a:pt x="467" y="1974"/>
                      <a:pt x="259" y="1805"/>
                      <a:pt x="219" y="1567"/>
                    </a:cubicBezTo>
                    <a:lnTo>
                      <a:pt x="50" y="546"/>
                    </a:lnTo>
                    <a:cubicBezTo>
                      <a:pt x="1" y="328"/>
                      <a:pt x="160" y="110"/>
                      <a:pt x="388" y="90"/>
                    </a:cubicBezTo>
                    <a:lnTo>
                      <a:pt x="1379" y="11"/>
                    </a:lnTo>
                    <a:cubicBezTo>
                      <a:pt x="1617" y="1"/>
                      <a:pt x="1825" y="159"/>
                      <a:pt x="1865" y="3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68"/>
              <p:cNvSpPr/>
              <p:nvPr/>
            </p:nvSpPr>
            <p:spPr>
              <a:xfrm>
                <a:off x="7356394" y="3196899"/>
                <a:ext cx="177130" cy="310510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4235" extrusionOk="0">
                    <a:moveTo>
                      <a:pt x="2361" y="3511"/>
                    </a:moveTo>
                    <a:cubicBezTo>
                      <a:pt x="2410" y="3848"/>
                      <a:pt x="2152" y="4145"/>
                      <a:pt x="1805" y="4155"/>
                    </a:cubicBezTo>
                    <a:lnTo>
                      <a:pt x="1290" y="4195"/>
                    </a:lnTo>
                    <a:cubicBezTo>
                      <a:pt x="943" y="4234"/>
                      <a:pt x="615" y="3997"/>
                      <a:pt x="546" y="3649"/>
                    </a:cubicBezTo>
                    <a:lnTo>
                      <a:pt x="50" y="724"/>
                    </a:lnTo>
                    <a:cubicBezTo>
                      <a:pt x="1" y="387"/>
                      <a:pt x="259" y="80"/>
                      <a:pt x="596" y="70"/>
                    </a:cubicBezTo>
                    <a:lnTo>
                      <a:pt x="1111" y="30"/>
                    </a:lnTo>
                    <a:cubicBezTo>
                      <a:pt x="1468" y="1"/>
                      <a:pt x="1785" y="229"/>
                      <a:pt x="1865" y="5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68"/>
              <p:cNvSpPr/>
              <p:nvPr/>
            </p:nvSpPr>
            <p:spPr>
              <a:xfrm>
                <a:off x="6769242" y="2922095"/>
                <a:ext cx="209162" cy="112033"/>
              </a:xfrm>
              <a:custGeom>
                <a:avLst/>
                <a:gdLst/>
                <a:ahLst/>
                <a:cxnLst/>
                <a:rect l="l" t="t" r="r" b="b"/>
                <a:pathLst>
                  <a:path w="2847" h="1528" extrusionOk="0">
                    <a:moveTo>
                      <a:pt x="2817" y="992"/>
                    </a:moveTo>
                    <a:cubicBezTo>
                      <a:pt x="2847" y="1181"/>
                      <a:pt x="2708" y="1359"/>
                      <a:pt x="2510" y="1359"/>
                    </a:cubicBezTo>
                    <a:lnTo>
                      <a:pt x="566" y="1518"/>
                    </a:lnTo>
                    <a:cubicBezTo>
                      <a:pt x="358" y="1528"/>
                      <a:pt x="179" y="1389"/>
                      <a:pt x="140" y="1190"/>
                    </a:cubicBezTo>
                    <a:lnTo>
                      <a:pt x="31" y="546"/>
                    </a:lnTo>
                    <a:cubicBezTo>
                      <a:pt x="1" y="348"/>
                      <a:pt x="150" y="179"/>
                      <a:pt x="338" y="169"/>
                    </a:cubicBezTo>
                    <a:lnTo>
                      <a:pt x="2291" y="20"/>
                    </a:lnTo>
                    <a:cubicBezTo>
                      <a:pt x="2490" y="1"/>
                      <a:pt x="2668" y="139"/>
                      <a:pt x="2708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68"/>
              <p:cNvSpPr/>
              <p:nvPr/>
            </p:nvSpPr>
            <p:spPr>
              <a:xfrm>
                <a:off x="7003824" y="2900319"/>
                <a:ext cx="208427" cy="111300"/>
              </a:xfrm>
              <a:custGeom>
                <a:avLst/>
                <a:gdLst/>
                <a:ahLst/>
                <a:cxnLst/>
                <a:rect l="l" t="t" r="r" b="b"/>
                <a:pathLst>
                  <a:path w="2837" h="1518" extrusionOk="0">
                    <a:moveTo>
                      <a:pt x="2807" y="982"/>
                    </a:moveTo>
                    <a:cubicBezTo>
                      <a:pt x="2837" y="1170"/>
                      <a:pt x="2698" y="1349"/>
                      <a:pt x="2499" y="1359"/>
                    </a:cubicBezTo>
                    <a:lnTo>
                      <a:pt x="556" y="1507"/>
                    </a:lnTo>
                    <a:cubicBezTo>
                      <a:pt x="358" y="1517"/>
                      <a:pt x="179" y="1388"/>
                      <a:pt x="140" y="1190"/>
                    </a:cubicBezTo>
                    <a:lnTo>
                      <a:pt x="30" y="536"/>
                    </a:lnTo>
                    <a:cubicBezTo>
                      <a:pt x="1" y="347"/>
                      <a:pt x="140" y="169"/>
                      <a:pt x="338" y="169"/>
                    </a:cubicBezTo>
                    <a:lnTo>
                      <a:pt x="2291" y="20"/>
                    </a:lnTo>
                    <a:cubicBezTo>
                      <a:pt x="2489" y="0"/>
                      <a:pt x="2668" y="139"/>
                      <a:pt x="2708" y="3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68"/>
              <p:cNvSpPr/>
              <p:nvPr/>
            </p:nvSpPr>
            <p:spPr>
              <a:xfrm>
                <a:off x="7237671" y="2882136"/>
                <a:ext cx="209162" cy="112033"/>
              </a:xfrm>
              <a:custGeom>
                <a:avLst/>
                <a:gdLst/>
                <a:ahLst/>
                <a:cxnLst/>
                <a:rect l="l" t="t" r="r" b="b"/>
                <a:pathLst>
                  <a:path w="2847" h="1528" extrusionOk="0">
                    <a:moveTo>
                      <a:pt x="2816" y="982"/>
                    </a:moveTo>
                    <a:cubicBezTo>
                      <a:pt x="2846" y="1170"/>
                      <a:pt x="2698" y="1349"/>
                      <a:pt x="2509" y="1359"/>
                    </a:cubicBezTo>
                    <a:lnTo>
                      <a:pt x="556" y="1507"/>
                    </a:lnTo>
                    <a:cubicBezTo>
                      <a:pt x="357" y="1527"/>
                      <a:pt x="179" y="1388"/>
                      <a:pt x="139" y="1190"/>
                    </a:cubicBezTo>
                    <a:lnTo>
                      <a:pt x="30" y="536"/>
                    </a:lnTo>
                    <a:cubicBezTo>
                      <a:pt x="1" y="347"/>
                      <a:pt x="149" y="169"/>
                      <a:pt x="338" y="169"/>
                    </a:cubicBezTo>
                    <a:lnTo>
                      <a:pt x="2291" y="20"/>
                    </a:lnTo>
                    <a:cubicBezTo>
                      <a:pt x="2489" y="0"/>
                      <a:pt x="2668" y="139"/>
                      <a:pt x="2707" y="3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68"/>
              <p:cNvSpPr/>
              <p:nvPr/>
            </p:nvSpPr>
            <p:spPr>
              <a:xfrm>
                <a:off x="6820302" y="2319258"/>
                <a:ext cx="120193" cy="85564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167" extrusionOk="0">
                    <a:moveTo>
                      <a:pt x="833" y="0"/>
                    </a:moveTo>
                    <a:cubicBezTo>
                      <a:pt x="810" y="0"/>
                      <a:pt x="787" y="1"/>
                      <a:pt x="764" y="3"/>
                    </a:cubicBezTo>
                    <a:cubicBezTo>
                      <a:pt x="268" y="43"/>
                      <a:pt x="0" y="459"/>
                      <a:pt x="20" y="965"/>
                    </a:cubicBezTo>
                    <a:cubicBezTo>
                      <a:pt x="25" y="1100"/>
                      <a:pt x="126" y="1167"/>
                      <a:pt x="223" y="1167"/>
                    </a:cubicBezTo>
                    <a:cubicBezTo>
                      <a:pt x="319" y="1167"/>
                      <a:pt x="411" y="1102"/>
                      <a:pt x="407" y="975"/>
                    </a:cubicBezTo>
                    <a:cubicBezTo>
                      <a:pt x="397" y="687"/>
                      <a:pt x="486" y="469"/>
                      <a:pt x="764" y="409"/>
                    </a:cubicBezTo>
                    <a:cubicBezTo>
                      <a:pt x="798" y="403"/>
                      <a:pt x="830" y="400"/>
                      <a:pt x="861" y="400"/>
                    </a:cubicBezTo>
                    <a:cubicBezTo>
                      <a:pt x="1108" y="400"/>
                      <a:pt x="1247" y="602"/>
                      <a:pt x="1230" y="875"/>
                    </a:cubicBezTo>
                    <a:cubicBezTo>
                      <a:pt x="1219" y="1017"/>
                      <a:pt x="1325" y="1089"/>
                      <a:pt x="1428" y="1089"/>
                    </a:cubicBezTo>
                    <a:cubicBezTo>
                      <a:pt x="1528" y="1089"/>
                      <a:pt x="1626" y="1022"/>
                      <a:pt x="1616" y="885"/>
                    </a:cubicBezTo>
                    <a:cubicBezTo>
                      <a:pt x="1635" y="384"/>
                      <a:pt x="1302" y="0"/>
                      <a:pt x="8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68"/>
              <p:cNvSpPr/>
              <p:nvPr/>
            </p:nvSpPr>
            <p:spPr>
              <a:xfrm>
                <a:off x="7111674" y="2292936"/>
                <a:ext cx="120193" cy="87251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190" extrusionOk="0">
                    <a:moveTo>
                      <a:pt x="850" y="1"/>
                    </a:moveTo>
                    <a:cubicBezTo>
                      <a:pt x="822" y="1"/>
                      <a:pt x="793" y="2"/>
                      <a:pt x="764" y="5"/>
                    </a:cubicBezTo>
                    <a:cubicBezTo>
                      <a:pt x="268" y="64"/>
                      <a:pt x="0" y="491"/>
                      <a:pt x="40" y="996"/>
                    </a:cubicBezTo>
                    <a:cubicBezTo>
                      <a:pt x="50" y="1125"/>
                      <a:pt x="149" y="1190"/>
                      <a:pt x="243" y="1190"/>
                    </a:cubicBezTo>
                    <a:cubicBezTo>
                      <a:pt x="337" y="1190"/>
                      <a:pt x="427" y="1125"/>
                      <a:pt x="417" y="996"/>
                    </a:cubicBezTo>
                    <a:cubicBezTo>
                      <a:pt x="397" y="719"/>
                      <a:pt x="486" y="491"/>
                      <a:pt x="764" y="421"/>
                    </a:cubicBezTo>
                    <a:cubicBezTo>
                      <a:pt x="801" y="413"/>
                      <a:pt x="837" y="408"/>
                      <a:pt x="871" y="408"/>
                    </a:cubicBezTo>
                    <a:cubicBezTo>
                      <a:pt x="1108" y="408"/>
                      <a:pt x="1258" y="609"/>
                      <a:pt x="1250" y="877"/>
                    </a:cubicBezTo>
                    <a:cubicBezTo>
                      <a:pt x="1250" y="1004"/>
                      <a:pt x="1340" y="1066"/>
                      <a:pt x="1432" y="1066"/>
                    </a:cubicBezTo>
                    <a:cubicBezTo>
                      <a:pt x="1528" y="1066"/>
                      <a:pt x="1626" y="999"/>
                      <a:pt x="1626" y="868"/>
                    </a:cubicBezTo>
                    <a:cubicBezTo>
                      <a:pt x="1636" y="364"/>
                      <a:pt x="1303" y="1"/>
                      <a:pt x="8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0" name="Google Shape;4230;p68"/>
              <p:cNvSpPr/>
              <p:nvPr/>
            </p:nvSpPr>
            <p:spPr>
              <a:xfrm>
                <a:off x="6977375" y="2373148"/>
                <a:ext cx="100136" cy="81459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1111" extrusionOk="0">
                    <a:moveTo>
                      <a:pt x="1167" y="1"/>
                    </a:moveTo>
                    <a:cubicBezTo>
                      <a:pt x="1074" y="1"/>
                      <a:pt x="985" y="77"/>
                      <a:pt x="975" y="180"/>
                    </a:cubicBezTo>
                    <a:cubicBezTo>
                      <a:pt x="975" y="339"/>
                      <a:pt x="985" y="616"/>
                      <a:pt x="827" y="696"/>
                    </a:cubicBezTo>
                    <a:cubicBezTo>
                      <a:pt x="793" y="712"/>
                      <a:pt x="761" y="719"/>
                      <a:pt x="730" y="719"/>
                    </a:cubicBezTo>
                    <a:cubicBezTo>
                      <a:pt x="554" y="719"/>
                      <a:pt x="434" y="479"/>
                      <a:pt x="400" y="319"/>
                    </a:cubicBezTo>
                    <a:cubicBezTo>
                      <a:pt x="378" y="208"/>
                      <a:pt x="291" y="157"/>
                      <a:pt x="206" y="157"/>
                    </a:cubicBezTo>
                    <a:cubicBezTo>
                      <a:pt x="101" y="157"/>
                      <a:pt x="1" y="236"/>
                      <a:pt x="34" y="378"/>
                    </a:cubicBezTo>
                    <a:cubicBezTo>
                      <a:pt x="115" y="770"/>
                      <a:pt x="356" y="1111"/>
                      <a:pt x="740" y="1111"/>
                    </a:cubicBezTo>
                    <a:cubicBezTo>
                      <a:pt x="774" y="1111"/>
                      <a:pt x="810" y="1108"/>
                      <a:pt x="847" y="1102"/>
                    </a:cubicBezTo>
                    <a:cubicBezTo>
                      <a:pt x="1243" y="1043"/>
                      <a:pt x="1362" y="596"/>
                      <a:pt x="1352" y="230"/>
                    </a:cubicBezTo>
                    <a:cubicBezTo>
                      <a:pt x="1362" y="121"/>
                      <a:pt x="1293" y="21"/>
                      <a:pt x="1184" y="2"/>
                    </a:cubicBezTo>
                    <a:cubicBezTo>
                      <a:pt x="1178" y="1"/>
                      <a:pt x="1172" y="1"/>
                      <a:pt x="11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1" name="Google Shape;4231;p68"/>
              <p:cNvSpPr/>
              <p:nvPr/>
            </p:nvSpPr>
            <p:spPr>
              <a:xfrm>
                <a:off x="7019105" y="3078560"/>
                <a:ext cx="62741" cy="88644"/>
              </a:xfrm>
              <a:custGeom>
                <a:avLst/>
                <a:gdLst/>
                <a:ahLst/>
                <a:cxnLst/>
                <a:rect l="l" t="t" r="r" b="b"/>
                <a:pathLst>
                  <a:path w="854" h="1209" extrusionOk="0">
                    <a:moveTo>
                      <a:pt x="368" y="1"/>
                    </a:moveTo>
                    <a:cubicBezTo>
                      <a:pt x="348" y="1"/>
                      <a:pt x="328" y="3"/>
                      <a:pt x="308" y="8"/>
                    </a:cubicBezTo>
                    <a:cubicBezTo>
                      <a:pt x="259" y="8"/>
                      <a:pt x="219" y="18"/>
                      <a:pt x="179" y="48"/>
                    </a:cubicBezTo>
                    <a:cubicBezTo>
                      <a:pt x="140" y="58"/>
                      <a:pt x="110" y="88"/>
                      <a:pt x="80" y="117"/>
                    </a:cubicBezTo>
                    <a:cubicBezTo>
                      <a:pt x="51" y="157"/>
                      <a:pt x="31" y="187"/>
                      <a:pt x="21" y="236"/>
                    </a:cubicBezTo>
                    <a:cubicBezTo>
                      <a:pt x="1" y="276"/>
                      <a:pt x="1" y="316"/>
                      <a:pt x="11" y="365"/>
                    </a:cubicBezTo>
                    <a:cubicBezTo>
                      <a:pt x="11" y="395"/>
                      <a:pt x="31" y="415"/>
                      <a:pt x="51" y="435"/>
                    </a:cubicBezTo>
                    <a:cubicBezTo>
                      <a:pt x="65" y="449"/>
                      <a:pt x="85" y="458"/>
                      <a:pt x="106" y="458"/>
                    </a:cubicBezTo>
                    <a:cubicBezTo>
                      <a:pt x="114" y="458"/>
                      <a:pt x="122" y="457"/>
                      <a:pt x="130" y="455"/>
                    </a:cubicBezTo>
                    <a:cubicBezTo>
                      <a:pt x="160" y="455"/>
                      <a:pt x="179" y="445"/>
                      <a:pt x="199" y="425"/>
                    </a:cubicBezTo>
                    <a:cubicBezTo>
                      <a:pt x="219" y="405"/>
                      <a:pt x="239" y="385"/>
                      <a:pt x="249" y="365"/>
                    </a:cubicBezTo>
                    <a:cubicBezTo>
                      <a:pt x="269" y="345"/>
                      <a:pt x="279" y="326"/>
                      <a:pt x="298" y="316"/>
                    </a:cubicBezTo>
                    <a:cubicBezTo>
                      <a:pt x="308" y="296"/>
                      <a:pt x="338" y="286"/>
                      <a:pt x="358" y="286"/>
                    </a:cubicBezTo>
                    <a:cubicBezTo>
                      <a:pt x="364" y="283"/>
                      <a:pt x="369" y="282"/>
                      <a:pt x="373" y="282"/>
                    </a:cubicBezTo>
                    <a:cubicBezTo>
                      <a:pt x="384" y="282"/>
                      <a:pt x="393" y="289"/>
                      <a:pt x="407" y="296"/>
                    </a:cubicBezTo>
                    <a:cubicBezTo>
                      <a:pt x="417" y="306"/>
                      <a:pt x="427" y="326"/>
                      <a:pt x="427" y="345"/>
                    </a:cubicBezTo>
                    <a:cubicBezTo>
                      <a:pt x="437" y="375"/>
                      <a:pt x="427" y="395"/>
                      <a:pt x="417" y="425"/>
                    </a:cubicBezTo>
                    <a:cubicBezTo>
                      <a:pt x="407" y="455"/>
                      <a:pt x="398" y="494"/>
                      <a:pt x="388" y="524"/>
                    </a:cubicBezTo>
                    <a:cubicBezTo>
                      <a:pt x="368" y="564"/>
                      <a:pt x="348" y="593"/>
                      <a:pt x="328" y="633"/>
                    </a:cubicBezTo>
                    <a:cubicBezTo>
                      <a:pt x="298" y="673"/>
                      <a:pt x="279" y="712"/>
                      <a:pt x="259" y="742"/>
                    </a:cubicBezTo>
                    <a:cubicBezTo>
                      <a:pt x="239" y="782"/>
                      <a:pt x="219" y="811"/>
                      <a:pt x="199" y="841"/>
                    </a:cubicBezTo>
                    <a:lnTo>
                      <a:pt x="150" y="911"/>
                    </a:lnTo>
                    <a:cubicBezTo>
                      <a:pt x="140" y="921"/>
                      <a:pt x="130" y="930"/>
                      <a:pt x="120" y="950"/>
                    </a:cubicBezTo>
                    <a:cubicBezTo>
                      <a:pt x="100" y="960"/>
                      <a:pt x="90" y="980"/>
                      <a:pt x="80" y="990"/>
                    </a:cubicBezTo>
                    <a:cubicBezTo>
                      <a:pt x="80" y="1000"/>
                      <a:pt x="70" y="1020"/>
                      <a:pt x="70" y="1030"/>
                    </a:cubicBezTo>
                    <a:cubicBezTo>
                      <a:pt x="70" y="1040"/>
                      <a:pt x="70" y="1059"/>
                      <a:pt x="70" y="1069"/>
                    </a:cubicBezTo>
                    <a:cubicBezTo>
                      <a:pt x="70" y="1079"/>
                      <a:pt x="70" y="1089"/>
                      <a:pt x="80" y="1099"/>
                    </a:cubicBezTo>
                    <a:cubicBezTo>
                      <a:pt x="80" y="1119"/>
                      <a:pt x="90" y="1129"/>
                      <a:pt x="90" y="1139"/>
                    </a:cubicBezTo>
                    <a:cubicBezTo>
                      <a:pt x="100" y="1149"/>
                      <a:pt x="110" y="1168"/>
                      <a:pt x="110" y="1178"/>
                    </a:cubicBezTo>
                    <a:cubicBezTo>
                      <a:pt x="120" y="1188"/>
                      <a:pt x="130" y="1188"/>
                      <a:pt x="140" y="1198"/>
                    </a:cubicBezTo>
                    <a:cubicBezTo>
                      <a:pt x="150" y="1208"/>
                      <a:pt x="160" y="1208"/>
                      <a:pt x="169" y="1208"/>
                    </a:cubicBezTo>
                    <a:lnTo>
                      <a:pt x="298" y="1208"/>
                    </a:lnTo>
                    <a:lnTo>
                      <a:pt x="407" y="1198"/>
                    </a:lnTo>
                    <a:cubicBezTo>
                      <a:pt x="457" y="1188"/>
                      <a:pt x="497" y="1178"/>
                      <a:pt x="536" y="1168"/>
                    </a:cubicBezTo>
                    <a:lnTo>
                      <a:pt x="655" y="1149"/>
                    </a:lnTo>
                    <a:cubicBezTo>
                      <a:pt x="695" y="1139"/>
                      <a:pt x="735" y="1129"/>
                      <a:pt x="764" y="1119"/>
                    </a:cubicBezTo>
                    <a:cubicBezTo>
                      <a:pt x="784" y="1109"/>
                      <a:pt x="814" y="1089"/>
                      <a:pt x="824" y="1069"/>
                    </a:cubicBezTo>
                    <a:cubicBezTo>
                      <a:pt x="844" y="1049"/>
                      <a:pt x="854" y="1020"/>
                      <a:pt x="844" y="990"/>
                    </a:cubicBezTo>
                    <a:cubicBezTo>
                      <a:pt x="844" y="960"/>
                      <a:pt x="824" y="940"/>
                      <a:pt x="804" y="921"/>
                    </a:cubicBezTo>
                    <a:cubicBezTo>
                      <a:pt x="774" y="911"/>
                      <a:pt x="745" y="901"/>
                      <a:pt x="715" y="901"/>
                    </a:cubicBezTo>
                    <a:cubicBezTo>
                      <a:pt x="665" y="911"/>
                      <a:pt x="616" y="921"/>
                      <a:pt x="556" y="930"/>
                    </a:cubicBezTo>
                    <a:lnTo>
                      <a:pt x="398" y="970"/>
                    </a:lnTo>
                    <a:cubicBezTo>
                      <a:pt x="417" y="940"/>
                      <a:pt x="437" y="911"/>
                      <a:pt x="467" y="871"/>
                    </a:cubicBezTo>
                    <a:cubicBezTo>
                      <a:pt x="487" y="841"/>
                      <a:pt x="507" y="792"/>
                      <a:pt x="536" y="762"/>
                    </a:cubicBezTo>
                    <a:cubicBezTo>
                      <a:pt x="556" y="722"/>
                      <a:pt x="576" y="683"/>
                      <a:pt x="596" y="633"/>
                    </a:cubicBezTo>
                    <a:cubicBezTo>
                      <a:pt x="616" y="593"/>
                      <a:pt x="626" y="544"/>
                      <a:pt x="636" y="504"/>
                    </a:cubicBezTo>
                    <a:cubicBezTo>
                      <a:pt x="645" y="455"/>
                      <a:pt x="655" y="415"/>
                      <a:pt x="665" y="375"/>
                    </a:cubicBezTo>
                    <a:cubicBezTo>
                      <a:pt x="675" y="326"/>
                      <a:pt x="675" y="286"/>
                      <a:pt x="665" y="246"/>
                    </a:cubicBezTo>
                    <a:cubicBezTo>
                      <a:pt x="655" y="207"/>
                      <a:pt x="645" y="157"/>
                      <a:pt x="616" y="127"/>
                    </a:cubicBezTo>
                    <a:cubicBezTo>
                      <a:pt x="596" y="88"/>
                      <a:pt x="566" y="68"/>
                      <a:pt x="536" y="48"/>
                    </a:cubicBezTo>
                    <a:cubicBezTo>
                      <a:pt x="507" y="28"/>
                      <a:pt x="467" y="8"/>
                      <a:pt x="427" y="8"/>
                    </a:cubicBezTo>
                    <a:cubicBezTo>
                      <a:pt x="407" y="3"/>
                      <a:pt x="388" y="1"/>
                      <a:pt x="3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68"/>
              <p:cNvSpPr/>
              <p:nvPr/>
            </p:nvSpPr>
            <p:spPr>
              <a:xfrm>
                <a:off x="7195427" y="3056784"/>
                <a:ext cx="59068" cy="90037"/>
              </a:xfrm>
              <a:custGeom>
                <a:avLst/>
                <a:gdLst/>
                <a:ahLst/>
                <a:cxnLst/>
                <a:rect l="l" t="t" r="r" b="b"/>
                <a:pathLst>
                  <a:path w="804" h="1228" extrusionOk="0">
                    <a:moveTo>
                      <a:pt x="387" y="0"/>
                    </a:moveTo>
                    <a:cubicBezTo>
                      <a:pt x="364" y="0"/>
                      <a:pt x="341" y="3"/>
                      <a:pt x="318" y="8"/>
                    </a:cubicBezTo>
                    <a:cubicBezTo>
                      <a:pt x="258" y="8"/>
                      <a:pt x="199" y="28"/>
                      <a:pt x="139" y="67"/>
                    </a:cubicBezTo>
                    <a:cubicBezTo>
                      <a:pt x="90" y="97"/>
                      <a:pt x="40" y="147"/>
                      <a:pt x="20" y="196"/>
                    </a:cubicBezTo>
                    <a:cubicBezTo>
                      <a:pt x="10" y="216"/>
                      <a:pt x="10" y="226"/>
                      <a:pt x="0" y="246"/>
                    </a:cubicBezTo>
                    <a:cubicBezTo>
                      <a:pt x="0" y="256"/>
                      <a:pt x="0" y="276"/>
                      <a:pt x="0" y="286"/>
                    </a:cubicBezTo>
                    <a:cubicBezTo>
                      <a:pt x="10" y="305"/>
                      <a:pt x="10" y="315"/>
                      <a:pt x="20" y="325"/>
                    </a:cubicBezTo>
                    <a:cubicBezTo>
                      <a:pt x="30" y="335"/>
                      <a:pt x="40" y="345"/>
                      <a:pt x="50" y="355"/>
                    </a:cubicBezTo>
                    <a:cubicBezTo>
                      <a:pt x="60" y="355"/>
                      <a:pt x="80" y="365"/>
                      <a:pt x="90" y="365"/>
                    </a:cubicBezTo>
                    <a:lnTo>
                      <a:pt x="129" y="365"/>
                    </a:lnTo>
                    <a:cubicBezTo>
                      <a:pt x="149" y="365"/>
                      <a:pt x="169" y="355"/>
                      <a:pt x="189" y="345"/>
                    </a:cubicBezTo>
                    <a:cubicBezTo>
                      <a:pt x="209" y="325"/>
                      <a:pt x="219" y="315"/>
                      <a:pt x="238" y="295"/>
                    </a:cubicBezTo>
                    <a:lnTo>
                      <a:pt x="288" y="246"/>
                    </a:lnTo>
                    <a:cubicBezTo>
                      <a:pt x="308" y="236"/>
                      <a:pt x="328" y="226"/>
                      <a:pt x="347" y="216"/>
                    </a:cubicBezTo>
                    <a:cubicBezTo>
                      <a:pt x="377" y="216"/>
                      <a:pt x="397" y="226"/>
                      <a:pt x="417" y="246"/>
                    </a:cubicBezTo>
                    <a:cubicBezTo>
                      <a:pt x="437" y="256"/>
                      <a:pt x="447" y="276"/>
                      <a:pt x="457" y="305"/>
                    </a:cubicBezTo>
                    <a:cubicBezTo>
                      <a:pt x="457" y="335"/>
                      <a:pt x="447" y="365"/>
                      <a:pt x="437" y="385"/>
                    </a:cubicBezTo>
                    <a:cubicBezTo>
                      <a:pt x="417" y="414"/>
                      <a:pt x="387" y="434"/>
                      <a:pt x="367" y="454"/>
                    </a:cubicBezTo>
                    <a:cubicBezTo>
                      <a:pt x="338" y="474"/>
                      <a:pt x="308" y="494"/>
                      <a:pt x="278" y="514"/>
                    </a:cubicBezTo>
                    <a:lnTo>
                      <a:pt x="209" y="553"/>
                    </a:lnTo>
                    <a:cubicBezTo>
                      <a:pt x="169" y="573"/>
                      <a:pt x="149" y="613"/>
                      <a:pt x="159" y="652"/>
                    </a:cubicBezTo>
                    <a:cubicBezTo>
                      <a:pt x="169" y="672"/>
                      <a:pt x="179" y="692"/>
                      <a:pt x="189" y="712"/>
                    </a:cubicBezTo>
                    <a:cubicBezTo>
                      <a:pt x="199" y="722"/>
                      <a:pt x="219" y="732"/>
                      <a:pt x="248" y="732"/>
                    </a:cubicBezTo>
                    <a:cubicBezTo>
                      <a:pt x="258" y="732"/>
                      <a:pt x="278" y="722"/>
                      <a:pt x="298" y="722"/>
                    </a:cubicBezTo>
                    <a:lnTo>
                      <a:pt x="338" y="702"/>
                    </a:lnTo>
                    <a:lnTo>
                      <a:pt x="387" y="672"/>
                    </a:lnTo>
                    <a:cubicBezTo>
                      <a:pt x="397" y="672"/>
                      <a:pt x="417" y="662"/>
                      <a:pt x="427" y="662"/>
                    </a:cubicBezTo>
                    <a:cubicBezTo>
                      <a:pt x="447" y="662"/>
                      <a:pt x="466" y="672"/>
                      <a:pt x="476" y="682"/>
                    </a:cubicBezTo>
                    <a:cubicBezTo>
                      <a:pt x="496" y="692"/>
                      <a:pt x="506" y="702"/>
                      <a:pt x="526" y="722"/>
                    </a:cubicBezTo>
                    <a:cubicBezTo>
                      <a:pt x="536" y="732"/>
                      <a:pt x="546" y="752"/>
                      <a:pt x="556" y="771"/>
                    </a:cubicBezTo>
                    <a:cubicBezTo>
                      <a:pt x="566" y="791"/>
                      <a:pt x="566" y="811"/>
                      <a:pt x="566" y="821"/>
                    </a:cubicBezTo>
                    <a:cubicBezTo>
                      <a:pt x="576" y="851"/>
                      <a:pt x="576" y="871"/>
                      <a:pt x="566" y="890"/>
                    </a:cubicBezTo>
                    <a:cubicBezTo>
                      <a:pt x="556" y="910"/>
                      <a:pt x="546" y="930"/>
                      <a:pt x="526" y="950"/>
                    </a:cubicBezTo>
                    <a:cubicBezTo>
                      <a:pt x="516" y="960"/>
                      <a:pt x="496" y="980"/>
                      <a:pt x="466" y="990"/>
                    </a:cubicBezTo>
                    <a:cubicBezTo>
                      <a:pt x="447" y="999"/>
                      <a:pt x="427" y="999"/>
                      <a:pt x="407" y="999"/>
                    </a:cubicBezTo>
                    <a:cubicBezTo>
                      <a:pt x="392" y="1004"/>
                      <a:pt x="377" y="1007"/>
                      <a:pt x="362" y="1007"/>
                    </a:cubicBezTo>
                    <a:cubicBezTo>
                      <a:pt x="347" y="1007"/>
                      <a:pt x="333" y="1004"/>
                      <a:pt x="318" y="999"/>
                    </a:cubicBezTo>
                    <a:lnTo>
                      <a:pt x="229" y="999"/>
                    </a:lnTo>
                    <a:cubicBezTo>
                      <a:pt x="199" y="999"/>
                      <a:pt x="179" y="1019"/>
                      <a:pt x="159" y="1039"/>
                    </a:cubicBezTo>
                    <a:cubicBezTo>
                      <a:pt x="149" y="1059"/>
                      <a:pt x="139" y="1079"/>
                      <a:pt x="149" y="1108"/>
                    </a:cubicBezTo>
                    <a:cubicBezTo>
                      <a:pt x="149" y="1138"/>
                      <a:pt x="169" y="1158"/>
                      <a:pt x="189" y="1178"/>
                    </a:cubicBezTo>
                    <a:cubicBezTo>
                      <a:pt x="209" y="1188"/>
                      <a:pt x="238" y="1208"/>
                      <a:pt x="268" y="1208"/>
                    </a:cubicBezTo>
                    <a:cubicBezTo>
                      <a:pt x="298" y="1218"/>
                      <a:pt x="328" y="1218"/>
                      <a:pt x="357" y="1227"/>
                    </a:cubicBezTo>
                    <a:lnTo>
                      <a:pt x="437" y="1227"/>
                    </a:lnTo>
                    <a:cubicBezTo>
                      <a:pt x="496" y="1218"/>
                      <a:pt x="546" y="1198"/>
                      <a:pt x="595" y="1178"/>
                    </a:cubicBezTo>
                    <a:cubicBezTo>
                      <a:pt x="685" y="1128"/>
                      <a:pt x="754" y="1039"/>
                      <a:pt x="784" y="940"/>
                    </a:cubicBezTo>
                    <a:cubicBezTo>
                      <a:pt x="804" y="890"/>
                      <a:pt x="804" y="831"/>
                      <a:pt x="794" y="771"/>
                    </a:cubicBezTo>
                    <a:cubicBezTo>
                      <a:pt x="784" y="742"/>
                      <a:pt x="784" y="722"/>
                      <a:pt x="774" y="692"/>
                    </a:cubicBezTo>
                    <a:cubicBezTo>
                      <a:pt x="764" y="662"/>
                      <a:pt x="744" y="642"/>
                      <a:pt x="724" y="613"/>
                    </a:cubicBezTo>
                    <a:cubicBezTo>
                      <a:pt x="704" y="593"/>
                      <a:pt x="685" y="573"/>
                      <a:pt x="665" y="563"/>
                    </a:cubicBezTo>
                    <a:cubicBezTo>
                      <a:pt x="635" y="543"/>
                      <a:pt x="605" y="533"/>
                      <a:pt x="576" y="533"/>
                    </a:cubicBezTo>
                    <a:cubicBezTo>
                      <a:pt x="625" y="514"/>
                      <a:pt x="665" y="474"/>
                      <a:pt x="675" y="424"/>
                    </a:cubicBezTo>
                    <a:cubicBezTo>
                      <a:pt x="695" y="375"/>
                      <a:pt x="704" y="325"/>
                      <a:pt x="685" y="276"/>
                    </a:cubicBezTo>
                    <a:cubicBezTo>
                      <a:pt x="675" y="186"/>
                      <a:pt x="635" y="107"/>
                      <a:pt x="566" y="57"/>
                    </a:cubicBezTo>
                    <a:cubicBezTo>
                      <a:pt x="514" y="21"/>
                      <a:pt x="452" y="0"/>
                      <a:pt x="38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68"/>
              <p:cNvSpPr/>
              <p:nvPr/>
            </p:nvSpPr>
            <p:spPr>
              <a:xfrm>
                <a:off x="6856668" y="3270732"/>
                <a:ext cx="66415" cy="87177"/>
              </a:xfrm>
              <a:custGeom>
                <a:avLst/>
                <a:gdLst/>
                <a:ahLst/>
                <a:cxnLst/>
                <a:rect l="l" t="t" r="r" b="b"/>
                <a:pathLst>
                  <a:path w="904" h="1189" extrusionOk="0">
                    <a:moveTo>
                      <a:pt x="530" y="1"/>
                    </a:moveTo>
                    <a:cubicBezTo>
                      <a:pt x="523" y="1"/>
                      <a:pt x="515" y="2"/>
                      <a:pt x="507" y="5"/>
                    </a:cubicBezTo>
                    <a:cubicBezTo>
                      <a:pt x="487" y="5"/>
                      <a:pt x="467" y="15"/>
                      <a:pt x="447" y="25"/>
                    </a:cubicBezTo>
                    <a:cubicBezTo>
                      <a:pt x="437" y="45"/>
                      <a:pt x="427" y="55"/>
                      <a:pt x="417" y="84"/>
                    </a:cubicBezTo>
                    <a:cubicBezTo>
                      <a:pt x="417" y="104"/>
                      <a:pt x="417" y="124"/>
                      <a:pt x="417" y="144"/>
                    </a:cubicBezTo>
                    <a:cubicBezTo>
                      <a:pt x="417" y="174"/>
                      <a:pt x="417" y="213"/>
                      <a:pt x="417" y="243"/>
                    </a:cubicBezTo>
                    <a:cubicBezTo>
                      <a:pt x="427" y="283"/>
                      <a:pt x="427" y="312"/>
                      <a:pt x="427" y="352"/>
                    </a:cubicBezTo>
                    <a:lnTo>
                      <a:pt x="427" y="412"/>
                    </a:lnTo>
                    <a:lnTo>
                      <a:pt x="338" y="431"/>
                    </a:lnTo>
                    <a:lnTo>
                      <a:pt x="249" y="441"/>
                    </a:lnTo>
                    <a:cubicBezTo>
                      <a:pt x="249" y="412"/>
                      <a:pt x="249" y="382"/>
                      <a:pt x="249" y="352"/>
                    </a:cubicBezTo>
                    <a:cubicBezTo>
                      <a:pt x="249" y="312"/>
                      <a:pt x="239" y="263"/>
                      <a:pt x="239" y="253"/>
                    </a:cubicBezTo>
                    <a:cubicBezTo>
                      <a:pt x="239" y="243"/>
                      <a:pt x="219" y="223"/>
                      <a:pt x="219" y="193"/>
                    </a:cubicBezTo>
                    <a:cubicBezTo>
                      <a:pt x="219" y="174"/>
                      <a:pt x="209" y="144"/>
                      <a:pt x="199" y="114"/>
                    </a:cubicBezTo>
                    <a:cubicBezTo>
                      <a:pt x="189" y="94"/>
                      <a:pt x="179" y="74"/>
                      <a:pt x="159" y="55"/>
                    </a:cubicBezTo>
                    <a:cubicBezTo>
                      <a:pt x="152" y="40"/>
                      <a:pt x="140" y="31"/>
                      <a:pt x="126" y="31"/>
                    </a:cubicBezTo>
                    <a:cubicBezTo>
                      <a:pt x="121" y="31"/>
                      <a:pt x="115" y="32"/>
                      <a:pt x="110" y="35"/>
                    </a:cubicBezTo>
                    <a:cubicBezTo>
                      <a:pt x="80" y="35"/>
                      <a:pt x="50" y="45"/>
                      <a:pt x="40" y="74"/>
                    </a:cubicBezTo>
                    <a:cubicBezTo>
                      <a:pt x="21" y="94"/>
                      <a:pt x="11" y="124"/>
                      <a:pt x="11" y="154"/>
                    </a:cubicBezTo>
                    <a:cubicBezTo>
                      <a:pt x="1" y="183"/>
                      <a:pt x="1" y="213"/>
                      <a:pt x="11" y="243"/>
                    </a:cubicBezTo>
                    <a:cubicBezTo>
                      <a:pt x="21" y="273"/>
                      <a:pt x="21" y="302"/>
                      <a:pt x="21" y="322"/>
                    </a:cubicBezTo>
                    <a:cubicBezTo>
                      <a:pt x="21" y="352"/>
                      <a:pt x="21" y="372"/>
                      <a:pt x="31" y="402"/>
                    </a:cubicBezTo>
                    <a:cubicBezTo>
                      <a:pt x="31" y="421"/>
                      <a:pt x="40" y="441"/>
                      <a:pt x="40" y="471"/>
                    </a:cubicBezTo>
                    <a:cubicBezTo>
                      <a:pt x="50" y="481"/>
                      <a:pt x="50" y="491"/>
                      <a:pt x="50" y="511"/>
                    </a:cubicBezTo>
                    <a:cubicBezTo>
                      <a:pt x="50" y="531"/>
                      <a:pt x="60" y="560"/>
                      <a:pt x="60" y="580"/>
                    </a:cubicBezTo>
                    <a:cubicBezTo>
                      <a:pt x="70" y="600"/>
                      <a:pt x="80" y="620"/>
                      <a:pt x="80" y="640"/>
                    </a:cubicBezTo>
                    <a:cubicBezTo>
                      <a:pt x="80" y="649"/>
                      <a:pt x="90" y="659"/>
                      <a:pt x="100" y="669"/>
                    </a:cubicBezTo>
                    <a:cubicBezTo>
                      <a:pt x="110" y="689"/>
                      <a:pt x="120" y="689"/>
                      <a:pt x="140" y="699"/>
                    </a:cubicBezTo>
                    <a:lnTo>
                      <a:pt x="378" y="699"/>
                    </a:lnTo>
                    <a:lnTo>
                      <a:pt x="457" y="679"/>
                    </a:lnTo>
                    <a:lnTo>
                      <a:pt x="467" y="808"/>
                    </a:lnTo>
                    <a:cubicBezTo>
                      <a:pt x="477" y="848"/>
                      <a:pt x="477" y="887"/>
                      <a:pt x="487" y="927"/>
                    </a:cubicBezTo>
                    <a:cubicBezTo>
                      <a:pt x="487" y="947"/>
                      <a:pt x="497" y="967"/>
                      <a:pt x="507" y="997"/>
                    </a:cubicBezTo>
                    <a:cubicBezTo>
                      <a:pt x="516" y="1026"/>
                      <a:pt x="526" y="1056"/>
                      <a:pt x="536" y="1086"/>
                    </a:cubicBezTo>
                    <a:cubicBezTo>
                      <a:pt x="546" y="1116"/>
                      <a:pt x="556" y="1135"/>
                      <a:pt x="576" y="1165"/>
                    </a:cubicBezTo>
                    <a:cubicBezTo>
                      <a:pt x="590" y="1180"/>
                      <a:pt x="605" y="1189"/>
                      <a:pt x="623" y="1189"/>
                    </a:cubicBezTo>
                    <a:cubicBezTo>
                      <a:pt x="630" y="1189"/>
                      <a:pt x="637" y="1188"/>
                      <a:pt x="645" y="1185"/>
                    </a:cubicBezTo>
                    <a:cubicBezTo>
                      <a:pt x="665" y="1185"/>
                      <a:pt x="685" y="1175"/>
                      <a:pt x="695" y="1145"/>
                    </a:cubicBezTo>
                    <a:cubicBezTo>
                      <a:pt x="715" y="1116"/>
                      <a:pt x="715" y="1086"/>
                      <a:pt x="715" y="1066"/>
                    </a:cubicBezTo>
                    <a:cubicBezTo>
                      <a:pt x="725" y="1026"/>
                      <a:pt x="725" y="997"/>
                      <a:pt x="715" y="967"/>
                    </a:cubicBezTo>
                    <a:cubicBezTo>
                      <a:pt x="715" y="927"/>
                      <a:pt x="715" y="907"/>
                      <a:pt x="715" y="887"/>
                    </a:cubicBezTo>
                    <a:lnTo>
                      <a:pt x="705" y="759"/>
                    </a:lnTo>
                    <a:cubicBezTo>
                      <a:pt x="695" y="719"/>
                      <a:pt x="695" y="679"/>
                      <a:pt x="695" y="640"/>
                    </a:cubicBezTo>
                    <a:cubicBezTo>
                      <a:pt x="735" y="630"/>
                      <a:pt x="784" y="610"/>
                      <a:pt x="834" y="600"/>
                    </a:cubicBezTo>
                    <a:cubicBezTo>
                      <a:pt x="854" y="590"/>
                      <a:pt x="873" y="580"/>
                      <a:pt x="883" y="560"/>
                    </a:cubicBezTo>
                    <a:cubicBezTo>
                      <a:pt x="903" y="540"/>
                      <a:pt x="903" y="511"/>
                      <a:pt x="893" y="491"/>
                    </a:cubicBezTo>
                    <a:cubicBezTo>
                      <a:pt x="893" y="471"/>
                      <a:pt x="883" y="451"/>
                      <a:pt x="863" y="431"/>
                    </a:cubicBezTo>
                    <a:cubicBezTo>
                      <a:pt x="854" y="412"/>
                      <a:pt x="824" y="402"/>
                      <a:pt x="804" y="402"/>
                    </a:cubicBezTo>
                    <a:lnTo>
                      <a:pt x="665" y="402"/>
                    </a:lnTo>
                    <a:cubicBezTo>
                      <a:pt x="665" y="352"/>
                      <a:pt x="655" y="293"/>
                      <a:pt x="645" y="263"/>
                    </a:cubicBezTo>
                    <a:cubicBezTo>
                      <a:pt x="645" y="233"/>
                      <a:pt x="635" y="203"/>
                      <a:pt x="625" y="164"/>
                    </a:cubicBezTo>
                    <a:cubicBezTo>
                      <a:pt x="625" y="134"/>
                      <a:pt x="616" y="104"/>
                      <a:pt x="606" y="74"/>
                    </a:cubicBezTo>
                    <a:cubicBezTo>
                      <a:pt x="596" y="55"/>
                      <a:pt x="586" y="35"/>
                      <a:pt x="566" y="15"/>
                    </a:cubicBezTo>
                    <a:cubicBezTo>
                      <a:pt x="559" y="8"/>
                      <a:pt x="547" y="1"/>
                      <a:pt x="53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68"/>
              <p:cNvSpPr/>
              <p:nvPr/>
            </p:nvSpPr>
            <p:spPr>
              <a:xfrm>
                <a:off x="6839918" y="3092931"/>
                <a:ext cx="32840" cy="8512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1161" extrusionOk="0">
                    <a:moveTo>
                      <a:pt x="130" y="1"/>
                    </a:moveTo>
                    <a:cubicBezTo>
                      <a:pt x="90" y="1"/>
                      <a:pt x="50" y="21"/>
                      <a:pt x="31" y="60"/>
                    </a:cubicBezTo>
                    <a:cubicBezTo>
                      <a:pt x="11" y="90"/>
                      <a:pt x="1" y="130"/>
                      <a:pt x="11" y="169"/>
                    </a:cubicBezTo>
                    <a:cubicBezTo>
                      <a:pt x="21" y="199"/>
                      <a:pt x="31" y="229"/>
                      <a:pt x="40" y="249"/>
                    </a:cubicBezTo>
                    <a:cubicBezTo>
                      <a:pt x="60" y="278"/>
                      <a:pt x="80" y="298"/>
                      <a:pt x="100" y="308"/>
                    </a:cubicBezTo>
                    <a:lnTo>
                      <a:pt x="140" y="526"/>
                    </a:lnTo>
                    <a:cubicBezTo>
                      <a:pt x="149" y="596"/>
                      <a:pt x="159" y="675"/>
                      <a:pt x="169" y="744"/>
                    </a:cubicBezTo>
                    <a:cubicBezTo>
                      <a:pt x="179" y="754"/>
                      <a:pt x="179" y="774"/>
                      <a:pt x="179" y="804"/>
                    </a:cubicBezTo>
                    <a:cubicBezTo>
                      <a:pt x="189" y="834"/>
                      <a:pt x="189" y="863"/>
                      <a:pt x="199" y="893"/>
                    </a:cubicBezTo>
                    <a:cubicBezTo>
                      <a:pt x="199" y="923"/>
                      <a:pt x="209" y="963"/>
                      <a:pt x="219" y="992"/>
                    </a:cubicBezTo>
                    <a:cubicBezTo>
                      <a:pt x="229" y="1022"/>
                      <a:pt x="239" y="1052"/>
                      <a:pt x="249" y="1082"/>
                    </a:cubicBezTo>
                    <a:cubicBezTo>
                      <a:pt x="268" y="1101"/>
                      <a:pt x="278" y="1121"/>
                      <a:pt x="298" y="1141"/>
                    </a:cubicBezTo>
                    <a:cubicBezTo>
                      <a:pt x="318" y="1161"/>
                      <a:pt x="348" y="1161"/>
                      <a:pt x="368" y="1161"/>
                    </a:cubicBezTo>
                    <a:cubicBezTo>
                      <a:pt x="387" y="1161"/>
                      <a:pt x="417" y="1151"/>
                      <a:pt x="417" y="1121"/>
                    </a:cubicBezTo>
                    <a:cubicBezTo>
                      <a:pt x="437" y="1101"/>
                      <a:pt x="437" y="1072"/>
                      <a:pt x="437" y="1042"/>
                    </a:cubicBezTo>
                    <a:cubicBezTo>
                      <a:pt x="447" y="1012"/>
                      <a:pt x="447" y="982"/>
                      <a:pt x="437" y="953"/>
                    </a:cubicBezTo>
                    <a:cubicBezTo>
                      <a:pt x="437" y="923"/>
                      <a:pt x="437" y="903"/>
                      <a:pt x="437" y="883"/>
                    </a:cubicBezTo>
                    <a:cubicBezTo>
                      <a:pt x="427" y="834"/>
                      <a:pt x="417" y="774"/>
                      <a:pt x="407" y="725"/>
                    </a:cubicBezTo>
                    <a:cubicBezTo>
                      <a:pt x="397" y="665"/>
                      <a:pt x="387" y="615"/>
                      <a:pt x="387" y="566"/>
                    </a:cubicBezTo>
                    <a:cubicBezTo>
                      <a:pt x="378" y="526"/>
                      <a:pt x="378" y="497"/>
                      <a:pt x="378" y="467"/>
                    </a:cubicBezTo>
                    <a:lnTo>
                      <a:pt x="358" y="368"/>
                    </a:lnTo>
                    <a:cubicBezTo>
                      <a:pt x="348" y="338"/>
                      <a:pt x="348" y="308"/>
                      <a:pt x="338" y="259"/>
                    </a:cubicBezTo>
                    <a:cubicBezTo>
                      <a:pt x="328" y="219"/>
                      <a:pt x="308" y="179"/>
                      <a:pt x="298" y="140"/>
                    </a:cubicBezTo>
                    <a:cubicBezTo>
                      <a:pt x="278" y="100"/>
                      <a:pt x="259" y="70"/>
                      <a:pt x="229" y="40"/>
                    </a:cubicBezTo>
                    <a:cubicBezTo>
                      <a:pt x="199" y="11"/>
                      <a:pt x="169" y="1"/>
                      <a:pt x="13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68"/>
              <p:cNvSpPr/>
              <p:nvPr/>
            </p:nvSpPr>
            <p:spPr>
              <a:xfrm>
                <a:off x="7039529" y="3250716"/>
                <a:ext cx="62741" cy="89450"/>
              </a:xfrm>
              <a:custGeom>
                <a:avLst/>
                <a:gdLst/>
                <a:ahLst/>
                <a:cxnLst/>
                <a:rect l="l" t="t" r="r" b="b"/>
                <a:pathLst>
                  <a:path w="854" h="1220" extrusionOk="0">
                    <a:moveTo>
                      <a:pt x="506" y="0"/>
                    </a:moveTo>
                    <a:lnTo>
                      <a:pt x="437" y="10"/>
                    </a:lnTo>
                    <a:lnTo>
                      <a:pt x="348" y="30"/>
                    </a:lnTo>
                    <a:lnTo>
                      <a:pt x="239" y="60"/>
                    </a:lnTo>
                    <a:lnTo>
                      <a:pt x="139" y="90"/>
                    </a:lnTo>
                    <a:cubicBezTo>
                      <a:pt x="110" y="100"/>
                      <a:pt x="80" y="109"/>
                      <a:pt x="50" y="119"/>
                    </a:cubicBezTo>
                    <a:cubicBezTo>
                      <a:pt x="40" y="129"/>
                      <a:pt x="20" y="139"/>
                      <a:pt x="10" y="149"/>
                    </a:cubicBezTo>
                    <a:cubicBezTo>
                      <a:pt x="10" y="169"/>
                      <a:pt x="10" y="179"/>
                      <a:pt x="10" y="189"/>
                    </a:cubicBezTo>
                    <a:cubicBezTo>
                      <a:pt x="10" y="209"/>
                      <a:pt x="1" y="228"/>
                      <a:pt x="10" y="248"/>
                    </a:cubicBezTo>
                    <a:cubicBezTo>
                      <a:pt x="20" y="268"/>
                      <a:pt x="20" y="288"/>
                      <a:pt x="20" y="308"/>
                    </a:cubicBezTo>
                    <a:cubicBezTo>
                      <a:pt x="20" y="328"/>
                      <a:pt x="20" y="337"/>
                      <a:pt x="20" y="347"/>
                    </a:cubicBezTo>
                    <a:cubicBezTo>
                      <a:pt x="20" y="357"/>
                      <a:pt x="30" y="387"/>
                      <a:pt x="30" y="417"/>
                    </a:cubicBezTo>
                    <a:cubicBezTo>
                      <a:pt x="40" y="447"/>
                      <a:pt x="50" y="486"/>
                      <a:pt x="50" y="526"/>
                    </a:cubicBezTo>
                    <a:cubicBezTo>
                      <a:pt x="60" y="556"/>
                      <a:pt x="70" y="595"/>
                      <a:pt x="80" y="625"/>
                    </a:cubicBezTo>
                    <a:cubicBezTo>
                      <a:pt x="80" y="645"/>
                      <a:pt x="90" y="665"/>
                      <a:pt x="100" y="685"/>
                    </a:cubicBezTo>
                    <a:cubicBezTo>
                      <a:pt x="110" y="694"/>
                      <a:pt x="120" y="704"/>
                      <a:pt x="129" y="714"/>
                    </a:cubicBezTo>
                    <a:cubicBezTo>
                      <a:pt x="149" y="724"/>
                      <a:pt x="169" y="734"/>
                      <a:pt x="189" y="734"/>
                    </a:cubicBezTo>
                    <a:cubicBezTo>
                      <a:pt x="199" y="744"/>
                      <a:pt x="219" y="744"/>
                      <a:pt x="239" y="744"/>
                    </a:cubicBezTo>
                    <a:cubicBezTo>
                      <a:pt x="248" y="749"/>
                      <a:pt x="256" y="751"/>
                      <a:pt x="263" y="751"/>
                    </a:cubicBezTo>
                    <a:cubicBezTo>
                      <a:pt x="271" y="751"/>
                      <a:pt x="278" y="749"/>
                      <a:pt x="288" y="744"/>
                    </a:cubicBezTo>
                    <a:cubicBezTo>
                      <a:pt x="298" y="744"/>
                      <a:pt x="318" y="744"/>
                      <a:pt x="328" y="734"/>
                    </a:cubicBezTo>
                    <a:lnTo>
                      <a:pt x="367" y="714"/>
                    </a:lnTo>
                    <a:lnTo>
                      <a:pt x="407" y="694"/>
                    </a:lnTo>
                    <a:cubicBezTo>
                      <a:pt x="427" y="685"/>
                      <a:pt x="437" y="685"/>
                      <a:pt x="457" y="685"/>
                    </a:cubicBezTo>
                    <a:cubicBezTo>
                      <a:pt x="464" y="683"/>
                      <a:pt x="471" y="682"/>
                      <a:pt x="478" y="682"/>
                    </a:cubicBezTo>
                    <a:cubicBezTo>
                      <a:pt x="507" y="682"/>
                      <a:pt x="532" y="698"/>
                      <a:pt x="556" y="714"/>
                    </a:cubicBezTo>
                    <a:cubicBezTo>
                      <a:pt x="576" y="744"/>
                      <a:pt x="595" y="784"/>
                      <a:pt x="595" y="813"/>
                    </a:cubicBezTo>
                    <a:cubicBezTo>
                      <a:pt x="605" y="853"/>
                      <a:pt x="595" y="893"/>
                      <a:pt x="576" y="922"/>
                    </a:cubicBezTo>
                    <a:cubicBezTo>
                      <a:pt x="556" y="952"/>
                      <a:pt x="516" y="972"/>
                      <a:pt x="477" y="982"/>
                    </a:cubicBezTo>
                    <a:cubicBezTo>
                      <a:pt x="457" y="982"/>
                      <a:pt x="417" y="982"/>
                      <a:pt x="397" y="972"/>
                    </a:cubicBezTo>
                    <a:cubicBezTo>
                      <a:pt x="367" y="962"/>
                      <a:pt x="348" y="952"/>
                      <a:pt x="328" y="942"/>
                    </a:cubicBezTo>
                    <a:lnTo>
                      <a:pt x="268" y="913"/>
                    </a:lnTo>
                    <a:cubicBezTo>
                      <a:pt x="248" y="903"/>
                      <a:pt x="229" y="903"/>
                      <a:pt x="199" y="903"/>
                    </a:cubicBezTo>
                    <a:cubicBezTo>
                      <a:pt x="149" y="903"/>
                      <a:pt x="110" y="952"/>
                      <a:pt x="129" y="1002"/>
                    </a:cubicBezTo>
                    <a:cubicBezTo>
                      <a:pt x="129" y="1041"/>
                      <a:pt x="149" y="1081"/>
                      <a:pt x="179" y="1101"/>
                    </a:cubicBezTo>
                    <a:cubicBezTo>
                      <a:pt x="209" y="1131"/>
                      <a:pt x="239" y="1160"/>
                      <a:pt x="278" y="1180"/>
                    </a:cubicBezTo>
                    <a:cubicBezTo>
                      <a:pt x="318" y="1190"/>
                      <a:pt x="358" y="1210"/>
                      <a:pt x="397" y="1220"/>
                    </a:cubicBezTo>
                    <a:lnTo>
                      <a:pt x="516" y="1220"/>
                    </a:lnTo>
                    <a:cubicBezTo>
                      <a:pt x="566" y="1220"/>
                      <a:pt x="625" y="1200"/>
                      <a:pt x="675" y="1180"/>
                    </a:cubicBezTo>
                    <a:cubicBezTo>
                      <a:pt x="714" y="1160"/>
                      <a:pt x="754" y="1121"/>
                      <a:pt x="784" y="1091"/>
                    </a:cubicBezTo>
                    <a:cubicBezTo>
                      <a:pt x="814" y="1051"/>
                      <a:pt x="833" y="1002"/>
                      <a:pt x="843" y="952"/>
                    </a:cubicBezTo>
                    <a:cubicBezTo>
                      <a:pt x="853" y="903"/>
                      <a:pt x="853" y="843"/>
                      <a:pt x="843" y="784"/>
                    </a:cubicBezTo>
                    <a:cubicBezTo>
                      <a:pt x="833" y="694"/>
                      <a:pt x="784" y="605"/>
                      <a:pt x="714" y="536"/>
                    </a:cubicBezTo>
                    <a:cubicBezTo>
                      <a:pt x="645" y="494"/>
                      <a:pt x="567" y="477"/>
                      <a:pt x="485" y="477"/>
                    </a:cubicBezTo>
                    <a:cubicBezTo>
                      <a:pt x="449" y="477"/>
                      <a:pt x="413" y="480"/>
                      <a:pt x="377" y="486"/>
                    </a:cubicBezTo>
                    <a:lnTo>
                      <a:pt x="318" y="506"/>
                    </a:lnTo>
                    <a:lnTo>
                      <a:pt x="278" y="278"/>
                    </a:lnTo>
                    <a:lnTo>
                      <a:pt x="348" y="268"/>
                    </a:lnTo>
                    <a:lnTo>
                      <a:pt x="427" y="248"/>
                    </a:lnTo>
                    <a:lnTo>
                      <a:pt x="506" y="228"/>
                    </a:lnTo>
                    <a:cubicBezTo>
                      <a:pt x="536" y="219"/>
                      <a:pt x="556" y="219"/>
                      <a:pt x="576" y="209"/>
                    </a:cubicBezTo>
                    <a:cubicBezTo>
                      <a:pt x="595" y="199"/>
                      <a:pt x="615" y="179"/>
                      <a:pt x="635" y="159"/>
                    </a:cubicBezTo>
                    <a:cubicBezTo>
                      <a:pt x="655" y="139"/>
                      <a:pt x="665" y="119"/>
                      <a:pt x="655" y="90"/>
                    </a:cubicBezTo>
                    <a:cubicBezTo>
                      <a:pt x="655" y="70"/>
                      <a:pt x="645" y="60"/>
                      <a:pt x="635" y="50"/>
                    </a:cubicBezTo>
                    <a:cubicBezTo>
                      <a:pt x="625" y="30"/>
                      <a:pt x="615" y="20"/>
                      <a:pt x="595" y="20"/>
                    </a:cubicBezTo>
                    <a:cubicBezTo>
                      <a:pt x="586" y="10"/>
                      <a:pt x="566" y="10"/>
                      <a:pt x="54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68"/>
              <p:cNvSpPr/>
              <p:nvPr/>
            </p:nvSpPr>
            <p:spPr>
              <a:xfrm>
                <a:off x="7222389" y="3233705"/>
                <a:ext cx="59803" cy="89010"/>
              </a:xfrm>
              <a:custGeom>
                <a:avLst/>
                <a:gdLst/>
                <a:ahLst/>
                <a:cxnLst/>
                <a:rect l="l" t="t" r="r" b="b"/>
                <a:pathLst>
                  <a:path w="814" h="1214" extrusionOk="0">
                    <a:moveTo>
                      <a:pt x="413" y="665"/>
                    </a:moveTo>
                    <a:cubicBezTo>
                      <a:pt x="447" y="665"/>
                      <a:pt x="479" y="676"/>
                      <a:pt x="516" y="698"/>
                    </a:cubicBezTo>
                    <a:cubicBezTo>
                      <a:pt x="556" y="728"/>
                      <a:pt x="575" y="778"/>
                      <a:pt x="585" y="827"/>
                    </a:cubicBezTo>
                    <a:cubicBezTo>
                      <a:pt x="595" y="857"/>
                      <a:pt x="585" y="897"/>
                      <a:pt x="556" y="936"/>
                    </a:cubicBezTo>
                    <a:cubicBezTo>
                      <a:pt x="526" y="956"/>
                      <a:pt x="496" y="976"/>
                      <a:pt x="456" y="976"/>
                    </a:cubicBezTo>
                    <a:cubicBezTo>
                      <a:pt x="448" y="979"/>
                      <a:pt x="440" y="980"/>
                      <a:pt x="432" y="980"/>
                    </a:cubicBezTo>
                    <a:cubicBezTo>
                      <a:pt x="414" y="980"/>
                      <a:pt x="398" y="973"/>
                      <a:pt x="377" y="966"/>
                    </a:cubicBezTo>
                    <a:cubicBezTo>
                      <a:pt x="357" y="946"/>
                      <a:pt x="337" y="936"/>
                      <a:pt x="318" y="917"/>
                    </a:cubicBezTo>
                    <a:cubicBezTo>
                      <a:pt x="298" y="887"/>
                      <a:pt x="288" y="867"/>
                      <a:pt x="278" y="837"/>
                    </a:cubicBezTo>
                    <a:cubicBezTo>
                      <a:pt x="268" y="817"/>
                      <a:pt x="258" y="788"/>
                      <a:pt x="248" y="768"/>
                    </a:cubicBezTo>
                    <a:lnTo>
                      <a:pt x="248" y="738"/>
                    </a:lnTo>
                    <a:cubicBezTo>
                      <a:pt x="248" y="728"/>
                      <a:pt x="248" y="718"/>
                      <a:pt x="258" y="708"/>
                    </a:cubicBezTo>
                    <a:cubicBezTo>
                      <a:pt x="278" y="698"/>
                      <a:pt x="298" y="688"/>
                      <a:pt x="318" y="679"/>
                    </a:cubicBezTo>
                    <a:cubicBezTo>
                      <a:pt x="337" y="679"/>
                      <a:pt x="357" y="669"/>
                      <a:pt x="377" y="669"/>
                    </a:cubicBezTo>
                    <a:cubicBezTo>
                      <a:pt x="389" y="666"/>
                      <a:pt x="401" y="665"/>
                      <a:pt x="413" y="665"/>
                    </a:cubicBezTo>
                    <a:close/>
                    <a:moveTo>
                      <a:pt x="441" y="0"/>
                    </a:moveTo>
                    <a:cubicBezTo>
                      <a:pt x="433" y="0"/>
                      <a:pt x="425" y="1"/>
                      <a:pt x="417" y="4"/>
                    </a:cubicBezTo>
                    <a:cubicBezTo>
                      <a:pt x="377" y="4"/>
                      <a:pt x="337" y="24"/>
                      <a:pt x="298" y="54"/>
                    </a:cubicBezTo>
                    <a:cubicBezTo>
                      <a:pt x="258" y="84"/>
                      <a:pt x="218" y="113"/>
                      <a:pt x="189" y="153"/>
                    </a:cubicBezTo>
                    <a:cubicBezTo>
                      <a:pt x="159" y="203"/>
                      <a:pt x="129" y="252"/>
                      <a:pt x="99" y="302"/>
                    </a:cubicBezTo>
                    <a:cubicBezTo>
                      <a:pt x="80" y="361"/>
                      <a:pt x="50" y="411"/>
                      <a:pt x="40" y="470"/>
                    </a:cubicBezTo>
                    <a:cubicBezTo>
                      <a:pt x="20" y="530"/>
                      <a:pt x="10" y="579"/>
                      <a:pt x="0" y="639"/>
                    </a:cubicBezTo>
                    <a:cubicBezTo>
                      <a:pt x="0" y="688"/>
                      <a:pt x="0" y="738"/>
                      <a:pt x="0" y="788"/>
                    </a:cubicBezTo>
                    <a:cubicBezTo>
                      <a:pt x="10" y="837"/>
                      <a:pt x="30" y="897"/>
                      <a:pt x="50" y="956"/>
                    </a:cubicBezTo>
                    <a:cubicBezTo>
                      <a:pt x="80" y="1006"/>
                      <a:pt x="109" y="1055"/>
                      <a:pt x="149" y="1095"/>
                    </a:cubicBezTo>
                    <a:cubicBezTo>
                      <a:pt x="179" y="1135"/>
                      <a:pt x="228" y="1164"/>
                      <a:pt x="278" y="1184"/>
                    </a:cubicBezTo>
                    <a:cubicBezTo>
                      <a:pt x="337" y="1204"/>
                      <a:pt x="397" y="1214"/>
                      <a:pt x="456" y="1214"/>
                    </a:cubicBezTo>
                    <a:cubicBezTo>
                      <a:pt x="506" y="1204"/>
                      <a:pt x="565" y="1194"/>
                      <a:pt x="615" y="1174"/>
                    </a:cubicBezTo>
                    <a:cubicBezTo>
                      <a:pt x="655" y="1154"/>
                      <a:pt x="704" y="1125"/>
                      <a:pt x="734" y="1085"/>
                    </a:cubicBezTo>
                    <a:cubicBezTo>
                      <a:pt x="774" y="1055"/>
                      <a:pt x="794" y="1006"/>
                      <a:pt x="803" y="966"/>
                    </a:cubicBezTo>
                    <a:cubicBezTo>
                      <a:pt x="813" y="907"/>
                      <a:pt x="813" y="857"/>
                      <a:pt x="803" y="798"/>
                    </a:cubicBezTo>
                    <a:cubicBezTo>
                      <a:pt x="803" y="748"/>
                      <a:pt x="784" y="698"/>
                      <a:pt x="764" y="659"/>
                    </a:cubicBezTo>
                    <a:cubicBezTo>
                      <a:pt x="744" y="609"/>
                      <a:pt x="714" y="569"/>
                      <a:pt x="684" y="540"/>
                    </a:cubicBezTo>
                    <a:cubicBezTo>
                      <a:pt x="645" y="500"/>
                      <a:pt x="605" y="480"/>
                      <a:pt x="556" y="460"/>
                    </a:cubicBezTo>
                    <a:cubicBezTo>
                      <a:pt x="506" y="441"/>
                      <a:pt x="456" y="441"/>
                      <a:pt x="407" y="441"/>
                    </a:cubicBezTo>
                    <a:cubicBezTo>
                      <a:pt x="397" y="441"/>
                      <a:pt x="377" y="451"/>
                      <a:pt x="357" y="451"/>
                    </a:cubicBezTo>
                    <a:cubicBezTo>
                      <a:pt x="347" y="460"/>
                      <a:pt x="328" y="460"/>
                      <a:pt x="318" y="470"/>
                    </a:cubicBezTo>
                    <a:cubicBezTo>
                      <a:pt x="318" y="431"/>
                      <a:pt x="337" y="401"/>
                      <a:pt x="347" y="361"/>
                    </a:cubicBezTo>
                    <a:cubicBezTo>
                      <a:pt x="367" y="332"/>
                      <a:pt x="377" y="302"/>
                      <a:pt x="397" y="272"/>
                    </a:cubicBezTo>
                    <a:cubicBezTo>
                      <a:pt x="407" y="252"/>
                      <a:pt x="427" y="242"/>
                      <a:pt x="437" y="222"/>
                    </a:cubicBezTo>
                    <a:lnTo>
                      <a:pt x="486" y="173"/>
                    </a:lnTo>
                    <a:cubicBezTo>
                      <a:pt x="496" y="153"/>
                      <a:pt x="506" y="133"/>
                      <a:pt x="516" y="123"/>
                    </a:cubicBezTo>
                    <a:cubicBezTo>
                      <a:pt x="526" y="103"/>
                      <a:pt x="536" y="84"/>
                      <a:pt x="526" y="74"/>
                    </a:cubicBezTo>
                    <a:cubicBezTo>
                      <a:pt x="526" y="44"/>
                      <a:pt x="516" y="24"/>
                      <a:pt x="486" y="14"/>
                    </a:cubicBezTo>
                    <a:cubicBezTo>
                      <a:pt x="472" y="7"/>
                      <a:pt x="458" y="0"/>
                      <a:pt x="4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68"/>
              <p:cNvSpPr/>
              <p:nvPr/>
            </p:nvSpPr>
            <p:spPr>
              <a:xfrm>
                <a:off x="6881427" y="3445527"/>
                <a:ext cx="58407" cy="89524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221" extrusionOk="0">
                    <a:moveTo>
                      <a:pt x="417" y="1"/>
                    </a:moveTo>
                    <a:lnTo>
                      <a:pt x="348" y="11"/>
                    </a:lnTo>
                    <a:cubicBezTo>
                      <a:pt x="318" y="21"/>
                      <a:pt x="288" y="21"/>
                      <a:pt x="259" y="30"/>
                    </a:cubicBezTo>
                    <a:cubicBezTo>
                      <a:pt x="229" y="40"/>
                      <a:pt x="199" y="50"/>
                      <a:pt x="170" y="60"/>
                    </a:cubicBezTo>
                    <a:cubicBezTo>
                      <a:pt x="130" y="70"/>
                      <a:pt x="110" y="90"/>
                      <a:pt x="80" y="100"/>
                    </a:cubicBezTo>
                    <a:cubicBezTo>
                      <a:pt x="51" y="120"/>
                      <a:pt x="31" y="139"/>
                      <a:pt x="21" y="159"/>
                    </a:cubicBezTo>
                    <a:cubicBezTo>
                      <a:pt x="1" y="179"/>
                      <a:pt x="1" y="199"/>
                      <a:pt x="1" y="229"/>
                    </a:cubicBezTo>
                    <a:cubicBezTo>
                      <a:pt x="11" y="249"/>
                      <a:pt x="21" y="268"/>
                      <a:pt x="41" y="288"/>
                    </a:cubicBezTo>
                    <a:cubicBezTo>
                      <a:pt x="51" y="298"/>
                      <a:pt x="80" y="298"/>
                      <a:pt x="100" y="298"/>
                    </a:cubicBezTo>
                    <a:lnTo>
                      <a:pt x="120" y="298"/>
                    </a:lnTo>
                    <a:cubicBezTo>
                      <a:pt x="170" y="288"/>
                      <a:pt x="229" y="268"/>
                      <a:pt x="279" y="258"/>
                    </a:cubicBezTo>
                    <a:cubicBezTo>
                      <a:pt x="338" y="239"/>
                      <a:pt x="388" y="229"/>
                      <a:pt x="447" y="229"/>
                    </a:cubicBezTo>
                    <a:lnTo>
                      <a:pt x="536" y="229"/>
                    </a:lnTo>
                    <a:cubicBezTo>
                      <a:pt x="526" y="298"/>
                      <a:pt x="507" y="348"/>
                      <a:pt x="487" y="417"/>
                    </a:cubicBezTo>
                    <a:cubicBezTo>
                      <a:pt x="467" y="487"/>
                      <a:pt x="457" y="546"/>
                      <a:pt x="437" y="615"/>
                    </a:cubicBezTo>
                    <a:cubicBezTo>
                      <a:pt x="427" y="655"/>
                      <a:pt x="417" y="685"/>
                      <a:pt x="407" y="734"/>
                    </a:cubicBezTo>
                    <a:cubicBezTo>
                      <a:pt x="388" y="784"/>
                      <a:pt x="378" y="834"/>
                      <a:pt x="368" y="873"/>
                    </a:cubicBezTo>
                    <a:cubicBezTo>
                      <a:pt x="358" y="923"/>
                      <a:pt x="348" y="972"/>
                      <a:pt x="338" y="1022"/>
                    </a:cubicBezTo>
                    <a:cubicBezTo>
                      <a:pt x="338" y="1062"/>
                      <a:pt x="338" y="1101"/>
                      <a:pt x="338" y="1151"/>
                    </a:cubicBezTo>
                    <a:cubicBezTo>
                      <a:pt x="348" y="1171"/>
                      <a:pt x="358" y="1191"/>
                      <a:pt x="378" y="1200"/>
                    </a:cubicBezTo>
                    <a:cubicBezTo>
                      <a:pt x="388" y="1210"/>
                      <a:pt x="417" y="1220"/>
                      <a:pt x="437" y="1220"/>
                    </a:cubicBezTo>
                    <a:cubicBezTo>
                      <a:pt x="467" y="1220"/>
                      <a:pt x="497" y="1200"/>
                      <a:pt x="507" y="1171"/>
                    </a:cubicBezTo>
                    <a:cubicBezTo>
                      <a:pt x="526" y="1141"/>
                      <a:pt x="546" y="1101"/>
                      <a:pt x="566" y="1062"/>
                    </a:cubicBezTo>
                    <a:cubicBezTo>
                      <a:pt x="576" y="1022"/>
                      <a:pt x="596" y="972"/>
                      <a:pt x="616" y="913"/>
                    </a:cubicBezTo>
                    <a:cubicBezTo>
                      <a:pt x="626" y="863"/>
                      <a:pt x="645" y="814"/>
                      <a:pt x="655" y="764"/>
                    </a:cubicBezTo>
                    <a:cubicBezTo>
                      <a:pt x="665" y="715"/>
                      <a:pt x="685" y="655"/>
                      <a:pt x="685" y="635"/>
                    </a:cubicBezTo>
                    <a:cubicBezTo>
                      <a:pt x="695" y="625"/>
                      <a:pt x="695" y="596"/>
                      <a:pt x="705" y="566"/>
                    </a:cubicBezTo>
                    <a:lnTo>
                      <a:pt x="735" y="477"/>
                    </a:lnTo>
                    <a:cubicBezTo>
                      <a:pt x="745" y="437"/>
                      <a:pt x="745" y="397"/>
                      <a:pt x="755" y="368"/>
                    </a:cubicBezTo>
                    <a:cubicBezTo>
                      <a:pt x="764" y="328"/>
                      <a:pt x="774" y="288"/>
                      <a:pt x="784" y="258"/>
                    </a:cubicBezTo>
                    <a:cubicBezTo>
                      <a:pt x="784" y="219"/>
                      <a:pt x="794" y="189"/>
                      <a:pt x="794" y="169"/>
                    </a:cubicBezTo>
                    <a:cubicBezTo>
                      <a:pt x="794" y="139"/>
                      <a:pt x="794" y="120"/>
                      <a:pt x="794" y="100"/>
                    </a:cubicBezTo>
                    <a:cubicBezTo>
                      <a:pt x="794" y="90"/>
                      <a:pt x="794" y="80"/>
                      <a:pt x="784" y="70"/>
                    </a:cubicBezTo>
                    <a:cubicBezTo>
                      <a:pt x="784" y="60"/>
                      <a:pt x="784" y="50"/>
                      <a:pt x="774" y="50"/>
                    </a:cubicBezTo>
                    <a:cubicBezTo>
                      <a:pt x="755" y="30"/>
                      <a:pt x="735" y="21"/>
                      <a:pt x="705" y="21"/>
                    </a:cubicBezTo>
                    <a:cubicBezTo>
                      <a:pt x="675" y="11"/>
                      <a:pt x="636" y="1"/>
                      <a:pt x="6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68"/>
              <p:cNvSpPr/>
              <p:nvPr/>
            </p:nvSpPr>
            <p:spPr>
              <a:xfrm>
                <a:off x="7072295" y="3429543"/>
                <a:ext cx="70749" cy="92383"/>
              </a:xfrm>
              <a:custGeom>
                <a:avLst/>
                <a:gdLst/>
                <a:ahLst/>
                <a:cxnLst/>
                <a:rect l="l" t="t" r="r" b="b"/>
                <a:pathLst>
                  <a:path w="963" h="1260" extrusionOk="0">
                    <a:moveTo>
                      <a:pt x="506" y="229"/>
                    </a:moveTo>
                    <a:cubicBezTo>
                      <a:pt x="516" y="229"/>
                      <a:pt x="526" y="239"/>
                      <a:pt x="536" y="239"/>
                    </a:cubicBezTo>
                    <a:cubicBezTo>
                      <a:pt x="546" y="248"/>
                      <a:pt x="556" y="258"/>
                      <a:pt x="556" y="268"/>
                    </a:cubicBezTo>
                    <a:cubicBezTo>
                      <a:pt x="556" y="288"/>
                      <a:pt x="556" y="308"/>
                      <a:pt x="546" y="318"/>
                    </a:cubicBezTo>
                    <a:cubicBezTo>
                      <a:pt x="536" y="338"/>
                      <a:pt x="526" y="348"/>
                      <a:pt x="516" y="367"/>
                    </a:cubicBezTo>
                    <a:cubicBezTo>
                      <a:pt x="506" y="377"/>
                      <a:pt x="487" y="387"/>
                      <a:pt x="477" y="397"/>
                    </a:cubicBezTo>
                    <a:lnTo>
                      <a:pt x="437" y="427"/>
                    </a:lnTo>
                    <a:cubicBezTo>
                      <a:pt x="432" y="432"/>
                      <a:pt x="425" y="434"/>
                      <a:pt x="416" y="434"/>
                    </a:cubicBezTo>
                    <a:cubicBezTo>
                      <a:pt x="407" y="434"/>
                      <a:pt x="397" y="432"/>
                      <a:pt x="387" y="427"/>
                    </a:cubicBezTo>
                    <a:cubicBezTo>
                      <a:pt x="378" y="427"/>
                      <a:pt x="358" y="427"/>
                      <a:pt x="338" y="417"/>
                    </a:cubicBezTo>
                    <a:cubicBezTo>
                      <a:pt x="328" y="407"/>
                      <a:pt x="308" y="397"/>
                      <a:pt x="298" y="387"/>
                    </a:cubicBezTo>
                    <a:cubicBezTo>
                      <a:pt x="288" y="367"/>
                      <a:pt x="278" y="357"/>
                      <a:pt x="278" y="338"/>
                    </a:cubicBezTo>
                    <a:cubicBezTo>
                      <a:pt x="278" y="318"/>
                      <a:pt x="278" y="308"/>
                      <a:pt x="288" y="288"/>
                    </a:cubicBezTo>
                    <a:cubicBezTo>
                      <a:pt x="308" y="278"/>
                      <a:pt x="318" y="268"/>
                      <a:pt x="338" y="258"/>
                    </a:cubicBezTo>
                    <a:cubicBezTo>
                      <a:pt x="358" y="248"/>
                      <a:pt x="368" y="239"/>
                      <a:pt x="387" y="239"/>
                    </a:cubicBezTo>
                    <a:cubicBezTo>
                      <a:pt x="407" y="229"/>
                      <a:pt x="417" y="229"/>
                      <a:pt x="437" y="229"/>
                    </a:cubicBezTo>
                    <a:close/>
                    <a:moveTo>
                      <a:pt x="477" y="714"/>
                    </a:moveTo>
                    <a:cubicBezTo>
                      <a:pt x="506" y="714"/>
                      <a:pt x="526" y="714"/>
                      <a:pt x="546" y="724"/>
                    </a:cubicBezTo>
                    <a:cubicBezTo>
                      <a:pt x="576" y="734"/>
                      <a:pt x="596" y="744"/>
                      <a:pt x="616" y="754"/>
                    </a:cubicBezTo>
                    <a:cubicBezTo>
                      <a:pt x="635" y="774"/>
                      <a:pt x="655" y="784"/>
                      <a:pt x="675" y="804"/>
                    </a:cubicBezTo>
                    <a:cubicBezTo>
                      <a:pt x="685" y="824"/>
                      <a:pt x="695" y="853"/>
                      <a:pt x="695" y="873"/>
                    </a:cubicBezTo>
                    <a:cubicBezTo>
                      <a:pt x="705" y="893"/>
                      <a:pt x="695" y="923"/>
                      <a:pt x="685" y="942"/>
                    </a:cubicBezTo>
                    <a:cubicBezTo>
                      <a:pt x="675" y="962"/>
                      <a:pt x="665" y="972"/>
                      <a:pt x="645" y="992"/>
                    </a:cubicBezTo>
                    <a:cubicBezTo>
                      <a:pt x="625" y="1002"/>
                      <a:pt x="606" y="1012"/>
                      <a:pt x="586" y="1022"/>
                    </a:cubicBezTo>
                    <a:cubicBezTo>
                      <a:pt x="556" y="1022"/>
                      <a:pt x="536" y="1032"/>
                      <a:pt x="516" y="1032"/>
                    </a:cubicBezTo>
                    <a:lnTo>
                      <a:pt x="467" y="1032"/>
                    </a:lnTo>
                    <a:cubicBezTo>
                      <a:pt x="447" y="1032"/>
                      <a:pt x="427" y="1032"/>
                      <a:pt x="407" y="1022"/>
                    </a:cubicBezTo>
                    <a:cubicBezTo>
                      <a:pt x="387" y="1022"/>
                      <a:pt x="368" y="1012"/>
                      <a:pt x="348" y="1002"/>
                    </a:cubicBezTo>
                    <a:cubicBezTo>
                      <a:pt x="338" y="982"/>
                      <a:pt x="318" y="972"/>
                      <a:pt x="318" y="952"/>
                    </a:cubicBezTo>
                    <a:cubicBezTo>
                      <a:pt x="318" y="923"/>
                      <a:pt x="318" y="903"/>
                      <a:pt x="328" y="873"/>
                    </a:cubicBezTo>
                    <a:cubicBezTo>
                      <a:pt x="338" y="853"/>
                      <a:pt x="348" y="833"/>
                      <a:pt x="368" y="814"/>
                    </a:cubicBezTo>
                    <a:cubicBezTo>
                      <a:pt x="378" y="784"/>
                      <a:pt x="397" y="774"/>
                      <a:pt x="417" y="754"/>
                    </a:cubicBezTo>
                    <a:cubicBezTo>
                      <a:pt x="437" y="734"/>
                      <a:pt x="457" y="724"/>
                      <a:pt x="477" y="714"/>
                    </a:cubicBezTo>
                    <a:close/>
                    <a:moveTo>
                      <a:pt x="427" y="1"/>
                    </a:moveTo>
                    <a:cubicBezTo>
                      <a:pt x="378" y="10"/>
                      <a:pt x="328" y="20"/>
                      <a:pt x="278" y="40"/>
                    </a:cubicBezTo>
                    <a:cubicBezTo>
                      <a:pt x="219" y="60"/>
                      <a:pt x="179" y="80"/>
                      <a:pt x="130" y="120"/>
                    </a:cubicBezTo>
                    <a:cubicBezTo>
                      <a:pt x="90" y="149"/>
                      <a:pt x="60" y="189"/>
                      <a:pt x="31" y="229"/>
                    </a:cubicBezTo>
                    <a:cubicBezTo>
                      <a:pt x="11" y="278"/>
                      <a:pt x="1" y="338"/>
                      <a:pt x="11" y="387"/>
                    </a:cubicBezTo>
                    <a:cubicBezTo>
                      <a:pt x="21" y="417"/>
                      <a:pt x="31" y="447"/>
                      <a:pt x="40" y="467"/>
                    </a:cubicBezTo>
                    <a:cubicBezTo>
                      <a:pt x="60" y="496"/>
                      <a:pt x="80" y="516"/>
                      <a:pt x="100" y="536"/>
                    </a:cubicBezTo>
                    <a:cubicBezTo>
                      <a:pt x="120" y="556"/>
                      <a:pt x="149" y="576"/>
                      <a:pt x="179" y="586"/>
                    </a:cubicBezTo>
                    <a:cubicBezTo>
                      <a:pt x="199" y="595"/>
                      <a:pt x="229" y="605"/>
                      <a:pt x="259" y="615"/>
                    </a:cubicBezTo>
                    <a:cubicBezTo>
                      <a:pt x="229" y="635"/>
                      <a:pt x="199" y="655"/>
                      <a:pt x="169" y="685"/>
                    </a:cubicBezTo>
                    <a:cubicBezTo>
                      <a:pt x="120" y="744"/>
                      <a:pt x="80" y="814"/>
                      <a:pt x="60" y="883"/>
                    </a:cubicBezTo>
                    <a:cubicBezTo>
                      <a:pt x="60" y="923"/>
                      <a:pt x="60" y="962"/>
                      <a:pt x="60" y="1012"/>
                    </a:cubicBezTo>
                    <a:cubicBezTo>
                      <a:pt x="70" y="1052"/>
                      <a:pt x="90" y="1101"/>
                      <a:pt x="130" y="1131"/>
                    </a:cubicBezTo>
                    <a:cubicBezTo>
                      <a:pt x="159" y="1171"/>
                      <a:pt x="199" y="1200"/>
                      <a:pt x="239" y="1220"/>
                    </a:cubicBezTo>
                    <a:cubicBezTo>
                      <a:pt x="288" y="1240"/>
                      <a:pt x="328" y="1250"/>
                      <a:pt x="378" y="1260"/>
                    </a:cubicBezTo>
                    <a:lnTo>
                      <a:pt x="516" y="1260"/>
                    </a:lnTo>
                    <a:cubicBezTo>
                      <a:pt x="576" y="1250"/>
                      <a:pt x="635" y="1240"/>
                      <a:pt x="685" y="1220"/>
                    </a:cubicBezTo>
                    <a:cubicBezTo>
                      <a:pt x="734" y="1200"/>
                      <a:pt x="794" y="1171"/>
                      <a:pt x="834" y="1131"/>
                    </a:cubicBezTo>
                    <a:cubicBezTo>
                      <a:pt x="873" y="1101"/>
                      <a:pt x="913" y="1061"/>
                      <a:pt x="933" y="1012"/>
                    </a:cubicBezTo>
                    <a:cubicBezTo>
                      <a:pt x="963" y="952"/>
                      <a:pt x="963" y="893"/>
                      <a:pt x="953" y="833"/>
                    </a:cubicBezTo>
                    <a:cubicBezTo>
                      <a:pt x="943" y="794"/>
                      <a:pt x="933" y="764"/>
                      <a:pt x="913" y="724"/>
                    </a:cubicBezTo>
                    <a:cubicBezTo>
                      <a:pt x="873" y="655"/>
                      <a:pt x="814" y="605"/>
                      <a:pt x="744" y="566"/>
                    </a:cubicBezTo>
                    <a:cubicBezTo>
                      <a:pt x="715" y="546"/>
                      <a:pt x="675" y="536"/>
                      <a:pt x="635" y="536"/>
                    </a:cubicBezTo>
                    <a:cubicBezTo>
                      <a:pt x="685" y="496"/>
                      <a:pt x="725" y="447"/>
                      <a:pt x="754" y="397"/>
                    </a:cubicBezTo>
                    <a:cubicBezTo>
                      <a:pt x="784" y="338"/>
                      <a:pt x="794" y="268"/>
                      <a:pt x="784" y="209"/>
                    </a:cubicBezTo>
                    <a:cubicBezTo>
                      <a:pt x="784" y="169"/>
                      <a:pt x="764" y="129"/>
                      <a:pt x="734" y="100"/>
                    </a:cubicBezTo>
                    <a:cubicBezTo>
                      <a:pt x="715" y="70"/>
                      <a:pt x="685" y="50"/>
                      <a:pt x="645" y="40"/>
                    </a:cubicBezTo>
                    <a:cubicBezTo>
                      <a:pt x="616" y="20"/>
                      <a:pt x="576" y="10"/>
                      <a:pt x="53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68"/>
              <p:cNvSpPr/>
              <p:nvPr/>
            </p:nvSpPr>
            <p:spPr>
              <a:xfrm>
                <a:off x="7242740" y="3408940"/>
                <a:ext cx="59141" cy="89744"/>
              </a:xfrm>
              <a:custGeom>
                <a:avLst/>
                <a:gdLst/>
                <a:ahLst/>
                <a:cxnLst/>
                <a:rect l="l" t="t" r="r" b="b"/>
                <a:pathLst>
                  <a:path w="805" h="1224" extrusionOk="0">
                    <a:moveTo>
                      <a:pt x="388" y="202"/>
                    </a:moveTo>
                    <a:cubicBezTo>
                      <a:pt x="407" y="202"/>
                      <a:pt x="437" y="202"/>
                      <a:pt x="467" y="212"/>
                    </a:cubicBezTo>
                    <a:cubicBezTo>
                      <a:pt x="487" y="222"/>
                      <a:pt x="507" y="242"/>
                      <a:pt x="526" y="262"/>
                    </a:cubicBezTo>
                    <a:cubicBezTo>
                      <a:pt x="536" y="272"/>
                      <a:pt x="556" y="291"/>
                      <a:pt x="566" y="321"/>
                    </a:cubicBezTo>
                    <a:cubicBezTo>
                      <a:pt x="576" y="341"/>
                      <a:pt x="586" y="371"/>
                      <a:pt x="586" y="391"/>
                    </a:cubicBezTo>
                    <a:cubicBezTo>
                      <a:pt x="596" y="440"/>
                      <a:pt x="586" y="480"/>
                      <a:pt x="556" y="520"/>
                    </a:cubicBezTo>
                    <a:cubicBezTo>
                      <a:pt x="526" y="549"/>
                      <a:pt x="477" y="569"/>
                      <a:pt x="437" y="569"/>
                    </a:cubicBezTo>
                    <a:cubicBezTo>
                      <a:pt x="426" y="571"/>
                      <a:pt x="414" y="572"/>
                      <a:pt x="403" y="572"/>
                    </a:cubicBezTo>
                    <a:cubicBezTo>
                      <a:pt x="316" y="572"/>
                      <a:pt x="239" y="508"/>
                      <a:pt x="239" y="420"/>
                    </a:cubicBezTo>
                    <a:cubicBezTo>
                      <a:pt x="229" y="371"/>
                      <a:pt x="239" y="311"/>
                      <a:pt x="259" y="272"/>
                    </a:cubicBezTo>
                    <a:cubicBezTo>
                      <a:pt x="288" y="232"/>
                      <a:pt x="338" y="212"/>
                      <a:pt x="388" y="202"/>
                    </a:cubicBezTo>
                    <a:close/>
                    <a:moveTo>
                      <a:pt x="376" y="0"/>
                    </a:moveTo>
                    <a:cubicBezTo>
                      <a:pt x="360" y="0"/>
                      <a:pt x="344" y="1"/>
                      <a:pt x="328" y="4"/>
                    </a:cubicBezTo>
                    <a:cubicBezTo>
                      <a:pt x="279" y="14"/>
                      <a:pt x="229" y="24"/>
                      <a:pt x="179" y="53"/>
                    </a:cubicBezTo>
                    <a:cubicBezTo>
                      <a:pt x="130" y="73"/>
                      <a:pt x="100" y="113"/>
                      <a:pt x="70" y="153"/>
                    </a:cubicBezTo>
                    <a:cubicBezTo>
                      <a:pt x="41" y="192"/>
                      <a:pt x="21" y="242"/>
                      <a:pt x="11" y="291"/>
                    </a:cubicBezTo>
                    <a:cubicBezTo>
                      <a:pt x="1" y="341"/>
                      <a:pt x="1" y="401"/>
                      <a:pt x="11" y="450"/>
                    </a:cubicBezTo>
                    <a:cubicBezTo>
                      <a:pt x="21" y="500"/>
                      <a:pt x="41" y="549"/>
                      <a:pt x="60" y="589"/>
                    </a:cubicBezTo>
                    <a:cubicBezTo>
                      <a:pt x="80" y="629"/>
                      <a:pt x="110" y="668"/>
                      <a:pt x="150" y="698"/>
                    </a:cubicBezTo>
                    <a:cubicBezTo>
                      <a:pt x="179" y="728"/>
                      <a:pt x="229" y="748"/>
                      <a:pt x="269" y="757"/>
                    </a:cubicBezTo>
                    <a:cubicBezTo>
                      <a:pt x="318" y="767"/>
                      <a:pt x="368" y="767"/>
                      <a:pt x="417" y="767"/>
                    </a:cubicBezTo>
                    <a:cubicBezTo>
                      <a:pt x="447" y="757"/>
                      <a:pt x="487" y="757"/>
                      <a:pt x="517" y="738"/>
                    </a:cubicBezTo>
                    <a:lnTo>
                      <a:pt x="517" y="738"/>
                    </a:lnTo>
                    <a:cubicBezTo>
                      <a:pt x="507" y="777"/>
                      <a:pt x="497" y="807"/>
                      <a:pt x="477" y="837"/>
                    </a:cubicBezTo>
                    <a:cubicBezTo>
                      <a:pt x="457" y="867"/>
                      <a:pt x="437" y="896"/>
                      <a:pt x="427" y="926"/>
                    </a:cubicBezTo>
                    <a:lnTo>
                      <a:pt x="368" y="1005"/>
                    </a:lnTo>
                    <a:cubicBezTo>
                      <a:pt x="338" y="1035"/>
                      <a:pt x="328" y="1065"/>
                      <a:pt x="308" y="1095"/>
                    </a:cubicBezTo>
                    <a:cubicBezTo>
                      <a:pt x="298" y="1105"/>
                      <a:pt x="298" y="1114"/>
                      <a:pt x="298" y="1124"/>
                    </a:cubicBezTo>
                    <a:cubicBezTo>
                      <a:pt x="288" y="1134"/>
                      <a:pt x="288" y="1144"/>
                      <a:pt x="298" y="1154"/>
                    </a:cubicBezTo>
                    <a:cubicBezTo>
                      <a:pt x="298" y="1174"/>
                      <a:pt x="308" y="1194"/>
                      <a:pt x="338" y="1204"/>
                    </a:cubicBezTo>
                    <a:cubicBezTo>
                      <a:pt x="348" y="1223"/>
                      <a:pt x="378" y="1223"/>
                      <a:pt x="398" y="1223"/>
                    </a:cubicBezTo>
                    <a:cubicBezTo>
                      <a:pt x="447" y="1214"/>
                      <a:pt x="487" y="1204"/>
                      <a:pt x="526" y="1174"/>
                    </a:cubicBezTo>
                    <a:cubicBezTo>
                      <a:pt x="566" y="1134"/>
                      <a:pt x="596" y="1095"/>
                      <a:pt x="626" y="1055"/>
                    </a:cubicBezTo>
                    <a:cubicBezTo>
                      <a:pt x="665" y="1005"/>
                      <a:pt x="685" y="956"/>
                      <a:pt x="715" y="896"/>
                    </a:cubicBezTo>
                    <a:cubicBezTo>
                      <a:pt x="735" y="837"/>
                      <a:pt x="755" y="777"/>
                      <a:pt x="774" y="718"/>
                    </a:cubicBezTo>
                    <a:cubicBezTo>
                      <a:pt x="784" y="668"/>
                      <a:pt x="794" y="609"/>
                      <a:pt x="804" y="549"/>
                    </a:cubicBezTo>
                    <a:cubicBezTo>
                      <a:pt x="804" y="500"/>
                      <a:pt x="804" y="450"/>
                      <a:pt x="804" y="401"/>
                    </a:cubicBezTo>
                    <a:cubicBezTo>
                      <a:pt x="784" y="341"/>
                      <a:pt x="764" y="282"/>
                      <a:pt x="735" y="232"/>
                    </a:cubicBezTo>
                    <a:cubicBezTo>
                      <a:pt x="705" y="182"/>
                      <a:pt x="675" y="143"/>
                      <a:pt x="636" y="103"/>
                    </a:cubicBezTo>
                    <a:cubicBezTo>
                      <a:pt x="596" y="63"/>
                      <a:pt x="556" y="44"/>
                      <a:pt x="507" y="24"/>
                    </a:cubicBezTo>
                    <a:cubicBezTo>
                      <a:pt x="463" y="9"/>
                      <a:pt x="420" y="0"/>
                      <a:pt x="37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68"/>
              <p:cNvSpPr/>
              <p:nvPr/>
            </p:nvSpPr>
            <p:spPr>
              <a:xfrm>
                <a:off x="7154432" y="2574412"/>
                <a:ext cx="131139" cy="201483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2748" extrusionOk="0">
                    <a:moveTo>
                      <a:pt x="1437" y="1"/>
                    </a:moveTo>
                    <a:cubicBezTo>
                      <a:pt x="1340" y="1"/>
                      <a:pt x="1243" y="48"/>
                      <a:pt x="1193" y="162"/>
                    </a:cubicBezTo>
                    <a:cubicBezTo>
                      <a:pt x="856" y="915"/>
                      <a:pt x="449" y="1649"/>
                      <a:pt x="102" y="2393"/>
                    </a:cubicBezTo>
                    <a:cubicBezTo>
                      <a:pt x="0" y="2597"/>
                      <a:pt x="173" y="2747"/>
                      <a:pt x="349" y="2747"/>
                    </a:cubicBezTo>
                    <a:cubicBezTo>
                      <a:pt x="446" y="2747"/>
                      <a:pt x="545" y="2701"/>
                      <a:pt x="598" y="2591"/>
                    </a:cubicBezTo>
                    <a:cubicBezTo>
                      <a:pt x="955" y="1837"/>
                      <a:pt x="1352" y="1114"/>
                      <a:pt x="1689" y="350"/>
                    </a:cubicBezTo>
                    <a:cubicBezTo>
                      <a:pt x="1784" y="153"/>
                      <a:pt x="1610" y="1"/>
                      <a:pt x="14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68"/>
              <p:cNvSpPr/>
              <p:nvPr/>
            </p:nvSpPr>
            <p:spPr>
              <a:xfrm>
                <a:off x="6889214" y="2571919"/>
                <a:ext cx="142821" cy="196131"/>
              </a:xfrm>
              <a:custGeom>
                <a:avLst/>
                <a:gdLst/>
                <a:ahLst/>
                <a:cxnLst/>
                <a:rect l="l" t="t" r="r" b="b"/>
                <a:pathLst>
                  <a:path w="1944" h="2675" extrusionOk="0">
                    <a:moveTo>
                      <a:pt x="1585" y="0"/>
                    </a:moveTo>
                    <a:cubicBezTo>
                      <a:pt x="1495" y="0"/>
                      <a:pt x="1406" y="43"/>
                      <a:pt x="1352" y="146"/>
                    </a:cubicBezTo>
                    <a:cubicBezTo>
                      <a:pt x="956" y="880"/>
                      <a:pt x="520" y="1584"/>
                      <a:pt x="113" y="2308"/>
                    </a:cubicBezTo>
                    <a:cubicBezTo>
                      <a:pt x="0" y="2507"/>
                      <a:pt x="181" y="2675"/>
                      <a:pt x="363" y="2675"/>
                    </a:cubicBezTo>
                    <a:cubicBezTo>
                      <a:pt x="453" y="2675"/>
                      <a:pt x="543" y="2634"/>
                      <a:pt x="599" y="2536"/>
                    </a:cubicBezTo>
                    <a:cubicBezTo>
                      <a:pt x="1005" y="1812"/>
                      <a:pt x="1442" y="1108"/>
                      <a:pt x="1838" y="374"/>
                    </a:cubicBezTo>
                    <a:cubicBezTo>
                      <a:pt x="1944" y="170"/>
                      <a:pt x="1764" y="0"/>
                      <a:pt x="158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2" name="Google Shape;4242;p68"/>
              <p:cNvSpPr/>
              <p:nvPr/>
            </p:nvSpPr>
            <p:spPr>
              <a:xfrm>
                <a:off x="7002501" y="2536432"/>
                <a:ext cx="178526" cy="267105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3643" extrusionOk="0">
                    <a:moveTo>
                      <a:pt x="1965" y="1"/>
                    </a:moveTo>
                    <a:cubicBezTo>
                      <a:pt x="1844" y="1"/>
                      <a:pt x="1723" y="61"/>
                      <a:pt x="1655" y="204"/>
                    </a:cubicBezTo>
                    <a:cubicBezTo>
                      <a:pt x="1179" y="1205"/>
                      <a:pt x="633" y="2167"/>
                      <a:pt x="138" y="3159"/>
                    </a:cubicBezTo>
                    <a:cubicBezTo>
                      <a:pt x="0" y="3426"/>
                      <a:pt x="234" y="3643"/>
                      <a:pt x="468" y="3643"/>
                    </a:cubicBezTo>
                    <a:cubicBezTo>
                      <a:pt x="589" y="3643"/>
                      <a:pt x="711" y="3585"/>
                      <a:pt x="782" y="3446"/>
                    </a:cubicBezTo>
                    <a:cubicBezTo>
                      <a:pt x="1278" y="2455"/>
                      <a:pt x="1823" y="1493"/>
                      <a:pt x="2299" y="491"/>
                    </a:cubicBezTo>
                    <a:cubicBezTo>
                      <a:pt x="2429" y="218"/>
                      <a:pt x="2197" y="1"/>
                      <a:pt x="196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68"/>
              <p:cNvSpPr/>
              <p:nvPr/>
            </p:nvSpPr>
            <p:spPr>
              <a:xfrm>
                <a:off x="7870667" y="3086405"/>
                <a:ext cx="46725" cy="34974"/>
              </a:xfrm>
              <a:custGeom>
                <a:avLst/>
                <a:gdLst/>
                <a:ahLst/>
                <a:cxnLst/>
                <a:rect l="l" t="t" r="r" b="b"/>
                <a:pathLst>
                  <a:path w="636" h="477" extrusionOk="0">
                    <a:moveTo>
                      <a:pt x="318" y="1"/>
                    </a:moveTo>
                    <a:cubicBezTo>
                      <a:pt x="1" y="1"/>
                      <a:pt x="1" y="476"/>
                      <a:pt x="318" y="476"/>
                    </a:cubicBezTo>
                    <a:cubicBezTo>
                      <a:pt x="636" y="476"/>
                      <a:pt x="636" y="1"/>
                      <a:pt x="3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4" name="Google Shape;4244;p68"/>
              <p:cNvSpPr/>
              <p:nvPr/>
            </p:nvSpPr>
            <p:spPr>
              <a:xfrm>
                <a:off x="7705365" y="2493173"/>
                <a:ext cx="101312" cy="102575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399" extrusionOk="0">
                    <a:moveTo>
                      <a:pt x="676" y="0"/>
                    </a:moveTo>
                    <a:cubicBezTo>
                      <a:pt x="676" y="0"/>
                      <a:pt x="675" y="1"/>
                      <a:pt x="674" y="1"/>
                    </a:cubicBezTo>
                    <a:cubicBezTo>
                      <a:pt x="615" y="1"/>
                      <a:pt x="555" y="496"/>
                      <a:pt x="526" y="526"/>
                    </a:cubicBezTo>
                    <a:cubicBezTo>
                      <a:pt x="456" y="596"/>
                      <a:pt x="0" y="645"/>
                      <a:pt x="0" y="705"/>
                    </a:cubicBezTo>
                    <a:cubicBezTo>
                      <a:pt x="0" y="774"/>
                      <a:pt x="456" y="804"/>
                      <a:pt x="526" y="863"/>
                    </a:cubicBezTo>
                    <a:cubicBezTo>
                      <a:pt x="555" y="893"/>
                      <a:pt x="635" y="1399"/>
                      <a:pt x="704" y="1399"/>
                    </a:cubicBezTo>
                    <a:cubicBezTo>
                      <a:pt x="764" y="1389"/>
                      <a:pt x="823" y="903"/>
                      <a:pt x="853" y="863"/>
                    </a:cubicBezTo>
                    <a:cubicBezTo>
                      <a:pt x="922" y="794"/>
                      <a:pt x="1378" y="744"/>
                      <a:pt x="1378" y="685"/>
                    </a:cubicBezTo>
                    <a:cubicBezTo>
                      <a:pt x="1378" y="625"/>
                      <a:pt x="922" y="586"/>
                      <a:pt x="853" y="526"/>
                    </a:cubicBezTo>
                    <a:cubicBezTo>
                      <a:pt x="823" y="497"/>
                      <a:pt x="745" y="0"/>
                      <a:pt x="67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5" name="Google Shape;4245;p68"/>
              <p:cNvSpPr/>
              <p:nvPr/>
            </p:nvSpPr>
            <p:spPr>
              <a:xfrm>
                <a:off x="7676272" y="3242797"/>
                <a:ext cx="431989" cy="375472"/>
              </a:xfrm>
              <a:custGeom>
                <a:avLst/>
                <a:gdLst/>
                <a:ahLst/>
                <a:cxnLst/>
                <a:rect l="l" t="t" r="r" b="b"/>
                <a:pathLst>
                  <a:path w="5880" h="5121" extrusionOk="0">
                    <a:moveTo>
                      <a:pt x="2959" y="1"/>
                    </a:moveTo>
                    <a:cubicBezTo>
                      <a:pt x="1373" y="1"/>
                      <a:pt x="0" y="1537"/>
                      <a:pt x="505" y="3281"/>
                    </a:cubicBezTo>
                    <a:cubicBezTo>
                      <a:pt x="849" y="4481"/>
                      <a:pt x="1901" y="5120"/>
                      <a:pt x="2961" y="5120"/>
                    </a:cubicBezTo>
                    <a:cubicBezTo>
                      <a:pt x="3828" y="5120"/>
                      <a:pt x="4700" y="4693"/>
                      <a:pt x="5195" y="3797"/>
                    </a:cubicBezTo>
                    <a:cubicBezTo>
                      <a:pt x="5879" y="2567"/>
                      <a:pt x="5423" y="1011"/>
                      <a:pt x="4194" y="327"/>
                    </a:cubicBezTo>
                    <a:cubicBezTo>
                      <a:pt x="3787" y="102"/>
                      <a:pt x="3366" y="1"/>
                      <a:pt x="29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68"/>
              <p:cNvSpPr/>
              <p:nvPr/>
            </p:nvSpPr>
            <p:spPr>
              <a:xfrm>
                <a:off x="7723144" y="3287229"/>
                <a:ext cx="339199" cy="294673"/>
              </a:xfrm>
              <a:custGeom>
                <a:avLst/>
                <a:gdLst/>
                <a:ahLst/>
                <a:cxnLst/>
                <a:rect l="l" t="t" r="r" b="b"/>
                <a:pathLst>
                  <a:path w="4617" h="4019" extrusionOk="0">
                    <a:moveTo>
                      <a:pt x="2326" y="0"/>
                    </a:moveTo>
                    <a:cubicBezTo>
                      <a:pt x="1079" y="0"/>
                      <a:pt x="0" y="1202"/>
                      <a:pt x="403" y="2566"/>
                    </a:cubicBezTo>
                    <a:cubicBezTo>
                      <a:pt x="676" y="3513"/>
                      <a:pt x="1505" y="4018"/>
                      <a:pt x="2338" y="4018"/>
                    </a:cubicBezTo>
                    <a:cubicBezTo>
                      <a:pt x="3015" y="4018"/>
                      <a:pt x="3695" y="3685"/>
                      <a:pt x="4081" y="2983"/>
                    </a:cubicBezTo>
                    <a:cubicBezTo>
                      <a:pt x="4617" y="2011"/>
                      <a:pt x="4270" y="791"/>
                      <a:pt x="3298" y="256"/>
                    </a:cubicBezTo>
                    <a:cubicBezTo>
                      <a:pt x="2978" y="80"/>
                      <a:pt x="2646" y="0"/>
                      <a:pt x="23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68"/>
              <p:cNvSpPr/>
              <p:nvPr/>
            </p:nvSpPr>
            <p:spPr>
              <a:xfrm>
                <a:off x="7770384" y="3327335"/>
                <a:ext cx="246116" cy="213948"/>
              </a:xfrm>
              <a:custGeom>
                <a:avLst/>
                <a:gdLst/>
                <a:ahLst/>
                <a:cxnLst/>
                <a:rect l="l" t="t" r="r" b="b"/>
                <a:pathLst>
                  <a:path w="3350" h="2918" extrusionOk="0">
                    <a:moveTo>
                      <a:pt x="1684" y="0"/>
                    </a:moveTo>
                    <a:cubicBezTo>
                      <a:pt x="779" y="0"/>
                      <a:pt x="1" y="876"/>
                      <a:pt x="285" y="1870"/>
                    </a:cubicBezTo>
                    <a:cubicBezTo>
                      <a:pt x="482" y="2553"/>
                      <a:pt x="1082" y="2917"/>
                      <a:pt x="1686" y="2917"/>
                    </a:cubicBezTo>
                    <a:cubicBezTo>
                      <a:pt x="2177" y="2917"/>
                      <a:pt x="2672" y="2676"/>
                      <a:pt x="2952" y="2168"/>
                    </a:cubicBezTo>
                    <a:cubicBezTo>
                      <a:pt x="3349" y="1464"/>
                      <a:pt x="3091" y="572"/>
                      <a:pt x="2387" y="185"/>
                    </a:cubicBezTo>
                    <a:cubicBezTo>
                      <a:pt x="2155" y="58"/>
                      <a:pt x="1915" y="0"/>
                      <a:pt x="16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68"/>
              <p:cNvSpPr/>
              <p:nvPr/>
            </p:nvSpPr>
            <p:spPr>
              <a:xfrm>
                <a:off x="7840104" y="3354903"/>
                <a:ext cx="100577" cy="157858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153" extrusionOk="0">
                    <a:moveTo>
                      <a:pt x="949" y="1"/>
                    </a:moveTo>
                    <a:cubicBezTo>
                      <a:pt x="909" y="1"/>
                      <a:pt x="869" y="28"/>
                      <a:pt x="853" y="67"/>
                    </a:cubicBezTo>
                    <a:cubicBezTo>
                      <a:pt x="833" y="96"/>
                      <a:pt x="814" y="136"/>
                      <a:pt x="804" y="176"/>
                    </a:cubicBezTo>
                    <a:cubicBezTo>
                      <a:pt x="784" y="225"/>
                      <a:pt x="774" y="265"/>
                      <a:pt x="754" y="305"/>
                    </a:cubicBezTo>
                    <a:cubicBezTo>
                      <a:pt x="724" y="300"/>
                      <a:pt x="695" y="297"/>
                      <a:pt x="665" y="297"/>
                    </a:cubicBezTo>
                    <a:cubicBezTo>
                      <a:pt x="635" y="297"/>
                      <a:pt x="605" y="300"/>
                      <a:pt x="576" y="305"/>
                    </a:cubicBezTo>
                    <a:cubicBezTo>
                      <a:pt x="516" y="315"/>
                      <a:pt x="457" y="324"/>
                      <a:pt x="407" y="354"/>
                    </a:cubicBezTo>
                    <a:cubicBezTo>
                      <a:pt x="357" y="384"/>
                      <a:pt x="308" y="424"/>
                      <a:pt x="268" y="463"/>
                    </a:cubicBezTo>
                    <a:cubicBezTo>
                      <a:pt x="238" y="513"/>
                      <a:pt x="209" y="572"/>
                      <a:pt x="199" y="632"/>
                    </a:cubicBezTo>
                    <a:cubicBezTo>
                      <a:pt x="179" y="691"/>
                      <a:pt x="179" y="761"/>
                      <a:pt x="209" y="830"/>
                    </a:cubicBezTo>
                    <a:cubicBezTo>
                      <a:pt x="229" y="890"/>
                      <a:pt x="268" y="939"/>
                      <a:pt x="308" y="989"/>
                    </a:cubicBezTo>
                    <a:cubicBezTo>
                      <a:pt x="348" y="1038"/>
                      <a:pt x="397" y="1088"/>
                      <a:pt x="457" y="1138"/>
                    </a:cubicBezTo>
                    <a:cubicBezTo>
                      <a:pt x="506" y="1187"/>
                      <a:pt x="556" y="1227"/>
                      <a:pt x="615" y="1257"/>
                    </a:cubicBezTo>
                    <a:cubicBezTo>
                      <a:pt x="625" y="1266"/>
                      <a:pt x="645" y="1276"/>
                      <a:pt x="665" y="1296"/>
                    </a:cubicBezTo>
                    <a:cubicBezTo>
                      <a:pt x="685" y="1306"/>
                      <a:pt x="705" y="1326"/>
                      <a:pt x="724" y="1346"/>
                    </a:cubicBezTo>
                    <a:cubicBezTo>
                      <a:pt x="754" y="1356"/>
                      <a:pt x="764" y="1375"/>
                      <a:pt x="784" y="1395"/>
                    </a:cubicBezTo>
                    <a:cubicBezTo>
                      <a:pt x="794" y="1415"/>
                      <a:pt x="804" y="1435"/>
                      <a:pt x="794" y="1455"/>
                    </a:cubicBezTo>
                    <a:cubicBezTo>
                      <a:pt x="794" y="1475"/>
                      <a:pt x="784" y="1494"/>
                      <a:pt x="764" y="1504"/>
                    </a:cubicBezTo>
                    <a:cubicBezTo>
                      <a:pt x="744" y="1514"/>
                      <a:pt x="724" y="1524"/>
                      <a:pt x="705" y="1524"/>
                    </a:cubicBezTo>
                    <a:lnTo>
                      <a:pt x="645" y="1524"/>
                    </a:lnTo>
                    <a:cubicBezTo>
                      <a:pt x="625" y="1524"/>
                      <a:pt x="605" y="1524"/>
                      <a:pt x="586" y="1514"/>
                    </a:cubicBezTo>
                    <a:cubicBezTo>
                      <a:pt x="556" y="1504"/>
                      <a:pt x="516" y="1494"/>
                      <a:pt x="476" y="1475"/>
                    </a:cubicBezTo>
                    <a:lnTo>
                      <a:pt x="387" y="1415"/>
                    </a:lnTo>
                    <a:lnTo>
                      <a:pt x="288" y="1366"/>
                    </a:lnTo>
                    <a:cubicBezTo>
                      <a:pt x="258" y="1346"/>
                      <a:pt x="229" y="1326"/>
                      <a:pt x="199" y="1326"/>
                    </a:cubicBezTo>
                    <a:cubicBezTo>
                      <a:pt x="182" y="1322"/>
                      <a:pt x="166" y="1319"/>
                      <a:pt x="150" y="1319"/>
                    </a:cubicBezTo>
                    <a:cubicBezTo>
                      <a:pt x="126" y="1319"/>
                      <a:pt x="103" y="1324"/>
                      <a:pt x="80" y="1336"/>
                    </a:cubicBezTo>
                    <a:cubicBezTo>
                      <a:pt x="50" y="1356"/>
                      <a:pt x="20" y="1385"/>
                      <a:pt x="10" y="1425"/>
                    </a:cubicBezTo>
                    <a:cubicBezTo>
                      <a:pt x="1" y="1465"/>
                      <a:pt x="10" y="1514"/>
                      <a:pt x="40" y="1544"/>
                    </a:cubicBezTo>
                    <a:cubicBezTo>
                      <a:pt x="70" y="1584"/>
                      <a:pt x="100" y="1613"/>
                      <a:pt x="139" y="1643"/>
                    </a:cubicBezTo>
                    <a:cubicBezTo>
                      <a:pt x="179" y="1673"/>
                      <a:pt x="219" y="1693"/>
                      <a:pt x="258" y="1713"/>
                    </a:cubicBezTo>
                    <a:lnTo>
                      <a:pt x="377" y="1772"/>
                    </a:lnTo>
                    <a:cubicBezTo>
                      <a:pt x="387" y="1782"/>
                      <a:pt x="387" y="1792"/>
                      <a:pt x="387" y="1802"/>
                    </a:cubicBezTo>
                    <a:cubicBezTo>
                      <a:pt x="387" y="1812"/>
                      <a:pt x="387" y="1832"/>
                      <a:pt x="387" y="1842"/>
                    </a:cubicBezTo>
                    <a:cubicBezTo>
                      <a:pt x="387" y="1861"/>
                      <a:pt x="387" y="1871"/>
                      <a:pt x="377" y="1891"/>
                    </a:cubicBezTo>
                    <a:cubicBezTo>
                      <a:pt x="377" y="1901"/>
                      <a:pt x="377" y="1921"/>
                      <a:pt x="377" y="1921"/>
                    </a:cubicBezTo>
                    <a:lnTo>
                      <a:pt x="357" y="1960"/>
                    </a:lnTo>
                    <a:cubicBezTo>
                      <a:pt x="348" y="1970"/>
                      <a:pt x="348" y="1980"/>
                      <a:pt x="348" y="2000"/>
                    </a:cubicBezTo>
                    <a:cubicBezTo>
                      <a:pt x="348" y="2030"/>
                      <a:pt x="357" y="2070"/>
                      <a:pt x="377" y="2089"/>
                    </a:cubicBezTo>
                    <a:cubicBezTo>
                      <a:pt x="397" y="2119"/>
                      <a:pt x="427" y="2139"/>
                      <a:pt x="467" y="2149"/>
                    </a:cubicBezTo>
                    <a:cubicBezTo>
                      <a:pt x="475" y="2152"/>
                      <a:pt x="484" y="2153"/>
                      <a:pt x="493" y="2153"/>
                    </a:cubicBezTo>
                    <a:cubicBezTo>
                      <a:pt x="514" y="2153"/>
                      <a:pt x="535" y="2146"/>
                      <a:pt x="556" y="2139"/>
                    </a:cubicBezTo>
                    <a:cubicBezTo>
                      <a:pt x="576" y="2129"/>
                      <a:pt x="595" y="2109"/>
                      <a:pt x="605" y="2089"/>
                    </a:cubicBezTo>
                    <a:cubicBezTo>
                      <a:pt x="625" y="2060"/>
                      <a:pt x="635" y="2040"/>
                      <a:pt x="635" y="2010"/>
                    </a:cubicBezTo>
                    <a:cubicBezTo>
                      <a:pt x="645" y="1980"/>
                      <a:pt x="655" y="1960"/>
                      <a:pt x="655" y="1931"/>
                    </a:cubicBezTo>
                    <a:cubicBezTo>
                      <a:pt x="665" y="1901"/>
                      <a:pt x="675" y="1881"/>
                      <a:pt x="675" y="1861"/>
                    </a:cubicBezTo>
                    <a:cubicBezTo>
                      <a:pt x="685" y="1842"/>
                      <a:pt x="685" y="1842"/>
                      <a:pt x="695" y="1842"/>
                    </a:cubicBezTo>
                    <a:lnTo>
                      <a:pt x="843" y="1842"/>
                    </a:lnTo>
                    <a:cubicBezTo>
                      <a:pt x="893" y="1832"/>
                      <a:pt x="942" y="1822"/>
                      <a:pt x="982" y="1812"/>
                    </a:cubicBezTo>
                    <a:cubicBezTo>
                      <a:pt x="1032" y="1792"/>
                      <a:pt x="1061" y="1772"/>
                      <a:pt x="1091" y="1732"/>
                    </a:cubicBezTo>
                    <a:cubicBezTo>
                      <a:pt x="1131" y="1693"/>
                      <a:pt x="1161" y="1643"/>
                      <a:pt x="1161" y="1594"/>
                    </a:cubicBezTo>
                    <a:cubicBezTo>
                      <a:pt x="1180" y="1524"/>
                      <a:pt x="1180" y="1445"/>
                      <a:pt x="1151" y="1385"/>
                    </a:cubicBezTo>
                    <a:cubicBezTo>
                      <a:pt x="1131" y="1316"/>
                      <a:pt x="1091" y="1257"/>
                      <a:pt x="1052" y="1207"/>
                    </a:cubicBezTo>
                    <a:cubicBezTo>
                      <a:pt x="1002" y="1147"/>
                      <a:pt x="952" y="1098"/>
                      <a:pt x="893" y="1048"/>
                    </a:cubicBezTo>
                    <a:cubicBezTo>
                      <a:pt x="833" y="1009"/>
                      <a:pt x="784" y="959"/>
                      <a:pt x="734" y="919"/>
                    </a:cubicBezTo>
                    <a:cubicBezTo>
                      <a:pt x="685" y="890"/>
                      <a:pt x="645" y="850"/>
                      <a:pt x="605" y="810"/>
                    </a:cubicBezTo>
                    <a:cubicBezTo>
                      <a:pt x="586" y="790"/>
                      <a:pt x="566" y="751"/>
                      <a:pt x="576" y="711"/>
                    </a:cubicBezTo>
                    <a:cubicBezTo>
                      <a:pt x="576" y="691"/>
                      <a:pt x="586" y="681"/>
                      <a:pt x="605" y="662"/>
                    </a:cubicBezTo>
                    <a:cubicBezTo>
                      <a:pt x="625" y="652"/>
                      <a:pt x="645" y="652"/>
                      <a:pt x="665" y="642"/>
                    </a:cubicBezTo>
                    <a:lnTo>
                      <a:pt x="724" y="642"/>
                    </a:lnTo>
                    <a:cubicBezTo>
                      <a:pt x="744" y="642"/>
                      <a:pt x="764" y="642"/>
                      <a:pt x="784" y="652"/>
                    </a:cubicBezTo>
                    <a:cubicBezTo>
                      <a:pt x="823" y="662"/>
                      <a:pt x="853" y="672"/>
                      <a:pt x="893" y="691"/>
                    </a:cubicBezTo>
                    <a:cubicBezTo>
                      <a:pt x="923" y="711"/>
                      <a:pt x="952" y="721"/>
                      <a:pt x="982" y="741"/>
                    </a:cubicBezTo>
                    <a:lnTo>
                      <a:pt x="1061" y="790"/>
                    </a:lnTo>
                    <a:cubicBezTo>
                      <a:pt x="1081" y="810"/>
                      <a:pt x="1111" y="820"/>
                      <a:pt x="1141" y="820"/>
                    </a:cubicBezTo>
                    <a:cubicBezTo>
                      <a:pt x="1161" y="830"/>
                      <a:pt x="1180" y="830"/>
                      <a:pt x="1210" y="830"/>
                    </a:cubicBezTo>
                    <a:cubicBezTo>
                      <a:pt x="1230" y="830"/>
                      <a:pt x="1250" y="830"/>
                      <a:pt x="1280" y="820"/>
                    </a:cubicBezTo>
                    <a:cubicBezTo>
                      <a:pt x="1299" y="810"/>
                      <a:pt x="1319" y="800"/>
                      <a:pt x="1339" y="790"/>
                    </a:cubicBezTo>
                    <a:cubicBezTo>
                      <a:pt x="1349" y="771"/>
                      <a:pt x="1369" y="751"/>
                      <a:pt x="1369" y="731"/>
                    </a:cubicBezTo>
                    <a:cubicBezTo>
                      <a:pt x="1369" y="721"/>
                      <a:pt x="1369" y="711"/>
                      <a:pt x="1369" y="701"/>
                    </a:cubicBezTo>
                    <a:cubicBezTo>
                      <a:pt x="1369" y="681"/>
                      <a:pt x="1369" y="672"/>
                      <a:pt x="1359" y="662"/>
                    </a:cubicBezTo>
                    <a:cubicBezTo>
                      <a:pt x="1349" y="622"/>
                      <a:pt x="1329" y="582"/>
                      <a:pt x="1309" y="553"/>
                    </a:cubicBezTo>
                    <a:cubicBezTo>
                      <a:pt x="1280" y="523"/>
                      <a:pt x="1250" y="493"/>
                      <a:pt x="1220" y="463"/>
                    </a:cubicBezTo>
                    <a:cubicBezTo>
                      <a:pt x="1180" y="434"/>
                      <a:pt x="1151" y="414"/>
                      <a:pt x="1111" y="394"/>
                    </a:cubicBezTo>
                    <a:cubicBezTo>
                      <a:pt x="1071" y="364"/>
                      <a:pt x="1042" y="344"/>
                      <a:pt x="1002" y="334"/>
                    </a:cubicBezTo>
                    <a:cubicBezTo>
                      <a:pt x="1012" y="295"/>
                      <a:pt x="1022" y="255"/>
                      <a:pt x="1042" y="225"/>
                    </a:cubicBezTo>
                    <a:cubicBezTo>
                      <a:pt x="1052" y="186"/>
                      <a:pt x="1061" y="146"/>
                      <a:pt x="1071" y="106"/>
                    </a:cubicBezTo>
                    <a:cubicBezTo>
                      <a:pt x="1081" y="87"/>
                      <a:pt x="1071" y="57"/>
                      <a:pt x="1052" y="47"/>
                    </a:cubicBezTo>
                    <a:cubicBezTo>
                      <a:pt x="1032" y="27"/>
                      <a:pt x="1012" y="7"/>
                      <a:pt x="982" y="7"/>
                    </a:cubicBezTo>
                    <a:cubicBezTo>
                      <a:pt x="972" y="3"/>
                      <a:pt x="960" y="1"/>
                      <a:pt x="9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68"/>
              <p:cNvSpPr/>
              <p:nvPr/>
            </p:nvSpPr>
            <p:spPr>
              <a:xfrm>
                <a:off x="7958828" y="3409160"/>
                <a:ext cx="85296" cy="85931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72" extrusionOk="0">
                    <a:moveTo>
                      <a:pt x="576" y="1"/>
                    </a:moveTo>
                    <a:cubicBezTo>
                      <a:pt x="516" y="1"/>
                      <a:pt x="467" y="417"/>
                      <a:pt x="437" y="447"/>
                    </a:cubicBezTo>
                    <a:cubicBezTo>
                      <a:pt x="387" y="507"/>
                      <a:pt x="1" y="546"/>
                      <a:pt x="1" y="596"/>
                    </a:cubicBezTo>
                    <a:cubicBezTo>
                      <a:pt x="1" y="655"/>
                      <a:pt x="387" y="675"/>
                      <a:pt x="437" y="725"/>
                    </a:cubicBezTo>
                    <a:cubicBezTo>
                      <a:pt x="466" y="754"/>
                      <a:pt x="535" y="1171"/>
                      <a:pt x="584" y="1171"/>
                    </a:cubicBezTo>
                    <a:cubicBezTo>
                      <a:pt x="585" y="1171"/>
                      <a:pt x="585" y="1171"/>
                      <a:pt x="586" y="1171"/>
                    </a:cubicBezTo>
                    <a:cubicBezTo>
                      <a:pt x="645" y="1171"/>
                      <a:pt x="695" y="754"/>
                      <a:pt x="725" y="725"/>
                    </a:cubicBezTo>
                    <a:cubicBezTo>
                      <a:pt x="774" y="675"/>
                      <a:pt x="1161" y="635"/>
                      <a:pt x="1161" y="576"/>
                    </a:cubicBezTo>
                    <a:cubicBezTo>
                      <a:pt x="1161" y="526"/>
                      <a:pt x="774" y="497"/>
                      <a:pt x="725" y="447"/>
                    </a:cubicBezTo>
                    <a:cubicBezTo>
                      <a:pt x="695" y="417"/>
                      <a:pt x="625" y="1"/>
                      <a:pt x="57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68"/>
              <p:cNvSpPr/>
              <p:nvPr/>
            </p:nvSpPr>
            <p:spPr>
              <a:xfrm>
                <a:off x="7310550" y="2670534"/>
                <a:ext cx="85296" cy="85931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72" extrusionOk="0">
                    <a:moveTo>
                      <a:pt x="575" y="1"/>
                    </a:moveTo>
                    <a:cubicBezTo>
                      <a:pt x="516" y="11"/>
                      <a:pt x="466" y="427"/>
                      <a:pt x="436" y="447"/>
                    </a:cubicBezTo>
                    <a:cubicBezTo>
                      <a:pt x="387" y="507"/>
                      <a:pt x="0" y="546"/>
                      <a:pt x="0" y="596"/>
                    </a:cubicBezTo>
                    <a:cubicBezTo>
                      <a:pt x="10" y="655"/>
                      <a:pt x="387" y="675"/>
                      <a:pt x="436" y="725"/>
                    </a:cubicBezTo>
                    <a:cubicBezTo>
                      <a:pt x="466" y="754"/>
                      <a:pt x="534" y="1171"/>
                      <a:pt x="583" y="1171"/>
                    </a:cubicBezTo>
                    <a:cubicBezTo>
                      <a:pt x="584" y="1171"/>
                      <a:pt x="585" y="1171"/>
                      <a:pt x="585" y="1171"/>
                    </a:cubicBezTo>
                    <a:cubicBezTo>
                      <a:pt x="645" y="1171"/>
                      <a:pt x="694" y="755"/>
                      <a:pt x="724" y="725"/>
                    </a:cubicBezTo>
                    <a:cubicBezTo>
                      <a:pt x="773" y="675"/>
                      <a:pt x="1160" y="636"/>
                      <a:pt x="1160" y="576"/>
                    </a:cubicBezTo>
                    <a:cubicBezTo>
                      <a:pt x="1160" y="526"/>
                      <a:pt x="764" y="497"/>
                      <a:pt x="724" y="447"/>
                    </a:cubicBezTo>
                    <a:cubicBezTo>
                      <a:pt x="694" y="417"/>
                      <a:pt x="625" y="1"/>
                      <a:pt x="5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1" name="Google Shape;4251;p68"/>
              <p:cNvSpPr/>
              <p:nvPr/>
            </p:nvSpPr>
            <p:spPr>
              <a:xfrm>
                <a:off x="6760499" y="2592742"/>
                <a:ext cx="111597" cy="112033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1528" extrusionOk="0">
                    <a:moveTo>
                      <a:pt x="746" y="1"/>
                    </a:moveTo>
                    <a:cubicBezTo>
                      <a:pt x="746" y="1"/>
                      <a:pt x="745" y="1"/>
                      <a:pt x="745" y="1"/>
                    </a:cubicBezTo>
                    <a:cubicBezTo>
                      <a:pt x="675" y="11"/>
                      <a:pt x="606" y="546"/>
                      <a:pt x="576" y="586"/>
                    </a:cubicBezTo>
                    <a:cubicBezTo>
                      <a:pt x="507" y="655"/>
                      <a:pt x="1" y="705"/>
                      <a:pt x="1" y="774"/>
                    </a:cubicBezTo>
                    <a:cubicBezTo>
                      <a:pt x="11" y="844"/>
                      <a:pt x="497" y="874"/>
                      <a:pt x="576" y="943"/>
                    </a:cubicBezTo>
                    <a:cubicBezTo>
                      <a:pt x="616" y="983"/>
                      <a:pt x="695" y="1528"/>
                      <a:pt x="764" y="1528"/>
                    </a:cubicBezTo>
                    <a:cubicBezTo>
                      <a:pt x="834" y="1528"/>
                      <a:pt x="903" y="983"/>
                      <a:pt x="943" y="943"/>
                    </a:cubicBezTo>
                    <a:cubicBezTo>
                      <a:pt x="1002" y="874"/>
                      <a:pt x="1518" y="824"/>
                      <a:pt x="1508" y="755"/>
                    </a:cubicBezTo>
                    <a:cubicBezTo>
                      <a:pt x="1508" y="685"/>
                      <a:pt x="1012" y="646"/>
                      <a:pt x="943" y="586"/>
                    </a:cubicBezTo>
                    <a:cubicBezTo>
                      <a:pt x="904" y="547"/>
                      <a:pt x="816" y="1"/>
                      <a:pt x="74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68"/>
              <p:cNvSpPr/>
              <p:nvPr/>
            </p:nvSpPr>
            <p:spPr>
              <a:xfrm>
                <a:off x="6648388" y="2958462"/>
                <a:ext cx="82357" cy="258893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3531" extrusionOk="0">
                    <a:moveTo>
                      <a:pt x="79" y="496"/>
                    </a:moveTo>
                    <a:cubicBezTo>
                      <a:pt x="297" y="1418"/>
                      <a:pt x="377" y="2380"/>
                      <a:pt x="565" y="3312"/>
                    </a:cubicBezTo>
                    <a:cubicBezTo>
                      <a:pt x="605" y="3451"/>
                      <a:pt x="764" y="3530"/>
                      <a:pt x="902" y="3491"/>
                    </a:cubicBezTo>
                    <a:cubicBezTo>
                      <a:pt x="1041" y="3441"/>
                      <a:pt x="1120" y="3292"/>
                      <a:pt x="1081" y="3153"/>
                    </a:cubicBezTo>
                    <a:cubicBezTo>
                      <a:pt x="882" y="2212"/>
                      <a:pt x="803" y="1260"/>
                      <a:pt x="595" y="338"/>
                    </a:cubicBezTo>
                    <a:cubicBezTo>
                      <a:pt x="516" y="0"/>
                      <a:pt x="0" y="169"/>
                      <a:pt x="79" y="49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68"/>
              <p:cNvSpPr/>
              <p:nvPr/>
            </p:nvSpPr>
            <p:spPr>
              <a:xfrm>
                <a:off x="6633033" y="2895920"/>
                <a:ext cx="60537" cy="53157"/>
              </a:xfrm>
              <a:custGeom>
                <a:avLst/>
                <a:gdLst/>
                <a:ahLst/>
                <a:cxnLst/>
                <a:rect l="l" t="t" r="r" b="b"/>
                <a:pathLst>
                  <a:path w="824" h="725" extrusionOk="0">
                    <a:moveTo>
                      <a:pt x="328" y="100"/>
                    </a:moveTo>
                    <a:cubicBezTo>
                      <a:pt x="1" y="209"/>
                      <a:pt x="159" y="725"/>
                      <a:pt x="497" y="615"/>
                    </a:cubicBezTo>
                    <a:cubicBezTo>
                      <a:pt x="824" y="506"/>
                      <a:pt x="655" y="1"/>
                      <a:pt x="328" y="10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68"/>
              <p:cNvSpPr/>
              <p:nvPr/>
            </p:nvSpPr>
            <p:spPr>
              <a:xfrm>
                <a:off x="6692762" y="3237591"/>
                <a:ext cx="59803" cy="53157"/>
              </a:xfrm>
              <a:custGeom>
                <a:avLst/>
                <a:gdLst/>
                <a:ahLst/>
                <a:cxnLst/>
                <a:rect l="l" t="t" r="r" b="b"/>
                <a:pathLst>
                  <a:path w="814" h="725" extrusionOk="0">
                    <a:moveTo>
                      <a:pt x="328" y="100"/>
                    </a:moveTo>
                    <a:cubicBezTo>
                      <a:pt x="1" y="209"/>
                      <a:pt x="160" y="725"/>
                      <a:pt x="487" y="616"/>
                    </a:cubicBezTo>
                    <a:cubicBezTo>
                      <a:pt x="814" y="507"/>
                      <a:pt x="665" y="1"/>
                      <a:pt x="328" y="10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68"/>
              <p:cNvSpPr/>
              <p:nvPr/>
            </p:nvSpPr>
            <p:spPr>
              <a:xfrm>
                <a:off x="7516700" y="3040580"/>
                <a:ext cx="59068" cy="203683"/>
              </a:xfrm>
              <a:custGeom>
                <a:avLst/>
                <a:gdLst/>
                <a:ahLst/>
                <a:cxnLst/>
                <a:rect l="l" t="t" r="r" b="b"/>
                <a:pathLst>
                  <a:path w="804" h="2778" extrusionOk="0">
                    <a:moveTo>
                      <a:pt x="50" y="388"/>
                    </a:moveTo>
                    <a:cubicBezTo>
                      <a:pt x="198" y="1121"/>
                      <a:pt x="248" y="1865"/>
                      <a:pt x="377" y="2599"/>
                    </a:cubicBezTo>
                    <a:cubicBezTo>
                      <a:pt x="407" y="2708"/>
                      <a:pt x="526" y="2777"/>
                      <a:pt x="635" y="2747"/>
                    </a:cubicBezTo>
                    <a:cubicBezTo>
                      <a:pt x="744" y="2708"/>
                      <a:pt x="803" y="2599"/>
                      <a:pt x="774" y="2490"/>
                    </a:cubicBezTo>
                    <a:cubicBezTo>
                      <a:pt x="655" y="1746"/>
                      <a:pt x="605" y="1002"/>
                      <a:pt x="456" y="269"/>
                    </a:cubicBezTo>
                    <a:cubicBezTo>
                      <a:pt x="397" y="1"/>
                      <a:pt x="0" y="120"/>
                      <a:pt x="50" y="38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68"/>
              <p:cNvSpPr/>
              <p:nvPr/>
            </p:nvSpPr>
            <p:spPr>
              <a:xfrm>
                <a:off x="7505754" y="2993362"/>
                <a:ext cx="45991" cy="38566"/>
              </a:xfrm>
              <a:custGeom>
                <a:avLst/>
                <a:gdLst/>
                <a:ahLst/>
                <a:cxnLst/>
                <a:rect l="l" t="t" r="r" b="b"/>
                <a:pathLst>
                  <a:path w="626" h="526" extrusionOk="0">
                    <a:moveTo>
                      <a:pt x="258" y="60"/>
                    </a:moveTo>
                    <a:cubicBezTo>
                      <a:pt x="0" y="139"/>
                      <a:pt x="109" y="526"/>
                      <a:pt x="377" y="466"/>
                    </a:cubicBezTo>
                    <a:cubicBezTo>
                      <a:pt x="625" y="377"/>
                      <a:pt x="516" y="0"/>
                      <a:pt x="258" y="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7" name="Google Shape;4257;p68"/>
              <p:cNvSpPr/>
              <p:nvPr/>
            </p:nvSpPr>
            <p:spPr>
              <a:xfrm>
                <a:off x="7545059" y="3260907"/>
                <a:ext cx="47460" cy="40766"/>
              </a:xfrm>
              <a:custGeom>
                <a:avLst/>
                <a:gdLst/>
                <a:ahLst/>
                <a:cxnLst/>
                <a:rect l="l" t="t" r="r" b="b"/>
                <a:pathLst>
                  <a:path w="646" h="556" extrusionOk="0">
                    <a:moveTo>
                      <a:pt x="269" y="70"/>
                    </a:moveTo>
                    <a:cubicBezTo>
                      <a:pt x="1" y="149"/>
                      <a:pt x="110" y="555"/>
                      <a:pt x="378" y="476"/>
                    </a:cubicBezTo>
                    <a:cubicBezTo>
                      <a:pt x="645" y="397"/>
                      <a:pt x="536" y="0"/>
                      <a:pt x="269" y="7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8" name="Google Shape;4258;p68"/>
              <p:cNvSpPr/>
              <p:nvPr/>
            </p:nvSpPr>
            <p:spPr>
              <a:xfrm>
                <a:off x="6589320" y="2390745"/>
                <a:ext cx="82504" cy="129923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1772" extrusionOk="0">
                    <a:moveTo>
                      <a:pt x="829" y="0"/>
                    </a:moveTo>
                    <a:cubicBezTo>
                      <a:pt x="802" y="0"/>
                      <a:pt x="773" y="6"/>
                      <a:pt x="745" y="19"/>
                    </a:cubicBezTo>
                    <a:cubicBezTo>
                      <a:pt x="189" y="297"/>
                      <a:pt x="11" y="1011"/>
                      <a:pt x="1" y="1586"/>
                    </a:cubicBezTo>
                    <a:cubicBezTo>
                      <a:pt x="1" y="1710"/>
                      <a:pt x="95" y="1772"/>
                      <a:pt x="189" y="1772"/>
                    </a:cubicBezTo>
                    <a:cubicBezTo>
                      <a:pt x="283" y="1772"/>
                      <a:pt x="378" y="1710"/>
                      <a:pt x="378" y="1586"/>
                    </a:cubicBezTo>
                    <a:cubicBezTo>
                      <a:pt x="378" y="1140"/>
                      <a:pt x="497" y="555"/>
                      <a:pt x="933" y="337"/>
                    </a:cubicBezTo>
                    <a:cubicBezTo>
                      <a:pt x="1122" y="251"/>
                      <a:pt x="1005" y="0"/>
                      <a:pt x="8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68"/>
              <p:cNvSpPr/>
              <p:nvPr/>
            </p:nvSpPr>
            <p:spPr>
              <a:xfrm>
                <a:off x="6582781" y="2550583"/>
                <a:ext cx="36513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68" extrusionOk="0">
                    <a:moveTo>
                      <a:pt x="249" y="1"/>
                    </a:moveTo>
                    <a:cubicBezTo>
                      <a:pt x="1" y="1"/>
                      <a:pt x="1" y="368"/>
                      <a:pt x="249" y="368"/>
                    </a:cubicBezTo>
                    <a:cubicBezTo>
                      <a:pt x="496" y="368"/>
                      <a:pt x="496" y="1"/>
                      <a:pt x="2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60" name="Google Shape;4260;p68"/>
          <p:cNvGrpSpPr/>
          <p:nvPr/>
        </p:nvGrpSpPr>
        <p:grpSpPr>
          <a:xfrm>
            <a:off x="6997756" y="1545399"/>
            <a:ext cx="537441" cy="456890"/>
            <a:chOff x="3824894" y="3938349"/>
            <a:chExt cx="537441" cy="456890"/>
          </a:xfrm>
        </p:grpSpPr>
        <p:sp>
          <p:nvSpPr>
            <p:cNvPr id="4261" name="Google Shape;4261;p68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62" name="Google Shape;4262;p68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4263" name="Google Shape;4263;p68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68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68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68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67" name="Google Shape;4267;p68"/>
          <p:cNvGrpSpPr/>
          <p:nvPr/>
        </p:nvGrpSpPr>
        <p:grpSpPr>
          <a:xfrm>
            <a:off x="7747076" y="3963969"/>
            <a:ext cx="683711" cy="640033"/>
            <a:chOff x="4230151" y="3601344"/>
            <a:chExt cx="683711" cy="640033"/>
          </a:xfrm>
        </p:grpSpPr>
        <p:sp>
          <p:nvSpPr>
            <p:cNvPr id="4268" name="Google Shape;4268;p68"/>
            <p:cNvSpPr/>
            <p:nvPr/>
          </p:nvSpPr>
          <p:spPr>
            <a:xfrm>
              <a:off x="4230441" y="3601458"/>
              <a:ext cx="683131" cy="639803"/>
            </a:xfrm>
            <a:custGeom>
              <a:avLst/>
              <a:gdLst/>
              <a:ahLst/>
              <a:cxnLst/>
              <a:rect l="l" t="t" r="r" b="b"/>
              <a:pathLst>
                <a:path w="11770" h="11143" extrusionOk="0">
                  <a:moveTo>
                    <a:pt x="8158" y="1"/>
                  </a:moveTo>
                  <a:cubicBezTo>
                    <a:pt x="8085" y="1"/>
                    <a:pt x="8011" y="26"/>
                    <a:pt x="7952" y="76"/>
                  </a:cubicBezTo>
                  <a:lnTo>
                    <a:pt x="139" y="6779"/>
                  </a:lnTo>
                  <a:cubicBezTo>
                    <a:pt x="10" y="6888"/>
                    <a:pt x="0" y="7086"/>
                    <a:pt x="109" y="7225"/>
                  </a:cubicBezTo>
                  <a:lnTo>
                    <a:pt x="3381" y="11032"/>
                  </a:lnTo>
                  <a:cubicBezTo>
                    <a:pt x="3448" y="11105"/>
                    <a:pt x="3537" y="11143"/>
                    <a:pt x="3626" y="11143"/>
                  </a:cubicBezTo>
                  <a:cubicBezTo>
                    <a:pt x="3696" y="11143"/>
                    <a:pt x="3767" y="11120"/>
                    <a:pt x="3827" y="11072"/>
                  </a:cubicBezTo>
                  <a:lnTo>
                    <a:pt x="11631" y="4359"/>
                  </a:lnTo>
                  <a:cubicBezTo>
                    <a:pt x="11760" y="4250"/>
                    <a:pt x="11770" y="4052"/>
                    <a:pt x="11660" y="3923"/>
                  </a:cubicBezTo>
                  <a:lnTo>
                    <a:pt x="8388" y="106"/>
                  </a:lnTo>
                  <a:cubicBezTo>
                    <a:pt x="8329" y="36"/>
                    <a:pt x="8244" y="1"/>
                    <a:pt x="815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69" name="Google Shape;4269;p68"/>
            <p:cNvGrpSpPr/>
            <p:nvPr/>
          </p:nvGrpSpPr>
          <p:grpSpPr>
            <a:xfrm>
              <a:off x="4230151" y="3601344"/>
              <a:ext cx="683711" cy="640033"/>
              <a:chOff x="6948325" y="2076750"/>
              <a:chExt cx="294500" cy="278675"/>
            </a:xfrm>
          </p:grpSpPr>
          <p:sp>
            <p:nvSpPr>
              <p:cNvPr id="4270" name="Google Shape;4270;p68"/>
              <p:cNvSpPr/>
              <p:nvPr/>
            </p:nvSpPr>
            <p:spPr>
              <a:xfrm>
                <a:off x="6948325" y="2076750"/>
                <a:ext cx="294500" cy="278675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11147" extrusionOk="0">
                    <a:moveTo>
                      <a:pt x="8154" y="1"/>
                    </a:moveTo>
                    <a:cubicBezTo>
                      <a:pt x="8082" y="1"/>
                      <a:pt x="8010" y="26"/>
                      <a:pt x="7952" y="80"/>
                    </a:cubicBezTo>
                    <a:lnTo>
                      <a:pt x="139" y="6782"/>
                    </a:lnTo>
                    <a:cubicBezTo>
                      <a:pt x="10" y="6892"/>
                      <a:pt x="0" y="7090"/>
                      <a:pt x="109" y="7219"/>
                    </a:cubicBezTo>
                    <a:lnTo>
                      <a:pt x="3381" y="11036"/>
                    </a:lnTo>
                    <a:cubicBezTo>
                      <a:pt x="3448" y="11109"/>
                      <a:pt x="3540" y="11147"/>
                      <a:pt x="3631" y="11147"/>
                    </a:cubicBezTo>
                    <a:cubicBezTo>
                      <a:pt x="3701" y="11147"/>
                      <a:pt x="3771" y="11124"/>
                      <a:pt x="3827" y="11076"/>
                    </a:cubicBezTo>
                    <a:lnTo>
                      <a:pt x="11631" y="4363"/>
                    </a:lnTo>
                    <a:cubicBezTo>
                      <a:pt x="11760" y="4254"/>
                      <a:pt x="11780" y="4056"/>
                      <a:pt x="11670" y="3927"/>
                    </a:cubicBezTo>
                    <a:lnTo>
                      <a:pt x="8388" y="109"/>
                    </a:lnTo>
                    <a:cubicBezTo>
                      <a:pt x="8329" y="39"/>
                      <a:pt x="8242" y="1"/>
                      <a:pt x="81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68"/>
              <p:cNvSpPr/>
              <p:nvPr/>
            </p:nvSpPr>
            <p:spPr>
              <a:xfrm>
                <a:off x="6967900" y="2096000"/>
                <a:ext cx="255600" cy="239900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9596" extrusionOk="0">
                    <a:moveTo>
                      <a:pt x="7323" y="0"/>
                    </a:moveTo>
                    <a:cubicBezTo>
                      <a:pt x="7258" y="0"/>
                      <a:pt x="7193" y="25"/>
                      <a:pt x="7139" y="73"/>
                    </a:cubicBezTo>
                    <a:lnTo>
                      <a:pt x="139" y="6082"/>
                    </a:lnTo>
                    <a:cubicBezTo>
                      <a:pt x="20" y="6171"/>
                      <a:pt x="0" y="6340"/>
                      <a:pt x="90" y="6459"/>
                    </a:cubicBezTo>
                    <a:lnTo>
                      <a:pt x="2717" y="9513"/>
                    </a:lnTo>
                    <a:cubicBezTo>
                      <a:pt x="2768" y="9568"/>
                      <a:pt x="2837" y="9596"/>
                      <a:pt x="2905" y="9596"/>
                    </a:cubicBezTo>
                    <a:cubicBezTo>
                      <a:pt x="2971" y="9596"/>
                      <a:pt x="3036" y="9571"/>
                      <a:pt x="3084" y="9522"/>
                    </a:cubicBezTo>
                    <a:lnTo>
                      <a:pt x="10084" y="3504"/>
                    </a:lnTo>
                    <a:cubicBezTo>
                      <a:pt x="10203" y="3425"/>
                      <a:pt x="10223" y="3256"/>
                      <a:pt x="10134" y="3137"/>
                    </a:cubicBezTo>
                    <a:lnTo>
                      <a:pt x="7516" y="83"/>
                    </a:lnTo>
                    <a:cubicBezTo>
                      <a:pt x="7460" y="27"/>
                      <a:pt x="7392" y="0"/>
                      <a:pt x="732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68"/>
              <p:cNvSpPr/>
              <p:nvPr/>
            </p:nvSpPr>
            <p:spPr>
              <a:xfrm>
                <a:off x="7195700" y="2159800"/>
                <a:ext cx="28050" cy="3670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468" extrusionOk="0">
                    <a:moveTo>
                      <a:pt x="536" y="0"/>
                    </a:moveTo>
                    <a:cubicBezTo>
                      <a:pt x="506" y="20"/>
                      <a:pt x="486" y="40"/>
                      <a:pt x="457" y="60"/>
                    </a:cubicBezTo>
                    <a:cubicBezTo>
                      <a:pt x="50" y="407"/>
                      <a:pt x="1" y="1021"/>
                      <a:pt x="358" y="1428"/>
                    </a:cubicBezTo>
                    <a:lnTo>
                      <a:pt x="397" y="1467"/>
                    </a:lnTo>
                    <a:lnTo>
                      <a:pt x="982" y="962"/>
                    </a:lnTo>
                    <a:cubicBezTo>
                      <a:pt x="1101" y="873"/>
                      <a:pt x="1121" y="704"/>
                      <a:pt x="1032" y="585"/>
                    </a:cubicBez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68"/>
              <p:cNvSpPr/>
              <p:nvPr/>
            </p:nvSpPr>
            <p:spPr>
              <a:xfrm>
                <a:off x="7132500" y="2096075"/>
                <a:ext cx="36200" cy="2372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949" extrusionOk="0">
                    <a:moveTo>
                      <a:pt x="739" y="1"/>
                    </a:moveTo>
                    <a:cubicBezTo>
                      <a:pt x="675" y="1"/>
                      <a:pt x="612" y="23"/>
                      <a:pt x="565" y="70"/>
                    </a:cubicBezTo>
                    <a:lnTo>
                      <a:pt x="0" y="556"/>
                    </a:lnTo>
                    <a:cubicBezTo>
                      <a:pt x="20" y="576"/>
                      <a:pt x="30" y="596"/>
                      <a:pt x="50" y="616"/>
                    </a:cubicBezTo>
                    <a:cubicBezTo>
                      <a:pt x="242" y="835"/>
                      <a:pt x="513" y="948"/>
                      <a:pt x="786" y="948"/>
                    </a:cubicBezTo>
                    <a:cubicBezTo>
                      <a:pt x="1006" y="948"/>
                      <a:pt x="1227" y="875"/>
                      <a:pt x="1408" y="725"/>
                    </a:cubicBezTo>
                    <a:lnTo>
                      <a:pt x="1448" y="685"/>
                    </a:lnTo>
                    <a:lnTo>
                      <a:pt x="932" y="80"/>
                    </a:lnTo>
                    <a:cubicBezTo>
                      <a:pt x="880" y="28"/>
                      <a:pt x="809" y="1"/>
                      <a:pt x="7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68"/>
              <p:cNvSpPr/>
              <p:nvPr/>
            </p:nvSpPr>
            <p:spPr>
              <a:xfrm>
                <a:off x="7022925" y="2312400"/>
                <a:ext cx="35975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944" extrusionOk="0">
                    <a:moveTo>
                      <a:pt x="654" y="1"/>
                    </a:moveTo>
                    <a:cubicBezTo>
                      <a:pt x="434" y="1"/>
                      <a:pt x="212" y="77"/>
                      <a:pt x="30" y="232"/>
                    </a:cubicBezTo>
                    <a:lnTo>
                      <a:pt x="1" y="262"/>
                    </a:lnTo>
                    <a:lnTo>
                      <a:pt x="506" y="857"/>
                    </a:lnTo>
                    <a:cubicBezTo>
                      <a:pt x="558" y="914"/>
                      <a:pt x="632" y="944"/>
                      <a:pt x="704" y="944"/>
                    </a:cubicBezTo>
                    <a:cubicBezTo>
                      <a:pt x="770" y="944"/>
                      <a:pt x="836" y="919"/>
                      <a:pt x="883" y="866"/>
                    </a:cubicBezTo>
                    <a:lnTo>
                      <a:pt x="1438" y="391"/>
                    </a:lnTo>
                    <a:lnTo>
                      <a:pt x="1389" y="341"/>
                    </a:lnTo>
                    <a:cubicBezTo>
                      <a:pt x="1197" y="116"/>
                      <a:pt x="927" y="1"/>
                      <a:pt x="6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5" name="Google Shape;4275;p68"/>
              <p:cNvSpPr/>
              <p:nvPr/>
            </p:nvSpPr>
            <p:spPr>
              <a:xfrm>
                <a:off x="6967900" y="2235650"/>
                <a:ext cx="2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458" extrusionOk="0">
                    <a:moveTo>
                      <a:pt x="714" y="0"/>
                    </a:moveTo>
                    <a:lnTo>
                      <a:pt x="139" y="496"/>
                    </a:lnTo>
                    <a:cubicBezTo>
                      <a:pt x="20" y="585"/>
                      <a:pt x="0" y="754"/>
                      <a:pt x="90" y="873"/>
                    </a:cubicBezTo>
                    <a:lnTo>
                      <a:pt x="595" y="1458"/>
                    </a:lnTo>
                    <a:cubicBezTo>
                      <a:pt x="615" y="1448"/>
                      <a:pt x="645" y="1428"/>
                      <a:pt x="665" y="1408"/>
                    </a:cubicBezTo>
                    <a:cubicBezTo>
                      <a:pt x="1061" y="1061"/>
                      <a:pt x="1111" y="456"/>
                      <a:pt x="764" y="50"/>
                    </a:cubicBezTo>
                    <a:cubicBezTo>
                      <a:pt x="754" y="40"/>
                      <a:pt x="734" y="2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6" name="Google Shape;4276;p68"/>
              <p:cNvSpPr/>
              <p:nvPr/>
            </p:nvSpPr>
            <p:spPr>
              <a:xfrm>
                <a:off x="7133500" y="2144125"/>
                <a:ext cx="421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276" extrusionOk="0">
                    <a:moveTo>
                      <a:pt x="844" y="1"/>
                    </a:moveTo>
                    <a:cubicBezTo>
                      <a:pt x="308" y="1"/>
                      <a:pt x="0" y="639"/>
                      <a:pt x="357" y="1053"/>
                    </a:cubicBezTo>
                    <a:cubicBezTo>
                      <a:pt x="482" y="1201"/>
                      <a:pt x="662" y="1276"/>
                      <a:pt x="842" y="1276"/>
                    </a:cubicBezTo>
                    <a:cubicBezTo>
                      <a:pt x="990" y="1276"/>
                      <a:pt x="1139" y="1225"/>
                      <a:pt x="1259" y="1123"/>
                    </a:cubicBezTo>
                    <a:cubicBezTo>
                      <a:pt x="1685" y="756"/>
                      <a:pt x="1457" y="52"/>
                      <a:pt x="892" y="2"/>
                    </a:cubicBezTo>
                    <a:cubicBezTo>
                      <a:pt x="876" y="1"/>
                      <a:pt x="860" y="1"/>
                      <a:pt x="8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68"/>
              <p:cNvSpPr/>
              <p:nvPr/>
            </p:nvSpPr>
            <p:spPr>
              <a:xfrm>
                <a:off x="7008625" y="2251450"/>
                <a:ext cx="4210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268" extrusionOk="0">
                    <a:moveTo>
                      <a:pt x="831" y="0"/>
                    </a:moveTo>
                    <a:cubicBezTo>
                      <a:pt x="302" y="0"/>
                      <a:pt x="1" y="633"/>
                      <a:pt x="354" y="1054"/>
                    </a:cubicBezTo>
                    <a:cubicBezTo>
                      <a:pt x="479" y="1194"/>
                      <a:pt x="657" y="1267"/>
                      <a:pt x="836" y="1267"/>
                    </a:cubicBezTo>
                    <a:cubicBezTo>
                      <a:pt x="985" y="1267"/>
                      <a:pt x="1135" y="1217"/>
                      <a:pt x="1257" y="1113"/>
                    </a:cubicBezTo>
                    <a:cubicBezTo>
                      <a:pt x="1683" y="746"/>
                      <a:pt x="1455" y="42"/>
                      <a:pt x="890" y="3"/>
                    </a:cubicBezTo>
                    <a:cubicBezTo>
                      <a:pt x="870" y="1"/>
                      <a:pt x="850" y="0"/>
                      <a:pt x="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8" name="Google Shape;4278;p68"/>
              <p:cNvSpPr/>
              <p:nvPr/>
            </p:nvSpPr>
            <p:spPr>
              <a:xfrm>
                <a:off x="7045725" y="2171975"/>
                <a:ext cx="9795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3918" h="3587" extrusionOk="0">
                    <a:moveTo>
                      <a:pt x="1801" y="1"/>
                    </a:moveTo>
                    <a:cubicBezTo>
                      <a:pt x="1419" y="1"/>
                      <a:pt x="1046" y="126"/>
                      <a:pt x="744" y="386"/>
                    </a:cubicBezTo>
                    <a:cubicBezTo>
                      <a:pt x="40" y="990"/>
                      <a:pt x="1" y="2121"/>
                      <a:pt x="675" y="2904"/>
                    </a:cubicBezTo>
                    <a:cubicBezTo>
                      <a:pt x="1059" y="3351"/>
                      <a:pt x="1595" y="3586"/>
                      <a:pt x="2118" y="3586"/>
                    </a:cubicBezTo>
                    <a:cubicBezTo>
                      <a:pt x="2499" y="3586"/>
                      <a:pt x="2872" y="3461"/>
                      <a:pt x="3174" y="3202"/>
                    </a:cubicBezTo>
                    <a:cubicBezTo>
                      <a:pt x="3888" y="2597"/>
                      <a:pt x="3917" y="1466"/>
                      <a:pt x="3253" y="683"/>
                    </a:cubicBezTo>
                    <a:cubicBezTo>
                      <a:pt x="2863" y="236"/>
                      <a:pt x="2324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68"/>
              <p:cNvSpPr/>
              <p:nvPr/>
            </p:nvSpPr>
            <p:spPr>
              <a:xfrm>
                <a:off x="7068550" y="2186750"/>
                <a:ext cx="528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397" extrusionOk="0">
                    <a:moveTo>
                      <a:pt x="220" y="0"/>
                    </a:moveTo>
                    <a:cubicBezTo>
                      <a:pt x="213" y="0"/>
                      <a:pt x="205" y="1"/>
                      <a:pt x="198" y="3"/>
                    </a:cubicBezTo>
                    <a:cubicBezTo>
                      <a:pt x="149" y="3"/>
                      <a:pt x="109" y="23"/>
                      <a:pt x="69" y="52"/>
                    </a:cubicBezTo>
                    <a:cubicBezTo>
                      <a:pt x="40" y="72"/>
                      <a:pt x="10" y="112"/>
                      <a:pt x="0" y="152"/>
                    </a:cubicBezTo>
                    <a:cubicBezTo>
                      <a:pt x="0" y="191"/>
                      <a:pt x="10" y="221"/>
                      <a:pt x="20" y="261"/>
                    </a:cubicBezTo>
                    <a:cubicBezTo>
                      <a:pt x="30" y="290"/>
                      <a:pt x="50" y="330"/>
                      <a:pt x="79" y="350"/>
                    </a:cubicBezTo>
                    <a:cubicBezTo>
                      <a:pt x="99" y="389"/>
                      <a:pt x="129" y="409"/>
                      <a:pt x="149" y="439"/>
                    </a:cubicBezTo>
                    <a:cubicBezTo>
                      <a:pt x="179" y="469"/>
                      <a:pt x="198" y="489"/>
                      <a:pt x="208" y="508"/>
                    </a:cubicBezTo>
                    <a:cubicBezTo>
                      <a:pt x="228" y="528"/>
                      <a:pt x="228" y="548"/>
                      <a:pt x="228" y="558"/>
                    </a:cubicBezTo>
                    <a:lnTo>
                      <a:pt x="109" y="727"/>
                    </a:lnTo>
                    <a:cubicBezTo>
                      <a:pt x="79" y="786"/>
                      <a:pt x="50" y="836"/>
                      <a:pt x="30" y="905"/>
                    </a:cubicBezTo>
                    <a:cubicBezTo>
                      <a:pt x="10" y="965"/>
                      <a:pt x="10" y="1024"/>
                      <a:pt x="20" y="1084"/>
                    </a:cubicBezTo>
                    <a:cubicBezTo>
                      <a:pt x="40" y="1153"/>
                      <a:pt x="79" y="1222"/>
                      <a:pt x="129" y="1272"/>
                    </a:cubicBezTo>
                    <a:cubicBezTo>
                      <a:pt x="188" y="1351"/>
                      <a:pt x="278" y="1401"/>
                      <a:pt x="367" y="1431"/>
                    </a:cubicBezTo>
                    <a:cubicBezTo>
                      <a:pt x="432" y="1445"/>
                      <a:pt x="503" y="1454"/>
                      <a:pt x="575" y="1454"/>
                    </a:cubicBezTo>
                    <a:cubicBezTo>
                      <a:pt x="601" y="1454"/>
                      <a:pt x="628" y="1453"/>
                      <a:pt x="654" y="1450"/>
                    </a:cubicBezTo>
                    <a:cubicBezTo>
                      <a:pt x="744" y="1450"/>
                      <a:pt x="843" y="1431"/>
                      <a:pt x="942" y="1401"/>
                    </a:cubicBezTo>
                    <a:lnTo>
                      <a:pt x="1210" y="1331"/>
                    </a:lnTo>
                    <a:cubicBezTo>
                      <a:pt x="1279" y="1312"/>
                      <a:pt x="1358" y="1292"/>
                      <a:pt x="1428" y="1282"/>
                    </a:cubicBezTo>
                    <a:cubicBezTo>
                      <a:pt x="1437" y="1280"/>
                      <a:pt x="1445" y="1279"/>
                      <a:pt x="1454" y="1279"/>
                    </a:cubicBezTo>
                    <a:cubicBezTo>
                      <a:pt x="1495" y="1279"/>
                      <a:pt x="1534" y="1297"/>
                      <a:pt x="1567" y="1322"/>
                    </a:cubicBezTo>
                    <a:cubicBezTo>
                      <a:pt x="1586" y="1341"/>
                      <a:pt x="1596" y="1371"/>
                      <a:pt x="1596" y="1401"/>
                    </a:cubicBezTo>
                    <a:cubicBezTo>
                      <a:pt x="1596" y="1431"/>
                      <a:pt x="1586" y="1450"/>
                      <a:pt x="1577" y="1480"/>
                    </a:cubicBezTo>
                    <a:cubicBezTo>
                      <a:pt x="1567" y="1510"/>
                      <a:pt x="1547" y="1530"/>
                      <a:pt x="1527" y="1550"/>
                    </a:cubicBezTo>
                    <a:cubicBezTo>
                      <a:pt x="1517" y="1579"/>
                      <a:pt x="1497" y="1599"/>
                      <a:pt x="1477" y="1609"/>
                    </a:cubicBezTo>
                    <a:cubicBezTo>
                      <a:pt x="1438" y="1649"/>
                      <a:pt x="1398" y="1678"/>
                      <a:pt x="1349" y="1698"/>
                    </a:cubicBezTo>
                    <a:cubicBezTo>
                      <a:pt x="1309" y="1718"/>
                      <a:pt x="1269" y="1738"/>
                      <a:pt x="1230" y="1758"/>
                    </a:cubicBezTo>
                    <a:lnTo>
                      <a:pt x="1111" y="1797"/>
                    </a:lnTo>
                    <a:cubicBezTo>
                      <a:pt x="1071" y="1817"/>
                      <a:pt x="1031" y="1837"/>
                      <a:pt x="1001" y="1867"/>
                    </a:cubicBezTo>
                    <a:cubicBezTo>
                      <a:pt x="982" y="1887"/>
                      <a:pt x="962" y="1907"/>
                      <a:pt x="942" y="1936"/>
                    </a:cubicBezTo>
                    <a:cubicBezTo>
                      <a:pt x="922" y="1956"/>
                      <a:pt x="912" y="1986"/>
                      <a:pt x="902" y="2016"/>
                    </a:cubicBezTo>
                    <a:cubicBezTo>
                      <a:pt x="892" y="2045"/>
                      <a:pt x="882" y="2075"/>
                      <a:pt x="892" y="2115"/>
                    </a:cubicBezTo>
                    <a:cubicBezTo>
                      <a:pt x="892" y="2144"/>
                      <a:pt x="902" y="2174"/>
                      <a:pt x="922" y="2194"/>
                    </a:cubicBezTo>
                    <a:cubicBezTo>
                      <a:pt x="932" y="2204"/>
                      <a:pt x="942" y="2214"/>
                      <a:pt x="952" y="2224"/>
                    </a:cubicBezTo>
                    <a:cubicBezTo>
                      <a:pt x="962" y="2234"/>
                      <a:pt x="982" y="2244"/>
                      <a:pt x="992" y="2244"/>
                    </a:cubicBezTo>
                    <a:cubicBezTo>
                      <a:pt x="1041" y="2263"/>
                      <a:pt x="1101" y="2273"/>
                      <a:pt x="1160" y="2273"/>
                    </a:cubicBezTo>
                    <a:cubicBezTo>
                      <a:pt x="1220" y="2273"/>
                      <a:pt x="1279" y="2263"/>
                      <a:pt x="1329" y="2244"/>
                    </a:cubicBezTo>
                    <a:cubicBezTo>
                      <a:pt x="1388" y="2224"/>
                      <a:pt x="1448" y="2214"/>
                      <a:pt x="1497" y="2184"/>
                    </a:cubicBezTo>
                    <a:cubicBezTo>
                      <a:pt x="1547" y="2164"/>
                      <a:pt x="1606" y="2135"/>
                      <a:pt x="1646" y="2115"/>
                    </a:cubicBezTo>
                    <a:cubicBezTo>
                      <a:pt x="1676" y="2144"/>
                      <a:pt x="1705" y="2194"/>
                      <a:pt x="1735" y="2234"/>
                    </a:cubicBezTo>
                    <a:cubicBezTo>
                      <a:pt x="1765" y="2283"/>
                      <a:pt x="1805" y="2323"/>
                      <a:pt x="1834" y="2363"/>
                    </a:cubicBezTo>
                    <a:cubicBezTo>
                      <a:pt x="1849" y="2385"/>
                      <a:pt x="1875" y="2396"/>
                      <a:pt x="1900" y="2396"/>
                    </a:cubicBezTo>
                    <a:cubicBezTo>
                      <a:pt x="1908" y="2396"/>
                      <a:pt x="1916" y="2395"/>
                      <a:pt x="1924" y="2392"/>
                    </a:cubicBezTo>
                    <a:cubicBezTo>
                      <a:pt x="1963" y="2382"/>
                      <a:pt x="1993" y="2373"/>
                      <a:pt x="2023" y="2343"/>
                    </a:cubicBezTo>
                    <a:cubicBezTo>
                      <a:pt x="2082" y="2303"/>
                      <a:pt x="2102" y="2224"/>
                      <a:pt x="2062" y="2154"/>
                    </a:cubicBezTo>
                    <a:cubicBezTo>
                      <a:pt x="2043" y="2105"/>
                      <a:pt x="2013" y="2055"/>
                      <a:pt x="1973" y="2006"/>
                    </a:cubicBezTo>
                    <a:cubicBezTo>
                      <a:pt x="1943" y="1956"/>
                      <a:pt x="1914" y="1907"/>
                      <a:pt x="1884" y="1857"/>
                    </a:cubicBezTo>
                    <a:cubicBezTo>
                      <a:pt x="1943" y="1797"/>
                      <a:pt x="1993" y="1728"/>
                      <a:pt x="2033" y="1659"/>
                    </a:cubicBezTo>
                    <a:cubicBezTo>
                      <a:pt x="2062" y="1589"/>
                      <a:pt x="2092" y="1510"/>
                      <a:pt x="2102" y="1431"/>
                    </a:cubicBezTo>
                    <a:cubicBezTo>
                      <a:pt x="2112" y="1351"/>
                      <a:pt x="2112" y="1272"/>
                      <a:pt x="2092" y="1193"/>
                    </a:cubicBezTo>
                    <a:cubicBezTo>
                      <a:pt x="2062" y="1113"/>
                      <a:pt x="2023" y="1044"/>
                      <a:pt x="1963" y="984"/>
                    </a:cubicBezTo>
                    <a:cubicBezTo>
                      <a:pt x="1904" y="905"/>
                      <a:pt x="1824" y="856"/>
                      <a:pt x="1735" y="826"/>
                    </a:cubicBezTo>
                    <a:cubicBezTo>
                      <a:pt x="1646" y="806"/>
                      <a:pt x="1557" y="796"/>
                      <a:pt x="1468" y="796"/>
                    </a:cubicBezTo>
                    <a:cubicBezTo>
                      <a:pt x="1378" y="806"/>
                      <a:pt x="1279" y="816"/>
                      <a:pt x="1190" y="846"/>
                    </a:cubicBezTo>
                    <a:cubicBezTo>
                      <a:pt x="1101" y="865"/>
                      <a:pt x="1011" y="895"/>
                      <a:pt x="932" y="925"/>
                    </a:cubicBezTo>
                    <a:lnTo>
                      <a:pt x="853" y="955"/>
                    </a:lnTo>
                    <a:cubicBezTo>
                      <a:pt x="813" y="965"/>
                      <a:pt x="783" y="974"/>
                      <a:pt x="744" y="984"/>
                    </a:cubicBezTo>
                    <a:cubicBezTo>
                      <a:pt x="714" y="994"/>
                      <a:pt x="674" y="994"/>
                      <a:pt x="645" y="994"/>
                    </a:cubicBezTo>
                    <a:cubicBezTo>
                      <a:pt x="615" y="994"/>
                      <a:pt x="585" y="984"/>
                      <a:pt x="565" y="965"/>
                    </a:cubicBezTo>
                    <a:cubicBezTo>
                      <a:pt x="545" y="945"/>
                      <a:pt x="535" y="915"/>
                      <a:pt x="545" y="895"/>
                    </a:cubicBezTo>
                    <a:cubicBezTo>
                      <a:pt x="545" y="865"/>
                      <a:pt x="555" y="836"/>
                      <a:pt x="565" y="816"/>
                    </a:cubicBezTo>
                    <a:cubicBezTo>
                      <a:pt x="575" y="786"/>
                      <a:pt x="595" y="766"/>
                      <a:pt x="615" y="746"/>
                    </a:cubicBezTo>
                    <a:cubicBezTo>
                      <a:pt x="635" y="717"/>
                      <a:pt x="645" y="707"/>
                      <a:pt x="664" y="687"/>
                    </a:cubicBezTo>
                    <a:cubicBezTo>
                      <a:pt x="704" y="657"/>
                      <a:pt x="744" y="627"/>
                      <a:pt x="793" y="598"/>
                    </a:cubicBezTo>
                    <a:cubicBezTo>
                      <a:pt x="843" y="578"/>
                      <a:pt x="892" y="558"/>
                      <a:pt x="942" y="538"/>
                    </a:cubicBezTo>
                    <a:lnTo>
                      <a:pt x="1071" y="489"/>
                    </a:lnTo>
                    <a:cubicBezTo>
                      <a:pt x="1120" y="469"/>
                      <a:pt x="1160" y="439"/>
                      <a:pt x="1190" y="409"/>
                    </a:cubicBezTo>
                    <a:cubicBezTo>
                      <a:pt x="1230" y="370"/>
                      <a:pt x="1259" y="320"/>
                      <a:pt x="1259" y="271"/>
                    </a:cubicBezTo>
                    <a:cubicBezTo>
                      <a:pt x="1269" y="221"/>
                      <a:pt x="1259" y="161"/>
                      <a:pt x="1220" y="122"/>
                    </a:cubicBezTo>
                    <a:cubicBezTo>
                      <a:pt x="1180" y="82"/>
                      <a:pt x="1130" y="52"/>
                      <a:pt x="1071" y="52"/>
                    </a:cubicBezTo>
                    <a:cubicBezTo>
                      <a:pt x="1011" y="52"/>
                      <a:pt x="942" y="62"/>
                      <a:pt x="882" y="92"/>
                    </a:cubicBezTo>
                    <a:cubicBezTo>
                      <a:pt x="823" y="112"/>
                      <a:pt x="754" y="142"/>
                      <a:pt x="694" y="171"/>
                    </a:cubicBezTo>
                    <a:cubicBezTo>
                      <a:pt x="635" y="211"/>
                      <a:pt x="585" y="231"/>
                      <a:pt x="545" y="261"/>
                    </a:cubicBezTo>
                    <a:cubicBezTo>
                      <a:pt x="526" y="261"/>
                      <a:pt x="516" y="251"/>
                      <a:pt x="506" y="251"/>
                    </a:cubicBezTo>
                    <a:cubicBezTo>
                      <a:pt x="496" y="231"/>
                      <a:pt x="476" y="221"/>
                      <a:pt x="456" y="211"/>
                    </a:cubicBezTo>
                    <a:lnTo>
                      <a:pt x="416" y="161"/>
                    </a:lnTo>
                    <a:lnTo>
                      <a:pt x="387" y="132"/>
                    </a:lnTo>
                    <a:lnTo>
                      <a:pt x="357" y="92"/>
                    </a:lnTo>
                    <a:lnTo>
                      <a:pt x="317" y="42"/>
                    </a:lnTo>
                    <a:cubicBezTo>
                      <a:pt x="293" y="18"/>
                      <a:pt x="255" y="0"/>
                      <a:pt x="22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80" name="Google Shape;4280;p68"/>
          <p:cNvGrpSpPr/>
          <p:nvPr/>
        </p:nvGrpSpPr>
        <p:grpSpPr>
          <a:xfrm rot="1800044">
            <a:off x="6475613" y="951255"/>
            <a:ext cx="537429" cy="456880"/>
            <a:chOff x="3824894" y="3938349"/>
            <a:chExt cx="537441" cy="456890"/>
          </a:xfrm>
        </p:grpSpPr>
        <p:sp>
          <p:nvSpPr>
            <p:cNvPr id="4281" name="Google Shape;4281;p68"/>
            <p:cNvSpPr/>
            <p:nvPr/>
          </p:nvSpPr>
          <p:spPr>
            <a:xfrm>
              <a:off x="3825264" y="3938349"/>
              <a:ext cx="536699" cy="456890"/>
            </a:xfrm>
            <a:custGeom>
              <a:avLst/>
              <a:gdLst/>
              <a:ahLst/>
              <a:cxnLst/>
              <a:rect l="l" t="t" r="r" b="b"/>
              <a:pathLst>
                <a:path w="7239" h="6201" extrusionOk="0">
                  <a:moveTo>
                    <a:pt x="4145" y="0"/>
                  </a:moveTo>
                  <a:cubicBezTo>
                    <a:pt x="1378" y="0"/>
                    <a:pt x="0" y="3342"/>
                    <a:pt x="1953" y="5285"/>
                  </a:cubicBezTo>
                  <a:cubicBezTo>
                    <a:pt x="2586" y="5918"/>
                    <a:pt x="3363" y="6201"/>
                    <a:pt x="4125" y="6201"/>
                  </a:cubicBezTo>
                  <a:cubicBezTo>
                    <a:pt x="5715" y="6201"/>
                    <a:pt x="7238" y="4967"/>
                    <a:pt x="7238" y="3104"/>
                  </a:cubicBezTo>
                  <a:cubicBezTo>
                    <a:pt x="7238" y="1388"/>
                    <a:pt x="5850" y="0"/>
                    <a:pt x="4145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82" name="Google Shape;4282;p68"/>
            <p:cNvGrpSpPr/>
            <p:nvPr/>
          </p:nvGrpSpPr>
          <p:grpSpPr>
            <a:xfrm>
              <a:off x="3824894" y="3938349"/>
              <a:ext cx="537441" cy="456890"/>
              <a:chOff x="3224794" y="3938199"/>
              <a:chExt cx="537441" cy="456890"/>
            </a:xfrm>
          </p:grpSpPr>
          <p:sp>
            <p:nvSpPr>
              <p:cNvPr id="4283" name="Google Shape;4283;p68"/>
              <p:cNvSpPr/>
              <p:nvPr/>
            </p:nvSpPr>
            <p:spPr>
              <a:xfrm>
                <a:off x="3224794" y="3938199"/>
                <a:ext cx="537441" cy="456890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6201" extrusionOk="0">
                    <a:moveTo>
                      <a:pt x="4145" y="0"/>
                    </a:moveTo>
                    <a:cubicBezTo>
                      <a:pt x="1388" y="0"/>
                      <a:pt x="0" y="3342"/>
                      <a:pt x="1954" y="5285"/>
                    </a:cubicBezTo>
                    <a:cubicBezTo>
                      <a:pt x="2586" y="5918"/>
                      <a:pt x="3365" y="6201"/>
                      <a:pt x="4128" y="6201"/>
                    </a:cubicBezTo>
                    <a:cubicBezTo>
                      <a:pt x="5721" y="6201"/>
                      <a:pt x="7248" y="4967"/>
                      <a:pt x="7248" y="3104"/>
                    </a:cubicBezTo>
                    <a:cubicBezTo>
                      <a:pt x="7248" y="1388"/>
                      <a:pt x="5860" y="0"/>
                      <a:pt x="41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68"/>
              <p:cNvSpPr/>
              <p:nvPr/>
            </p:nvSpPr>
            <p:spPr>
              <a:xfrm>
                <a:off x="3293893" y="3991469"/>
                <a:ext cx="421263" cy="358453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4865" extrusionOk="0">
                    <a:moveTo>
                      <a:pt x="3253" y="1"/>
                    </a:moveTo>
                    <a:cubicBezTo>
                      <a:pt x="1081" y="1"/>
                      <a:pt x="0" y="2619"/>
                      <a:pt x="1537" y="4146"/>
                    </a:cubicBezTo>
                    <a:cubicBezTo>
                      <a:pt x="2031" y="4643"/>
                      <a:pt x="2639" y="4865"/>
                      <a:pt x="3236" y="4865"/>
                    </a:cubicBezTo>
                    <a:cubicBezTo>
                      <a:pt x="4484" y="4865"/>
                      <a:pt x="5682" y="3893"/>
                      <a:pt x="5682" y="2430"/>
                    </a:cubicBezTo>
                    <a:cubicBezTo>
                      <a:pt x="5682" y="1082"/>
                      <a:pt x="4601" y="1"/>
                      <a:pt x="3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5" name="Google Shape;4285;p68"/>
              <p:cNvSpPr/>
              <p:nvPr/>
            </p:nvSpPr>
            <p:spPr>
              <a:xfrm>
                <a:off x="3360026" y="4040466"/>
                <a:ext cx="305902" cy="260311"/>
              </a:xfrm>
              <a:custGeom>
                <a:avLst/>
                <a:gdLst/>
                <a:ahLst/>
                <a:cxnLst/>
                <a:rect l="l" t="t" r="r" b="b"/>
                <a:pathLst>
                  <a:path w="4126" h="3533" extrusionOk="0">
                    <a:moveTo>
                      <a:pt x="2361" y="0"/>
                    </a:moveTo>
                    <a:cubicBezTo>
                      <a:pt x="784" y="0"/>
                      <a:pt x="1" y="1904"/>
                      <a:pt x="1111" y="3015"/>
                    </a:cubicBezTo>
                    <a:cubicBezTo>
                      <a:pt x="1469" y="3373"/>
                      <a:pt x="1910" y="3533"/>
                      <a:pt x="2343" y="3533"/>
                    </a:cubicBezTo>
                    <a:cubicBezTo>
                      <a:pt x="3252" y="3533"/>
                      <a:pt x="4125" y="2827"/>
                      <a:pt x="4125" y="1765"/>
                    </a:cubicBezTo>
                    <a:cubicBezTo>
                      <a:pt x="4125" y="794"/>
                      <a:pt x="3332" y="0"/>
                      <a:pt x="23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6" name="Google Shape;4286;p68"/>
              <p:cNvSpPr/>
              <p:nvPr/>
            </p:nvSpPr>
            <p:spPr>
              <a:xfrm>
                <a:off x="3471013" y="4074212"/>
                <a:ext cx="122109" cy="192157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2608" extrusionOk="0">
                    <a:moveTo>
                      <a:pt x="551" y="1"/>
                    </a:moveTo>
                    <a:cubicBezTo>
                      <a:pt x="536" y="1"/>
                      <a:pt x="521" y="3"/>
                      <a:pt x="507" y="8"/>
                    </a:cubicBezTo>
                    <a:cubicBezTo>
                      <a:pt x="437" y="18"/>
                      <a:pt x="398" y="78"/>
                      <a:pt x="398" y="147"/>
                    </a:cubicBezTo>
                    <a:cubicBezTo>
                      <a:pt x="398" y="197"/>
                      <a:pt x="407" y="246"/>
                      <a:pt x="407" y="306"/>
                    </a:cubicBezTo>
                    <a:cubicBezTo>
                      <a:pt x="417" y="355"/>
                      <a:pt x="427" y="405"/>
                      <a:pt x="427" y="455"/>
                    </a:cubicBezTo>
                    <a:cubicBezTo>
                      <a:pt x="358" y="474"/>
                      <a:pt x="298" y="514"/>
                      <a:pt x="239" y="564"/>
                    </a:cubicBezTo>
                    <a:cubicBezTo>
                      <a:pt x="179" y="603"/>
                      <a:pt x="130" y="653"/>
                      <a:pt x="90" y="712"/>
                    </a:cubicBezTo>
                    <a:cubicBezTo>
                      <a:pt x="50" y="772"/>
                      <a:pt x="31" y="841"/>
                      <a:pt x="11" y="911"/>
                    </a:cubicBezTo>
                    <a:cubicBezTo>
                      <a:pt x="1" y="980"/>
                      <a:pt x="11" y="1059"/>
                      <a:pt x="31" y="1129"/>
                    </a:cubicBezTo>
                    <a:cubicBezTo>
                      <a:pt x="50" y="1208"/>
                      <a:pt x="90" y="1278"/>
                      <a:pt x="150" y="1337"/>
                    </a:cubicBezTo>
                    <a:cubicBezTo>
                      <a:pt x="209" y="1387"/>
                      <a:pt x="279" y="1426"/>
                      <a:pt x="358" y="1456"/>
                    </a:cubicBezTo>
                    <a:cubicBezTo>
                      <a:pt x="437" y="1496"/>
                      <a:pt x="517" y="1515"/>
                      <a:pt x="596" y="1535"/>
                    </a:cubicBezTo>
                    <a:cubicBezTo>
                      <a:pt x="675" y="1545"/>
                      <a:pt x="754" y="1555"/>
                      <a:pt x="834" y="1565"/>
                    </a:cubicBezTo>
                    <a:lnTo>
                      <a:pt x="913" y="1575"/>
                    </a:lnTo>
                    <a:cubicBezTo>
                      <a:pt x="943" y="1575"/>
                      <a:pt x="973" y="1575"/>
                      <a:pt x="1012" y="1585"/>
                    </a:cubicBezTo>
                    <a:cubicBezTo>
                      <a:pt x="1042" y="1595"/>
                      <a:pt x="1072" y="1605"/>
                      <a:pt x="1092" y="1615"/>
                    </a:cubicBezTo>
                    <a:cubicBezTo>
                      <a:pt x="1121" y="1625"/>
                      <a:pt x="1141" y="1644"/>
                      <a:pt x="1141" y="1664"/>
                    </a:cubicBezTo>
                    <a:cubicBezTo>
                      <a:pt x="1151" y="1694"/>
                      <a:pt x="1151" y="1714"/>
                      <a:pt x="1141" y="1734"/>
                    </a:cubicBezTo>
                    <a:cubicBezTo>
                      <a:pt x="1121" y="1753"/>
                      <a:pt x="1111" y="1773"/>
                      <a:pt x="1092" y="1793"/>
                    </a:cubicBezTo>
                    <a:cubicBezTo>
                      <a:pt x="1072" y="1803"/>
                      <a:pt x="1052" y="1823"/>
                      <a:pt x="1022" y="1833"/>
                    </a:cubicBezTo>
                    <a:cubicBezTo>
                      <a:pt x="1002" y="1843"/>
                      <a:pt x="983" y="1843"/>
                      <a:pt x="963" y="1853"/>
                    </a:cubicBezTo>
                    <a:cubicBezTo>
                      <a:pt x="913" y="1863"/>
                      <a:pt x="873" y="1872"/>
                      <a:pt x="824" y="1872"/>
                    </a:cubicBezTo>
                    <a:lnTo>
                      <a:pt x="556" y="1872"/>
                    </a:lnTo>
                    <a:cubicBezTo>
                      <a:pt x="517" y="1872"/>
                      <a:pt x="467" y="1872"/>
                      <a:pt x="427" y="1892"/>
                    </a:cubicBezTo>
                    <a:cubicBezTo>
                      <a:pt x="388" y="1902"/>
                      <a:pt x="348" y="1932"/>
                      <a:pt x="318" y="1972"/>
                    </a:cubicBezTo>
                    <a:cubicBezTo>
                      <a:pt x="288" y="2011"/>
                      <a:pt x="288" y="2061"/>
                      <a:pt x="298" y="2110"/>
                    </a:cubicBezTo>
                    <a:cubicBezTo>
                      <a:pt x="318" y="2160"/>
                      <a:pt x="348" y="2200"/>
                      <a:pt x="398" y="2219"/>
                    </a:cubicBezTo>
                    <a:cubicBezTo>
                      <a:pt x="447" y="2239"/>
                      <a:pt x="497" y="2259"/>
                      <a:pt x="556" y="2259"/>
                    </a:cubicBezTo>
                    <a:cubicBezTo>
                      <a:pt x="586" y="2264"/>
                      <a:pt x="616" y="2267"/>
                      <a:pt x="645" y="2267"/>
                    </a:cubicBezTo>
                    <a:cubicBezTo>
                      <a:pt x="675" y="2267"/>
                      <a:pt x="705" y="2264"/>
                      <a:pt x="735" y="2259"/>
                    </a:cubicBezTo>
                    <a:cubicBezTo>
                      <a:pt x="794" y="2249"/>
                      <a:pt x="854" y="2249"/>
                      <a:pt x="893" y="2249"/>
                    </a:cubicBezTo>
                    <a:cubicBezTo>
                      <a:pt x="903" y="2249"/>
                      <a:pt x="913" y="2259"/>
                      <a:pt x="913" y="2279"/>
                    </a:cubicBezTo>
                    <a:cubicBezTo>
                      <a:pt x="923" y="2289"/>
                      <a:pt x="933" y="2309"/>
                      <a:pt x="943" y="2319"/>
                    </a:cubicBezTo>
                    <a:cubicBezTo>
                      <a:pt x="953" y="2338"/>
                      <a:pt x="953" y="2358"/>
                      <a:pt x="963" y="2378"/>
                    </a:cubicBezTo>
                    <a:cubicBezTo>
                      <a:pt x="973" y="2388"/>
                      <a:pt x="973" y="2398"/>
                      <a:pt x="973" y="2408"/>
                    </a:cubicBezTo>
                    <a:cubicBezTo>
                      <a:pt x="973" y="2428"/>
                      <a:pt x="983" y="2438"/>
                      <a:pt x="983" y="2457"/>
                    </a:cubicBezTo>
                    <a:lnTo>
                      <a:pt x="992" y="2507"/>
                    </a:lnTo>
                    <a:cubicBezTo>
                      <a:pt x="1002" y="2547"/>
                      <a:pt x="1032" y="2576"/>
                      <a:pt x="1072" y="2596"/>
                    </a:cubicBezTo>
                    <a:cubicBezTo>
                      <a:pt x="1095" y="2602"/>
                      <a:pt x="1121" y="2608"/>
                      <a:pt x="1147" y="2608"/>
                    </a:cubicBezTo>
                    <a:cubicBezTo>
                      <a:pt x="1165" y="2608"/>
                      <a:pt x="1184" y="2605"/>
                      <a:pt x="1201" y="2596"/>
                    </a:cubicBezTo>
                    <a:cubicBezTo>
                      <a:pt x="1240" y="2596"/>
                      <a:pt x="1270" y="2566"/>
                      <a:pt x="1290" y="2537"/>
                    </a:cubicBezTo>
                    <a:cubicBezTo>
                      <a:pt x="1310" y="2517"/>
                      <a:pt x="1320" y="2487"/>
                      <a:pt x="1320" y="2457"/>
                    </a:cubicBezTo>
                    <a:cubicBezTo>
                      <a:pt x="1320" y="2418"/>
                      <a:pt x="1320" y="2388"/>
                      <a:pt x="1310" y="2348"/>
                    </a:cubicBezTo>
                    <a:cubicBezTo>
                      <a:pt x="1300" y="2319"/>
                      <a:pt x="1290" y="2289"/>
                      <a:pt x="1280" y="2259"/>
                    </a:cubicBezTo>
                    <a:cubicBezTo>
                      <a:pt x="1270" y="2229"/>
                      <a:pt x="1260" y="2200"/>
                      <a:pt x="1260" y="2180"/>
                    </a:cubicBezTo>
                    <a:cubicBezTo>
                      <a:pt x="1260" y="2150"/>
                      <a:pt x="1260" y="2140"/>
                      <a:pt x="1270" y="2130"/>
                    </a:cubicBezTo>
                    <a:lnTo>
                      <a:pt x="1429" y="2041"/>
                    </a:lnTo>
                    <a:cubicBezTo>
                      <a:pt x="1478" y="2011"/>
                      <a:pt x="1518" y="1972"/>
                      <a:pt x="1558" y="1932"/>
                    </a:cubicBezTo>
                    <a:cubicBezTo>
                      <a:pt x="1587" y="1892"/>
                      <a:pt x="1617" y="1843"/>
                      <a:pt x="1627" y="1793"/>
                    </a:cubicBezTo>
                    <a:cubicBezTo>
                      <a:pt x="1647" y="1724"/>
                      <a:pt x="1637" y="1654"/>
                      <a:pt x="1617" y="1595"/>
                    </a:cubicBezTo>
                    <a:cubicBezTo>
                      <a:pt x="1597" y="1506"/>
                      <a:pt x="1548" y="1436"/>
                      <a:pt x="1488" y="1377"/>
                    </a:cubicBezTo>
                    <a:cubicBezTo>
                      <a:pt x="1419" y="1327"/>
                      <a:pt x="1349" y="1278"/>
                      <a:pt x="1270" y="1258"/>
                    </a:cubicBezTo>
                    <a:cubicBezTo>
                      <a:pt x="1191" y="1218"/>
                      <a:pt x="1102" y="1198"/>
                      <a:pt x="1022" y="1178"/>
                    </a:cubicBezTo>
                    <a:lnTo>
                      <a:pt x="774" y="1139"/>
                    </a:lnTo>
                    <a:cubicBezTo>
                      <a:pt x="705" y="1129"/>
                      <a:pt x="645" y="1109"/>
                      <a:pt x="576" y="1089"/>
                    </a:cubicBezTo>
                    <a:cubicBezTo>
                      <a:pt x="536" y="1079"/>
                      <a:pt x="497" y="1049"/>
                      <a:pt x="487" y="1010"/>
                    </a:cubicBezTo>
                    <a:cubicBezTo>
                      <a:pt x="477" y="990"/>
                      <a:pt x="477" y="960"/>
                      <a:pt x="487" y="940"/>
                    </a:cubicBezTo>
                    <a:cubicBezTo>
                      <a:pt x="497" y="921"/>
                      <a:pt x="507" y="901"/>
                      <a:pt x="526" y="881"/>
                    </a:cubicBezTo>
                    <a:cubicBezTo>
                      <a:pt x="546" y="861"/>
                      <a:pt x="576" y="851"/>
                      <a:pt x="596" y="841"/>
                    </a:cubicBezTo>
                    <a:cubicBezTo>
                      <a:pt x="616" y="831"/>
                      <a:pt x="636" y="821"/>
                      <a:pt x="665" y="811"/>
                    </a:cubicBezTo>
                    <a:cubicBezTo>
                      <a:pt x="705" y="802"/>
                      <a:pt x="754" y="792"/>
                      <a:pt x="794" y="792"/>
                    </a:cubicBezTo>
                    <a:lnTo>
                      <a:pt x="923" y="792"/>
                    </a:lnTo>
                    <a:lnTo>
                      <a:pt x="1032" y="802"/>
                    </a:lnTo>
                    <a:cubicBezTo>
                      <a:pt x="1072" y="802"/>
                      <a:pt x="1111" y="792"/>
                      <a:pt x="1141" y="782"/>
                    </a:cubicBezTo>
                    <a:cubicBezTo>
                      <a:pt x="1171" y="782"/>
                      <a:pt x="1191" y="772"/>
                      <a:pt x="1211" y="752"/>
                    </a:cubicBezTo>
                    <a:cubicBezTo>
                      <a:pt x="1240" y="742"/>
                      <a:pt x="1260" y="722"/>
                      <a:pt x="1280" y="702"/>
                    </a:cubicBezTo>
                    <a:cubicBezTo>
                      <a:pt x="1300" y="683"/>
                      <a:pt x="1320" y="663"/>
                      <a:pt x="1330" y="633"/>
                    </a:cubicBezTo>
                    <a:cubicBezTo>
                      <a:pt x="1339" y="613"/>
                      <a:pt x="1339" y="583"/>
                      <a:pt x="1330" y="554"/>
                    </a:cubicBezTo>
                    <a:cubicBezTo>
                      <a:pt x="1330" y="544"/>
                      <a:pt x="1320" y="534"/>
                      <a:pt x="1320" y="524"/>
                    </a:cubicBezTo>
                    <a:cubicBezTo>
                      <a:pt x="1310" y="504"/>
                      <a:pt x="1300" y="494"/>
                      <a:pt x="1290" y="484"/>
                    </a:cubicBezTo>
                    <a:cubicBezTo>
                      <a:pt x="1250" y="455"/>
                      <a:pt x="1211" y="425"/>
                      <a:pt x="1161" y="405"/>
                    </a:cubicBezTo>
                    <a:cubicBezTo>
                      <a:pt x="1121" y="385"/>
                      <a:pt x="1072" y="365"/>
                      <a:pt x="1012" y="365"/>
                    </a:cubicBezTo>
                    <a:cubicBezTo>
                      <a:pt x="963" y="355"/>
                      <a:pt x="913" y="345"/>
                      <a:pt x="864" y="345"/>
                    </a:cubicBezTo>
                    <a:lnTo>
                      <a:pt x="715" y="345"/>
                    </a:lnTo>
                    <a:cubicBezTo>
                      <a:pt x="705" y="306"/>
                      <a:pt x="695" y="256"/>
                      <a:pt x="685" y="207"/>
                    </a:cubicBezTo>
                    <a:cubicBezTo>
                      <a:pt x="685" y="157"/>
                      <a:pt x="675" y="117"/>
                      <a:pt x="655" y="68"/>
                    </a:cubicBezTo>
                    <a:cubicBezTo>
                      <a:pt x="655" y="38"/>
                      <a:pt x="626" y="18"/>
                      <a:pt x="596" y="8"/>
                    </a:cubicBezTo>
                    <a:cubicBezTo>
                      <a:pt x="581" y="3"/>
                      <a:pt x="566" y="1"/>
                      <a:pt x="5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87" name="Google Shape;4287;p68"/>
          <p:cNvGrpSpPr/>
          <p:nvPr/>
        </p:nvGrpSpPr>
        <p:grpSpPr>
          <a:xfrm>
            <a:off x="7625628" y="701657"/>
            <a:ext cx="273484" cy="274317"/>
            <a:chOff x="5885615" y="165400"/>
            <a:chExt cx="364743" cy="365756"/>
          </a:xfrm>
        </p:grpSpPr>
        <p:sp>
          <p:nvSpPr>
            <p:cNvPr id="4288" name="Google Shape;4288;p6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6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0" name="Google Shape;4290;p68"/>
          <p:cNvGrpSpPr/>
          <p:nvPr/>
        </p:nvGrpSpPr>
        <p:grpSpPr>
          <a:xfrm>
            <a:off x="6997760" y="539500"/>
            <a:ext cx="274452" cy="274317"/>
            <a:chOff x="2167548" y="1796250"/>
            <a:chExt cx="274452" cy="274317"/>
          </a:xfrm>
        </p:grpSpPr>
        <p:sp>
          <p:nvSpPr>
            <p:cNvPr id="4291" name="Google Shape;4291;p6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6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3" name="Google Shape;4293;p68"/>
          <p:cNvGrpSpPr/>
          <p:nvPr/>
        </p:nvGrpSpPr>
        <p:grpSpPr>
          <a:xfrm>
            <a:off x="8294030" y="3562307"/>
            <a:ext cx="273484" cy="274317"/>
            <a:chOff x="5885615" y="165400"/>
            <a:chExt cx="364743" cy="365756"/>
          </a:xfrm>
        </p:grpSpPr>
        <p:sp>
          <p:nvSpPr>
            <p:cNvPr id="4294" name="Google Shape;4294;p6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6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6" name="Google Shape;4296;p68"/>
          <p:cNvGrpSpPr/>
          <p:nvPr/>
        </p:nvGrpSpPr>
        <p:grpSpPr>
          <a:xfrm>
            <a:off x="6608606" y="3862194"/>
            <a:ext cx="273484" cy="274317"/>
            <a:chOff x="5885615" y="165400"/>
            <a:chExt cx="364743" cy="365756"/>
          </a:xfrm>
        </p:grpSpPr>
        <p:sp>
          <p:nvSpPr>
            <p:cNvPr id="4297" name="Google Shape;4297;p6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5" y="1"/>
                    <a:pt x="3064" y="1"/>
                  </a:cubicBezTo>
                  <a:cubicBezTo>
                    <a:pt x="2757" y="11"/>
                    <a:pt x="2499" y="2242"/>
                    <a:pt x="2350" y="2390"/>
                  </a:cubicBezTo>
                  <a:cubicBezTo>
                    <a:pt x="2073" y="2688"/>
                    <a:pt x="0" y="2896"/>
                    <a:pt x="1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8" y="4036"/>
                    <a:pt x="2854" y="6277"/>
                    <a:pt x="3151" y="6277"/>
                  </a:cubicBezTo>
                  <a:cubicBezTo>
                    <a:pt x="3152" y="6277"/>
                    <a:pt x="3153" y="6277"/>
                    <a:pt x="315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35" y="3590"/>
                    <a:pt x="6227" y="3372"/>
                    <a:pt x="6207" y="3084"/>
                  </a:cubicBezTo>
                  <a:cubicBezTo>
                    <a:pt x="6197" y="2797"/>
                    <a:pt x="4135" y="2658"/>
                    <a:pt x="3857" y="2390"/>
                  </a:cubicBezTo>
                  <a:cubicBezTo>
                    <a:pt x="3699" y="2232"/>
                    <a:pt x="3365" y="1"/>
                    <a:pt x="3068" y="1"/>
                  </a:cubicBezTo>
                  <a:close/>
                </a:path>
              </a:pathLst>
            </a:custGeom>
            <a:solidFill>
              <a:schemeClr val="accent4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68"/>
            <p:cNvSpPr/>
            <p:nvPr/>
          </p:nvSpPr>
          <p:spPr>
            <a:xfrm>
              <a:off x="5885615" y="165400"/>
              <a:ext cx="364743" cy="365756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8" y="1"/>
                  </a:moveTo>
                  <a:cubicBezTo>
                    <a:pt x="3067" y="1"/>
                    <a:pt x="3066" y="1"/>
                    <a:pt x="3064" y="1"/>
                  </a:cubicBezTo>
                  <a:cubicBezTo>
                    <a:pt x="2767" y="11"/>
                    <a:pt x="2499" y="2242"/>
                    <a:pt x="2360" y="2390"/>
                  </a:cubicBezTo>
                  <a:cubicBezTo>
                    <a:pt x="2073" y="2688"/>
                    <a:pt x="0" y="2896"/>
                    <a:pt x="20" y="3183"/>
                  </a:cubicBezTo>
                  <a:cubicBezTo>
                    <a:pt x="30" y="3471"/>
                    <a:pt x="2073" y="3600"/>
                    <a:pt x="2360" y="3878"/>
                  </a:cubicBezTo>
                  <a:cubicBezTo>
                    <a:pt x="2519" y="4036"/>
                    <a:pt x="2855" y="6277"/>
                    <a:pt x="3161" y="6277"/>
                  </a:cubicBezTo>
                  <a:cubicBezTo>
                    <a:pt x="3162" y="6277"/>
                    <a:pt x="3163" y="6277"/>
                    <a:pt x="3163" y="6277"/>
                  </a:cubicBezTo>
                  <a:cubicBezTo>
                    <a:pt x="3461" y="6257"/>
                    <a:pt x="3719" y="4036"/>
                    <a:pt x="3867" y="3878"/>
                  </a:cubicBezTo>
                  <a:cubicBezTo>
                    <a:pt x="4145" y="3590"/>
                    <a:pt x="6227" y="3372"/>
                    <a:pt x="6217" y="3084"/>
                  </a:cubicBezTo>
                  <a:cubicBezTo>
                    <a:pt x="6198" y="2797"/>
                    <a:pt x="4145" y="2658"/>
                    <a:pt x="3867" y="2390"/>
                  </a:cubicBezTo>
                  <a:cubicBezTo>
                    <a:pt x="3700" y="2232"/>
                    <a:pt x="3375" y="1"/>
                    <a:pt x="30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9" name="Google Shape;4299;p68"/>
          <p:cNvGrpSpPr/>
          <p:nvPr/>
        </p:nvGrpSpPr>
        <p:grpSpPr>
          <a:xfrm>
            <a:off x="6102180" y="1362450"/>
            <a:ext cx="274452" cy="274317"/>
            <a:chOff x="2167548" y="1796250"/>
            <a:chExt cx="274452" cy="274317"/>
          </a:xfrm>
        </p:grpSpPr>
        <p:sp>
          <p:nvSpPr>
            <p:cNvPr id="4300" name="Google Shape;4300;p6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6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2" name="Google Shape;4302;p68"/>
          <p:cNvGrpSpPr/>
          <p:nvPr/>
        </p:nvGrpSpPr>
        <p:grpSpPr>
          <a:xfrm>
            <a:off x="7747083" y="1842100"/>
            <a:ext cx="274452" cy="274317"/>
            <a:chOff x="2167548" y="1796250"/>
            <a:chExt cx="274452" cy="274317"/>
          </a:xfrm>
        </p:grpSpPr>
        <p:sp>
          <p:nvSpPr>
            <p:cNvPr id="4303" name="Google Shape;4303;p6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77" y="972"/>
                    <a:pt x="2539" y="1676"/>
                  </a:cubicBezTo>
                  <a:cubicBezTo>
                    <a:pt x="2004" y="1302"/>
                    <a:pt x="1309" y="783"/>
                    <a:pt x="1073" y="783"/>
                  </a:cubicBezTo>
                  <a:cubicBezTo>
                    <a:pt x="1046" y="783"/>
                    <a:pt x="1026" y="790"/>
                    <a:pt x="1012" y="804"/>
                  </a:cubicBezTo>
                  <a:cubicBezTo>
                    <a:pt x="873" y="942"/>
                    <a:pt x="1488" y="1993"/>
                    <a:pt x="1835" y="2618"/>
                  </a:cubicBezTo>
                  <a:cubicBezTo>
                    <a:pt x="1131" y="2807"/>
                    <a:pt x="0" y="2975"/>
                    <a:pt x="10" y="3183"/>
                  </a:cubicBezTo>
                  <a:cubicBezTo>
                    <a:pt x="20" y="3401"/>
                    <a:pt x="1041" y="3520"/>
                    <a:pt x="1745" y="3669"/>
                  </a:cubicBezTo>
                  <a:cubicBezTo>
                    <a:pt x="1329" y="4274"/>
                    <a:pt x="665" y="5067"/>
                    <a:pt x="813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1" y="5228"/>
                    <a:pt x="1959" y="4686"/>
                    <a:pt x="2529" y="4383"/>
                  </a:cubicBezTo>
                  <a:cubicBezTo>
                    <a:pt x="2696" y="5091"/>
                    <a:pt x="2931" y="6277"/>
                    <a:pt x="3158" y="6277"/>
                  </a:cubicBezTo>
                  <a:cubicBezTo>
                    <a:pt x="3160" y="6277"/>
                    <a:pt x="3161" y="6277"/>
                    <a:pt x="3163" y="6277"/>
                  </a:cubicBezTo>
                  <a:cubicBezTo>
                    <a:pt x="3362" y="6267"/>
                    <a:pt x="354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07" y="3094"/>
                  </a:cubicBezTo>
                  <a:cubicBezTo>
                    <a:pt x="6197" y="2896"/>
                    <a:pt x="5186" y="2767"/>
                    <a:pt x="4482" y="2608"/>
                  </a:cubicBezTo>
                  <a:cubicBezTo>
                    <a:pt x="4898" y="2013"/>
                    <a:pt x="5553" y="1210"/>
                    <a:pt x="5414" y="1071"/>
                  </a:cubicBezTo>
                  <a:cubicBezTo>
                    <a:pt x="5400" y="1056"/>
                    <a:pt x="5377" y="1049"/>
                    <a:pt x="5347" y="1049"/>
                  </a:cubicBezTo>
                  <a:cubicBezTo>
                    <a:pt x="5084" y="1049"/>
                    <a:pt x="4259" y="1592"/>
                    <a:pt x="368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68"/>
            <p:cNvSpPr/>
            <p:nvPr/>
          </p:nvSpPr>
          <p:spPr>
            <a:xfrm>
              <a:off x="2167548" y="1796250"/>
              <a:ext cx="274452" cy="274317"/>
            </a:xfrm>
            <a:custGeom>
              <a:avLst/>
              <a:gdLst/>
              <a:ahLst/>
              <a:cxnLst/>
              <a:rect l="l" t="t" r="r" b="b"/>
              <a:pathLst>
                <a:path w="6228" h="6278" extrusionOk="0">
                  <a:moveTo>
                    <a:pt x="3067" y="0"/>
                  </a:moveTo>
                  <a:cubicBezTo>
                    <a:pt x="3066" y="0"/>
                    <a:pt x="3065" y="0"/>
                    <a:pt x="3064" y="0"/>
                  </a:cubicBezTo>
                  <a:cubicBezTo>
                    <a:pt x="2866" y="10"/>
                    <a:pt x="2688" y="972"/>
                    <a:pt x="2539" y="1676"/>
                  </a:cubicBezTo>
                  <a:cubicBezTo>
                    <a:pt x="2013" y="1302"/>
                    <a:pt x="1319" y="783"/>
                    <a:pt x="1076" y="783"/>
                  </a:cubicBezTo>
                  <a:cubicBezTo>
                    <a:pt x="1048" y="783"/>
                    <a:pt x="1027" y="790"/>
                    <a:pt x="1012" y="804"/>
                  </a:cubicBezTo>
                  <a:cubicBezTo>
                    <a:pt x="873" y="942"/>
                    <a:pt x="1488" y="1993"/>
                    <a:pt x="1845" y="2618"/>
                  </a:cubicBezTo>
                  <a:cubicBezTo>
                    <a:pt x="1131" y="2807"/>
                    <a:pt x="0" y="2975"/>
                    <a:pt x="20" y="3183"/>
                  </a:cubicBezTo>
                  <a:cubicBezTo>
                    <a:pt x="30" y="3401"/>
                    <a:pt x="1052" y="3520"/>
                    <a:pt x="1746" y="3669"/>
                  </a:cubicBezTo>
                  <a:cubicBezTo>
                    <a:pt x="1329" y="4274"/>
                    <a:pt x="665" y="5067"/>
                    <a:pt x="814" y="5206"/>
                  </a:cubicBezTo>
                  <a:cubicBezTo>
                    <a:pt x="828" y="5221"/>
                    <a:pt x="850" y="5228"/>
                    <a:pt x="880" y="5228"/>
                  </a:cubicBezTo>
                  <a:cubicBezTo>
                    <a:pt x="1140" y="5228"/>
                    <a:pt x="1949" y="4686"/>
                    <a:pt x="2519" y="4383"/>
                  </a:cubicBezTo>
                  <a:cubicBezTo>
                    <a:pt x="2696" y="5091"/>
                    <a:pt x="2932" y="6277"/>
                    <a:pt x="3158" y="6277"/>
                  </a:cubicBezTo>
                  <a:cubicBezTo>
                    <a:pt x="3160" y="6277"/>
                    <a:pt x="3162" y="6277"/>
                    <a:pt x="3163" y="6277"/>
                  </a:cubicBezTo>
                  <a:cubicBezTo>
                    <a:pt x="3362" y="6267"/>
                    <a:pt x="3530" y="5305"/>
                    <a:pt x="3679" y="4601"/>
                  </a:cubicBezTo>
                  <a:cubicBezTo>
                    <a:pt x="4213" y="4984"/>
                    <a:pt x="4907" y="5495"/>
                    <a:pt x="5144" y="5495"/>
                  </a:cubicBezTo>
                  <a:cubicBezTo>
                    <a:pt x="5171" y="5495"/>
                    <a:pt x="5192" y="5488"/>
                    <a:pt x="5206" y="5474"/>
                  </a:cubicBezTo>
                  <a:cubicBezTo>
                    <a:pt x="5355" y="5335"/>
                    <a:pt x="4740" y="4294"/>
                    <a:pt x="4383" y="3669"/>
                  </a:cubicBezTo>
                  <a:cubicBezTo>
                    <a:pt x="5097" y="3481"/>
                    <a:pt x="6227" y="3302"/>
                    <a:pt x="6217" y="3094"/>
                  </a:cubicBezTo>
                  <a:cubicBezTo>
                    <a:pt x="6198" y="2896"/>
                    <a:pt x="5186" y="2767"/>
                    <a:pt x="4492" y="2608"/>
                  </a:cubicBezTo>
                  <a:cubicBezTo>
                    <a:pt x="4899" y="2013"/>
                    <a:pt x="5563" y="1210"/>
                    <a:pt x="5424" y="1071"/>
                  </a:cubicBezTo>
                  <a:cubicBezTo>
                    <a:pt x="5409" y="1056"/>
                    <a:pt x="5386" y="1049"/>
                    <a:pt x="5355" y="1049"/>
                  </a:cubicBezTo>
                  <a:cubicBezTo>
                    <a:pt x="5086" y="1049"/>
                    <a:pt x="4269" y="1592"/>
                    <a:pt x="3699" y="1894"/>
                  </a:cubicBezTo>
                  <a:cubicBezTo>
                    <a:pt x="3521" y="1183"/>
                    <a:pt x="3284" y="0"/>
                    <a:pt x="3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5" name="Google Shape;4305;p68"/>
          <p:cNvGrpSpPr/>
          <p:nvPr/>
        </p:nvGrpSpPr>
        <p:grpSpPr>
          <a:xfrm flipH="1">
            <a:off x="7266467" y="3964100"/>
            <a:ext cx="359149" cy="274320"/>
            <a:chOff x="1684504" y="2090725"/>
            <a:chExt cx="359149" cy="274320"/>
          </a:xfrm>
        </p:grpSpPr>
        <p:sp>
          <p:nvSpPr>
            <p:cNvPr id="4306" name="Google Shape;4306;p68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68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8" name="Google Shape;4308;p68"/>
          <p:cNvGrpSpPr/>
          <p:nvPr/>
        </p:nvGrpSpPr>
        <p:grpSpPr>
          <a:xfrm>
            <a:off x="6250804" y="2002300"/>
            <a:ext cx="359149" cy="274320"/>
            <a:chOff x="1684504" y="2090725"/>
            <a:chExt cx="359149" cy="274320"/>
          </a:xfrm>
        </p:grpSpPr>
        <p:sp>
          <p:nvSpPr>
            <p:cNvPr id="4309" name="Google Shape;4309;p68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68"/>
            <p:cNvSpPr/>
            <p:nvPr/>
          </p:nvSpPr>
          <p:spPr>
            <a:xfrm>
              <a:off x="1684504" y="2090725"/>
              <a:ext cx="359149" cy="274320"/>
            </a:xfrm>
            <a:custGeom>
              <a:avLst/>
              <a:gdLst/>
              <a:ahLst/>
              <a:cxnLst/>
              <a:rect l="l" t="t" r="r" b="b"/>
              <a:pathLst>
                <a:path w="5469" h="4169" extrusionOk="0">
                  <a:moveTo>
                    <a:pt x="3941" y="1"/>
                  </a:moveTo>
                  <a:cubicBezTo>
                    <a:pt x="3181" y="1"/>
                    <a:pt x="2794" y="1118"/>
                    <a:pt x="2660" y="1385"/>
                  </a:cubicBezTo>
                  <a:cubicBezTo>
                    <a:pt x="2482" y="1336"/>
                    <a:pt x="1988" y="1142"/>
                    <a:pt x="1521" y="1142"/>
                  </a:cubicBezTo>
                  <a:cubicBezTo>
                    <a:pt x="1183" y="1142"/>
                    <a:pt x="859" y="1243"/>
                    <a:pt x="676" y="1574"/>
                  </a:cubicBezTo>
                  <a:cubicBezTo>
                    <a:pt x="1" y="2780"/>
                    <a:pt x="3519" y="4035"/>
                    <a:pt x="3901" y="4169"/>
                  </a:cubicBezTo>
                  <a:lnTo>
                    <a:pt x="3926" y="4154"/>
                  </a:lnTo>
                  <a:cubicBezTo>
                    <a:pt x="4079" y="3787"/>
                    <a:pt x="5469" y="314"/>
                    <a:pt x="4119" y="21"/>
                  </a:cubicBezTo>
                  <a:cubicBezTo>
                    <a:pt x="4057" y="7"/>
                    <a:pt x="3998" y="1"/>
                    <a:pt x="3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1" name="Google Shape;4311;p68"/>
          <p:cNvGrpSpPr/>
          <p:nvPr/>
        </p:nvGrpSpPr>
        <p:grpSpPr>
          <a:xfrm>
            <a:off x="6881926" y="4238263"/>
            <a:ext cx="376078" cy="365766"/>
            <a:chOff x="1243851" y="2712376"/>
            <a:chExt cx="376078" cy="365766"/>
          </a:xfrm>
        </p:grpSpPr>
        <p:sp>
          <p:nvSpPr>
            <p:cNvPr id="4312" name="Google Shape;4312;p68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68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4" name="Google Shape;4314;p68"/>
          <p:cNvGrpSpPr/>
          <p:nvPr/>
        </p:nvGrpSpPr>
        <p:grpSpPr>
          <a:xfrm flipH="1">
            <a:off x="7258001" y="975963"/>
            <a:ext cx="376078" cy="365766"/>
            <a:chOff x="1243851" y="2712376"/>
            <a:chExt cx="376078" cy="365766"/>
          </a:xfrm>
        </p:grpSpPr>
        <p:sp>
          <p:nvSpPr>
            <p:cNvPr id="4315" name="Google Shape;4315;p68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68"/>
            <p:cNvSpPr/>
            <p:nvPr/>
          </p:nvSpPr>
          <p:spPr>
            <a:xfrm rot="-2652134">
              <a:off x="1306246" y="2758596"/>
              <a:ext cx="251288" cy="273326"/>
            </a:xfrm>
            <a:custGeom>
              <a:avLst/>
              <a:gdLst/>
              <a:ahLst/>
              <a:cxnLst/>
              <a:rect l="l" t="t" r="r" b="b"/>
              <a:pathLst>
                <a:path w="4408" h="4778" extrusionOk="0">
                  <a:moveTo>
                    <a:pt x="4012" y="0"/>
                  </a:moveTo>
                  <a:cubicBezTo>
                    <a:pt x="3514" y="0"/>
                    <a:pt x="2239" y="1730"/>
                    <a:pt x="2239" y="1730"/>
                  </a:cubicBezTo>
                  <a:cubicBezTo>
                    <a:pt x="2239" y="1730"/>
                    <a:pt x="1118" y="1041"/>
                    <a:pt x="724" y="967"/>
                  </a:cubicBezTo>
                  <a:cubicBezTo>
                    <a:pt x="720" y="966"/>
                    <a:pt x="716" y="966"/>
                    <a:pt x="712" y="966"/>
                  </a:cubicBezTo>
                  <a:cubicBezTo>
                    <a:pt x="311" y="966"/>
                    <a:pt x="9" y="4588"/>
                    <a:pt x="9" y="4588"/>
                  </a:cubicBezTo>
                  <a:cubicBezTo>
                    <a:pt x="1" y="4722"/>
                    <a:pt x="43" y="4778"/>
                    <a:pt x="119" y="4778"/>
                  </a:cubicBezTo>
                  <a:cubicBezTo>
                    <a:pt x="479" y="4778"/>
                    <a:pt x="1602" y="3517"/>
                    <a:pt x="1734" y="3172"/>
                  </a:cubicBezTo>
                  <a:cubicBezTo>
                    <a:pt x="1766" y="3084"/>
                    <a:pt x="1848" y="3050"/>
                    <a:pt x="1961" y="3050"/>
                  </a:cubicBezTo>
                  <a:cubicBezTo>
                    <a:pt x="2346" y="3050"/>
                    <a:pt x="3083" y="3448"/>
                    <a:pt x="3331" y="3448"/>
                  </a:cubicBezTo>
                  <a:cubicBezTo>
                    <a:pt x="3347" y="3448"/>
                    <a:pt x="3361" y="3446"/>
                    <a:pt x="3372" y="3443"/>
                  </a:cubicBezTo>
                  <a:cubicBezTo>
                    <a:pt x="3631" y="3369"/>
                    <a:pt x="4407" y="930"/>
                    <a:pt x="4185" y="154"/>
                  </a:cubicBezTo>
                  <a:cubicBezTo>
                    <a:pt x="4154" y="47"/>
                    <a:pt x="4094" y="0"/>
                    <a:pt x="40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17" name="Google Shape;4317;p68"/>
          <p:cNvSpPr/>
          <p:nvPr/>
        </p:nvSpPr>
        <p:spPr>
          <a:xfrm rot="1800006">
            <a:off x="7899344" y="1440068"/>
            <a:ext cx="566130" cy="16840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77x90</a:t>
            </a:r>
          </a:p>
        </p:txBody>
      </p:sp>
      <p:sp>
        <p:nvSpPr>
          <p:cNvPr id="4318" name="Google Shape;4318;p68"/>
          <p:cNvSpPr/>
          <p:nvPr/>
        </p:nvSpPr>
        <p:spPr>
          <a:xfrm rot="-1799980">
            <a:off x="6063699" y="3838938"/>
            <a:ext cx="351409" cy="16840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Caveat"/>
              </a:rPr>
              <a:t>149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ancial Education in Schools by Slidesgo">
  <a:themeElements>
    <a:clrScheme name="Simple Light">
      <a:dk1>
        <a:srgbClr val="241834"/>
      </a:dk1>
      <a:lt1>
        <a:srgbClr val="FFF7E7"/>
      </a:lt1>
      <a:dk2>
        <a:srgbClr val="F5C05A"/>
      </a:dk2>
      <a:lt2>
        <a:srgbClr val="EF7A18"/>
      </a:lt2>
      <a:accent1>
        <a:srgbClr val="ED7E97"/>
      </a:accent1>
      <a:accent2>
        <a:srgbClr val="E84D1C"/>
      </a:accent2>
      <a:accent3>
        <a:srgbClr val="7F6895"/>
      </a:accent3>
      <a:accent4>
        <a:srgbClr val="73A1A5"/>
      </a:accent4>
      <a:accent5>
        <a:srgbClr val="008795"/>
      </a:accent5>
      <a:accent6>
        <a:srgbClr val="FFFFFF"/>
      </a:accent6>
      <a:hlink>
        <a:srgbClr val="24183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1774</Words>
  <Application>Microsoft Office PowerPoint</Application>
  <PresentationFormat>Экран (16:9)</PresentationFormat>
  <Paragraphs>284</Paragraphs>
  <Slides>36</Slides>
  <Notes>36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6" baseType="lpstr">
      <vt:lpstr>Fredoka One</vt:lpstr>
      <vt:lpstr>Nunito Light</vt:lpstr>
      <vt:lpstr>Lato Black</vt:lpstr>
      <vt:lpstr>Lato</vt:lpstr>
      <vt:lpstr>Caveat</vt:lpstr>
      <vt:lpstr>Anaheim</vt:lpstr>
      <vt:lpstr>Bebas Neue</vt:lpstr>
      <vt:lpstr>PT Sans</vt:lpstr>
      <vt:lpstr>Arial</vt:lpstr>
      <vt:lpstr>Financial Education in Schools by Slidesgo</vt:lpstr>
      <vt:lpstr>Financial Education in Schools</vt:lpstr>
      <vt:lpstr>Contents of this template</vt:lpstr>
      <vt:lpstr>Template with Wordart</vt:lpstr>
      <vt:lpstr>Table of contents</vt:lpstr>
      <vt:lpstr>Whoa!</vt:lpstr>
      <vt:lpstr>Definition</vt:lpstr>
      <vt:lpstr>Financial education in schools</vt:lpstr>
      <vt:lpstr>It can make a difference!</vt:lpstr>
      <vt:lpstr>Financial education importance</vt:lpstr>
      <vt:lpstr>Types of finance</vt:lpstr>
      <vt:lpstr>Financial literacy skills</vt:lpstr>
      <vt:lpstr>Basics of money management</vt:lpstr>
      <vt:lpstr>Awesome words</vt:lpstr>
      <vt:lpstr>—Someone Famous</vt:lpstr>
      <vt:lpstr>A picture is worth a thousand words</vt:lpstr>
      <vt:lpstr>A picture always reinforces  the concept</vt:lpstr>
      <vt:lpstr>98,300,000</vt:lpstr>
      <vt:lpstr>9h 55m 23s</vt:lpstr>
      <vt:lpstr>Financial education is useful!</vt:lpstr>
      <vt:lpstr>Computer mockup</vt:lpstr>
      <vt:lpstr>Tablet mockup</vt:lpstr>
      <vt:lpstr>Smartphone mockup</vt:lpstr>
      <vt:lpstr>Financial education by country</vt:lpstr>
      <vt:lpstr>History of financial education</vt:lpstr>
      <vt:lpstr>Key lessons of financial education</vt:lpstr>
      <vt:lpstr>Education makes a difference!</vt:lpstr>
      <vt:lpstr>Who is more financially educated?</vt:lpstr>
      <vt:lpstr>Our teachers</vt:lpstr>
      <vt:lpstr>Activities</vt:lpstr>
      <vt:lpstr>Choose the correct answer</vt:lpstr>
      <vt:lpstr>True or false</vt:lpstr>
      <vt:lpstr>Connect the columns</vt:lpstr>
      <vt:lpstr>Debit cards or credit cards?</vt:lpstr>
      <vt:lpstr>Establishing credit history</vt:lpstr>
      <vt:lpstr>Create a personal budget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Education in Schools</dc:title>
  <cp:lastModifiedBy>я</cp:lastModifiedBy>
  <cp:revision>1</cp:revision>
  <dcterms:modified xsi:type="dcterms:W3CDTF">2026-02-17T10:36:05Z</dcterms:modified>
</cp:coreProperties>
</file>
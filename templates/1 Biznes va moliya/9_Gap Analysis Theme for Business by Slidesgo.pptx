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5143500" type="screen16x9"/>
  <p:notesSz cx="6858000" cy="9144000"/>
  <p:embeddedFontLst>
    <p:embeddedFont>
      <p:font typeface="Cairo" panose="020B0604020202020204" charset="-78"/>
      <p:regular r:id="rId39"/>
      <p:bold r:id="rId40"/>
    </p:embeddedFont>
    <p:embeddedFont>
      <p:font typeface="Inter" panose="020B0604020202020204" charset="0"/>
      <p:regular r:id="rId41"/>
      <p:bold r:id="rId42"/>
      <p:italic r:id="rId43"/>
      <p:boldItalic r:id="rId44"/>
    </p:embeddedFont>
    <p:embeddedFont>
      <p:font typeface="DM Serif Text" panose="020B0604020202020204" charset="0"/>
      <p:regular r:id="rId45"/>
      <p:italic r:id="rId46"/>
    </p:embeddedFont>
    <p:embeddedFont>
      <p:font typeface="Gilda Display" panose="020B0604020202020204" charset="0"/>
      <p:regular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1218D19-3E45-4FC9-88E4-429F69E19A02}">
  <a:tblStyle styleId="{01218D19-3E45-4FC9-88E4-429F69E19A0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14108266392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14108266392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cc9050bdf8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cc9050bdf8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cc9050bdf8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c9050bdf8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17c7d7991ca_0_19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17c7d7991ca_0_19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10fed294ed5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4" name="Google Shape;724;g10fed294ed5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cc9050bdf8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cc9050bdf8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11291e0c56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5" name="Google Shape;1005;g11291e0c56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f36ab6d2df_0_10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4" name="Google Shape;1084;gf36ab6d2df_0_10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8"/>
        <p:cNvGrpSpPr/>
        <p:nvPr/>
      </p:nvGrpSpPr>
      <p:grpSpPr>
        <a:xfrm>
          <a:off x="0" y="0"/>
          <a:ext cx="0" cy="0"/>
          <a:chOff x="0" y="0"/>
          <a:chExt cx="0" cy="0"/>
        </a:xfrm>
      </p:grpSpPr>
      <p:sp>
        <p:nvSpPr>
          <p:cNvPr id="1179" name="Google Shape;1179;g17e0beec93d_0_26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0" name="Google Shape;1180;g17e0beec93d_0_26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gf36ab6d2df_0_11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2" name="Google Shape;1262;gf36ab6d2df_0_11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4"/>
        <p:cNvGrpSpPr/>
        <p:nvPr/>
      </p:nvGrpSpPr>
      <p:grpSpPr>
        <a:xfrm>
          <a:off x="0" y="0"/>
          <a:ext cx="0" cy="0"/>
          <a:chOff x="0" y="0"/>
          <a:chExt cx="0" cy="0"/>
        </a:xfrm>
      </p:grpSpPr>
      <p:sp>
        <p:nvSpPr>
          <p:cNvPr id="1505" name="Google Shape;1505;g1bc8ab45cb1_1_18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6" name="Google Shape;1506;g1bc8ab45cb1_1_18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1"/>
        <p:cNvGrpSpPr/>
        <p:nvPr/>
      </p:nvGrpSpPr>
      <p:grpSpPr>
        <a:xfrm>
          <a:off x="0" y="0"/>
          <a:ext cx="0" cy="0"/>
          <a:chOff x="0" y="0"/>
          <a:chExt cx="0" cy="0"/>
        </a:xfrm>
      </p:grpSpPr>
      <p:sp>
        <p:nvSpPr>
          <p:cNvPr id="1532" name="Google Shape;1532;gcc9050bdf8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3" name="Google Shape;1533;gcc9050bdf8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3"/>
        <p:cNvGrpSpPr/>
        <p:nvPr/>
      </p:nvGrpSpPr>
      <p:grpSpPr>
        <a:xfrm>
          <a:off x="0" y="0"/>
          <a:ext cx="0" cy="0"/>
          <a:chOff x="0" y="0"/>
          <a:chExt cx="0" cy="0"/>
        </a:xfrm>
      </p:grpSpPr>
      <p:sp>
        <p:nvSpPr>
          <p:cNvPr id="1624" name="Google Shape;1624;gcc9050bdf8_0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5" name="Google Shape;1625;gcc9050bdf8_0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8"/>
        <p:cNvGrpSpPr/>
        <p:nvPr/>
      </p:nvGrpSpPr>
      <p:grpSpPr>
        <a:xfrm>
          <a:off x="0" y="0"/>
          <a:ext cx="0" cy="0"/>
          <a:chOff x="0" y="0"/>
          <a:chExt cx="0" cy="0"/>
        </a:xfrm>
      </p:grpSpPr>
      <p:sp>
        <p:nvSpPr>
          <p:cNvPr id="1719" name="Google Shape;1719;g10fed294ed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0" name="Google Shape;1720;g10fed294ed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4"/>
        <p:cNvGrpSpPr/>
        <p:nvPr/>
      </p:nvGrpSpPr>
      <p:grpSpPr>
        <a:xfrm>
          <a:off x="0" y="0"/>
          <a:ext cx="0" cy="0"/>
          <a:chOff x="0" y="0"/>
          <a:chExt cx="0" cy="0"/>
        </a:xfrm>
      </p:grpSpPr>
      <p:sp>
        <p:nvSpPr>
          <p:cNvPr id="1895" name="Google Shape;1895;g10bc0ebfc37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6" name="Google Shape;1896;g10bc0ebfc37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1"/>
        <p:cNvGrpSpPr/>
        <p:nvPr/>
      </p:nvGrpSpPr>
      <p:grpSpPr>
        <a:xfrm>
          <a:off x="0" y="0"/>
          <a:ext cx="0" cy="0"/>
          <a:chOff x="0" y="0"/>
          <a:chExt cx="0" cy="0"/>
        </a:xfrm>
      </p:grpSpPr>
      <p:sp>
        <p:nvSpPr>
          <p:cNvPr id="2102" name="Google Shape;2102;gcc9050bdf8_0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3" name="Google Shape;2103;gcc9050bdf8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1"/>
        <p:cNvGrpSpPr/>
        <p:nvPr/>
      </p:nvGrpSpPr>
      <p:grpSpPr>
        <a:xfrm>
          <a:off x="0" y="0"/>
          <a:ext cx="0" cy="0"/>
          <a:chOff x="0" y="0"/>
          <a:chExt cx="0" cy="0"/>
        </a:xfrm>
      </p:grpSpPr>
      <p:sp>
        <p:nvSpPr>
          <p:cNvPr id="2112" name="Google Shape;2112;g10a91ade0f2_0_2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3" name="Google Shape;2113;g10a91ade0f2_0_2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2"/>
        <p:cNvGrpSpPr/>
        <p:nvPr/>
      </p:nvGrpSpPr>
      <p:grpSpPr>
        <a:xfrm>
          <a:off x="0" y="0"/>
          <a:ext cx="0" cy="0"/>
          <a:chOff x="0" y="0"/>
          <a:chExt cx="0" cy="0"/>
        </a:xfrm>
      </p:grpSpPr>
      <p:sp>
        <p:nvSpPr>
          <p:cNvPr id="2183" name="Google Shape;2183;gcc9050bdf8_0_3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4" name="Google Shape;2184;gcc9050bdf8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9"/>
        <p:cNvGrpSpPr/>
        <p:nvPr/>
      </p:nvGrpSpPr>
      <p:grpSpPr>
        <a:xfrm>
          <a:off x="0" y="0"/>
          <a:ext cx="0" cy="0"/>
          <a:chOff x="0" y="0"/>
          <a:chExt cx="0" cy="0"/>
        </a:xfrm>
      </p:grpSpPr>
      <p:sp>
        <p:nvSpPr>
          <p:cNvPr id="2360" name="Google Shape;2360;g10c185c2c0d_0_3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1" name="Google Shape;2361;g10c185c2c0d_0_3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8"/>
        <p:cNvGrpSpPr/>
        <p:nvPr/>
      </p:nvGrpSpPr>
      <p:grpSpPr>
        <a:xfrm>
          <a:off x="0" y="0"/>
          <a:ext cx="0" cy="0"/>
          <a:chOff x="0" y="0"/>
          <a:chExt cx="0" cy="0"/>
        </a:xfrm>
      </p:grpSpPr>
      <p:sp>
        <p:nvSpPr>
          <p:cNvPr id="2619" name="Google Shape;2619;gcc9050bdf8_0_4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0" name="Google Shape;2620;gcc9050bdf8_0_4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5"/>
        <p:cNvGrpSpPr/>
        <p:nvPr/>
      </p:nvGrpSpPr>
      <p:grpSpPr>
        <a:xfrm>
          <a:off x="0" y="0"/>
          <a:ext cx="0" cy="0"/>
          <a:chOff x="0" y="0"/>
          <a:chExt cx="0" cy="0"/>
        </a:xfrm>
      </p:grpSpPr>
      <p:sp>
        <p:nvSpPr>
          <p:cNvPr id="2676" name="Google Shape;2676;gcc9050bdf8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7" name="Google Shape;2677;gcc9050bdf8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1"/>
        <p:cNvGrpSpPr/>
        <p:nvPr/>
      </p:nvGrpSpPr>
      <p:grpSpPr>
        <a:xfrm>
          <a:off x="0" y="0"/>
          <a:ext cx="0" cy="0"/>
          <a:chOff x="0" y="0"/>
          <a:chExt cx="0" cy="0"/>
        </a:xfrm>
      </p:grpSpPr>
      <p:sp>
        <p:nvSpPr>
          <p:cNvPr id="2702" name="Google Shape;2702;gcc9050bdf8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3" name="Google Shape;2703;gcc9050bdf8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2"/>
        <p:cNvGrpSpPr/>
        <p:nvPr/>
      </p:nvGrpSpPr>
      <p:grpSpPr>
        <a:xfrm>
          <a:off x="0" y="0"/>
          <a:ext cx="0" cy="0"/>
          <a:chOff x="0" y="0"/>
          <a:chExt cx="0" cy="0"/>
        </a:xfrm>
      </p:grpSpPr>
      <p:sp>
        <p:nvSpPr>
          <p:cNvPr id="2733" name="Google Shape;2733;gcc9050bdf8_0_3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4" name="Google Shape;2734;gcc9050bdf8_0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7"/>
        <p:cNvGrpSpPr/>
        <p:nvPr/>
      </p:nvGrpSpPr>
      <p:grpSpPr>
        <a:xfrm>
          <a:off x="0" y="0"/>
          <a:ext cx="0" cy="0"/>
          <a:chOff x="0" y="0"/>
          <a:chExt cx="0" cy="0"/>
        </a:xfrm>
      </p:grpSpPr>
      <p:sp>
        <p:nvSpPr>
          <p:cNvPr id="2838" name="Google Shape;2838;gcc9050bdf8_0_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9" name="Google Shape;2839;gcc9050bdf8_0_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0"/>
        <p:cNvGrpSpPr/>
        <p:nvPr/>
      </p:nvGrpSpPr>
      <p:grpSpPr>
        <a:xfrm>
          <a:off x="0" y="0"/>
          <a:ext cx="0" cy="0"/>
          <a:chOff x="0" y="0"/>
          <a:chExt cx="0" cy="0"/>
        </a:xfrm>
      </p:grpSpPr>
      <p:sp>
        <p:nvSpPr>
          <p:cNvPr id="2861" name="Google Shape;2861;gcc9050bdf8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2" name="Google Shape;2862;gcc9050bdf8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6"/>
        <p:cNvGrpSpPr/>
        <p:nvPr/>
      </p:nvGrpSpPr>
      <p:grpSpPr>
        <a:xfrm>
          <a:off x="0" y="0"/>
          <a:ext cx="0" cy="0"/>
          <a:chOff x="0" y="0"/>
          <a:chExt cx="0" cy="0"/>
        </a:xfrm>
      </p:grpSpPr>
      <p:sp>
        <p:nvSpPr>
          <p:cNvPr id="2877" name="Google Shape;2877;gcc9050bdf8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8" name="Google Shape;2878;gcc9050bdf8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3"/>
        <p:cNvGrpSpPr/>
        <p:nvPr/>
      </p:nvGrpSpPr>
      <p:grpSpPr>
        <a:xfrm>
          <a:off x="0" y="0"/>
          <a:ext cx="0" cy="0"/>
          <a:chOff x="0" y="0"/>
          <a:chExt cx="0" cy="0"/>
        </a:xfrm>
      </p:grpSpPr>
      <p:sp>
        <p:nvSpPr>
          <p:cNvPr id="2904" name="Google Shape;2904;gcc9050bdf8_0_3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5" name="Google Shape;2905;gcc9050bdf8_0_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7"/>
        <p:cNvGrpSpPr/>
        <p:nvPr/>
      </p:nvGrpSpPr>
      <p:grpSpPr>
        <a:xfrm>
          <a:off x="0" y="0"/>
          <a:ext cx="0" cy="0"/>
          <a:chOff x="0" y="0"/>
          <a:chExt cx="0" cy="0"/>
        </a:xfrm>
      </p:grpSpPr>
      <p:sp>
        <p:nvSpPr>
          <p:cNvPr id="3038" name="Google Shape;3038;gcc9050bdf8_0_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9" name="Google Shape;3039;gcc9050bdf8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1"/>
        <p:cNvGrpSpPr/>
        <p:nvPr/>
      </p:nvGrpSpPr>
      <p:grpSpPr>
        <a:xfrm>
          <a:off x="0" y="0"/>
          <a:ext cx="0" cy="0"/>
          <a:chOff x="0" y="0"/>
          <a:chExt cx="0" cy="0"/>
        </a:xfrm>
      </p:grpSpPr>
      <p:sp>
        <p:nvSpPr>
          <p:cNvPr id="3122" name="Google Shape;3122;g1bce2eef89a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3" name="Google Shape;3123;g1bce2eef89a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9"/>
        <p:cNvGrpSpPr/>
        <p:nvPr/>
      </p:nvGrpSpPr>
      <p:grpSpPr>
        <a:xfrm>
          <a:off x="0" y="0"/>
          <a:ext cx="0" cy="0"/>
          <a:chOff x="0" y="0"/>
          <a:chExt cx="0" cy="0"/>
        </a:xfrm>
      </p:grpSpPr>
      <p:sp>
        <p:nvSpPr>
          <p:cNvPr id="3220" name="Google Shape;3220;g14f18329b9a_0_6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1" name="Google Shape;3221;g14f18329b9a_0_6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2"/>
        <p:cNvGrpSpPr/>
        <p:nvPr/>
      </p:nvGrpSpPr>
      <p:grpSpPr>
        <a:xfrm>
          <a:off x="0" y="0"/>
          <a:ext cx="0" cy="0"/>
          <a:chOff x="0" y="0"/>
          <a:chExt cx="0" cy="0"/>
        </a:xfrm>
      </p:grpSpPr>
      <p:sp>
        <p:nvSpPr>
          <p:cNvPr id="3273" name="Google Shape;3273;g1bc8ab45cb1_1_19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4" name="Google Shape;3274;g1bc8ab45cb1_1_19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9"/>
        <p:cNvGrpSpPr/>
        <p:nvPr/>
      </p:nvGrpSpPr>
      <p:grpSpPr>
        <a:xfrm>
          <a:off x="0" y="0"/>
          <a:ext cx="0" cy="0"/>
          <a:chOff x="0" y="0"/>
          <a:chExt cx="0" cy="0"/>
        </a:xfrm>
      </p:grpSpPr>
      <p:sp>
        <p:nvSpPr>
          <p:cNvPr id="3320" name="Google Shape;3320;g11164b3817d_0_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1" name="Google Shape;3321;g11164b3817d_0_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9"/>
        <p:cNvGrpSpPr/>
        <p:nvPr/>
      </p:nvGrpSpPr>
      <p:grpSpPr>
        <a:xfrm>
          <a:off x="0" y="0"/>
          <a:ext cx="0" cy="0"/>
          <a:chOff x="0" y="0"/>
          <a:chExt cx="0" cy="0"/>
        </a:xfrm>
      </p:grpSpPr>
      <p:sp>
        <p:nvSpPr>
          <p:cNvPr id="3330" name="Google Shape;3330;g17e0beec93d_0_109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1" name="Google Shape;3331;g17e0beec93d_0_109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1"/>
        <p:cNvGrpSpPr/>
        <p:nvPr/>
      </p:nvGrpSpPr>
      <p:grpSpPr>
        <a:xfrm>
          <a:off x="0" y="0"/>
          <a:ext cx="0" cy="0"/>
          <a:chOff x="0" y="0"/>
          <a:chExt cx="0" cy="0"/>
        </a:xfrm>
      </p:grpSpPr>
      <p:sp>
        <p:nvSpPr>
          <p:cNvPr id="3362" name="Google Shape;3362;g163ef614b14_0_8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3" name="Google Shape;3363;g163ef614b14_0_8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5"/>
        <p:cNvGrpSpPr/>
        <p:nvPr/>
      </p:nvGrpSpPr>
      <p:grpSpPr>
        <a:xfrm>
          <a:off x="0" y="0"/>
          <a:ext cx="0" cy="0"/>
          <a:chOff x="0" y="0"/>
          <a:chExt cx="0" cy="0"/>
        </a:xfrm>
      </p:grpSpPr>
      <p:sp>
        <p:nvSpPr>
          <p:cNvPr id="3386" name="Google Shape;3386;g163ef614b14_0_8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7" name="Google Shape;3387;g163ef614b14_0_8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5"/>
        <p:cNvGrpSpPr/>
        <p:nvPr/>
      </p:nvGrpSpPr>
      <p:grpSpPr>
        <a:xfrm>
          <a:off x="0" y="0"/>
          <a:ext cx="0" cy="0"/>
          <a:chOff x="0" y="0"/>
          <a:chExt cx="0" cy="0"/>
        </a:xfrm>
      </p:grpSpPr>
      <p:sp>
        <p:nvSpPr>
          <p:cNvPr id="3496" name="Google Shape;3496;gcc9050bdf8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7" name="Google Shape;3497;gcc9050bdf8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3906175"/>
            <a:ext cx="9144000" cy="1237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20000" y="463800"/>
            <a:ext cx="3467100" cy="31638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5200"/>
              <a:buNone/>
              <a:defRPr sz="63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748775" y="4070100"/>
            <a:ext cx="3919800" cy="4026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1400"/>
              <a:buNone/>
              <a:defRPr>
                <a:solidFill>
                  <a:schemeClr val="lt1"/>
                </a:solidFill>
              </a:defRPr>
            </a:lvl1pPr>
            <a:lvl2pPr lvl="1" algn="ctr" rtl="0">
              <a:lnSpc>
                <a:spcPct val="100000"/>
              </a:lnSpc>
              <a:spcBef>
                <a:spcPts val="0"/>
              </a:spcBef>
              <a:spcAft>
                <a:spcPts val="0"/>
              </a:spcAft>
              <a:buClr>
                <a:schemeClr val="accent2"/>
              </a:buClr>
              <a:buSzPts val="2800"/>
              <a:buNone/>
              <a:defRPr sz="2800">
                <a:solidFill>
                  <a:schemeClr val="accent2"/>
                </a:solidFill>
              </a:defRPr>
            </a:lvl2pPr>
            <a:lvl3pPr lvl="2" algn="ctr" rtl="0">
              <a:lnSpc>
                <a:spcPct val="100000"/>
              </a:lnSpc>
              <a:spcBef>
                <a:spcPts val="0"/>
              </a:spcBef>
              <a:spcAft>
                <a:spcPts val="0"/>
              </a:spcAft>
              <a:buClr>
                <a:schemeClr val="accent2"/>
              </a:buClr>
              <a:buSzPts val="2800"/>
              <a:buNone/>
              <a:defRPr sz="2800">
                <a:solidFill>
                  <a:schemeClr val="accent2"/>
                </a:solidFill>
              </a:defRPr>
            </a:lvl3pPr>
            <a:lvl4pPr lvl="3" algn="ctr" rtl="0">
              <a:lnSpc>
                <a:spcPct val="100000"/>
              </a:lnSpc>
              <a:spcBef>
                <a:spcPts val="0"/>
              </a:spcBef>
              <a:spcAft>
                <a:spcPts val="0"/>
              </a:spcAft>
              <a:buClr>
                <a:schemeClr val="accent2"/>
              </a:buClr>
              <a:buSzPts val="2800"/>
              <a:buNone/>
              <a:defRPr sz="2800">
                <a:solidFill>
                  <a:schemeClr val="accent2"/>
                </a:solidFill>
              </a:defRPr>
            </a:lvl4pPr>
            <a:lvl5pPr lvl="4" algn="ctr" rtl="0">
              <a:lnSpc>
                <a:spcPct val="100000"/>
              </a:lnSpc>
              <a:spcBef>
                <a:spcPts val="0"/>
              </a:spcBef>
              <a:spcAft>
                <a:spcPts val="0"/>
              </a:spcAft>
              <a:buClr>
                <a:schemeClr val="accent2"/>
              </a:buClr>
              <a:buSzPts val="2800"/>
              <a:buNone/>
              <a:defRPr sz="2800">
                <a:solidFill>
                  <a:schemeClr val="accent2"/>
                </a:solidFill>
              </a:defRPr>
            </a:lvl5pPr>
            <a:lvl6pPr lvl="5" algn="ctr" rtl="0">
              <a:lnSpc>
                <a:spcPct val="100000"/>
              </a:lnSpc>
              <a:spcBef>
                <a:spcPts val="0"/>
              </a:spcBef>
              <a:spcAft>
                <a:spcPts val="0"/>
              </a:spcAft>
              <a:buClr>
                <a:schemeClr val="accent2"/>
              </a:buClr>
              <a:buSzPts val="2800"/>
              <a:buNone/>
              <a:defRPr sz="2800">
                <a:solidFill>
                  <a:schemeClr val="accent2"/>
                </a:solidFill>
              </a:defRPr>
            </a:lvl6pPr>
            <a:lvl7pPr lvl="6" algn="ctr" rtl="0">
              <a:lnSpc>
                <a:spcPct val="100000"/>
              </a:lnSpc>
              <a:spcBef>
                <a:spcPts val="0"/>
              </a:spcBef>
              <a:spcAft>
                <a:spcPts val="0"/>
              </a:spcAft>
              <a:buClr>
                <a:schemeClr val="accent2"/>
              </a:buClr>
              <a:buSzPts val="2800"/>
              <a:buNone/>
              <a:defRPr sz="2800">
                <a:solidFill>
                  <a:schemeClr val="accent2"/>
                </a:solidFill>
              </a:defRPr>
            </a:lvl7pPr>
            <a:lvl8pPr lvl="7" algn="ctr" rtl="0">
              <a:lnSpc>
                <a:spcPct val="100000"/>
              </a:lnSpc>
              <a:spcBef>
                <a:spcPts val="0"/>
              </a:spcBef>
              <a:spcAft>
                <a:spcPts val="0"/>
              </a:spcAft>
              <a:buClr>
                <a:schemeClr val="accent2"/>
              </a:buClr>
              <a:buSzPts val="2800"/>
              <a:buNone/>
              <a:defRPr sz="2800">
                <a:solidFill>
                  <a:schemeClr val="accent2"/>
                </a:solidFill>
              </a:defRPr>
            </a:lvl8pPr>
            <a:lvl9pPr lvl="8" algn="ctr" rtl="0">
              <a:lnSpc>
                <a:spcPct val="100000"/>
              </a:lnSpc>
              <a:spcBef>
                <a:spcPts val="0"/>
              </a:spcBef>
              <a:spcAft>
                <a:spcPts val="0"/>
              </a:spcAft>
              <a:buClr>
                <a:schemeClr val="accent2"/>
              </a:buClr>
              <a:buSzPts val="2800"/>
              <a:buNone/>
              <a:defRPr sz="2800">
                <a:solidFill>
                  <a:schemeClr val="accent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984550" y="2285564"/>
            <a:ext cx="4442700" cy="73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5384950" y="1051579"/>
            <a:ext cx="1641900" cy="1405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8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5" name="Google Shape;15;p3"/>
          <p:cNvSpPr txBox="1">
            <a:spLocks noGrp="1"/>
          </p:cNvSpPr>
          <p:nvPr>
            <p:ph type="subTitle" idx="1"/>
          </p:nvPr>
        </p:nvSpPr>
        <p:spPr>
          <a:xfrm>
            <a:off x="4811050" y="2967450"/>
            <a:ext cx="2789700" cy="8220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 name="Google Shape;16;p3"/>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9" name="Google Shape;19;p4"/>
          <p:cNvSpPr txBox="1">
            <a:spLocks noGrp="1"/>
          </p:cNvSpPr>
          <p:nvPr>
            <p:ph type="body" idx="1"/>
          </p:nvPr>
        </p:nvSpPr>
        <p:spPr>
          <a:xfrm>
            <a:off x="720000" y="1152475"/>
            <a:ext cx="7704000" cy="339600"/>
          </a:xfrm>
          <a:prstGeom prst="rect">
            <a:avLst/>
          </a:prstGeom>
        </p:spPr>
        <p:txBody>
          <a:bodyPr spcFirstLastPara="1" wrap="square" lIns="91425" tIns="91425" rIns="91425" bIns="91425" anchor="t" anchorCtr="0">
            <a:noAutofit/>
          </a:bodyPr>
          <a:lstStyle>
            <a:lvl1pPr marL="457200" lvl="0" indent="-301625">
              <a:spcBef>
                <a:spcPts val="0"/>
              </a:spcBef>
              <a:spcAft>
                <a:spcPts val="0"/>
              </a:spcAft>
              <a:buClr>
                <a:srgbClr val="434343"/>
              </a:buClr>
              <a:buSzPts val="1150"/>
              <a:buAutoNum type="arabicPeriod"/>
              <a:defRPr sz="1200"/>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endParaRPr/>
          </a:p>
        </p:txBody>
      </p:sp>
      <p:sp>
        <p:nvSpPr>
          <p:cNvPr id="20" name="Google Shape;20;p4"/>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5"/>
          <p:cNvSpPr txBox="1">
            <a:spLocks noGrp="1"/>
          </p:cNvSpPr>
          <p:nvPr>
            <p:ph type="subTitle" idx="1"/>
          </p:nvPr>
        </p:nvSpPr>
        <p:spPr>
          <a:xfrm>
            <a:off x="2256037" y="1929275"/>
            <a:ext cx="3487800" cy="709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 name="Google Shape;24;p5"/>
          <p:cNvSpPr txBox="1">
            <a:spLocks noGrp="1"/>
          </p:cNvSpPr>
          <p:nvPr>
            <p:ph type="subTitle" idx="2"/>
          </p:nvPr>
        </p:nvSpPr>
        <p:spPr>
          <a:xfrm>
            <a:off x="742554" y="3453325"/>
            <a:ext cx="3487800" cy="709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 name="Google Shape;25;p5"/>
          <p:cNvSpPr txBox="1">
            <a:spLocks noGrp="1"/>
          </p:cNvSpPr>
          <p:nvPr>
            <p:ph type="subTitle" idx="3"/>
          </p:nvPr>
        </p:nvSpPr>
        <p:spPr>
          <a:xfrm>
            <a:off x="2256038" y="1557100"/>
            <a:ext cx="3487800" cy="4389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000"/>
              <a:buNone/>
              <a:defRPr sz="1900" b="1">
                <a:solidFill>
                  <a:schemeClr val="accent3"/>
                </a:solidFill>
                <a:latin typeface="Inter"/>
                <a:ea typeface="Inter"/>
                <a:cs typeface="Inter"/>
                <a:sym typeface="Inter"/>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26" name="Google Shape;26;p5"/>
          <p:cNvSpPr txBox="1">
            <a:spLocks noGrp="1"/>
          </p:cNvSpPr>
          <p:nvPr>
            <p:ph type="subTitle" idx="4"/>
          </p:nvPr>
        </p:nvSpPr>
        <p:spPr>
          <a:xfrm>
            <a:off x="742550" y="3081150"/>
            <a:ext cx="3487800" cy="4389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000"/>
              <a:buNone/>
              <a:defRPr sz="1900" b="1">
                <a:solidFill>
                  <a:schemeClr val="accent3"/>
                </a:solidFill>
                <a:latin typeface="Inter"/>
                <a:ea typeface="Inter"/>
                <a:cs typeface="Inter"/>
                <a:sym typeface="Inter"/>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27" name="Google Shape;27;p5"/>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0" name="Google Shape;30;p6"/>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6"/>
          <p:cNvGrpSpPr/>
          <p:nvPr/>
        </p:nvGrpSpPr>
        <p:grpSpPr>
          <a:xfrm>
            <a:off x="165395" y="602351"/>
            <a:ext cx="554598" cy="385102"/>
            <a:chOff x="8378150" y="3154208"/>
            <a:chExt cx="346018" cy="240269"/>
          </a:xfrm>
        </p:grpSpPr>
        <p:sp>
          <p:nvSpPr>
            <p:cNvPr id="32" name="Google Shape;32;p6"/>
            <p:cNvSpPr/>
            <p:nvPr/>
          </p:nvSpPr>
          <p:spPr>
            <a:xfrm>
              <a:off x="8378150" y="3327548"/>
              <a:ext cx="66949" cy="66929"/>
            </a:xfrm>
            <a:custGeom>
              <a:avLst/>
              <a:gdLst/>
              <a:ahLst/>
              <a:cxnLst/>
              <a:rect l="l" t="t" r="r" b="b"/>
              <a:pathLst>
                <a:path w="3337" h="3336" extrusionOk="0">
                  <a:moveTo>
                    <a:pt x="0" y="0"/>
                  </a:moveTo>
                  <a:lnTo>
                    <a:pt x="0" y="3336"/>
                  </a:lnTo>
                  <a:lnTo>
                    <a:pt x="3336" y="3336"/>
                  </a:lnTo>
                  <a:lnTo>
                    <a:pt x="3336"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8470497" y="3286039"/>
              <a:ext cx="66949" cy="108438"/>
            </a:xfrm>
            <a:custGeom>
              <a:avLst/>
              <a:gdLst/>
              <a:ahLst/>
              <a:cxnLst/>
              <a:rect l="l" t="t" r="r" b="b"/>
              <a:pathLst>
                <a:path w="3337" h="5405" extrusionOk="0">
                  <a:moveTo>
                    <a:pt x="1" y="1"/>
                  </a:moveTo>
                  <a:lnTo>
                    <a:pt x="1" y="5405"/>
                  </a:lnTo>
                  <a:lnTo>
                    <a:pt x="3336" y="5405"/>
                  </a:lnTo>
                  <a:lnTo>
                    <a:pt x="3336"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p:nvPr/>
          </p:nvSpPr>
          <p:spPr>
            <a:xfrm>
              <a:off x="8564189" y="3231830"/>
              <a:ext cx="66949" cy="161323"/>
            </a:xfrm>
            <a:custGeom>
              <a:avLst/>
              <a:gdLst/>
              <a:ahLst/>
              <a:cxnLst/>
              <a:rect l="l" t="t" r="r" b="b"/>
              <a:pathLst>
                <a:path w="3337" h="8041" extrusionOk="0">
                  <a:moveTo>
                    <a:pt x="1" y="1"/>
                  </a:moveTo>
                  <a:lnTo>
                    <a:pt x="1" y="8040"/>
                  </a:lnTo>
                  <a:lnTo>
                    <a:pt x="3337" y="8040"/>
                  </a:lnTo>
                  <a:lnTo>
                    <a:pt x="3337"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8657219" y="3154208"/>
              <a:ext cx="66949" cy="239606"/>
            </a:xfrm>
            <a:custGeom>
              <a:avLst/>
              <a:gdLst/>
              <a:ahLst/>
              <a:cxnLst/>
              <a:rect l="l" t="t" r="r" b="b"/>
              <a:pathLst>
                <a:path w="3337" h="11943" extrusionOk="0">
                  <a:moveTo>
                    <a:pt x="0" y="1"/>
                  </a:moveTo>
                  <a:lnTo>
                    <a:pt x="0" y="11942"/>
                  </a:lnTo>
                  <a:lnTo>
                    <a:pt x="3336" y="11942"/>
                  </a:lnTo>
                  <a:lnTo>
                    <a:pt x="3336"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a:spLocks noGrp="1"/>
          </p:cNvSpPr>
          <p:nvPr>
            <p:ph type="body" idx="1"/>
          </p:nvPr>
        </p:nvSpPr>
        <p:spPr>
          <a:xfrm>
            <a:off x="720000" y="1677225"/>
            <a:ext cx="4387500" cy="2381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3"/>
              </a:buClr>
              <a:buSzPts val="1400"/>
              <a:buChar char="●"/>
              <a:defRPr/>
            </a:lvl1pPr>
            <a:lvl2pPr marL="914400" lvl="1" indent="-317500" rtl="0">
              <a:spcBef>
                <a:spcPts val="0"/>
              </a:spcBef>
              <a:spcAft>
                <a:spcPts val="0"/>
              </a:spcAft>
              <a:buSzPts val="1400"/>
              <a:buChar char="○"/>
              <a:defRPr/>
            </a:lvl2pPr>
            <a:lvl3pPr marL="1371600" lvl="2" indent="-311150" rtl="0">
              <a:spcBef>
                <a:spcPts val="0"/>
              </a:spcBef>
              <a:spcAft>
                <a:spcPts val="0"/>
              </a:spcAft>
              <a:buSzPts val="1300"/>
              <a:buChar char="■"/>
              <a:defRPr sz="1300"/>
            </a:lvl3pPr>
            <a:lvl4pPr marL="1828800" lvl="3" indent="-311150" rtl="0">
              <a:spcBef>
                <a:spcPts val="0"/>
              </a:spcBef>
              <a:spcAft>
                <a:spcPts val="0"/>
              </a:spcAft>
              <a:buSzPts val="1300"/>
              <a:buChar char="●"/>
              <a:defRPr sz="1300"/>
            </a:lvl4pPr>
            <a:lvl5pPr marL="2286000" lvl="4" indent="-311150" rtl="0">
              <a:spcBef>
                <a:spcPts val="0"/>
              </a:spcBef>
              <a:spcAft>
                <a:spcPts val="0"/>
              </a:spcAft>
              <a:buSzPts val="1300"/>
              <a:buChar char="○"/>
              <a:defRPr sz="1300"/>
            </a:lvl5pPr>
            <a:lvl6pPr marL="2743200" lvl="5" indent="-311150" rtl="0">
              <a:spcBef>
                <a:spcPts val="0"/>
              </a:spcBef>
              <a:spcAft>
                <a:spcPts val="0"/>
              </a:spcAft>
              <a:buSzPts val="1300"/>
              <a:buChar char="■"/>
              <a:defRPr sz="1300"/>
            </a:lvl6pPr>
            <a:lvl7pPr marL="3200400" lvl="6" indent="-311150" rtl="0">
              <a:spcBef>
                <a:spcPts val="0"/>
              </a:spcBef>
              <a:spcAft>
                <a:spcPts val="0"/>
              </a:spcAft>
              <a:buSzPts val="1300"/>
              <a:buChar char="●"/>
              <a:defRPr sz="1300"/>
            </a:lvl7pPr>
            <a:lvl8pPr marL="3657600" lvl="7" indent="-311150" rtl="0">
              <a:spcBef>
                <a:spcPts val="0"/>
              </a:spcBef>
              <a:spcAft>
                <a:spcPts val="0"/>
              </a:spcAft>
              <a:buSzPts val="1300"/>
              <a:buChar char="○"/>
              <a:defRPr sz="1300"/>
            </a:lvl8pPr>
            <a:lvl9pPr marL="4114800" lvl="8" indent="-311150" rtl="0">
              <a:spcBef>
                <a:spcPts val="0"/>
              </a:spcBef>
              <a:spcAft>
                <a:spcPts val="0"/>
              </a:spcAft>
              <a:buSzPts val="1300"/>
              <a:buChar char="■"/>
              <a:defRPr sz="1300"/>
            </a:lvl9pPr>
          </a:lstStyle>
          <a:p>
            <a:endParaRPr/>
          </a:p>
        </p:txBody>
      </p:sp>
      <p:sp>
        <p:nvSpPr>
          <p:cNvPr id="38" name="Google Shape;38;p7"/>
          <p:cNvSpPr txBox="1">
            <a:spLocks noGrp="1"/>
          </p:cNvSpPr>
          <p:nvPr>
            <p:ph type="title"/>
          </p:nvPr>
        </p:nvSpPr>
        <p:spPr>
          <a:xfrm>
            <a:off x="720000" y="463800"/>
            <a:ext cx="5436600" cy="5754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 name="Google Shape;39;p7"/>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p8"/>
          <p:cNvSpPr/>
          <p:nvPr/>
        </p:nvSpPr>
        <p:spPr>
          <a:xfrm>
            <a:off x="0" y="3906175"/>
            <a:ext cx="9144000" cy="1237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8"/>
          <p:cNvSpPr txBox="1">
            <a:spLocks noGrp="1"/>
          </p:cNvSpPr>
          <p:nvPr>
            <p:ph type="title"/>
          </p:nvPr>
        </p:nvSpPr>
        <p:spPr>
          <a:xfrm flipH="1">
            <a:off x="733923" y="961275"/>
            <a:ext cx="4328100" cy="28917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9"/>
          <p:cNvSpPr txBox="1">
            <a:spLocks noGrp="1"/>
          </p:cNvSpPr>
          <p:nvPr>
            <p:ph type="title"/>
          </p:nvPr>
        </p:nvSpPr>
        <p:spPr>
          <a:xfrm>
            <a:off x="722353" y="1389826"/>
            <a:ext cx="3894600" cy="6720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5" name="Google Shape;45;p9"/>
          <p:cNvSpPr txBox="1">
            <a:spLocks noGrp="1"/>
          </p:cNvSpPr>
          <p:nvPr>
            <p:ph type="subTitle" idx="1"/>
          </p:nvPr>
        </p:nvSpPr>
        <p:spPr>
          <a:xfrm>
            <a:off x="722504" y="2074774"/>
            <a:ext cx="3894600" cy="176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 name="Google Shape;46;p9"/>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7"/>
        <p:cNvGrpSpPr/>
        <p:nvPr/>
      </p:nvGrpSpPr>
      <p:grpSpPr>
        <a:xfrm>
          <a:off x="0" y="0"/>
          <a:ext cx="0" cy="0"/>
          <a:chOff x="0" y="0"/>
          <a:chExt cx="0" cy="0"/>
        </a:xfrm>
      </p:grpSpPr>
      <p:sp>
        <p:nvSpPr>
          <p:cNvPr id="48" name="Google Shape;48;p10"/>
          <p:cNvSpPr txBox="1">
            <a:spLocks noGrp="1"/>
          </p:cNvSpPr>
          <p:nvPr>
            <p:ph type="title"/>
          </p:nvPr>
        </p:nvSpPr>
        <p:spPr>
          <a:xfrm>
            <a:off x="720000" y="4161325"/>
            <a:ext cx="7704000" cy="496800"/>
          </a:xfrm>
          <a:prstGeom prst="rect">
            <a:avLst/>
          </a:prstGeom>
          <a:solidFill>
            <a:schemeClr val="accent3"/>
          </a:solidFill>
        </p:spPr>
        <p:txBody>
          <a:bodyPr spcFirstLastPara="1" wrap="square" lIns="91425" tIns="91425" rIns="91425" bIns="91425" anchor="t" anchorCtr="0">
            <a:noAutofit/>
          </a:bodyPr>
          <a:lstStyle>
            <a:lvl1pPr lvl="0" algn="ctr" rtl="0">
              <a:spcBef>
                <a:spcPts val="0"/>
              </a:spcBef>
              <a:spcAft>
                <a:spcPts val="0"/>
              </a:spcAft>
              <a:buSzPts val="2500"/>
              <a:buNone/>
              <a:defRPr sz="2400">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720001" y="1345400"/>
            <a:ext cx="6050400" cy="1181400"/>
          </a:xfrm>
          <a:prstGeom prst="rect">
            <a:avLst/>
          </a:prstGeom>
          <a:solidFill>
            <a:schemeClr val="lt1"/>
          </a:solidFill>
        </p:spPr>
        <p:txBody>
          <a:bodyPr spcFirstLastPara="1" wrap="square" lIns="91425" tIns="91425" rIns="91425" bIns="91425" anchor="t" anchorCtr="0">
            <a:noAutofit/>
          </a:bodyPr>
          <a:lstStyle>
            <a:lvl1pPr lvl="0" rtl="0">
              <a:spcBef>
                <a:spcPts val="0"/>
              </a:spcBef>
              <a:spcAft>
                <a:spcPts val="0"/>
              </a:spcAft>
              <a:buSzPts val="9600"/>
              <a:buNone/>
              <a:defRPr sz="72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51" name="Google Shape;51;p11"/>
          <p:cNvSpPr txBox="1">
            <a:spLocks noGrp="1"/>
          </p:cNvSpPr>
          <p:nvPr>
            <p:ph type="subTitle" idx="1"/>
          </p:nvPr>
        </p:nvSpPr>
        <p:spPr>
          <a:xfrm>
            <a:off x="720012" y="2493244"/>
            <a:ext cx="6050400" cy="475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52" name="Google Shape;52;p11"/>
          <p:cNvSpPr/>
          <p:nvPr/>
        </p:nvSpPr>
        <p:spPr>
          <a:xfrm>
            <a:off x="0" y="3906175"/>
            <a:ext cx="9144000" cy="1237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54"/>
        <p:cNvGrpSpPr/>
        <p:nvPr/>
      </p:nvGrpSpPr>
      <p:grpSpPr>
        <a:xfrm>
          <a:off x="0" y="0"/>
          <a:ext cx="0" cy="0"/>
          <a:chOff x="0" y="0"/>
          <a:chExt cx="0" cy="0"/>
        </a:xfrm>
      </p:grpSpPr>
      <p:sp>
        <p:nvSpPr>
          <p:cNvPr id="55" name="Google Shape;55;p13"/>
          <p:cNvSpPr txBox="1">
            <a:spLocks noGrp="1"/>
          </p:cNvSpPr>
          <p:nvPr>
            <p:ph type="title"/>
          </p:nvPr>
        </p:nvSpPr>
        <p:spPr>
          <a:xfrm>
            <a:off x="2695778" y="1786700"/>
            <a:ext cx="2822700" cy="43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56" name="Google Shape;56;p13"/>
          <p:cNvSpPr txBox="1">
            <a:spLocks noGrp="1"/>
          </p:cNvSpPr>
          <p:nvPr>
            <p:ph type="title" idx="2" hasCustomPrompt="1"/>
          </p:nvPr>
        </p:nvSpPr>
        <p:spPr>
          <a:xfrm>
            <a:off x="3469478" y="1212477"/>
            <a:ext cx="1275300" cy="41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7" name="Google Shape;57;p13"/>
          <p:cNvSpPr txBox="1">
            <a:spLocks noGrp="1"/>
          </p:cNvSpPr>
          <p:nvPr>
            <p:ph type="subTitle" idx="1"/>
          </p:nvPr>
        </p:nvSpPr>
        <p:spPr>
          <a:xfrm>
            <a:off x="2695778" y="2171214"/>
            <a:ext cx="28227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8" name="Google Shape;58;p13"/>
          <p:cNvSpPr txBox="1">
            <a:spLocks noGrp="1"/>
          </p:cNvSpPr>
          <p:nvPr>
            <p:ph type="title" idx="3"/>
          </p:nvPr>
        </p:nvSpPr>
        <p:spPr>
          <a:xfrm>
            <a:off x="5600731" y="1786700"/>
            <a:ext cx="2822700" cy="43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59" name="Google Shape;59;p13"/>
          <p:cNvSpPr txBox="1">
            <a:spLocks noGrp="1"/>
          </p:cNvSpPr>
          <p:nvPr>
            <p:ph type="title" idx="4" hasCustomPrompt="1"/>
          </p:nvPr>
        </p:nvSpPr>
        <p:spPr>
          <a:xfrm>
            <a:off x="6374431" y="1212477"/>
            <a:ext cx="1275300" cy="41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 name="Google Shape;60;p13"/>
          <p:cNvSpPr txBox="1">
            <a:spLocks noGrp="1"/>
          </p:cNvSpPr>
          <p:nvPr>
            <p:ph type="subTitle" idx="5"/>
          </p:nvPr>
        </p:nvSpPr>
        <p:spPr>
          <a:xfrm>
            <a:off x="5600731" y="2171208"/>
            <a:ext cx="28227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1" name="Google Shape;61;p13"/>
          <p:cNvSpPr txBox="1">
            <a:spLocks noGrp="1"/>
          </p:cNvSpPr>
          <p:nvPr>
            <p:ph type="title" idx="6"/>
          </p:nvPr>
        </p:nvSpPr>
        <p:spPr>
          <a:xfrm>
            <a:off x="2695778" y="3532175"/>
            <a:ext cx="2822700" cy="43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62" name="Google Shape;62;p13"/>
          <p:cNvSpPr txBox="1">
            <a:spLocks noGrp="1"/>
          </p:cNvSpPr>
          <p:nvPr>
            <p:ph type="title" idx="7" hasCustomPrompt="1"/>
          </p:nvPr>
        </p:nvSpPr>
        <p:spPr>
          <a:xfrm>
            <a:off x="3469478" y="2958000"/>
            <a:ext cx="1275300" cy="41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 name="Google Shape;63;p13"/>
          <p:cNvSpPr txBox="1">
            <a:spLocks noGrp="1"/>
          </p:cNvSpPr>
          <p:nvPr>
            <p:ph type="subTitle" idx="8"/>
          </p:nvPr>
        </p:nvSpPr>
        <p:spPr>
          <a:xfrm>
            <a:off x="2695778" y="3916681"/>
            <a:ext cx="28227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4" name="Google Shape;64;p13"/>
          <p:cNvSpPr txBox="1">
            <a:spLocks noGrp="1"/>
          </p:cNvSpPr>
          <p:nvPr>
            <p:ph type="title" idx="9"/>
          </p:nvPr>
        </p:nvSpPr>
        <p:spPr>
          <a:xfrm>
            <a:off x="5600731" y="3532175"/>
            <a:ext cx="2822700" cy="43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65" name="Google Shape;65;p13"/>
          <p:cNvSpPr txBox="1">
            <a:spLocks noGrp="1"/>
          </p:cNvSpPr>
          <p:nvPr>
            <p:ph type="title" idx="13" hasCustomPrompt="1"/>
          </p:nvPr>
        </p:nvSpPr>
        <p:spPr>
          <a:xfrm>
            <a:off x="6374431" y="2958000"/>
            <a:ext cx="1275300" cy="41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6" name="Google Shape;66;p13"/>
          <p:cNvSpPr txBox="1">
            <a:spLocks noGrp="1"/>
          </p:cNvSpPr>
          <p:nvPr>
            <p:ph type="subTitle" idx="14"/>
          </p:nvPr>
        </p:nvSpPr>
        <p:spPr>
          <a:xfrm>
            <a:off x="5600731" y="3916681"/>
            <a:ext cx="28227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7" name="Google Shape;67;p13"/>
          <p:cNvSpPr txBox="1">
            <a:spLocks noGrp="1"/>
          </p:cNvSpPr>
          <p:nvPr>
            <p:ph type="title" idx="15"/>
          </p:nvPr>
        </p:nvSpPr>
        <p:spPr>
          <a:xfrm>
            <a:off x="2695775" y="466550"/>
            <a:ext cx="5728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2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8" name="Google Shape;68;p13"/>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4166701" y="2745426"/>
            <a:ext cx="4257300" cy="531900"/>
          </a:xfrm>
          <a:prstGeom prst="rect">
            <a:avLst/>
          </a:prstGeom>
          <a:noFill/>
        </p:spPr>
        <p:txBody>
          <a:bodyPr spcFirstLastPara="1" wrap="square" lIns="91425" tIns="91425" rIns="91425" bIns="91425" anchor="t" anchorCtr="0">
            <a:noAutofit/>
          </a:bodyPr>
          <a:lstStyle>
            <a:lvl1pPr lvl="0" algn="r" rtl="0">
              <a:spcBef>
                <a:spcPts val="0"/>
              </a:spcBef>
              <a:spcAft>
                <a:spcPts val="0"/>
              </a:spcAft>
              <a:buSzPts val="2500"/>
              <a:buNone/>
              <a:defRPr sz="22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71" name="Google Shape;71;p14"/>
          <p:cNvSpPr txBox="1">
            <a:spLocks noGrp="1"/>
          </p:cNvSpPr>
          <p:nvPr>
            <p:ph type="subTitle" idx="1"/>
          </p:nvPr>
        </p:nvSpPr>
        <p:spPr>
          <a:xfrm>
            <a:off x="3467375" y="748150"/>
            <a:ext cx="4956600" cy="1923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500"/>
              <a:buNone/>
              <a:defRPr sz="30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72" name="Google Shape;72;p14"/>
          <p:cNvSpPr/>
          <p:nvPr/>
        </p:nvSpPr>
        <p:spPr>
          <a:xfrm>
            <a:off x="-21525" y="5182075"/>
            <a:ext cx="7428600" cy="2285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4"/>
          <p:cNvSpPr/>
          <p:nvPr/>
        </p:nvSpPr>
        <p:spPr>
          <a:xfrm>
            <a:off x="0" y="3906175"/>
            <a:ext cx="9144000" cy="1237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74"/>
        <p:cNvGrpSpPr/>
        <p:nvPr/>
      </p:nvGrpSpPr>
      <p:grpSpPr>
        <a:xfrm>
          <a:off x="0" y="0"/>
          <a:ext cx="0" cy="0"/>
          <a:chOff x="0" y="0"/>
          <a:chExt cx="0" cy="0"/>
        </a:xfrm>
      </p:grpSpPr>
      <p:sp>
        <p:nvSpPr>
          <p:cNvPr id="75" name="Google Shape;75;p15"/>
          <p:cNvSpPr txBox="1">
            <a:spLocks noGrp="1"/>
          </p:cNvSpPr>
          <p:nvPr>
            <p:ph type="subTitle" idx="1"/>
          </p:nvPr>
        </p:nvSpPr>
        <p:spPr>
          <a:xfrm>
            <a:off x="4585350" y="2182830"/>
            <a:ext cx="3479100" cy="985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 name="Google Shape;76;p15"/>
          <p:cNvSpPr txBox="1">
            <a:spLocks noGrp="1"/>
          </p:cNvSpPr>
          <p:nvPr>
            <p:ph type="title"/>
          </p:nvPr>
        </p:nvSpPr>
        <p:spPr>
          <a:xfrm>
            <a:off x="4225800" y="1049725"/>
            <a:ext cx="4198200" cy="124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6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7" name="Google Shape;77;p15"/>
          <p:cNvSpPr/>
          <p:nvPr/>
        </p:nvSpPr>
        <p:spPr>
          <a:xfrm>
            <a:off x="0" y="3906175"/>
            <a:ext cx="9144000" cy="1237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1">
  <p:cSld name="CUSTOM_11">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728015" y="2285564"/>
            <a:ext cx="4442700" cy="73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0" name="Google Shape;80;p16"/>
          <p:cNvSpPr txBox="1">
            <a:spLocks noGrp="1"/>
          </p:cNvSpPr>
          <p:nvPr>
            <p:ph type="title" idx="2" hasCustomPrompt="1"/>
          </p:nvPr>
        </p:nvSpPr>
        <p:spPr>
          <a:xfrm>
            <a:off x="2128415" y="1051579"/>
            <a:ext cx="1641900" cy="1405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8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1" name="Google Shape;81;p16"/>
          <p:cNvSpPr txBox="1">
            <a:spLocks noGrp="1"/>
          </p:cNvSpPr>
          <p:nvPr>
            <p:ph type="subTitle" idx="1"/>
          </p:nvPr>
        </p:nvSpPr>
        <p:spPr>
          <a:xfrm>
            <a:off x="1573715" y="2967450"/>
            <a:ext cx="2751300" cy="8220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2" name="Google Shape;82;p16"/>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CUSTOM_2_1">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726425" y="1405694"/>
            <a:ext cx="35394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5" name="Google Shape;85;p17"/>
          <p:cNvSpPr txBox="1">
            <a:spLocks noGrp="1"/>
          </p:cNvSpPr>
          <p:nvPr>
            <p:ph type="subTitle" idx="1"/>
          </p:nvPr>
        </p:nvSpPr>
        <p:spPr>
          <a:xfrm>
            <a:off x="726425" y="2732475"/>
            <a:ext cx="3539400" cy="9969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7"/>
          <p:cNvSpPr>
            <a:spLocks noGrp="1"/>
          </p:cNvSpPr>
          <p:nvPr>
            <p:ph type="pic" idx="2"/>
          </p:nvPr>
        </p:nvSpPr>
        <p:spPr>
          <a:xfrm>
            <a:off x="4572000" y="0"/>
            <a:ext cx="4572000" cy="4569000"/>
          </a:xfrm>
          <a:prstGeom prst="rect">
            <a:avLst/>
          </a:prstGeom>
          <a:noFill/>
          <a:ln>
            <a:noFill/>
          </a:ln>
        </p:spPr>
      </p:sp>
      <p:sp>
        <p:nvSpPr>
          <p:cNvPr id="87" name="Google Shape;87;p17"/>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CUSTOM_2_1_1">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728175" y="1591087"/>
            <a:ext cx="2753700" cy="1042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a:lvl1pPr>
            <a:lvl2pPr lvl="1" algn="r" rtl="0">
              <a:spcBef>
                <a:spcPts val="0"/>
              </a:spcBef>
              <a:spcAft>
                <a:spcPts val="0"/>
              </a:spcAft>
              <a:buSzPts val="3000"/>
              <a:buNone/>
              <a:defRPr/>
            </a:lvl2pPr>
            <a:lvl3pPr lvl="2" algn="r" rtl="0">
              <a:spcBef>
                <a:spcPts val="0"/>
              </a:spcBef>
              <a:spcAft>
                <a:spcPts val="0"/>
              </a:spcAft>
              <a:buSzPts val="3000"/>
              <a:buNone/>
              <a:defRPr/>
            </a:lvl3pPr>
            <a:lvl4pPr lvl="3" algn="r" rtl="0">
              <a:spcBef>
                <a:spcPts val="0"/>
              </a:spcBef>
              <a:spcAft>
                <a:spcPts val="0"/>
              </a:spcAft>
              <a:buSzPts val="3000"/>
              <a:buNone/>
              <a:defRPr/>
            </a:lvl4pPr>
            <a:lvl5pPr lvl="4" algn="r" rtl="0">
              <a:spcBef>
                <a:spcPts val="0"/>
              </a:spcBef>
              <a:spcAft>
                <a:spcPts val="0"/>
              </a:spcAft>
              <a:buSzPts val="3000"/>
              <a:buNone/>
              <a:defRPr/>
            </a:lvl5pPr>
            <a:lvl6pPr lvl="5" algn="r" rtl="0">
              <a:spcBef>
                <a:spcPts val="0"/>
              </a:spcBef>
              <a:spcAft>
                <a:spcPts val="0"/>
              </a:spcAft>
              <a:buSzPts val="3000"/>
              <a:buNone/>
              <a:defRPr/>
            </a:lvl6pPr>
            <a:lvl7pPr lvl="6" algn="r" rtl="0">
              <a:spcBef>
                <a:spcPts val="0"/>
              </a:spcBef>
              <a:spcAft>
                <a:spcPts val="0"/>
              </a:spcAft>
              <a:buSzPts val="3000"/>
              <a:buNone/>
              <a:defRPr/>
            </a:lvl7pPr>
            <a:lvl8pPr lvl="7" algn="r" rtl="0">
              <a:spcBef>
                <a:spcPts val="0"/>
              </a:spcBef>
              <a:spcAft>
                <a:spcPts val="0"/>
              </a:spcAft>
              <a:buSzPts val="3000"/>
              <a:buNone/>
              <a:defRPr/>
            </a:lvl8pPr>
            <a:lvl9pPr lvl="8" algn="r" rtl="0">
              <a:spcBef>
                <a:spcPts val="0"/>
              </a:spcBef>
              <a:spcAft>
                <a:spcPts val="0"/>
              </a:spcAft>
              <a:buSzPts val="3000"/>
              <a:buNone/>
              <a:defRPr/>
            </a:lvl9pPr>
          </a:lstStyle>
          <a:p>
            <a:endParaRPr/>
          </a:p>
        </p:txBody>
      </p:sp>
      <p:sp>
        <p:nvSpPr>
          <p:cNvPr id="90" name="Google Shape;90;p18"/>
          <p:cNvSpPr txBox="1">
            <a:spLocks noGrp="1"/>
          </p:cNvSpPr>
          <p:nvPr>
            <p:ph type="subTitle" idx="1"/>
          </p:nvPr>
        </p:nvSpPr>
        <p:spPr>
          <a:xfrm>
            <a:off x="728175" y="2548938"/>
            <a:ext cx="2753700" cy="1002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91" name="Google Shape;91;p18"/>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3">
  <p:cSld name="CUSTOM_2_1_1_1">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5028725" y="1877363"/>
            <a:ext cx="3177600" cy="64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a:lvl1pPr>
            <a:lvl2pPr lvl="1" algn="r" rtl="0">
              <a:spcBef>
                <a:spcPts val="0"/>
              </a:spcBef>
              <a:spcAft>
                <a:spcPts val="0"/>
              </a:spcAft>
              <a:buSzPts val="3000"/>
              <a:buNone/>
              <a:defRPr/>
            </a:lvl2pPr>
            <a:lvl3pPr lvl="2" algn="r" rtl="0">
              <a:spcBef>
                <a:spcPts val="0"/>
              </a:spcBef>
              <a:spcAft>
                <a:spcPts val="0"/>
              </a:spcAft>
              <a:buSzPts val="3000"/>
              <a:buNone/>
              <a:defRPr/>
            </a:lvl3pPr>
            <a:lvl4pPr lvl="3" algn="r" rtl="0">
              <a:spcBef>
                <a:spcPts val="0"/>
              </a:spcBef>
              <a:spcAft>
                <a:spcPts val="0"/>
              </a:spcAft>
              <a:buSzPts val="3000"/>
              <a:buNone/>
              <a:defRPr/>
            </a:lvl4pPr>
            <a:lvl5pPr lvl="4" algn="r" rtl="0">
              <a:spcBef>
                <a:spcPts val="0"/>
              </a:spcBef>
              <a:spcAft>
                <a:spcPts val="0"/>
              </a:spcAft>
              <a:buSzPts val="3000"/>
              <a:buNone/>
              <a:defRPr/>
            </a:lvl5pPr>
            <a:lvl6pPr lvl="5" algn="r" rtl="0">
              <a:spcBef>
                <a:spcPts val="0"/>
              </a:spcBef>
              <a:spcAft>
                <a:spcPts val="0"/>
              </a:spcAft>
              <a:buSzPts val="3000"/>
              <a:buNone/>
              <a:defRPr/>
            </a:lvl6pPr>
            <a:lvl7pPr lvl="6" algn="r" rtl="0">
              <a:spcBef>
                <a:spcPts val="0"/>
              </a:spcBef>
              <a:spcAft>
                <a:spcPts val="0"/>
              </a:spcAft>
              <a:buSzPts val="3000"/>
              <a:buNone/>
              <a:defRPr/>
            </a:lvl7pPr>
            <a:lvl8pPr lvl="7" algn="r" rtl="0">
              <a:spcBef>
                <a:spcPts val="0"/>
              </a:spcBef>
              <a:spcAft>
                <a:spcPts val="0"/>
              </a:spcAft>
              <a:buSzPts val="3000"/>
              <a:buNone/>
              <a:defRPr/>
            </a:lvl8pPr>
            <a:lvl9pPr lvl="8" algn="r" rtl="0">
              <a:spcBef>
                <a:spcPts val="0"/>
              </a:spcBef>
              <a:spcAft>
                <a:spcPts val="0"/>
              </a:spcAft>
              <a:buSzPts val="3000"/>
              <a:buNone/>
              <a:defRPr/>
            </a:lvl9pPr>
          </a:lstStyle>
          <a:p>
            <a:endParaRPr/>
          </a:p>
        </p:txBody>
      </p:sp>
      <p:sp>
        <p:nvSpPr>
          <p:cNvPr id="94" name="Google Shape;94;p19"/>
          <p:cNvSpPr txBox="1">
            <a:spLocks noGrp="1"/>
          </p:cNvSpPr>
          <p:nvPr>
            <p:ph type="subTitle" idx="1"/>
          </p:nvPr>
        </p:nvSpPr>
        <p:spPr>
          <a:xfrm>
            <a:off x="5028725" y="2548033"/>
            <a:ext cx="3177600" cy="133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95" name="Google Shape;95;p19"/>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4">
  <p:cSld name="CUSTOM_12">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1378800" y="1877375"/>
            <a:ext cx="2763300" cy="648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500"/>
              <a:buNone/>
              <a:defRPr/>
            </a:lvl1pPr>
            <a:lvl2pPr lvl="1" algn="r" rtl="0">
              <a:spcBef>
                <a:spcPts val="0"/>
              </a:spcBef>
              <a:spcAft>
                <a:spcPts val="0"/>
              </a:spcAft>
              <a:buSzPts val="3000"/>
              <a:buNone/>
              <a:defRPr/>
            </a:lvl2pPr>
            <a:lvl3pPr lvl="2" algn="r" rtl="0">
              <a:spcBef>
                <a:spcPts val="0"/>
              </a:spcBef>
              <a:spcAft>
                <a:spcPts val="0"/>
              </a:spcAft>
              <a:buSzPts val="3000"/>
              <a:buNone/>
              <a:defRPr/>
            </a:lvl3pPr>
            <a:lvl4pPr lvl="3" algn="r" rtl="0">
              <a:spcBef>
                <a:spcPts val="0"/>
              </a:spcBef>
              <a:spcAft>
                <a:spcPts val="0"/>
              </a:spcAft>
              <a:buSzPts val="3000"/>
              <a:buNone/>
              <a:defRPr/>
            </a:lvl4pPr>
            <a:lvl5pPr lvl="4" algn="r" rtl="0">
              <a:spcBef>
                <a:spcPts val="0"/>
              </a:spcBef>
              <a:spcAft>
                <a:spcPts val="0"/>
              </a:spcAft>
              <a:buSzPts val="3000"/>
              <a:buNone/>
              <a:defRPr/>
            </a:lvl5pPr>
            <a:lvl6pPr lvl="5" algn="r" rtl="0">
              <a:spcBef>
                <a:spcPts val="0"/>
              </a:spcBef>
              <a:spcAft>
                <a:spcPts val="0"/>
              </a:spcAft>
              <a:buSzPts val="3000"/>
              <a:buNone/>
              <a:defRPr/>
            </a:lvl6pPr>
            <a:lvl7pPr lvl="6" algn="r" rtl="0">
              <a:spcBef>
                <a:spcPts val="0"/>
              </a:spcBef>
              <a:spcAft>
                <a:spcPts val="0"/>
              </a:spcAft>
              <a:buSzPts val="3000"/>
              <a:buNone/>
              <a:defRPr/>
            </a:lvl7pPr>
            <a:lvl8pPr lvl="7" algn="r" rtl="0">
              <a:spcBef>
                <a:spcPts val="0"/>
              </a:spcBef>
              <a:spcAft>
                <a:spcPts val="0"/>
              </a:spcAft>
              <a:buSzPts val="3000"/>
              <a:buNone/>
              <a:defRPr/>
            </a:lvl8pPr>
            <a:lvl9pPr lvl="8" algn="r" rtl="0">
              <a:spcBef>
                <a:spcPts val="0"/>
              </a:spcBef>
              <a:spcAft>
                <a:spcPts val="0"/>
              </a:spcAft>
              <a:buSzPts val="3000"/>
              <a:buNone/>
              <a:defRPr/>
            </a:lvl9pPr>
          </a:lstStyle>
          <a:p>
            <a:endParaRPr/>
          </a:p>
        </p:txBody>
      </p:sp>
      <p:sp>
        <p:nvSpPr>
          <p:cNvPr id="98" name="Google Shape;98;p20"/>
          <p:cNvSpPr txBox="1">
            <a:spLocks noGrp="1"/>
          </p:cNvSpPr>
          <p:nvPr>
            <p:ph type="subTitle" idx="1"/>
          </p:nvPr>
        </p:nvSpPr>
        <p:spPr>
          <a:xfrm>
            <a:off x="1378800" y="2554163"/>
            <a:ext cx="2763300" cy="1331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99" name="Google Shape;99;p20"/>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p:cSld name="CUSTOM_12_1_1">
    <p:spTree>
      <p:nvGrpSpPr>
        <p:cNvPr id="1" name="Shape 104"/>
        <p:cNvGrpSpPr/>
        <p:nvPr/>
      </p:nvGrpSpPr>
      <p:grpSpPr>
        <a:xfrm>
          <a:off x="0" y="0"/>
          <a:ext cx="0" cy="0"/>
          <a:chOff x="0" y="0"/>
          <a:chExt cx="0" cy="0"/>
        </a:xfrm>
      </p:grpSpPr>
      <p:sp>
        <p:nvSpPr>
          <p:cNvPr id="105" name="Google Shape;105;p22"/>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6" name="Google Shape;106;p22"/>
          <p:cNvSpPr txBox="1">
            <a:spLocks noGrp="1"/>
          </p:cNvSpPr>
          <p:nvPr>
            <p:ph type="body" idx="1"/>
          </p:nvPr>
        </p:nvSpPr>
        <p:spPr>
          <a:xfrm>
            <a:off x="925775" y="1629025"/>
            <a:ext cx="3442800" cy="2451000"/>
          </a:xfrm>
          <a:prstGeom prst="rect">
            <a:avLst/>
          </a:prstGeom>
        </p:spPr>
        <p:txBody>
          <a:bodyPr spcFirstLastPara="1" wrap="square" lIns="91425" tIns="91425" rIns="91425" bIns="91425" anchor="t" anchorCtr="0">
            <a:noAutofit/>
          </a:bodyPr>
          <a:lstStyle>
            <a:lvl1pPr marL="457200" lvl="0" indent="-292100" algn="ctr" rtl="0">
              <a:spcBef>
                <a:spcPts val="0"/>
              </a:spcBef>
              <a:spcAft>
                <a:spcPts val="0"/>
              </a:spcAft>
              <a:buClr>
                <a:srgbClr val="595959"/>
              </a:buClr>
              <a:buSzPts val="1000"/>
              <a:buFont typeface="Anaheim"/>
              <a:buChar char="●"/>
              <a:defRPr/>
            </a:lvl1pPr>
            <a:lvl2pPr marL="914400" lvl="1" indent="-317500" rtl="0">
              <a:spcBef>
                <a:spcPts val="0"/>
              </a:spcBef>
              <a:spcAft>
                <a:spcPts val="0"/>
              </a:spcAft>
              <a:buClr>
                <a:srgbClr val="595959"/>
              </a:buClr>
              <a:buSzPts val="1400"/>
              <a:buFont typeface="Anaheim"/>
              <a:buChar char="○"/>
              <a:defRPr/>
            </a:lvl2pPr>
            <a:lvl3pPr marL="1371600" lvl="2" indent="-317500" rtl="0">
              <a:spcBef>
                <a:spcPts val="0"/>
              </a:spcBef>
              <a:spcAft>
                <a:spcPts val="0"/>
              </a:spcAft>
              <a:buClr>
                <a:srgbClr val="595959"/>
              </a:buClr>
              <a:buSzPts val="1400"/>
              <a:buFont typeface="Anaheim"/>
              <a:buChar char="■"/>
              <a:defRPr/>
            </a:lvl3pPr>
            <a:lvl4pPr marL="1828800" lvl="3" indent="-317500" rtl="0">
              <a:spcBef>
                <a:spcPts val="0"/>
              </a:spcBef>
              <a:spcAft>
                <a:spcPts val="0"/>
              </a:spcAft>
              <a:buClr>
                <a:srgbClr val="595959"/>
              </a:buClr>
              <a:buSzPts val="1400"/>
              <a:buFont typeface="Anaheim"/>
              <a:buChar char="●"/>
              <a:defRPr/>
            </a:lvl4pPr>
            <a:lvl5pPr marL="2286000" lvl="4" indent="-317500" rtl="0">
              <a:spcBef>
                <a:spcPts val="0"/>
              </a:spcBef>
              <a:spcAft>
                <a:spcPts val="0"/>
              </a:spcAft>
              <a:buClr>
                <a:srgbClr val="595959"/>
              </a:buClr>
              <a:buSzPts val="1400"/>
              <a:buFont typeface="Anaheim"/>
              <a:buChar char="○"/>
              <a:defRPr/>
            </a:lvl5pPr>
            <a:lvl6pPr marL="2743200" lvl="5" indent="-317500" rtl="0">
              <a:spcBef>
                <a:spcPts val="0"/>
              </a:spcBef>
              <a:spcAft>
                <a:spcPts val="0"/>
              </a:spcAft>
              <a:buClr>
                <a:srgbClr val="595959"/>
              </a:buClr>
              <a:buSzPts val="1400"/>
              <a:buFont typeface="Anaheim"/>
              <a:buChar char="■"/>
              <a:defRPr/>
            </a:lvl6pPr>
            <a:lvl7pPr marL="3200400" lvl="6" indent="-317500" rtl="0">
              <a:spcBef>
                <a:spcPts val="0"/>
              </a:spcBef>
              <a:spcAft>
                <a:spcPts val="0"/>
              </a:spcAft>
              <a:buClr>
                <a:srgbClr val="595959"/>
              </a:buClr>
              <a:buSzPts val="1400"/>
              <a:buFont typeface="Anaheim"/>
              <a:buChar char="●"/>
              <a:defRPr/>
            </a:lvl7pPr>
            <a:lvl8pPr marL="3657600" lvl="7" indent="-317500" rtl="0">
              <a:spcBef>
                <a:spcPts val="0"/>
              </a:spcBef>
              <a:spcAft>
                <a:spcPts val="0"/>
              </a:spcAft>
              <a:buClr>
                <a:srgbClr val="595959"/>
              </a:buClr>
              <a:buSzPts val="1400"/>
              <a:buFont typeface="Anaheim"/>
              <a:buChar char="○"/>
              <a:defRPr/>
            </a:lvl8pPr>
            <a:lvl9pPr marL="4114800" lvl="8" indent="-317500" rtl="0">
              <a:spcBef>
                <a:spcPts val="0"/>
              </a:spcBef>
              <a:spcAft>
                <a:spcPts val="0"/>
              </a:spcAft>
              <a:buClr>
                <a:srgbClr val="595959"/>
              </a:buClr>
              <a:buSzPts val="1400"/>
              <a:buFont typeface="Anaheim"/>
              <a:buChar char="■"/>
              <a:defRPr/>
            </a:lvl9pPr>
          </a:lstStyle>
          <a:p>
            <a:endParaRPr/>
          </a:p>
        </p:txBody>
      </p:sp>
      <p:sp>
        <p:nvSpPr>
          <p:cNvPr id="107" name="Google Shape;107;p22"/>
          <p:cNvSpPr txBox="1">
            <a:spLocks noGrp="1"/>
          </p:cNvSpPr>
          <p:nvPr>
            <p:ph type="body" idx="2"/>
          </p:nvPr>
        </p:nvSpPr>
        <p:spPr>
          <a:xfrm>
            <a:off x="4777775" y="1629025"/>
            <a:ext cx="3442800" cy="2451000"/>
          </a:xfrm>
          <a:prstGeom prst="rect">
            <a:avLst/>
          </a:prstGeom>
        </p:spPr>
        <p:txBody>
          <a:bodyPr spcFirstLastPara="1" wrap="square" lIns="91425" tIns="91425" rIns="91425" bIns="91425" anchor="t" anchorCtr="0">
            <a:noAutofit/>
          </a:bodyPr>
          <a:lstStyle>
            <a:lvl1pPr marL="457200" lvl="0" indent="-292100" algn="ctr" rtl="0">
              <a:spcBef>
                <a:spcPts val="0"/>
              </a:spcBef>
              <a:spcAft>
                <a:spcPts val="0"/>
              </a:spcAft>
              <a:buClr>
                <a:srgbClr val="595959"/>
              </a:buClr>
              <a:buSzPts val="1000"/>
              <a:buFont typeface="Anaheim"/>
              <a:buChar char="●"/>
              <a:defRPr/>
            </a:lvl1pPr>
            <a:lvl2pPr marL="914400" lvl="1" indent="-317500" rtl="0">
              <a:spcBef>
                <a:spcPts val="0"/>
              </a:spcBef>
              <a:spcAft>
                <a:spcPts val="0"/>
              </a:spcAft>
              <a:buClr>
                <a:srgbClr val="595959"/>
              </a:buClr>
              <a:buSzPts val="1400"/>
              <a:buFont typeface="Anaheim"/>
              <a:buChar char="○"/>
              <a:defRPr/>
            </a:lvl2pPr>
            <a:lvl3pPr marL="1371600" lvl="2" indent="-317500" rtl="0">
              <a:spcBef>
                <a:spcPts val="0"/>
              </a:spcBef>
              <a:spcAft>
                <a:spcPts val="0"/>
              </a:spcAft>
              <a:buClr>
                <a:srgbClr val="595959"/>
              </a:buClr>
              <a:buSzPts val="1400"/>
              <a:buFont typeface="Anaheim"/>
              <a:buChar char="■"/>
              <a:defRPr/>
            </a:lvl3pPr>
            <a:lvl4pPr marL="1828800" lvl="3" indent="-317500" rtl="0">
              <a:spcBef>
                <a:spcPts val="0"/>
              </a:spcBef>
              <a:spcAft>
                <a:spcPts val="0"/>
              </a:spcAft>
              <a:buClr>
                <a:srgbClr val="595959"/>
              </a:buClr>
              <a:buSzPts val="1400"/>
              <a:buFont typeface="Anaheim"/>
              <a:buChar char="●"/>
              <a:defRPr/>
            </a:lvl4pPr>
            <a:lvl5pPr marL="2286000" lvl="4" indent="-317500" rtl="0">
              <a:spcBef>
                <a:spcPts val="0"/>
              </a:spcBef>
              <a:spcAft>
                <a:spcPts val="0"/>
              </a:spcAft>
              <a:buClr>
                <a:srgbClr val="595959"/>
              </a:buClr>
              <a:buSzPts val="1400"/>
              <a:buFont typeface="Anaheim"/>
              <a:buChar char="○"/>
              <a:defRPr/>
            </a:lvl5pPr>
            <a:lvl6pPr marL="2743200" lvl="5" indent="-317500" rtl="0">
              <a:spcBef>
                <a:spcPts val="0"/>
              </a:spcBef>
              <a:spcAft>
                <a:spcPts val="0"/>
              </a:spcAft>
              <a:buClr>
                <a:srgbClr val="595959"/>
              </a:buClr>
              <a:buSzPts val="1400"/>
              <a:buFont typeface="Anaheim"/>
              <a:buChar char="■"/>
              <a:defRPr/>
            </a:lvl6pPr>
            <a:lvl7pPr marL="3200400" lvl="6" indent="-317500" rtl="0">
              <a:spcBef>
                <a:spcPts val="0"/>
              </a:spcBef>
              <a:spcAft>
                <a:spcPts val="0"/>
              </a:spcAft>
              <a:buClr>
                <a:srgbClr val="595959"/>
              </a:buClr>
              <a:buSzPts val="1400"/>
              <a:buFont typeface="Anaheim"/>
              <a:buChar char="●"/>
              <a:defRPr/>
            </a:lvl7pPr>
            <a:lvl8pPr marL="3657600" lvl="7" indent="-317500" rtl="0">
              <a:spcBef>
                <a:spcPts val="0"/>
              </a:spcBef>
              <a:spcAft>
                <a:spcPts val="0"/>
              </a:spcAft>
              <a:buClr>
                <a:srgbClr val="595959"/>
              </a:buClr>
              <a:buSzPts val="1400"/>
              <a:buFont typeface="Anaheim"/>
              <a:buChar char="○"/>
              <a:defRPr/>
            </a:lvl8pPr>
            <a:lvl9pPr marL="4114800" lvl="8" indent="-317500" rtl="0">
              <a:spcBef>
                <a:spcPts val="0"/>
              </a:spcBef>
              <a:spcAft>
                <a:spcPts val="0"/>
              </a:spcAft>
              <a:buClr>
                <a:srgbClr val="595959"/>
              </a:buClr>
              <a:buSzPts val="1400"/>
              <a:buFont typeface="Anaheim"/>
              <a:buChar char="■"/>
              <a:defRPr/>
            </a:lvl9pPr>
          </a:lstStyle>
          <a:p>
            <a:endParaRPr/>
          </a:p>
        </p:txBody>
      </p:sp>
      <p:sp>
        <p:nvSpPr>
          <p:cNvPr id="108" name="Google Shape;108;p22"/>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p:cSld name="CUSTOM_3">
    <p:spTree>
      <p:nvGrpSpPr>
        <p:cNvPr id="1" name="Shape 114"/>
        <p:cNvGrpSpPr/>
        <p:nvPr/>
      </p:nvGrpSpPr>
      <p:grpSpPr>
        <a:xfrm>
          <a:off x="0" y="0"/>
          <a:ext cx="0" cy="0"/>
          <a:chOff x="0" y="0"/>
          <a:chExt cx="0" cy="0"/>
        </a:xfrm>
      </p:grpSpPr>
      <p:sp>
        <p:nvSpPr>
          <p:cNvPr id="115" name="Google Shape;115;p24"/>
          <p:cNvSpPr txBox="1">
            <a:spLocks noGrp="1"/>
          </p:cNvSpPr>
          <p:nvPr>
            <p:ph type="title"/>
          </p:nvPr>
        </p:nvSpPr>
        <p:spPr>
          <a:xfrm>
            <a:off x="915564" y="3140000"/>
            <a:ext cx="24366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16" name="Google Shape;116;p24"/>
          <p:cNvSpPr txBox="1">
            <a:spLocks noGrp="1"/>
          </p:cNvSpPr>
          <p:nvPr>
            <p:ph type="subTitle" idx="1"/>
          </p:nvPr>
        </p:nvSpPr>
        <p:spPr>
          <a:xfrm>
            <a:off x="915587" y="3460975"/>
            <a:ext cx="2436600" cy="93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 name="Google Shape;117;p24"/>
          <p:cNvSpPr txBox="1">
            <a:spLocks noGrp="1"/>
          </p:cNvSpPr>
          <p:nvPr>
            <p:ph type="title" idx="2"/>
          </p:nvPr>
        </p:nvSpPr>
        <p:spPr>
          <a:xfrm>
            <a:off x="3351061" y="2580756"/>
            <a:ext cx="24366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18" name="Google Shape;118;p24"/>
          <p:cNvSpPr txBox="1">
            <a:spLocks noGrp="1"/>
          </p:cNvSpPr>
          <p:nvPr>
            <p:ph type="subTitle" idx="3"/>
          </p:nvPr>
        </p:nvSpPr>
        <p:spPr>
          <a:xfrm>
            <a:off x="3351056" y="2901731"/>
            <a:ext cx="2436600" cy="93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9" name="Google Shape;119;p24"/>
          <p:cNvSpPr txBox="1">
            <a:spLocks noGrp="1"/>
          </p:cNvSpPr>
          <p:nvPr>
            <p:ph type="title" idx="4"/>
          </p:nvPr>
        </p:nvSpPr>
        <p:spPr>
          <a:xfrm>
            <a:off x="5795971" y="3140000"/>
            <a:ext cx="24366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20" name="Google Shape;120;p24"/>
          <p:cNvSpPr txBox="1">
            <a:spLocks noGrp="1"/>
          </p:cNvSpPr>
          <p:nvPr>
            <p:ph type="subTitle" idx="5"/>
          </p:nvPr>
        </p:nvSpPr>
        <p:spPr>
          <a:xfrm>
            <a:off x="5795962" y="3460975"/>
            <a:ext cx="2436600" cy="93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1" name="Google Shape;121;p24"/>
          <p:cNvSpPr txBox="1">
            <a:spLocks noGrp="1"/>
          </p:cNvSpPr>
          <p:nvPr>
            <p:ph type="title" idx="6"/>
          </p:nvPr>
        </p:nvSpPr>
        <p:spPr>
          <a:xfrm>
            <a:off x="720000" y="463800"/>
            <a:ext cx="7704000" cy="572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2" name="Google Shape;122;p24"/>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1">
  <p:cSld name="CUSTOM_3_1">
    <p:spTree>
      <p:nvGrpSpPr>
        <p:cNvPr id="1" name="Shape 123"/>
        <p:cNvGrpSpPr/>
        <p:nvPr/>
      </p:nvGrpSpPr>
      <p:grpSpPr>
        <a:xfrm>
          <a:off x="0" y="0"/>
          <a:ext cx="0" cy="0"/>
          <a:chOff x="0" y="0"/>
          <a:chExt cx="0" cy="0"/>
        </a:xfrm>
      </p:grpSpPr>
      <p:sp>
        <p:nvSpPr>
          <p:cNvPr id="124" name="Google Shape;124;p25"/>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5" name="Google Shape;125;p25"/>
          <p:cNvSpPr txBox="1">
            <a:spLocks noGrp="1"/>
          </p:cNvSpPr>
          <p:nvPr>
            <p:ph type="title" idx="2"/>
          </p:nvPr>
        </p:nvSpPr>
        <p:spPr>
          <a:xfrm>
            <a:off x="726645" y="3145007"/>
            <a:ext cx="23502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26" name="Google Shape;126;p25"/>
          <p:cNvSpPr txBox="1">
            <a:spLocks noGrp="1"/>
          </p:cNvSpPr>
          <p:nvPr>
            <p:ph type="subTitle" idx="1"/>
          </p:nvPr>
        </p:nvSpPr>
        <p:spPr>
          <a:xfrm>
            <a:off x="726650" y="3457795"/>
            <a:ext cx="2350200" cy="62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7" name="Google Shape;127;p25"/>
          <p:cNvSpPr txBox="1">
            <a:spLocks noGrp="1"/>
          </p:cNvSpPr>
          <p:nvPr>
            <p:ph type="title" idx="3"/>
          </p:nvPr>
        </p:nvSpPr>
        <p:spPr>
          <a:xfrm>
            <a:off x="3401537" y="3145007"/>
            <a:ext cx="23502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28" name="Google Shape;128;p25"/>
          <p:cNvSpPr txBox="1">
            <a:spLocks noGrp="1"/>
          </p:cNvSpPr>
          <p:nvPr>
            <p:ph type="subTitle" idx="4"/>
          </p:nvPr>
        </p:nvSpPr>
        <p:spPr>
          <a:xfrm>
            <a:off x="3401536" y="3457793"/>
            <a:ext cx="2350200" cy="62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9" name="Google Shape;129;p25"/>
          <p:cNvSpPr txBox="1">
            <a:spLocks noGrp="1"/>
          </p:cNvSpPr>
          <p:nvPr>
            <p:ph type="title" idx="5"/>
          </p:nvPr>
        </p:nvSpPr>
        <p:spPr>
          <a:xfrm>
            <a:off x="6072505" y="3145007"/>
            <a:ext cx="23502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30" name="Google Shape;130;p25"/>
          <p:cNvSpPr txBox="1">
            <a:spLocks noGrp="1"/>
          </p:cNvSpPr>
          <p:nvPr>
            <p:ph type="subTitle" idx="6"/>
          </p:nvPr>
        </p:nvSpPr>
        <p:spPr>
          <a:xfrm>
            <a:off x="6072499" y="3457796"/>
            <a:ext cx="2350200" cy="62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1" name="Google Shape;131;p25"/>
          <p:cNvSpPr>
            <a:spLocks noGrp="1"/>
          </p:cNvSpPr>
          <p:nvPr>
            <p:ph type="pic" idx="7"/>
          </p:nvPr>
        </p:nvSpPr>
        <p:spPr>
          <a:xfrm>
            <a:off x="1242198" y="1272874"/>
            <a:ext cx="1515900" cy="1515900"/>
          </a:xfrm>
          <a:prstGeom prst="rect">
            <a:avLst/>
          </a:prstGeom>
          <a:noFill/>
          <a:ln>
            <a:noFill/>
          </a:ln>
        </p:spPr>
      </p:sp>
      <p:sp>
        <p:nvSpPr>
          <p:cNvPr id="132" name="Google Shape;132;p25"/>
          <p:cNvSpPr>
            <a:spLocks noGrp="1"/>
          </p:cNvSpPr>
          <p:nvPr>
            <p:ph type="pic" idx="8"/>
          </p:nvPr>
        </p:nvSpPr>
        <p:spPr>
          <a:xfrm>
            <a:off x="3814050" y="1272874"/>
            <a:ext cx="1515900" cy="1515900"/>
          </a:xfrm>
          <a:prstGeom prst="rect">
            <a:avLst/>
          </a:prstGeom>
          <a:noFill/>
          <a:ln>
            <a:noFill/>
          </a:ln>
        </p:spPr>
      </p:sp>
      <p:sp>
        <p:nvSpPr>
          <p:cNvPr id="133" name="Google Shape;133;p25"/>
          <p:cNvSpPr>
            <a:spLocks noGrp="1"/>
          </p:cNvSpPr>
          <p:nvPr>
            <p:ph type="pic" idx="9"/>
          </p:nvPr>
        </p:nvSpPr>
        <p:spPr>
          <a:xfrm>
            <a:off x="6381761" y="1272874"/>
            <a:ext cx="1515900" cy="1515900"/>
          </a:xfrm>
          <a:prstGeom prst="rect">
            <a:avLst/>
          </a:prstGeom>
          <a:noFill/>
          <a:ln>
            <a:noFill/>
          </a:ln>
        </p:spPr>
      </p:sp>
      <p:sp>
        <p:nvSpPr>
          <p:cNvPr id="134" name="Google Shape;134;p25"/>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four columns">
  <p:cSld name="CUSTOM_4">
    <p:spTree>
      <p:nvGrpSpPr>
        <p:cNvPr id="1" name="Shape 135"/>
        <p:cNvGrpSpPr/>
        <p:nvPr/>
      </p:nvGrpSpPr>
      <p:grpSpPr>
        <a:xfrm>
          <a:off x="0" y="0"/>
          <a:ext cx="0" cy="0"/>
          <a:chOff x="0" y="0"/>
          <a:chExt cx="0" cy="0"/>
        </a:xfrm>
      </p:grpSpPr>
      <p:sp>
        <p:nvSpPr>
          <p:cNvPr id="136" name="Google Shape;136;p26"/>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37" name="Google Shape;137;p26"/>
          <p:cNvSpPr txBox="1">
            <a:spLocks noGrp="1"/>
          </p:cNvSpPr>
          <p:nvPr>
            <p:ph type="title" idx="2"/>
          </p:nvPr>
        </p:nvSpPr>
        <p:spPr>
          <a:xfrm>
            <a:off x="3246512" y="1759075"/>
            <a:ext cx="24471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38" name="Google Shape;138;p26"/>
          <p:cNvSpPr txBox="1">
            <a:spLocks noGrp="1"/>
          </p:cNvSpPr>
          <p:nvPr>
            <p:ph type="subTitle" idx="1"/>
          </p:nvPr>
        </p:nvSpPr>
        <p:spPr>
          <a:xfrm>
            <a:off x="3246516" y="2084193"/>
            <a:ext cx="2447100" cy="67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9" name="Google Shape;139;p26"/>
          <p:cNvSpPr txBox="1">
            <a:spLocks noGrp="1"/>
          </p:cNvSpPr>
          <p:nvPr>
            <p:ph type="title" idx="3"/>
          </p:nvPr>
        </p:nvSpPr>
        <p:spPr>
          <a:xfrm>
            <a:off x="5968675" y="1759075"/>
            <a:ext cx="24471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40" name="Google Shape;140;p26"/>
          <p:cNvSpPr txBox="1">
            <a:spLocks noGrp="1"/>
          </p:cNvSpPr>
          <p:nvPr>
            <p:ph type="subTitle" idx="4"/>
          </p:nvPr>
        </p:nvSpPr>
        <p:spPr>
          <a:xfrm>
            <a:off x="5968678" y="2084193"/>
            <a:ext cx="2447100" cy="67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1" name="Google Shape;141;p26"/>
          <p:cNvSpPr txBox="1">
            <a:spLocks noGrp="1"/>
          </p:cNvSpPr>
          <p:nvPr>
            <p:ph type="title" idx="5"/>
          </p:nvPr>
        </p:nvSpPr>
        <p:spPr>
          <a:xfrm>
            <a:off x="3246512" y="3196866"/>
            <a:ext cx="24471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42" name="Google Shape;142;p26"/>
          <p:cNvSpPr txBox="1">
            <a:spLocks noGrp="1"/>
          </p:cNvSpPr>
          <p:nvPr>
            <p:ph type="subTitle" idx="6"/>
          </p:nvPr>
        </p:nvSpPr>
        <p:spPr>
          <a:xfrm>
            <a:off x="3246516" y="3517600"/>
            <a:ext cx="2447100" cy="67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3" name="Google Shape;143;p26"/>
          <p:cNvSpPr txBox="1">
            <a:spLocks noGrp="1"/>
          </p:cNvSpPr>
          <p:nvPr>
            <p:ph type="title" idx="7"/>
          </p:nvPr>
        </p:nvSpPr>
        <p:spPr>
          <a:xfrm>
            <a:off x="5968675" y="3196866"/>
            <a:ext cx="24471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44" name="Google Shape;144;p26"/>
          <p:cNvSpPr txBox="1">
            <a:spLocks noGrp="1"/>
          </p:cNvSpPr>
          <p:nvPr>
            <p:ph type="subTitle" idx="8"/>
          </p:nvPr>
        </p:nvSpPr>
        <p:spPr>
          <a:xfrm>
            <a:off x="5968678" y="3517600"/>
            <a:ext cx="2447100" cy="67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5" name="Google Shape;145;p26"/>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six columns">
  <p:cSld name="CUSTOM_5">
    <p:spTree>
      <p:nvGrpSpPr>
        <p:cNvPr id="1" name="Shape 146"/>
        <p:cNvGrpSpPr/>
        <p:nvPr/>
      </p:nvGrpSpPr>
      <p:grpSpPr>
        <a:xfrm>
          <a:off x="0" y="0"/>
          <a:ext cx="0" cy="0"/>
          <a:chOff x="0" y="0"/>
          <a:chExt cx="0" cy="0"/>
        </a:xfrm>
      </p:grpSpPr>
      <p:sp>
        <p:nvSpPr>
          <p:cNvPr id="147" name="Google Shape;147;p27"/>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48" name="Google Shape;148;p27"/>
          <p:cNvSpPr txBox="1">
            <a:spLocks noGrp="1"/>
          </p:cNvSpPr>
          <p:nvPr>
            <p:ph type="title" idx="2"/>
          </p:nvPr>
        </p:nvSpPr>
        <p:spPr>
          <a:xfrm>
            <a:off x="1053081" y="1675475"/>
            <a:ext cx="22920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49" name="Google Shape;149;p27"/>
          <p:cNvSpPr txBox="1">
            <a:spLocks noGrp="1"/>
          </p:cNvSpPr>
          <p:nvPr>
            <p:ph type="subTitle" idx="1"/>
          </p:nvPr>
        </p:nvSpPr>
        <p:spPr>
          <a:xfrm>
            <a:off x="1053081" y="2000224"/>
            <a:ext cx="2292000" cy="6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0" name="Google Shape;150;p27"/>
          <p:cNvSpPr txBox="1">
            <a:spLocks noGrp="1"/>
          </p:cNvSpPr>
          <p:nvPr>
            <p:ph type="title" idx="3"/>
          </p:nvPr>
        </p:nvSpPr>
        <p:spPr>
          <a:xfrm>
            <a:off x="3428781" y="1675475"/>
            <a:ext cx="22920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51" name="Google Shape;151;p27"/>
          <p:cNvSpPr txBox="1">
            <a:spLocks noGrp="1"/>
          </p:cNvSpPr>
          <p:nvPr>
            <p:ph type="subTitle" idx="4"/>
          </p:nvPr>
        </p:nvSpPr>
        <p:spPr>
          <a:xfrm>
            <a:off x="3428781" y="2000224"/>
            <a:ext cx="2292000" cy="6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2" name="Google Shape;152;p27"/>
          <p:cNvSpPr txBox="1">
            <a:spLocks noGrp="1"/>
          </p:cNvSpPr>
          <p:nvPr>
            <p:ph type="title" idx="5"/>
          </p:nvPr>
        </p:nvSpPr>
        <p:spPr>
          <a:xfrm>
            <a:off x="1053081" y="3162963"/>
            <a:ext cx="22920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53" name="Google Shape;153;p27"/>
          <p:cNvSpPr txBox="1">
            <a:spLocks noGrp="1"/>
          </p:cNvSpPr>
          <p:nvPr>
            <p:ph type="subTitle" idx="6"/>
          </p:nvPr>
        </p:nvSpPr>
        <p:spPr>
          <a:xfrm>
            <a:off x="1053081" y="3489799"/>
            <a:ext cx="2292000" cy="6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4" name="Google Shape;154;p27"/>
          <p:cNvSpPr txBox="1">
            <a:spLocks noGrp="1"/>
          </p:cNvSpPr>
          <p:nvPr>
            <p:ph type="title" idx="7"/>
          </p:nvPr>
        </p:nvSpPr>
        <p:spPr>
          <a:xfrm>
            <a:off x="3428781" y="3162963"/>
            <a:ext cx="22920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55" name="Google Shape;155;p27"/>
          <p:cNvSpPr txBox="1">
            <a:spLocks noGrp="1"/>
          </p:cNvSpPr>
          <p:nvPr>
            <p:ph type="subTitle" idx="8"/>
          </p:nvPr>
        </p:nvSpPr>
        <p:spPr>
          <a:xfrm>
            <a:off x="3428781" y="3489799"/>
            <a:ext cx="2292000" cy="6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6" name="Google Shape;156;p27"/>
          <p:cNvSpPr txBox="1">
            <a:spLocks noGrp="1"/>
          </p:cNvSpPr>
          <p:nvPr>
            <p:ph type="title" idx="9"/>
          </p:nvPr>
        </p:nvSpPr>
        <p:spPr>
          <a:xfrm>
            <a:off x="5796506" y="1675475"/>
            <a:ext cx="22920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57" name="Google Shape;157;p27"/>
          <p:cNvSpPr txBox="1">
            <a:spLocks noGrp="1"/>
          </p:cNvSpPr>
          <p:nvPr>
            <p:ph type="subTitle" idx="13"/>
          </p:nvPr>
        </p:nvSpPr>
        <p:spPr>
          <a:xfrm>
            <a:off x="5796506" y="2000224"/>
            <a:ext cx="2292000" cy="6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8" name="Google Shape;158;p27"/>
          <p:cNvSpPr txBox="1">
            <a:spLocks noGrp="1"/>
          </p:cNvSpPr>
          <p:nvPr>
            <p:ph type="title" idx="14"/>
          </p:nvPr>
        </p:nvSpPr>
        <p:spPr>
          <a:xfrm>
            <a:off x="5796506" y="3162963"/>
            <a:ext cx="22920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59" name="Google Shape;159;p27"/>
          <p:cNvSpPr txBox="1">
            <a:spLocks noGrp="1"/>
          </p:cNvSpPr>
          <p:nvPr>
            <p:ph type="subTitle" idx="15"/>
          </p:nvPr>
        </p:nvSpPr>
        <p:spPr>
          <a:xfrm>
            <a:off x="5796506" y="3489799"/>
            <a:ext cx="2292000" cy="6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0" name="Google Shape;160;p27"/>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Numbers and text">
  <p:cSld name="CUSTOM_6">
    <p:spTree>
      <p:nvGrpSpPr>
        <p:cNvPr id="1" name="Shape 161"/>
        <p:cNvGrpSpPr/>
        <p:nvPr/>
      </p:nvGrpSpPr>
      <p:grpSpPr>
        <a:xfrm>
          <a:off x="0" y="0"/>
          <a:ext cx="0" cy="0"/>
          <a:chOff x="0" y="0"/>
          <a:chExt cx="0" cy="0"/>
        </a:xfrm>
      </p:grpSpPr>
      <p:sp>
        <p:nvSpPr>
          <p:cNvPr id="162" name="Google Shape;162;p28"/>
          <p:cNvSpPr txBox="1">
            <a:spLocks noGrp="1"/>
          </p:cNvSpPr>
          <p:nvPr>
            <p:ph type="title" hasCustomPrompt="1"/>
          </p:nvPr>
        </p:nvSpPr>
        <p:spPr>
          <a:xfrm>
            <a:off x="724457" y="1775943"/>
            <a:ext cx="3847500" cy="905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6200"/>
              <a:buNone/>
              <a:defRPr sz="4500"/>
            </a:lvl1pPr>
            <a:lvl2pPr lvl="1"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2pPr>
            <a:lvl3pPr lvl="2"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3pPr>
            <a:lvl4pPr lvl="3"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4pPr>
            <a:lvl5pPr lvl="4"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5pPr>
            <a:lvl6pPr lvl="5"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6pPr>
            <a:lvl7pPr lvl="6"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7pPr>
            <a:lvl8pPr lvl="7"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8pPr>
            <a:lvl9pPr lvl="8"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9pPr>
          </a:lstStyle>
          <a:p>
            <a:r>
              <a:t>xx%</a:t>
            </a:r>
          </a:p>
        </p:txBody>
      </p:sp>
      <p:sp>
        <p:nvSpPr>
          <p:cNvPr id="163" name="Google Shape;163;p28"/>
          <p:cNvSpPr txBox="1">
            <a:spLocks noGrp="1"/>
          </p:cNvSpPr>
          <p:nvPr>
            <p:ph type="subTitle" idx="1"/>
          </p:nvPr>
        </p:nvSpPr>
        <p:spPr>
          <a:xfrm>
            <a:off x="724450" y="2616221"/>
            <a:ext cx="3847500" cy="445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4" name="Google Shape;164;p28"/>
          <p:cNvSpPr txBox="1">
            <a:spLocks noGrp="1"/>
          </p:cNvSpPr>
          <p:nvPr>
            <p:ph type="title" idx="2" hasCustomPrompt="1"/>
          </p:nvPr>
        </p:nvSpPr>
        <p:spPr>
          <a:xfrm>
            <a:off x="724451" y="3064400"/>
            <a:ext cx="3847500" cy="905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6200"/>
              <a:buNone/>
              <a:defRPr sz="4500"/>
            </a:lvl1pPr>
            <a:lvl2pPr lvl="1"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2pPr>
            <a:lvl3pPr lvl="2"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3pPr>
            <a:lvl4pPr lvl="3"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4pPr>
            <a:lvl5pPr lvl="4"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5pPr>
            <a:lvl6pPr lvl="5"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6pPr>
            <a:lvl7pPr lvl="6"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7pPr>
            <a:lvl8pPr lvl="7"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8pPr>
            <a:lvl9pPr lvl="8"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9pPr>
          </a:lstStyle>
          <a:p>
            <a:r>
              <a:t>xx%</a:t>
            </a:r>
          </a:p>
        </p:txBody>
      </p:sp>
      <p:sp>
        <p:nvSpPr>
          <p:cNvPr id="165" name="Google Shape;165;p28"/>
          <p:cNvSpPr txBox="1">
            <a:spLocks noGrp="1"/>
          </p:cNvSpPr>
          <p:nvPr>
            <p:ph type="subTitle" idx="3"/>
          </p:nvPr>
        </p:nvSpPr>
        <p:spPr>
          <a:xfrm>
            <a:off x="724451" y="3904725"/>
            <a:ext cx="3847500" cy="445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6" name="Google Shape;166;p28"/>
          <p:cNvSpPr txBox="1">
            <a:spLocks noGrp="1"/>
          </p:cNvSpPr>
          <p:nvPr>
            <p:ph type="title" idx="4" hasCustomPrompt="1"/>
          </p:nvPr>
        </p:nvSpPr>
        <p:spPr>
          <a:xfrm>
            <a:off x="724450" y="487500"/>
            <a:ext cx="3834600" cy="905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6200"/>
              <a:buNone/>
              <a:defRPr sz="4500"/>
            </a:lvl1pPr>
            <a:lvl2pPr lvl="1"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2pPr>
            <a:lvl3pPr lvl="2"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3pPr>
            <a:lvl4pPr lvl="3"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4pPr>
            <a:lvl5pPr lvl="4"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5pPr>
            <a:lvl6pPr lvl="5"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6pPr>
            <a:lvl7pPr lvl="6"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7pPr>
            <a:lvl8pPr lvl="7"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8pPr>
            <a:lvl9pPr lvl="8" algn="ctr" rtl="0">
              <a:spcBef>
                <a:spcPts val="0"/>
              </a:spcBef>
              <a:spcAft>
                <a:spcPts val="0"/>
              </a:spcAft>
              <a:buClr>
                <a:schemeClr val="accent2"/>
              </a:buClr>
              <a:buSzPts val="6200"/>
              <a:buFont typeface="Gilda Display"/>
              <a:buNone/>
              <a:defRPr sz="6200">
                <a:solidFill>
                  <a:schemeClr val="accent2"/>
                </a:solidFill>
                <a:latin typeface="Gilda Display"/>
                <a:ea typeface="Gilda Display"/>
                <a:cs typeface="Gilda Display"/>
                <a:sym typeface="Gilda Display"/>
              </a:defRPr>
            </a:lvl9pPr>
          </a:lstStyle>
          <a:p>
            <a:r>
              <a:t>xx%</a:t>
            </a:r>
          </a:p>
        </p:txBody>
      </p:sp>
      <p:sp>
        <p:nvSpPr>
          <p:cNvPr id="167" name="Google Shape;167;p28"/>
          <p:cNvSpPr txBox="1">
            <a:spLocks noGrp="1"/>
          </p:cNvSpPr>
          <p:nvPr>
            <p:ph type="subTitle" idx="5"/>
          </p:nvPr>
        </p:nvSpPr>
        <p:spPr>
          <a:xfrm>
            <a:off x="724450" y="1314501"/>
            <a:ext cx="3847500" cy="445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8" name="Google Shape;168;p28"/>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Numbers and text 1">
  <p:cSld name="CUSTOM_9">
    <p:spTree>
      <p:nvGrpSpPr>
        <p:cNvPr id="1" name="Shape 169"/>
        <p:cNvGrpSpPr/>
        <p:nvPr/>
      </p:nvGrpSpPr>
      <p:grpSpPr>
        <a:xfrm>
          <a:off x="0" y="0"/>
          <a:ext cx="0" cy="0"/>
          <a:chOff x="0" y="0"/>
          <a:chExt cx="0" cy="0"/>
        </a:xfrm>
      </p:grpSpPr>
      <p:sp>
        <p:nvSpPr>
          <p:cNvPr id="170" name="Google Shape;170;p29"/>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71" name="Google Shape;171;p29"/>
          <p:cNvSpPr txBox="1">
            <a:spLocks noGrp="1"/>
          </p:cNvSpPr>
          <p:nvPr>
            <p:ph type="title" idx="2"/>
          </p:nvPr>
        </p:nvSpPr>
        <p:spPr>
          <a:xfrm>
            <a:off x="1071818" y="3390059"/>
            <a:ext cx="21702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72" name="Google Shape;172;p29"/>
          <p:cNvSpPr txBox="1">
            <a:spLocks noGrp="1"/>
          </p:cNvSpPr>
          <p:nvPr>
            <p:ph type="subTitle" idx="1"/>
          </p:nvPr>
        </p:nvSpPr>
        <p:spPr>
          <a:xfrm>
            <a:off x="1071818" y="3728059"/>
            <a:ext cx="2170200" cy="60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3" name="Google Shape;173;p29"/>
          <p:cNvSpPr txBox="1">
            <a:spLocks noGrp="1"/>
          </p:cNvSpPr>
          <p:nvPr>
            <p:ph type="title" idx="3"/>
          </p:nvPr>
        </p:nvSpPr>
        <p:spPr>
          <a:xfrm>
            <a:off x="3482576" y="3390059"/>
            <a:ext cx="21702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74" name="Google Shape;174;p29"/>
          <p:cNvSpPr txBox="1">
            <a:spLocks noGrp="1"/>
          </p:cNvSpPr>
          <p:nvPr>
            <p:ph type="subTitle" idx="4"/>
          </p:nvPr>
        </p:nvSpPr>
        <p:spPr>
          <a:xfrm>
            <a:off x="3482576" y="3728059"/>
            <a:ext cx="2170200" cy="60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5" name="Google Shape;175;p29"/>
          <p:cNvSpPr txBox="1">
            <a:spLocks noGrp="1"/>
          </p:cNvSpPr>
          <p:nvPr>
            <p:ph type="title" idx="5"/>
          </p:nvPr>
        </p:nvSpPr>
        <p:spPr>
          <a:xfrm>
            <a:off x="5901614" y="3390059"/>
            <a:ext cx="2170200" cy="43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19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76" name="Google Shape;176;p29"/>
          <p:cNvSpPr txBox="1">
            <a:spLocks noGrp="1"/>
          </p:cNvSpPr>
          <p:nvPr>
            <p:ph type="subTitle" idx="6"/>
          </p:nvPr>
        </p:nvSpPr>
        <p:spPr>
          <a:xfrm>
            <a:off x="5901614" y="3728059"/>
            <a:ext cx="2170200" cy="60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7" name="Google Shape;177;p29"/>
          <p:cNvSpPr txBox="1">
            <a:spLocks noGrp="1"/>
          </p:cNvSpPr>
          <p:nvPr>
            <p:ph type="title" idx="7" hasCustomPrompt="1"/>
          </p:nvPr>
        </p:nvSpPr>
        <p:spPr>
          <a:xfrm>
            <a:off x="1071818" y="2742900"/>
            <a:ext cx="2170200" cy="45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2300">
                <a:solidFill>
                  <a:schemeClr val="lt2"/>
                </a:solidFill>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78" name="Google Shape;178;p29"/>
          <p:cNvSpPr txBox="1">
            <a:spLocks noGrp="1"/>
          </p:cNvSpPr>
          <p:nvPr>
            <p:ph type="title" idx="8" hasCustomPrompt="1"/>
          </p:nvPr>
        </p:nvSpPr>
        <p:spPr>
          <a:xfrm>
            <a:off x="3482576" y="2742900"/>
            <a:ext cx="2170200" cy="45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2300">
                <a:solidFill>
                  <a:schemeClr val="lt2"/>
                </a:solidFill>
              </a:defRPr>
            </a:lvl1pPr>
            <a:lvl2pPr lvl="1" algn="ctr" rtl="0">
              <a:spcBef>
                <a:spcPts val="0"/>
              </a:spcBef>
              <a:spcAft>
                <a:spcPts val="0"/>
              </a:spcAft>
              <a:buClr>
                <a:schemeClr val="accent2"/>
              </a:buClr>
              <a:buSzPts val="4800"/>
              <a:buNone/>
              <a:defRPr sz="4800">
                <a:solidFill>
                  <a:schemeClr val="accent2"/>
                </a:solidFill>
              </a:defRPr>
            </a:lvl2pPr>
            <a:lvl3pPr lvl="2" algn="ctr" rtl="0">
              <a:spcBef>
                <a:spcPts val="0"/>
              </a:spcBef>
              <a:spcAft>
                <a:spcPts val="0"/>
              </a:spcAft>
              <a:buClr>
                <a:schemeClr val="accent2"/>
              </a:buClr>
              <a:buSzPts val="4800"/>
              <a:buNone/>
              <a:defRPr sz="4800">
                <a:solidFill>
                  <a:schemeClr val="accent2"/>
                </a:solidFill>
              </a:defRPr>
            </a:lvl3pPr>
            <a:lvl4pPr lvl="3" algn="ctr" rtl="0">
              <a:spcBef>
                <a:spcPts val="0"/>
              </a:spcBef>
              <a:spcAft>
                <a:spcPts val="0"/>
              </a:spcAft>
              <a:buClr>
                <a:schemeClr val="accent2"/>
              </a:buClr>
              <a:buSzPts val="4800"/>
              <a:buNone/>
              <a:defRPr sz="4800">
                <a:solidFill>
                  <a:schemeClr val="accent2"/>
                </a:solidFill>
              </a:defRPr>
            </a:lvl4pPr>
            <a:lvl5pPr lvl="4" algn="ctr" rtl="0">
              <a:spcBef>
                <a:spcPts val="0"/>
              </a:spcBef>
              <a:spcAft>
                <a:spcPts val="0"/>
              </a:spcAft>
              <a:buClr>
                <a:schemeClr val="accent2"/>
              </a:buClr>
              <a:buSzPts val="4800"/>
              <a:buNone/>
              <a:defRPr sz="4800">
                <a:solidFill>
                  <a:schemeClr val="accent2"/>
                </a:solidFill>
              </a:defRPr>
            </a:lvl5pPr>
            <a:lvl6pPr lvl="5" algn="ctr" rtl="0">
              <a:spcBef>
                <a:spcPts val="0"/>
              </a:spcBef>
              <a:spcAft>
                <a:spcPts val="0"/>
              </a:spcAft>
              <a:buClr>
                <a:schemeClr val="accent2"/>
              </a:buClr>
              <a:buSzPts val="4800"/>
              <a:buNone/>
              <a:defRPr sz="4800">
                <a:solidFill>
                  <a:schemeClr val="accent2"/>
                </a:solidFill>
              </a:defRPr>
            </a:lvl6pPr>
            <a:lvl7pPr lvl="6" algn="ctr" rtl="0">
              <a:spcBef>
                <a:spcPts val="0"/>
              </a:spcBef>
              <a:spcAft>
                <a:spcPts val="0"/>
              </a:spcAft>
              <a:buClr>
                <a:schemeClr val="accent2"/>
              </a:buClr>
              <a:buSzPts val="4800"/>
              <a:buNone/>
              <a:defRPr sz="4800">
                <a:solidFill>
                  <a:schemeClr val="accent2"/>
                </a:solidFill>
              </a:defRPr>
            </a:lvl7pPr>
            <a:lvl8pPr lvl="7" algn="ctr" rtl="0">
              <a:spcBef>
                <a:spcPts val="0"/>
              </a:spcBef>
              <a:spcAft>
                <a:spcPts val="0"/>
              </a:spcAft>
              <a:buClr>
                <a:schemeClr val="accent2"/>
              </a:buClr>
              <a:buSzPts val="4800"/>
              <a:buNone/>
              <a:defRPr sz="4800">
                <a:solidFill>
                  <a:schemeClr val="accent2"/>
                </a:solidFill>
              </a:defRPr>
            </a:lvl8pPr>
            <a:lvl9pPr lvl="8" algn="ctr" rtl="0">
              <a:spcBef>
                <a:spcPts val="0"/>
              </a:spcBef>
              <a:spcAft>
                <a:spcPts val="0"/>
              </a:spcAft>
              <a:buClr>
                <a:schemeClr val="accent2"/>
              </a:buClr>
              <a:buSzPts val="4800"/>
              <a:buNone/>
              <a:defRPr sz="4800">
                <a:solidFill>
                  <a:schemeClr val="accent2"/>
                </a:solidFill>
              </a:defRPr>
            </a:lvl9pPr>
          </a:lstStyle>
          <a:p>
            <a:r>
              <a:t>xx%</a:t>
            </a:r>
          </a:p>
        </p:txBody>
      </p:sp>
      <p:sp>
        <p:nvSpPr>
          <p:cNvPr id="179" name="Google Shape;179;p29"/>
          <p:cNvSpPr txBox="1">
            <a:spLocks noGrp="1"/>
          </p:cNvSpPr>
          <p:nvPr>
            <p:ph type="title" idx="9" hasCustomPrompt="1"/>
          </p:nvPr>
        </p:nvSpPr>
        <p:spPr>
          <a:xfrm>
            <a:off x="5901614" y="2742900"/>
            <a:ext cx="2170200" cy="45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2300">
                <a:solidFill>
                  <a:schemeClr val="lt2"/>
                </a:solidFill>
              </a:defRPr>
            </a:lvl1pPr>
            <a:lvl2pPr lvl="1" algn="ctr" rtl="0">
              <a:spcBef>
                <a:spcPts val="0"/>
              </a:spcBef>
              <a:spcAft>
                <a:spcPts val="0"/>
              </a:spcAft>
              <a:buClr>
                <a:schemeClr val="accent2"/>
              </a:buClr>
              <a:buSzPts val="4800"/>
              <a:buNone/>
              <a:defRPr sz="4800">
                <a:solidFill>
                  <a:schemeClr val="accent2"/>
                </a:solidFill>
              </a:defRPr>
            </a:lvl2pPr>
            <a:lvl3pPr lvl="2" algn="ctr" rtl="0">
              <a:spcBef>
                <a:spcPts val="0"/>
              </a:spcBef>
              <a:spcAft>
                <a:spcPts val="0"/>
              </a:spcAft>
              <a:buClr>
                <a:schemeClr val="accent2"/>
              </a:buClr>
              <a:buSzPts val="4800"/>
              <a:buNone/>
              <a:defRPr sz="4800">
                <a:solidFill>
                  <a:schemeClr val="accent2"/>
                </a:solidFill>
              </a:defRPr>
            </a:lvl3pPr>
            <a:lvl4pPr lvl="3" algn="ctr" rtl="0">
              <a:spcBef>
                <a:spcPts val="0"/>
              </a:spcBef>
              <a:spcAft>
                <a:spcPts val="0"/>
              </a:spcAft>
              <a:buClr>
                <a:schemeClr val="accent2"/>
              </a:buClr>
              <a:buSzPts val="4800"/>
              <a:buNone/>
              <a:defRPr sz="4800">
                <a:solidFill>
                  <a:schemeClr val="accent2"/>
                </a:solidFill>
              </a:defRPr>
            </a:lvl4pPr>
            <a:lvl5pPr lvl="4" algn="ctr" rtl="0">
              <a:spcBef>
                <a:spcPts val="0"/>
              </a:spcBef>
              <a:spcAft>
                <a:spcPts val="0"/>
              </a:spcAft>
              <a:buClr>
                <a:schemeClr val="accent2"/>
              </a:buClr>
              <a:buSzPts val="4800"/>
              <a:buNone/>
              <a:defRPr sz="4800">
                <a:solidFill>
                  <a:schemeClr val="accent2"/>
                </a:solidFill>
              </a:defRPr>
            </a:lvl5pPr>
            <a:lvl6pPr lvl="5" algn="ctr" rtl="0">
              <a:spcBef>
                <a:spcPts val="0"/>
              </a:spcBef>
              <a:spcAft>
                <a:spcPts val="0"/>
              </a:spcAft>
              <a:buClr>
                <a:schemeClr val="accent2"/>
              </a:buClr>
              <a:buSzPts val="4800"/>
              <a:buNone/>
              <a:defRPr sz="4800">
                <a:solidFill>
                  <a:schemeClr val="accent2"/>
                </a:solidFill>
              </a:defRPr>
            </a:lvl6pPr>
            <a:lvl7pPr lvl="6" algn="ctr" rtl="0">
              <a:spcBef>
                <a:spcPts val="0"/>
              </a:spcBef>
              <a:spcAft>
                <a:spcPts val="0"/>
              </a:spcAft>
              <a:buClr>
                <a:schemeClr val="accent2"/>
              </a:buClr>
              <a:buSzPts val="4800"/>
              <a:buNone/>
              <a:defRPr sz="4800">
                <a:solidFill>
                  <a:schemeClr val="accent2"/>
                </a:solidFill>
              </a:defRPr>
            </a:lvl7pPr>
            <a:lvl8pPr lvl="7" algn="ctr" rtl="0">
              <a:spcBef>
                <a:spcPts val="0"/>
              </a:spcBef>
              <a:spcAft>
                <a:spcPts val="0"/>
              </a:spcAft>
              <a:buClr>
                <a:schemeClr val="accent2"/>
              </a:buClr>
              <a:buSzPts val="4800"/>
              <a:buNone/>
              <a:defRPr sz="4800">
                <a:solidFill>
                  <a:schemeClr val="accent2"/>
                </a:solidFill>
              </a:defRPr>
            </a:lvl8pPr>
            <a:lvl9pPr lvl="8" algn="ctr" rtl="0">
              <a:spcBef>
                <a:spcPts val="0"/>
              </a:spcBef>
              <a:spcAft>
                <a:spcPts val="0"/>
              </a:spcAft>
              <a:buClr>
                <a:schemeClr val="accent2"/>
              </a:buClr>
              <a:buSzPts val="4800"/>
              <a:buNone/>
              <a:defRPr sz="4800">
                <a:solidFill>
                  <a:schemeClr val="accent2"/>
                </a:solidFill>
              </a:defRPr>
            </a:lvl9pPr>
          </a:lstStyle>
          <a:p>
            <a:r>
              <a:t>xx%</a:t>
            </a:r>
          </a:p>
        </p:txBody>
      </p:sp>
      <p:sp>
        <p:nvSpPr>
          <p:cNvPr id="180" name="Google Shape;180;p29"/>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1">
  <p:cSld name="CUSTOM_7">
    <p:spTree>
      <p:nvGrpSpPr>
        <p:cNvPr id="1" name="Shape 181"/>
        <p:cNvGrpSpPr/>
        <p:nvPr/>
      </p:nvGrpSpPr>
      <p:grpSpPr>
        <a:xfrm>
          <a:off x="0" y="0"/>
          <a:ext cx="0" cy="0"/>
          <a:chOff x="0" y="0"/>
          <a:chExt cx="0" cy="0"/>
        </a:xfrm>
      </p:grpSpPr>
      <p:sp>
        <p:nvSpPr>
          <p:cNvPr id="182" name="Google Shape;182;p30"/>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83" name="Google Shape;183;p30"/>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4" name="Google Shape;184;p30"/>
          <p:cNvGrpSpPr/>
          <p:nvPr/>
        </p:nvGrpSpPr>
        <p:grpSpPr>
          <a:xfrm>
            <a:off x="453200" y="236150"/>
            <a:ext cx="961550" cy="803100"/>
            <a:chOff x="4781075" y="719300"/>
            <a:chExt cx="961550" cy="803100"/>
          </a:xfrm>
        </p:grpSpPr>
        <p:sp>
          <p:nvSpPr>
            <p:cNvPr id="185" name="Google Shape;185;p30"/>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0"/>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0"/>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2">
  <p:cSld name="CUSTOM_7_1">
    <p:spTree>
      <p:nvGrpSpPr>
        <p:cNvPr id="1" name="Shape 188"/>
        <p:cNvGrpSpPr/>
        <p:nvPr/>
      </p:nvGrpSpPr>
      <p:grpSpPr>
        <a:xfrm>
          <a:off x="0" y="0"/>
          <a:ext cx="0" cy="0"/>
          <a:chOff x="0" y="0"/>
          <a:chExt cx="0" cy="0"/>
        </a:xfrm>
      </p:grpSpPr>
      <p:sp>
        <p:nvSpPr>
          <p:cNvPr id="189" name="Google Shape;189;p31"/>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0" name="Google Shape;190;p31"/>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 name="Google Shape;191;p31"/>
          <p:cNvGrpSpPr/>
          <p:nvPr/>
        </p:nvGrpSpPr>
        <p:grpSpPr>
          <a:xfrm>
            <a:off x="8362665" y="177454"/>
            <a:ext cx="567616" cy="572707"/>
            <a:chOff x="1549600" y="449100"/>
            <a:chExt cx="741400" cy="748050"/>
          </a:xfrm>
        </p:grpSpPr>
        <p:sp>
          <p:nvSpPr>
            <p:cNvPr id="192" name="Google Shape;192;p31"/>
            <p:cNvSpPr/>
            <p:nvPr/>
          </p:nvSpPr>
          <p:spPr>
            <a:xfrm>
              <a:off x="1549600" y="521650"/>
              <a:ext cx="675525" cy="675500"/>
            </a:xfrm>
            <a:custGeom>
              <a:avLst/>
              <a:gdLst/>
              <a:ahLst/>
              <a:cxnLst/>
              <a:rect l="l" t="t" r="r" b="b"/>
              <a:pathLst>
                <a:path w="27021" h="27020" extrusionOk="0">
                  <a:moveTo>
                    <a:pt x="13511" y="3403"/>
                  </a:moveTo>
                  <a:cubicBezTo>
                    <a:pt x="19081" y="3403"/>
                    <a:pt x="23618" y="7906"/>
                    <a:pt x="23618" y="13510"/>
                  </a:cubicBezTo>
                  <a:cubicBezTo>
                    <a:pt x="23618" y="19047"/>
                    <a:pt x="19115" y="23617"/>
                    <a:pt x="13511" y="23617"/>
                  </a:cubicBezTo>
                  <a:cubicBezTo>
                    <a:pt x="7973" y="23617"/>
                    <a:pt x="3437" y="19114"/>
                    <a:pt x="3437" y="13510"/>
                  </a:cubicBezTo>
                  <a:cubicBezTo>
                    <a:pt x="3437" y="7973"/>
                    <a:pt x="7940" y="3403"/>
                    <a:pt x="13511" y="3403"/>
                  </a:cubicBezTo>
                  <a:close/>
                  <a:moveTo>
                    <a:pt x="13511" y="0"/>
                  </a:moveTo>
                  <a:cubicBezTo>
                    <a:pt x="6072" y="0"/>
                    <a:pt x="1" y="6038"/>
                    <a:pt x="1" y="13510"/>
                  </a:cubicBezTo>
                  <a:cubicBezTo>
                    <a:pt x="1" y="20982"/>
                    <a:pt x="6072" y="27020"/>
                    <a:pt x="13511" y="27020"/>
                  </a:cubicBezTo>
                  <a:cubicBezTo>
                    <a:pt x="20983" y="27020"/>
                    <a:pt x="27020" y="20982"/>
                    <a:pt x="27020" y="13510"/>
                  </a:cubicBezTo>
                  <a:cubicBezTo>
                    <a:pt x="27020" y="6038"/>
                    <a:pt x="20983" y="0"/>
                    <a:pt x="13511"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1"/>
            <p:cNvSpPr/>
            <p:nvPr/>
          </p:nvSpPr>
          <p:spPr>
            <a:xfrm>
              <a:off x="1716400" y="688425"/>
              <a:ext cx="343600" cy="341950"/>
            </a:xfrm>
            <a:custGeom>
              <a:avLst/>
              <a:gdLst/>
              <a:ahLst/>
              <a:cxnLst/>
              <a:rect l="l" t="t" r="r" b="b"/>
              <a:pathLst>
                <a:path w="13744" h="13678" extrusionOk="0">
                  <a:moveTo>
                    <a:pt x="6839" y="3837"/>
                  </a:moveTo>
                  <a:cubicBezTo>
                    <a:pt x="8506" y="3837"/>
                    <a:pt x="9907" y="5171"/>
                    <a:pt x="9907" y="6872"/>
                  </a:cubicBezTo>
                  <a:cubicBezTo>
                    <a:pt x="9907" y="8507"/>
                    <a:pt x="8506" y="9875"/>
                    <a:pt x="6839" y="9875"/>
                  </a:cubicBezTo>
                  <a:cubicBezTo>
                    <a:pt x="5171" y="9875"/>
                    <a:pt x="3836" y="8540"/>
                    <a:pt x="3836" y="6872"/>
                  </a:cubicBezTo>
                  <a:cubicBezTo>
                    <a:pt x="3836" y="5205"/>
                    <a:pt x="5171" y="3837"/>
                    <a:pt x="6839" y="3837"/>
                  </a:cubicBezTo>
                  <a:close/>
                  <a:moveTo>
                    <a:pt x="6839" y="1"/>
                  </a:moveTo>
                  <a:cubicBezTo>
                    <a:pt x="3069" y="1"/>
                    <a:pt x="0" y="3103"/>
                    <a:pt x="0" y="6839"/>
                  </a:cubicBezTo>
                  <a:cubicBezTo>
                    <a:pt x="0" y="10642"/>
                    <a:pt x="3069" y="13677"/>
                    <a:pt x="6839" y="13677"/>
                  </a:cubicBezTo>
                  <a:cubicBezTo>
                    <a:pt x="10641" y="13677"/>
                    <a:pt x="13677" y="10575"/>
                    <a:pt x="13677" y="6839"/>
                  </a:cubicBezTo>
                  <a:cubicBezTo>
                    <a:pt x="13744" y="3036"/>
                    <a:pt x="10641" y="1"/>
                    <a:pt x="6839"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1"/>
            <p:cNvSpPr/>
            <p:nvPr/>
          </p:nvSpPr>
          <p:spPr>
            <a:xfrm>
              <a:off x="1877350" y="503100"/>
              <a:ext cx="361950" cy="363825"/>
            </a:xfrm>
            <a:custGeom>
              <a:avLst/>
              <a:gdLst/>
              <a:ahLst/>
              <a:cxnLst/>
              <a:rect l="l" t="t" r="r" b="b"/>
              <a:pathLst>
                <a:path w="14478" h="14553" extrusionOk="0">
                  <a:moveTo>
                    <a:pt x="14227" y="0"/>
                  </a:moveTo>
                  <a:cubicBezTo>
                    <a:pt x="14177" y="0"/>
                    <a:pt x="14127" y="25"/>
                    <a:pt x="14077" y="75"/>
                  </a:cubicBezTo>
                  <a:lnTo>
                    <a:pt x="67" y="14219"/>
                  </a:lnTo>
                  <a:cubicBezTo>
                    <a:pt x="0" y="14285"/>
                    <a:pt x="0" y="14419"/>
                    <a:pt x="67" y="14519"/>
                  </a:cubicBezTo>
                  <a:cubicBezTo>
                    <a:pt x="134" y="14552"/>
                    <a:pt x="200" y="14552"/>
                    <a:pt x="234" y="14552"/>
                  </a:cubicBezTo>
                  <a:cubicBezTo>
                    <a:pt x="267" y="14552"/>
                    <a:pt x="334" y="14552"/>
                    <a:pt x="367" y="14519"/>
                  </a:cubicBezTo>
                  <a:lnTo>
                    <a:pt x="14377" y="376"/>
                  </a:lnTo>
                  <a:cubicBezTo>
                    <a:pt x="14477" y="275"/>
                    <a:pt x="14477" y="142"/>
                    <a:pt x="14377" y="75"/>
                  </a:cubicBezTo>
                  <a:cubicBezTo>
                    <a:pt x="14327" y="25"/>
                    <a:pt x="14277" y="0"/>
                    <a:pt x="14227"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1"/>
            <p:cNvSpPr/>
            <p:nvPr/>
          </p:nvSpPr>
          <p:spPr>
            <a:xfrm>
              <a:off x="2187575" y="480775"/>
              <a:ext cx="74225" cy="74250"/>
            </a:xfrm>
            <a:custGeom>
              <a:avLst/>
              <a:gdLst/>
              <a:ahLst/>
              <a:cxnLst/>
              <a:rect l="l" t="t" r="r" b="b"/>
              <a:pathLst>
                <a:path w="2969" h="2970" extrusionOk="0">
                  <a:moveTo>
                    <a:pt x="234" y="1"/>
                  </a:moveTo>
                  <a:cubicBezTo>
                    <a:pt x="100" y="1"/>
                    <a:pt x="0" y="101"/>
                    <a:pt x="0" y="201"/>
                  </a:cubicBezTo>
                  <a:lnTo>
                    <a:pt x="0" y="2970"/>
                  </a:lnTo>
                  <a:lnTo>
                    <a:pt x="2769" y="2836"/>
                  </a:lnTo>
                  <a:cubicBezTo>
                    <a:pt x="2902" y="2836"/>
                    <a:pt x="2969" y="2770"/>
                    <a:pt x="2969" y="2636"/>
                  </a:cubicBezTo>
                  <a:cubicBezTo>
                    <a:pt x="2969" y="2503"/>
                    <a:pt x="2902" y="2436"/>
                    <a:pt x="2769" y="2436"/>
                  </a:cubicBezTo>
                  <a:lnTo>
                    <a:pt x="434" y="2569"/>
                  </a:lnTo>
                  <a:lnTo>
                    <a:pt x="434" y="201"/>
                  </a:lnTo>
                  <a:cubicBezTo>
                    <a:pt x="434" y="101"/>
                    <a:pt x="334" y="1"/>
                    <a:pt x="234"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1"/>
            <p:cNvSpPr/>
            <p:nvPr/>
          </p:nvSpPr>
          <p:spPr>
            <a:xfrm>
              <a:off x="2220100" y="449100"/>
              <a:ext cx="70900" cy="72575"/>
            </a:xfrm>
            <a:custGeom>
              <a:avLst/>
              <a:gdLst/>
              <a:ahLst/>
              <a:cxnLst/>
              <a:rect l="l" t="t" r="r" b="b"/>
              <a:pathLst>
                <a:path w="2836" h="2903" extrusionOk="0">
                  <a:moveTo>
                    <a:pt x="434" y="0"/>
                  </a:moveTo>
                  <a:cubicBezTo>
                    <a:pt x="334" y="0"/>
                    <a:pt x="200" y="67"/>
                    <a:pt x="200" y="201"/>
                  </a:cubicBezTo>
                  <a:lnTo>
                    <a:pt x="0" y="2902"/>
                  </a:lnTo>
                  <a:lnTo>
                    <a:pt x="0" y="2902"/>
                  </a:lnTo>
                  <a:lnTo>
                    <a:pt x="2635" y="2702"/>
                  </a:lnTo>
                  <a:cubicBezTo>
                    <a:pt x="2769" y="2702"/>
                    <a:pt x="2835" y="2602"/>
                    <a:pt x="2835" y="2502"/>
                  </a:cubicBezTo>
                  <a:cubicBezTo>
                    <a:pt x="2835" y="2369"/>
                    <a:pt x="2769" y="2269"/>
                    <a:pt x="2635" y="2269"/>
                  </a:cubicBezTo>
                  <a:lnTo>
                    <a:pt x="434" y="2402"/>
                  </a:lnTo>
                  <a:lnTo>
                    <a:pt x="634" y="201"/>
                  </a:lnTo>
                  <a:cubicBezTo>
                    <a:pt x="634" y="100"/>
                    <a:pt x="534" y="0"/>
                    <a:pt x="434"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p:cSld name="CUSTOM_8">
    <p:spTree>
      <p:nvGrpSpPr>
        <p:cNvPr id="1" name="Shape 197"/>
        <p:cNvGrpSpPr/>
        <p:nvPr/>
      </p:nvGrpSpPr>
      <p:grpSpPr>
        <a:xfrm>
          <a:off x="0" y="0"/>
          <a:ext cx="0" cy="0"/>
          <a:chOff x="0" y="0"/>
          <a:chExt cx="0" cy="0"/>
        </a:xfrm>
      </p:grpSpPr>
      <p:sp>
        <p:nvSpPr>
          <p:cNvPr id="198" name="Google Shape;198;p32"/>
          <p:cNvSpPr/>
          <p:nvPr/>
        </p:nvSpPr>
        <p:spPr>
          <a:xfrm>
            <a:off x="0" y="3906175"/>
            <a:ext cx="9144000" cy="1237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2"/>
          <p:cNvSpPr txBox="1">
            <a:spLocks noGrp="1"/>
          </p:cNvSpPr>
          <p:nvPr>
            <p:ph type="ctrTitle"/>
          </p:nvPr>
        </p:nvSpPr>
        <p:spPr>
          <a:xfrm>
            <a:off x="4742300" y="424700"/>
            <a:ext cx="3682200" cy="1546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48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00" name="Google Shape;200;p32"/>
          <p:cNvSpPr txBox="1">
            <a:spLocks noGrp="1"/>
          </p:cNvSpPr>
          <p:nvPr>
            <p:ph type="subTitle" idx="1"/>
          </p:nvPr>
        </p:nvSpPr>
        <p:spPr>
          <a:xfrm>
            <a:off x="4742144" y="2028031"/>
            <a:ext cx="3682200" cy="111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201" name="Google Shape;201;p32"/>
          <p:cNvSpPr txBox="1">
            <a:spLocks noGrp="1"/>
          </p:cNvSpPr>
          <p:nvPr>
            <p:ph type="subTitle" idx="2"/>
          </p:nvPr>
        </p:nvSpPr>
        <p:spPr>
          <a:xfrm>
            <a:off x="4742150" y="4124600"/>
            <a:ext cx="3648000" cy="304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300"/>
              </a:spcBef>
              <a:spcAft>
                <a:spcPts val="0"/>
              </a:spcAft>
              <a:buSzPts val="1400"/>
              <a:buNone/>
              <a:defRPr sz="12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2" name="Google Shape;202;p32"/>
          <p:cNvSpPr txBox="1"/>
          <p:nvPr/>
        </p:nvSpPr>
        <p:spPr>
          <a:xfrm>
            <a:off x="720000" y="4568875"/>
            <a:ext cx="7704000" cy="324000"/>
          </a:xfrm>
          <a:prstGeom prst="rect">
            <a:avLst/>
          </a:prstGeom>
          <a:noFill/>
          <a:ln>
            <a:noFill/>
          </a:ln>
        </p:spPr>
        <p:txBody>
          <a:bodyPr spcFirstLastPara="1" wrap="square" lIns="182875" tIns="0" rIns="182875" bIns="0" anchor="b" anchorCtr="0">
            <a:noAutofit/>
          </a:bodyPr>
          <a:lstStyle/>
          <a:p>
            <a:pPr marL="0" lvl="0" indent="0" algn="ctr" rtl="0">
              <a:lnSpc>
                <a:spcPct val="100000"/>
              </a:lnSpc>
              <a:spcBef>
                <a:spcPts val="300"/>
              </a:spcBef>
              <a:spcAft>
                <a:spcPts val="0"/>
              </a:spcAft>
              <a:buNone/>
            </a:pPr>
            <a:r>
              <a:rPr lang="en" sz="900">
                <a:solidFill>
                  <a:schemeClr val="lt1"/>
                </a:solidFill>
                <a:latin typeface="Cairo"/>
                <a:ea typeface="Cairo"/>
                <a:cs typeface="Cairo"/>
                <a:sym typeface="Cairo"/>
              </a:rPr>
              <a:t>CREDITS: This presentation template was created by </a:t>
            </a:r>
            <a:r>
              <a:rPr lang="en" sz="900">
                <a:solidFill>
                  <a:schemeClr val="lt1"/>
                </a:solidFill>
                <a:uFill>
                  <a:noFill/>
                </a:uFill>
                <a:latin typeface="Cairo"/>
                <a:ea typeface="Cairo"/>
                <a:cs typeface="Cairo"/>
                <a:sym typeface="Cairo"/>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900">
                <a:solidFill>
                  <a:schemeClr val="lt1"/>
                </a:solidFill>
                <a:latin typeface="Cairo"/>
                <a:ea typeface="Cairo"/>
                <a:cs typeface="Cairo"/>
                <a:sym typeface="Cairo"/>
              </a:rPr>
              <a:t>, including icons by </a:t>
            </a:r>
            <a:r>
              <a:rPr lang="en" sz="900">
                <a:solidFill>
                  <a:schemeClr val="lt1"/>
                </a:solidFill>
                <a:uFill>
                  <a:noFill/>
                </a:uFill>
                <a:latin typeface="Cairo"/>
                <a:ea typeface="Cairo"/>
                <a:cs typeface="Cairo"/>
                <a:sym typeface="Cair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900">
                <a:solidFill>
                  <a:schemeClr val="lt1"/>
                </a:solidFill>
                <a:latin typeface="Cairo"/>
                <a:ea typeface="Cairo"/>
                <a:cs typeface="Cairo"/>
                <a:sym typeface="Cairo"/>
              </a:rPr>
              <a:t> and infographics &amp; images by </a:t>
            </a:r>
            <a:r>
              <a:rPr lang="en" sz="900">
                <a:solidFill>
                  <a:schemeClr val="lt1"/>
                </a:solidFill>
                <a:uFill>
                  <a:noFill/>
                </a:uFill>
                <a:latin typeface="Cairo"/>
                <a:ea typeface="Cairo"/>
                <a:cs typeface="Cairo"/>
                <a:sym typeface="Cairo"/>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900">
              <a:solidFill>
                <a:schemeClr val="lt1"/>
              </a:solidFill>
              <a:latin typeface="Cairo"/>
              <a:ea typeface="Cairo"/>
              <a:cs typeface="Cairo"/>
              <a:sym typeface="Cairo"/>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p:cSld name="CUSTOM_13">
    <p:spTree>
      <p:nvGrpSpPr>
        <p:cNvPr id="1" name="Shape 203"/>
        <p:cNvGrpSpPr/>
        <p:nvPr/>
      </p:nvGrpSpPr>
      <p:grpSpPr>
        <a:xfrm>
          <a:off x="0" y="0"/>
          <a:ext cx="0" cy="0"/>
          <a:chOff x="0" y="0"/>
          <a:chExt cx="0" cy="0"/>
        </a:xfrm>
      </p:grpSpPr>
      <p:sp>
        <p:nvSpPr>
          <p:cNvPr id="204" name="Google Shape;204;p33"/>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5" name="Google Shape;205;p33"/>
          <p:cNvGrpSpPr/>
          <p:nvPr/>
        </p:nvGrpSpPr>
        <p:grpSpPr>
          <a:xfrm>
            <a:off x="7943225" y="663125"/>
            <a:ext cx="961550" cy="803100"/>
            <a:chOff x="4781075" y="719300"/>
            <a:chExt cx="961550" cy="803100"/>
          </a:xfrm>
        </p:grpSpPr>
        <p:sp>
          <p:nvSpPr>
            <p:cNvPr id="206" name="Google Shape;206;p33"/>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3"/>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3"/>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1">
  <p:cSld name="CUSTOM_14">
    <p:spTree>
      <p:nvGrpSpPr>
        <p:cNvPr id="1" name="Shape 209"/>
        <p:cNvGrpSpPr/>
        <p:nvPr/>
      </p:nvGrpSpPr>
      <p:grpSpPr>
        <a:xfrm>
          <a:off x="0" y="0"/>
          <a:ext cx="0" cy="0"/>
          <a:chOff x="0" y="0"/>
          <a:chExt cx="0" cy="0"/>
        </a:xfrm>
      </p:grpSpPr>
      <p:grpSp>
        <p:nvGrpSpPr>
          <p:cNvPr id="210" name="Google Shape;210;p34"/>
          <p:cNvGrpSpPr/>
          <p:nvPr/>
        </p:nvGrpSpPr>
        <p:grpSpPr>
          <a:xfrm>
            <a:off x="-107650" y="463800"/>
            <a:ext cx="5003724" cy="2636825"/>
            <a:chOff x="-988700" y="1957875"/>
            <a:chExt cx="5003724" cy="2636825"/>
          </a:xfrm>
        </p:grpSpPr>
        <p:sp>
          <p:nvSpPr>
            <p:cNvPr id="211" name="Google Shape;211;p34"/>
            <p:cNvSpPr/>
            <p:nvPr/>
          </p:nvSpPr>
          <p:spPr>
            <a:xfrm>
              <a:off x="-988700" y="2571750"/>
              <a:ext cx="4441675" cy="2022950"/>
            </a:xfrm>
            <a:custGeom>
              <a:avLst/>
              <a:gdLst/>
              <a:ahLst/>
              <a:cxnLst/>
              <a:rect l="l" t="t" r="r" b="b"/>
              <a:pathLst>
                <a:path w="177667" h="80918" extrusionOk="0">
                  <a:moveTo>
                    <a:pt x="0" y="80918"/>
                  </a:moveTo>
                  <a:lnTo>
                    <a:pt x="44439" y="39134"/>
                  </a:lnTo>
                  <a:lnTo>
                    <a:pt x="81847" y="68196"/>
                  </a:lnTo>
                  <a:lnTo>
                    <a:pt x="120693" y="20142"/>
                  </a:lnTo>
                  <a:lnTo>
                    <a:pt x="148604" y="38270"/>
                  </a:lnTo>
                  <a:lnTo>
                    <a:pt x="177667" y="0"/>
                  </a:lnTo>
                </a:path>
              </a:pathLst>
            </a:custGeom>
            <a:noFill/>
            <a:ln w="152400" cap="flat" cmpd="sng">
              <a:solidFill>
                <a:schemeClr val="accent3"/>
              </a:solidFill>
              <a:prstDash val="solid"/>
              <a:miter lim="8000"/>
              <a:headEnd type="none" w="med" len="med"/>
              <a:tailEnd type="none" w="med" len="med"/>
            </a:ln>
          </p:spPr>
        </p:sp>
        <p:sp>
          <p:nvSpPr>
            <p:cNvPr id="212" name="Google Shape;212;p34"/>
            <p:cNvSpPr/>
            <p:nvPr/>
          </p:nvSpPr>
          <p:spPr>
            <a:xfrm rot="2161912">
              <a:off x="3316864" y="2061401"/>
              <a:ext cx="562020" cy="645548"/>
            </a:xfrm>
            <a:prstGeom prst="triangl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 name="Google Shape;213;p34"/>
          <p:cNvGrpSpPr/>
          <p:nvPr/>
        </p:nvGrpSpPr>
        <p:grpSpPr>
          <a:xfrm>
            <a:off x="7870350" y="582075"/>
            <a:ext cx="961550" cy="803100"/>
            <a:chOff x="4781075" y="719300"/>
            <a:chExt cx="961550" cy="803100"/>
          </a:xfrm>
        </p:grpSpPr>
        <p:sp>
          <p:nvSpPr>
            <p:cNvPr id="214" name="Google Shape;214;p34"/>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4"/>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4"/>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 name="Google Shape;217;p34"/>
          <p:cNvGrpSpPr/>
          <p:nvPr/>
        </p:nvGrpSpPr>
        <p:grpSpPr>
          <a:xfrm>
            <a:off x="405800" y="226100"/>
            <a:ext cx="741400" cy="748050"/>
            <a:chOff x="1549600" y="449100"/>
            <a:chExt cx="741400" cy="748050"/>
          </a:xfrm>
        </p:grpSpPr>
        <p:sp>
          <p:nvSpPr>
            <p:cNvPr id="218" name="Google Shape;218;p34"/>
            <p:cNvSpPr/>
            <p:nvPr/>
          </p:nvSpPr>
          <p:spPr>
            <a:xfrm>
              <a:off x="1549600" y="521650"/>
              <a:ext cx="675525" cy="675500"/>
            </a:xfrm>
            <a:custGeom>
              <a:avLst/>
              <a:gdLst/>
              <a:ahLst/>
              <a:cxnLst/>
              <a:rect l="l" t="t" r="r" b="b"/>
              <a:pathLst>
                <a:path w="27021" h="27020" extrusionOk="0">
                  <a:moveTo>
                    <a:pt x="13511" y="3403"/>
                  </a:moveTo>
                  <a:cubicBezTo>
                    <a:pt x="19081" y="3403"/>
                    <a:pt x="23618" y="7906"/>
                    <a:pt x="23618" y="13510"/>
                  </a:cubicBezTo>
                  <a:cubicBezTo>
                    <a:pt x="23618" y="19047"/>
                    <a:pt x="19115" y="23617"/>
                    <a:pt x="13511" y="23617"/>
                  </a:cubicBezTo>
                  <a:cubicBezTo>
                    <a:pt x="7973" y="23617"/>
                    <a:pt x="3437" y="19114"/>
                    <a:pt x="3437" y="13510"/>
                  </a:cubicBezTo>
                  <a:cubicBezTo>
                    <a:pt x="3437" y="7973"/>
                    <a:pt x="7940" y="3403"/>
                    <a:pt x="13511" y="3403"/>
                  </a:cubicBezTo>
                  <a:close/>
                  <a:moveTo>
                    <a:pt x="13511" y="0"/>
                  </a:moveTo>
                  <a:cubicBezTo>
                    <a:pt x="6072" y="0"/>
                    <a:pt x="1" y="6038"/>
                    <a:pt x="1" y="13510"/>
                  </a:cubicBezTo>
                  <a:cubicBezTo>
                    <a:pt x="1" y="20982"/>
                    <a:pt x="6072" y="27020"/>
                    <a:pt x="13511" y="27020"/>
                  </a:cubicBezTo>
                  <a:cubicBezTo>
                    <a:pt x="20983" y="27020"/>
                    <a:pt x="27020" y="20982"/>
                    <a:pt x="27020" y="13510"/>
                  </a:cubicBezTo>
                  <a:cubicBezTo>
                    <a:pt x="27020" y="6038"/>
                    <a:pt x="20983" y="0"/>
                    <a:pt x="13511"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4"/>
            <p:cNvSpPr/>
            <p:nvPr/>
          </p:nvSpPr>
          <p:spPr>
            <a:xfrm>
              <a:off x="1716400" y="688425"/>
              <a:ext cx="343600" cy="341950"/>
            </a:xfrm>
            <a:custGeom>
              <a:avLst/>
              <a:gdLst/>
              <a:ahLst/>
              <a:cxnLst/>
              <a:rect l="l" t="t" r="r" b="b"/>
              <a:pathLst>
                <a:path w="13744" h="13678" extrusionOk="0">
                  <a:moveTo>
                    <a:pt x="6839" y="3837"/>
                  </a:moveTo>
                  <a:cubicBezTo>
                    <a:pt x="8506" y="3837"/>
                    <a:pt x="9907" y="5171"/>
                    <a:pt x="9907" y="6872"/>
                  </a:cubicBezTo>
                  <a:cubicBezTo>
                    <a:pt x="9907" y="8507"/>
                    <a:pt x="8506" y="9875"/>
                    <a:pt x="6839" y="9875"/>
                  </a:cubicBezTo>
                  <a:cubicBezTo>
                    <a:pt x="5171" y="9875"/>
                    <a:pt x="3836" y="8540"/>
                    <a:pt x="3836" y="6872"/>
                  </a:cubicBezTo>
                  <a:cubicBezTo>
                    <a:pt x="3836" y="5205"/>
                    <a:pt x="5171" y="3837"/>
                    <a:pt x="6839" y="3837"/>
                  </a:cubicBezTo>
                  <a:close/>
                  <a:moveTo>
                    <a:pt x="6839" y="1"/>
                  </a:moveTo>
                  <a:cubicBezTo>
                    <a:pt x="3069" y="1"/>
                    <a:pt x="0" y="3103"/>
                    <a:pt x="0" y="6839"/>
                  </a:cubicBezTo>
                  <a:cubicBezTo>
                    <a:pt x="0" y="10642"/>
                    <a:pt x="3069" y="13677"/>
                    <a:pt x="6839" y="13677"/>
                  </a:cubicBezTo>
                  <a:cubicBezTo>
                    <a:pt x="10641" y="13677"/>
                    <a:pt x="13677" y="10575"/>
                    <a:pt x="13677" y="6839"/>
                  </a:cubicBezTo>
                  <a:cubicBezTo>
                    <a:pt x="13744" y="3036"/>
                    <a:pt x="10641" y="1"/>
                    <a:pt x="6839"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4"/>
            <p:cNvSpPr/>
            <p:nvPr/>
          </p:nvSpPr>
          <p:spPr>
            <a:xfrm>
              <a:off x="1877350" y="503100"/>
              <a:ext cx="361950" cy="363825"/>
            </a:xfrm>
            <a:custGeom>
              <a:avLst/>
              <a:gdLst/>
              <a:ahLst/>
              <a:cxnLst/>
              <a:rect l="l" t="t" r="r" b="b"/>
              <a:pathLst>
                <a:path w="14478" h="14553" extrusionOk="0">
                  <a:moveTo>
                    <a:pt x="14227" y="0"/>
                  </a:moveTo>
                  <a:cubicBezTo>
                    <a:pt x="14177" y="0"/>
                    <a:pt x="14127" y="25"/>
                    <a:pt x="14077" y="75"/>
                  </a:cubicBezTo>
                  <a:lnTo>
                    <a:pt x="67" y="14219"/>
                  </a:lnTo>
                  <a:cubicBezTo>
                    <a:pt x="0" y="14285"/>
                    <a:pt x="0" y="14419"/>
                    <a:pt x="67" y="14519"/>
                  </a:cubicBezTo>
                  <a:cubicBezTo>
                    <a:pt x="134" y="14552"/>
                    <a:pt x="200" y="14552"/>
                    <a:pt x="234" y="14552"/>
                  </a:cubicBezTo>
                  <a:cubicBezTo>
                    <a:pt x="267" y="14552"/>
                    <a:pt x="334" y="14552"/>
                    <a:pt x="367" y="14519"/>
                  </a:cubicBezTo>
                  <a:lnTo>
                    <a:pt x="14377" y="376"/>
                  </a:lnTo>
                  <a:cubicBezTo>
                    <a:pt x="14477" y="275"/>
                    <a:pt x="14477" y="142"/>
                    <a:pt x="14377" y="75"/>
                  </a:cubicBezTo>
                  <a:cubicBezTo>
                    <a:pt x="14327" y="25"/>
                    <a:pt x="14277" y="0"/>
                    <a:pt x="14227"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4"/>
            <p:cNvSpPr/>
            <p:nvPr/>
          </p:nvSpPr>
          <p:spPr>
            <a:xfrm>
              <a:off x="2187575" y="480775"/>
              <a:ext cx="74225" cy="74250"/>
            </a:xfrm>
            <a:custGeom>
              <a:avLst/>
              <a:gdLst/>
              <a:ahLst/>
              <a:cxnLst/>
              <a:rect l="l" t="t" r="r" b="b"/>
              <a:pathLst>
                <a:path w="2969" h="2970" extrusionOk="0">
                  <a:moveTo>
                    <a:pt x="234" y="1"/>
                  </a:moveTo>
                  <a:cubicBezTo>
                    <a:pt x="100" y="1"/>
                    <a:pt x="0" y="101"/>
                    <a:pt x="0" y="201"/>
                  </a:cubicBezTo>
                  <a:lnTo>
                    <a:pt x="0" y="2970"/>
                  </a:lnTo>
                  <a:lnTo>
                    <a:pt x="2769" y="2836"/>
                  </a:lnTo>
                  <a:cubicBezTo>
                    <a:pt x="2902" y="2836"/>
                    <a:pt x="2969" y="2770"/>
                    <a:pt x="2969" y="2636"/>
                  </a:cubicBezTo>
                  <a:cubicBezTo>
                    <a:pt x="2969" y="2503"/>
                    <a:pt x="2902" y="2436"/>
                    <a:pt x="2769" y="2436"/>
                  </a:cubicBezTo>
                  <a:lnTo>
                    <a:pt x="434" y="2569"/>
                  </a:lnTo>
                  <a:lnTo>
                    <a:pt x="434" y="201"/>
                  </a:lnTo>
                  <a:cubicBezTo>
                    <a:pt x="434" y="101"/>
                    <a:pt x="334" y="1"/>
                    <a:pt x="234"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4"/>
            <p:cNvSpPr/>
            <p:nvPr/>
          </p:nvSpPr>
          <p:spPr>
            <a:xfrm>
              <a:off x="2220100" y="449100"/>
              <a:ext cx="70900" cy="72575"/>
            </a:xfrm>
            <a:custGeom>
              <a:avLst/>
              <a:gdLst/>
              <a:ahLst/>
              <a:cxnLst/>
              <a:rect l="l" t="t" r="r" b="b"/>
              <a:pathLst>
                <a:path w="2836" h="2903" extrusionOk="0">
                  <a:moveTo>
                    <a:pt x="434" y="0"/>
                  </a:moveTo>
                  <a:cubicBezTo>
                    <a:pt x="334" y="0"/>
                    <a:pt x="200" y="67"/>
                    <a:pt x="200" y="201"/>
                  </a:cubicBezTo>
                  <a:lnTo>
                    <a:pt x="0" y="2902"/>
                  </a:lnTo>
                  <a:lnTo>
                    <a:pt x="0" y="2902"/>
                  </a:lnTo>
                  <a:lnTo>
                    <a:pt x="2635" y="2702"/>
                  </a:lnTo>
                  <a:cubicBezTo>
                    <a:pt x="2769" y="2702"/>
                    <a:pt x="2835" y="2602"/>
                    <a:pt x="2835" y="2502"/>
                  </a:cubicBezTo>
                  <a:cubicBezTo>
                    <a:pt x="2835" y="2369"/>
                    <a:pt x="2769" y="2269"/>
                    <a:pt x="2635" y="2269"/>
                  </a:cubicBezTo>
                  <a:lnTo>
                    <a:pt x="434" y="2402"/>
                  </a:lnTo>
                  <a:lnTo>
                    <a:pt x="634" y="201"/>
                  </a:lnTo>
                  <a:cubicBezTo>
                    <a:pt x="634" y="100"/>
                    <a:pt x="534" y="0"/>
                    <a:pt x="434"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3" name="Google Shape;223;p34"/>
          <p:cNvSpPr/>
          <p:nvPr/>
        </p:nvSpPr>
        <p:spPr>
          <a:xfrm>
            <a:off x="0" y="3906175"/>
            <a:ext cx="9144000" cy="1237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2">
  <p:cSld name="CUSTOM_14_1">
    <p:spTree>
      <p:nvGrpSpPr>
        <p:cNvPr id="1" name="Shape 224"/>
        <p:cNvGrpSpPr/>
        <p:nvPr/>
      </p:nvGrpSpPr>
      <p:grpSpPr>
        <a:xfrm>
          <a:off x="0" y="0"/>
          <a:ext cx="0" cy="0"/>
          <a:chOff x="0" y="0"/>
          <a:chExt cx="0" cy="0"/>
        </a:xfrm>
      </p:grpSpPr>
      <p:sp>
        <p:nvSpPr>
          <p:cNvPr id="225" name="Google Shape;225;p35"/>
          <p:cNvSpPr/>
          <p:nvPr/>
        </p:nvSpPr>
        <p:spPr>
          <a:xfrm>
            <a:off x="0" y="4570675"/>
            <a:ext cx="9144000" cy="57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6" name="Google Shape;226;p35"/>
          <p:cNvGrpSpPr/>
          <p:nvPr/>
        </p:nvGrpSpPr>
        <p:grpSpPr>
          <a:xfrm>
            <a:off x="4208325" y="878429"/>
            <a:ext cx="4891133" cy="3789517"/>
            <a:chOff x="-2139550" y="2500825"/>
            <a:chExt cx="6190524" cy="4796250"/>
          </a:xfrm>
        </p:grpSpPr>
        <p:sp>
          <p:nvSpPr>
            <p:cNvPr id="227" name="Google Shape;227;p35"/>
            <p:cNvSpPr/>
            <p:nvPr/>
          </p:nvSpPr>
          <p:spPr>
            <a:xfrm>
              <a:off x="-2139550" y="3097200"/>
              <a:ext cx="5635800" cy="4199875"/>
            </a:xfrm>
            <a:custGeom>
              <a:avLst/>
              <a:gdLst/>
              <a:ahLst/>
              <a:cxnLst/>
              <a:rect l="l" t="t" r="r" b="b"/>
              <a:pathLst>
                <a:path w="225432" h="167995" extrusionOk="0">
                  <a:moveTo>
                    <a:pt x="0" y="167995"/>
                  </a:moveTo>
                  <a:lnTo>
                    <a:pt x="90683" y="60923"/>
                  </a:lnTo>
                  <a:lnTo>
                    <a:pt x="119454" y="79133"/>
                  </a:lnTo>
                  <a:lnTo>
                    <a:pt x="156238" y="36157"/>
                  </a:lnTo>
                  <a:lnTo>
                    <a:pt x="180639" y="54731"/>
                  </a:lnTo>
                  <a:lnTo>
                    <a:pt x="225432" y="0"/>
                  </a:lnTo>
                </a:path>
              </a:pathLst>
            </a:custGeom>
            <a:noFill/>
            <a:ln w="152400" cap="flat" cmpd="sng">
              <a:solidFill>
                <a:schemeClr val="accent3"/>
              </a:solidFill>
              <a:prstDash val="solid"/>
              <a:miter lim="8000"/>
              <a:headEnd type="none" w="med" len="med"/>
              <a:tailEnd type="none" w="med" len="med"/>
            </a:ln>
          </p:spPr>
        </p:sp>
        <p:sp>
          <p:nvSpPr>
            <p:cNvPr id="228" name="Google Shape;228;p35"/>
            <p:cNvSpPr/>
            <p:nvPr/>
          </p:nvSpPr>
          <p:spPr>
            <a:xfrm rot="2161912">
              <a:off x="3352814" y="2604351"/>
              <a:ext cx="562020" cy="645548"/>
            </a:xfrm>
            <a:prstGeom prst="triangl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oogle Shape;229;p35"/>
          <p:cNvGrpSpPr/>
          <p:nvPr/>
        </p:nvGrpSpPr>
        <p:grpSpPr>
          <a:xfrm>
            <a:off x="5535650" y="1252350"/>
            <a:ext cx="961550" cy="803100"/>
            <a:chOff x="4781075" y="719300"/>
            <a:chExt cx="961550" cy="803100"/>
          </a:xfrm>
        </p:grpSpPr>
        <p:sp>
          <p:nvSpPr>
            <p:cNvPr id="230" name="Google Shape;230;p35"/>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5"/>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5"/>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 name="Google Shape;233;p35"/>
          <p:cNvGrpSpPr/>
          <p:nvPr/>
        </p:nvGrpSpPr>
        <p:grpSpPr>
          <a:xfrm>
            <a:off x="7103150" y="489225"/>
            <a:ext cx="741400" cy="748050"/>
            <a:chOff x="1549600" y="449100"/>
            <a:chExt cx="741400" cy="748050"/>
          </a:xfrm>
        </p:grpSpPr>
        <p:sp>
          <p:nvSpPr>
            <p:cNvPr id="234" name="Google Shape;234;p35"/>
            <p:cNvSpPr/>
            <p:nvPr/>
          </p:nvSpPr>
          <p:spPr>
            <a:xfrm>
              <a:off x="1549600" y="521650"/>
              <a:ext cx="675525" cy="675500"/>
            </a:xfrm>
            <a:custGeom>
              <a:avLst/>
              <a:gdLst/>
              <a:ahLst/>
              <a:cxnLst/>
              <a:rect l="l" t="t" r="r" b="b"/>
              <a:pathLst>
                <a:path w="27021" h="27020" extrusionOk="0">
                  <a:moveTo>
                    <a:pt x="13511" y="3403"/>
                  </a:moveTo>
                  <a:cubicBezTo>
                    <a:pt x="19081" y="3403"/>
                    <a:pt x="23618" y="7906"/>
                    <a:pt x="23618" y="13510"/>
                  </a:cubicBezTo>
                  <a:cubicBezTo>
                    <a:pt x="23618" y="19047"/>
                    <a:pt x="19115" y="23617"/>
                    <a:pt x="13511" y="23617"/>
                  </a:cubicBezTo>
                  <a:cubicBezTo>
                    <a:pt x="7973" y="23617"/>
                    <a:pt x="3437" y="19114"/>
                    <a:pt x="3437" y="13510"/>
                  </a:cubicBezTo>
                  <a:cubicBezTo>
                    <a:pt x="3437" y="7973"/>
                    <a:pt x="7940" y="3403"/>
                    <a:pt x="13511" y="3403"/>
                  </a:cubicBezTo>
                  <a:close/>
                  <a:moveTo>
                    <a:pt x="13511" y="0"/>
                  </a:moveTo>
                  <a:cubicBezTo>
                    <a:pt x="6072" y="0"/>
                    <a:pt x="1" y="6038"/>
                    <a:pt x="1" y="13510"/>
                  </a:cubicBezTo>
                  <a:cubicBezTo>
                    <a:pt x="1" y="20982"/>
                    <a:pt x="6072" y="27020"/>
                    <a:pt x="13511" y="27020"/>
                  </a:cubicBezTo>
                  <a:cubicBezTo>
                    <a:pt x="20983" y="27020"/>
                    <a:pt x="27020" y="20982"/>
                    <a:pt x="27020" y="13510"/>
                  </a:cubicBezTo>
                  <a:cubicBezTo>
                    <a:pt x="27020" y="6038"/>
                    <a:pt x="20983" y="0"/>
                    <a:pt x="13511"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5"/>
            <p:cNvSpPr/>
            <p:nvPr/>
          </p:nvSpPr>
          <p:spPr>
            <a:xfrm>
              <a:off x="1716400" y="688425"/>
              <a:ext cx="343600" cy="341950"/>
            </a:xfrm>
            <a:custGeom>
              <a:avLst/>
              <a:gdLst/>
              <a:ahLst/>
              <a:cxnLst/>
              <a:rect l="l" t="t" r="r" b="b"/>
              <a:pathLst>
                <a:path w="13744" h="13678" extrusionOk="0">
                  <a:moveTo>
                    <a:pt x="6839" y="3837"/>
                  </a:moveTo>
                  <a:cubicBezTo>
                    <a:pt x="8506" y="3837"/>
                    <a:pt x="9907" y="5171"/>
                    <a:pt x="9907" y="6872"/>
                  </a:cubicBezTo>
                  <a:cubicBezTo>
                    <a:pt x="9907" y="8507"/>
                    <a:pt x="8506" y="9875"/>
                    <a:pt x="6839" y="9875"/>
                  </a:cubicBezTo>
                  <a:cubicBezTo>
                    <a:pt x="5171" y="9875"/>
                    <a:pt x="3836" y="8540"/>
                    <a:pt x="3836" y="6872"/>
                  </a:cubicBezTo>
                  <a:cubicBezTo>
                    <a:pt x="3836" y="5205"/>
                    <a:pt x="5171" y="3837"/>
                    <a:pt x="6839" y="3837"/>
                  </a:cubicBezTo>
                  <a:close/>
                  <a:moveTo>
                    <a:pt x="6839" y="1"/>
                  </a:moveTo>
                  <a:cubicBezTo>
                    <a:pt x="3069" y="1"/>
                    <a:pt x="0" y="3103"/>
                    <a:pt x="0" y="6839"/>
                  </a:cubicBezTo>
                  <a:cubicBezTo>
                    <a:pt x="0" y="10642"/>
                    <a:pt x="3069" y="13677"/>
                    <a:pt x="6839" y="13677"/>
                  </a:cubicBezTo>
                  <a:cubicBezTo>
                    <a:pt x="10641" y="13677"/>
                    <a:pt x="13677" y="10575"/>
                    <a:pt x="13677" y="6839"/>
                  </a:cubicBezTo>
                  <a:cubicBezTo>
                    <a:pt x="13744" y="3036"/>
                    <a:pt x="10641" y="1"/>
                    <a:pt x="6839"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5"/>
            <p:cNvSpPr/>
            <p:nvPr/>
          </p:nvSpPr>
          <p:spPr>
            <a:xfrm>
              <a:off x="1877350" y="503100"/>
              <a:ext cx="361950" cy="363825"/>
            </a:xfrm>
            <a:custGeom>
              <a:avLst/>
              <a:gdLst/>
              <a:ahLst/>
              <a:cxnLst/>
              <a:rect l="l" t="t" r="r" b="b"/>
              <a:pathLst>
                <a:path w="14478" h="14553" extrusionOk="0">
                  <a:moveTo>
                    <a:pt x="14227" y="0"/>
                  </a:moveTo>
                  <a:cubicBezTo>
                    <a:pt x="14177" y="0"/>
                    <a:pt x="14127" y="25"/>
                    <a:pt x="14077" y="75"/>
                  </a:cubicBezTo>
                  <a:lnTo>
                    <a:pt x="67" y="14219"/>
                  </a:lnTo>
                  <a:cubicBezTo>
                    <a:pt x="0" y="14285"/>
                    <a:pt x="0" y="14419"/>
                    <a:pt x="67" y="14519"/>
                  </a:cubicBezTo>
                  <a:cubicBezTo>
                    <a:pt x="134" y="14552"/>
                    <a:pt x="200" y="14552"/>
                    <a:pt x="234" y="14552"/>
                  </a:cubicBezTo>
                  <a:cubicBezTo>
                    <a:pt x="267" y="14552"/>
                    <a:pt x="334" y="14552"/>
                    <a:pt x="367" y="14519"/>
                  </a:cubicBezTo>
                  <a:lnTo>
                    <a:pt x="14377" y="376"/>
                  </a:lnTo>
                  <a:cubicBezTo>
                    <a:pt x="14477" y="275"/>
                    <a:pt x="14477" y="142"/>
                    <a:pt x="14377" y="75"/>
                  </a:cubicBezTo>
                  <a:cubicBezTo>
                    <a:pt x="14327" y="25"/>
                    <a:pt x="14277" y="0"/>
                    <a:pt x="14227"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5"/>
            <p:cNvSpPr/>
            <p:nvPr/>
          </p:nvSpPr>
          <p:spPr>
            <a:xfrm>
              <a:off x="2187575" y="480775"/>
              <a:ext cx="74225" cy="74250"/>
            </a:xfrm>
            <a:custGeom>
              <a:avLst/>
              <a:gdLst/>
              <a:ahLst/>
              <a:cxnLst/>
              <a:rect l="l" t="t" r="r" b="b"/>
              <a:pathLst>
                <a:path w="2969" h="2970" extrusionOk="0">
                  <a:moveTo>
                    <a:pt x="234" y="1"/>
                  </a:moveTo>
                  <a:cubicBezTo>
                    <a:pt x="100" y="1"/>
                    <a:pt x="0" y="101"/>
                    <a:pt x="0" y="201"/>
                  </a:cubicBezTo>
                  <a:lnTo>
                    <a:pt x="0" y="2970"/>
                  </a:lnTo>
                  <a:lnTo>
                    <a:pt x="2769" y="2836"/>
                  </a:lnTo>
                  <a:cubicBezTo>
                    <a:pt x="2902" y="2836"/>
                    <a:pt x="2969" y="2770"/>
                    <a:pt x="2969" y="2636"/>
                  </a:cubicBezTo>
                  <a:cubicBezTo>
                    <a:pt x="2969" y="2503"/>
                    <a:pt x="2902" y="2436"/>
                    <a:pt x="2769" y="2436"/>
                  </a:cubicBezTo>
                  <a:lnTo>
                    <a:pt x="434" y="2569"/>
                  </a:lnTo>
                  <a:lnTo>
                    <a:pt x="434" y="201"/>
                  </a:lnTo>
                  <a:cubicBezTo>
                    <a:pt x="434" y="101"/>
                    <a:pt x="334" y="1"/>
                    <a:pt x="234"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5"/>
            <p:cNvSpPr/>
            <p:nvPr/>
          </p:nvSpPr>
          <p:spPr>
            <a:xfrm>
              <a:off x="2220100" y="449100"/>
              <a:ext cx="70900" cy="72575"/>
            </a:xfrm>
            <a:custGeom>
              <a:avLst/>
              <a:gdLst/>
              <a:ahLst/>
              <a:cxnLst/>
              <a:rect l="l" t="t" r="r" b="b"/>
              <a:pathLst>
                <a:path w="2836" h="2903" extrusionOk="0">
                  <a:moveTo>
                    <a:pt x="434" y="0"/>
                  </a:moveTo>
                  <a:cubicBezTo>
                    <a:pt x="334" y="0"/>
                    <a:pt x="200" y="67"/>
                    <a:pt x="200" y="201"/>
                  </a:cubicBezTo>
                  <a:lnTo>
                    <a:pt x="0" y="2902"/>
                  </a:lnTo>
                  <a:lnTo>
                    <a:pt x="0" y="2902"/>
                  </a:lnTo>
                  <a:lnTo>
                    <a:pt x="2635" y="2702"/>
                  </a:lnTo>
                  <a:cubicBezTo>
                    <a:pt x="2769" y="2702"/>
                    <a:pt x="2835" y="2602"/>
                    <a:pt x="2835" y="2502"/>
                  </a:cubicBezTo>
                  <a:cubicBezTo>
                    <a:pt x="2835" y="2369"/>
                    <a:pt x="2769" y="2269"/>
                    <a:pt x="2635" y="2269"/>
                  </a:cubicBezTo>
                  <a:lnTo>
                    <a:pt x="434" y="2402"/>
                  </a:lnTo>
                  <a:lnTo>
                    <a:pt x="634" y="201"/>
                  </a:lnTo>
                  <a:cubicBezTo>
                    <a:pt x="634" y="100"/>
                    <a:pt x="534" y="0"/>
                    <a:pt x="434"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63800"/>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3"/>
              </a:buClr>
              <a:buSzPts val="2500"/>
              <a:buFont typeface="Inter"/>
              <a:buNone/>
              <a:defRPr sz="2500" b="1">
                <a:solidFill>
                  <a:schemeClr val="accent3"/>
                </a:solidFill>
                <a:latin typeface="Inter"/>
                <a:ea typeface="Inter"/>
                <a:cs typeface="Inter"/>
                <a:sym typeface="Inter"/>
              </a:defRPr>
            </a:lvl1pPr>
            <a:lvl2pPr lvl="1">
              <a:spcBef>
                <a:spcPts val="0"/>
              </a:spcBef>
              <a:spcAft>
                <a:spcPts val="0"/>
              </a:spcAft>
              <a:buClr>
                <a:schemeClr val="accent3"/>
              </a:buClr>
              <a:buSzPts val="3000"/>
              <a:buFont typeface="DM Serif Text"/>
              <a:buNone/>
              <a:defRPr sz="3000" b="1">
                <a:solidFill>
                  <a:schemeClr val="accent3"/>
                </a:solidFill>
                <a:latin typeface="DM Serif Text"/>
                <a:ea typeface="DM Serif Text"/>
                <a:cs typeface="DM Serif Text"/>
                <a:sym typeface="DM Serif Text"/>
              </a:defRPr>
            </a:lvl2pPr>
            <a:lvl3pPr lvl="2">
              <a:spcBef>
                <a:spcPts val="0"/>
              </a:spcBef>
              <a:spcAft>
                <a:spcPts val="0"/>
              </a:spcAft>
              <a:buClr>
                <a:schemeClr val="accent3"/>
              </a:buClr>
              <a:buSzPts val="3000"/>
              <a:buFont typeface="DM Serif Text"/>
              <a:buNone/>
              <a:defRPr sz="3000" b="1">
                <a:solidFill>
                  <a:schemeClr val="accent3"/>
                </a:solidFill>
                <a:latin typeface="DM Serif Text"/>
                <a:ea typeface="DM Serif Text"/>
                <a:cs typeface="DM Serif Text"/>
                <a:sym typeface="DM Serif Text"/>
              </a:defRPr>
            </a:lvl3pPr>
            <a:lvl4pPr lvl="3">
              <a:spcBef>
                <a:spcPts val="0"/>
              </a:spcBef>
              <a:spcAft>
                <a:spcPts val="0"/>
              </a:spcAft>
              <a:buClr>
                <a:schemeClr val="accent3"/>
              </a:buClr>
              <a:buSzPts val="3000"/>
              <a:buFont typeface="DM Serif Text"/>
              <a:buNone/>
              <a:defRPr sz="3000" b="1">
                <a:solidFill>
                  <a:schemeClr val="accent3"/>
                </a:solidFill>
                <a:latin typeface="DM Serif Text"/>
                <a:ea typeface="DM Serif Text"/>
                <a:cs typeface="DM Serif Text"/>
                <a:sym typeface="DM Serif Text"/>
              </a:defRPr>
            </a:lvl4pPr>
            <a:lvl5pPr lvl="4">
              <a:spcBef>
                <a:spcPts val="0"/>
              </a:spcBef>
              <a:spcAft>
                <a:spcPts val="0"/>
              </a:spcAft>
              <a:buClr>
                <a:schemeClr val="accent3"/>
              </a:buClr>
              <a:buSzPts val="3000"/>
              <a:buFont typeface="DM Serif Text"/>
              <a:buNone/>
              <a:defRPr sz="3000" b="1">
                <a:solidFill>
                  <a:schemeClr val="accent3"/>
                </a:solidFill>
                <a:latin typeface="DM Serif Text"/>
                <a:ea typeface="DM Serif Text"/>
                <a:cs typeface="DM Serif Text"/>
                <a:sym typeface="DM Serif Text"/>
              </a:defRPr>
            </a:lvl5pPr>
            <a:lvl6pPr lvl="5">
              <a:spcBef>
                <a:spcPts val="0"/>
              </a:spcBef>
              <a:spcAft>
                <a:spcPts val="0"/>
              </a:spcAft>
              <a:buClr>
                <a:schemeClr val="accent3"/>
              </a:buClr>
              <a:buSzPts val="3000"/>
              <a:buFont typeface="DM Serif Text"/>
              <a:buNone/>
              <a:defRPr sz="3000" b="1">
                <a:solidFill>
                  <a:schemeClr val="accent3"/>
                </a:solidFill>
                <a:latin typeface="DM Serif Text"/>
                <a:ea typeface="DM Serif Text"/>
                <a:cs typeface="DM Serif Text"/>
                <a:sym typeface="DM Serif Text"/>
              </a:defRPr>
            </a:lvl6pPr>
            <a:lvl7pPr lvl="6">
              <a:spcBef>
                <a:spcPts val="0"/>
              </a:spcBef>
              <a:spcAft>
                <a:spcPts val="0"/>
              </a:spcAft>
              <a:buClr>
                <a:schemeClr val="accent3"/>
              </a:buClr>
              <a:buSzPts val="3000"/>
              <a:buFont typeface="DM Serif Text"/>
              <a:buNone/>
              <a:defRPr sz="3000" b="1">
                <a:solidFill>
                  <a:schemeClr val="accent3"/>
                </a:solidFill>
                <a:latin typeface="DM Serif Text"/>
                <a:ea typeface="DM Serif Text"/>
                <a:cs typeface="DM Serif Text"/>
                <a:sym typeface="DM Serif Text"/>
              </a:defRPr>
            </a:lvl7pPr>
            <a:lvl8pPr lvl="7">
              <a:spcBef>
                <a:spcPts val="0"/>
              </a:spcBef>
              <a:spcAft>
                <a:spcPts val="0"/>
              </a:spcAft>
              <a:buClr>
                <a:schemeClr val="accent3"/>
              </a:buClr>
              <a:buSzPts val="3000"/>
              <a:buFont typeface="DM Serif Text"/>
              <a:buNone/>
              <a:defRPr sz="3000" b="1">
                <a:solidFill>
                  <a:schemeClr val="accent3"/>
                </a:solidFill>
                <a:latin typeface="DM Serif Text"/>
                <a:ea typeface="DM Serif Text"/>
                <a:cs typeface="DM Serif Text"/>
                <a:sym typeface="DM Serif Text"/>
              </a:defRPr>
            </a:lvl8pPr>
            <a:lvl9pPr lvl="8">
              <a:spcBef>
                <a:spcPts val="0"/>
              </a:spcBef>
              <a:spcAft>
                <a:spcPts val="0"/>
              </a:spcAft>
              <a:buClr>
                <a:schemeClr val="accent3"/>
              </a:buClr>
              <a:buSzPts val="3000"/>
              <a:buFont typeface="DM Serif Text"/>
              <a:buNone/>
              <a:defRPr sz="3000" b="1">
                <a:solidFill>
                  <a:schemeClr val="accent3"/>
                </a:solidFill>
                <a:latin typeface="DM Serif Text"/>
                <a:ea typeface="DM Serif Text"/>
                <a:cs typeface="DM Serif Text"/>
                <a:sym typeface="DM Serif Text"/>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1pPr>
            <a:lvl2pPr marL="914400" lvl="1" indent="-317500">
              <a:lnSpc>
                <a:spcPct val="100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2pPr>
            <a:lvl3pPr marL="1371600" lvl="2" indent="-317500">
              <a:lnSpc>
                <a:spcPct val="100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3pPr>
            <a:lvl4pPr marL="1828800" lvl="3" indent="-317500">
              <a:lnSpc>
                <a:spcPct val="100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4pPr>
            <a:lvl5pPr marL="2286000" lvl="4" indent="-317500">
              <a:lnSpc>
                <a:spcPct val="100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5pPr>
            <a:lvl6pPr marL="2743200" lvl="5" indent="-317500">
              <a:lnSpc>
                <a:spcPct val="100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6pPr>
            <a:lvl7pPr marL="3200400" lvl="6" indent="-317500">
              <a:lnSpc>
                <a:spcPct val="100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7pPr>
            <a:lvl8pPr marL="3657600" lvl="7" indent="-317500">
              <a:lnSpc>
                <a:spcPct val="100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8pPr>
            <a:lvl9pPr marL="4114800" lvl="8" indent="-317500">
              <a:lnSpc>
                <a:spcPct val="100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8"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0" r:id="rId31"/>
    <p:sldLayoutId id="2147483681" r:id="rId3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36.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hyperlink" Target="https://docs.google.com/spreadsheets/d/1YzyyGa9s3Hw_x-ygoxbP6yDZAvqheG2PAGytOdaN3nc/copy#gid=1147998531"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hyperlink" Target="https://docs.google.com/spreadsheets/d/1YzyyGa9s3Hw_x-ygoxbP6yDZAvqheG2PAGytOdaN3nc/copy#gid=0" TargetMode="External"/><Relationship Id="rId2" Type="http://schemas.openxmlformats.org/officeDocument/2006/relationships/notesSlide" Target="../notesSlides/notesSlide24.xml"/><Relationship Id="rId1" Type="http://schemas.openxmlformats.org/officeDocument/2006/relationships/slideLayout" Target="../slideLayouts/slideLayout5.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8.xml"/><Relationship Id="rId1" Type="http://schemas.openxmlformats.org/officeDocument/2006/relationships/slideLayout" Target="../slideLayouts/slideLayout22.xml"/><Relationship Id="rId5" Type="http://schemas.openxmlformats.org/officeDocument/2006/relationships/image" Target="../media/image10.jpg"/><Relationship Id="rId4" Type="http://schemas.openxmlformats.org/officeDocument/2006/relationships/image" Target="../media/image9.jp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grpSp>
        <p:nvGrpSpPr>
          <p:cNvPr id="249" name="Google Shape;249;p39"/>
          <p:cNvGrpSpPr/>
          <p:nvPr/>
        </p:nvGrpSpPr>
        <p:grpSpPr>
          <a:xfrm>
            <a:off x="3860759" y="1464190"/>
            <a:ext cx="5094190" cy="2935926"/>
            <a:chOff x="12553" y="1292880"/>
            <a:chExt cx="6347900" cy="3658475"/>
          </a:xfrm>
        </p:grpSpPr>
        <p:sp>
          <p:nvSpPr>
            <p:cNvPr id="250" name="Google Shape;250;p39"/>
            <p:cNvSpPr/>
            <p:nvPr/>
          </p:nvSpPr>
          <p:spPr>
            <a:xfrm>
              <a:off x="12553" y="1292880"/>
              <a:ext cx="6347900" cy="3658475"/>
            </a:xfrm>
            <a:custGeom>
              <a:avLst/>
              <a:gdLst/>
              <a:ahLst/>
              <a:cxnLst/>
              <a:rect l="l" t="t" r="r" b="b"/>
              <a:pathLst>
                <a:path w="253916" h="146339" extrusionOk="0">
                  <a:moveTo>
                    <a:pt x="253916" y="1"/>
                  </a:moveTo>
                  <a:lnTo>
                    <a:pt x="223060" y="16246"/>
                  </a:lnTo>
                  <a:lnTo>
                    <a:pt x="230999" y="22517"/>
                  </a:lnTo>
                  <a:lnTo>
                    <a:pt x="205548" y="53739"/>
                  </a:lnTo>
                  <a:lnTo>
                    <a:pt x="171790" y="29589"/>
                  </a:lnTo>
                  <a:lnTo>
                    <a:pt x="119253" y="84628"/>
                  </a:lnTo>
                  <a:lnTo>
                    <a:pt x="77957" y="60878"/>
                  </a:lnTo>
                  <a:lnTo>
                    <a:pt x="1" y="129260"/>
                  </a:lnTo>
                  <a:lnTo>
                    <a:pt x="1" y="146339"/>
                  </a:lnTo>
                  <a:lnTo>
                    <a:pt x="79625" y="72553"/>
                  </a:lnTo>
                  <a:lnTo>
                    <a:pt x="119453" y="97070"/>
                  </a:lnTo>
                  <a:lnTo>
                    <a:pt x="173225" y="43132"/>
                  </a:lnTo>
                  <a:lnTo>
                    <a:pt x="207216" y="67316"/>
                  </a:lnTo>
                  <a:lnTo>
                    <a:pt x="238905" y="28555"/>
                  </a:lnTo>
                  <a:lnTo>
                    <a:pt x="246410" y="34592"/>
                  </a:lnTo>
                  <a:lnTo>
                    <a:pt x="25391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9"/>
            <p:cNvSpPr/>
            <p:nvPr/>
          </p:nvSpPr>
          <p:spPr>
            <a:xfrm>
              <a:off x="1752153" y="2756480"/>
              <a:ext cx="437000" cy="398500"/>
            </a:xfrm>
            <a:custGeom>
              <a:avLst/>
              <a:gdLst/>
              <a:ahLst/>
              <a:cxnLst/>
              <a:rect l="l" t="t" r="r" b="b"/>
              <a:pathLst>
                <a:path w="17480" h="15940" extrusionOk="0">
                  <a:moveTo>
                    <a:pt x="8745" y="1"/>
                  </a:moveTo>
                  <a:cubicBezTo>
                    <a:pt x="5120" y="1"/>
                    <a:pt x="1834" y="2495"/>
                    <a:pt x="1001" y="6203"/>
                  </a:cubicBezTo>
                  <a:cubicBezTo>
                    <a:pt x="0" y="10506"/>
                    <a:pt x="2702" y="14743"/>
                    <a:pt x="7005" y="15743"/>
                  </a:cubicBezTo>
                  <a:cubicBezTo>
                    <a:pt x="7591" y="15876"/>
                    <a:pt x="8177" y="15940"/>
                    <a:pt x="8754" y="15940"/>
                  </a:cubicBezTo>
                  <a:cubicBezTo>
                    <a:pt x="12384" y="15940"/>
                    <a:pt x="15677" y="13423"/>
                    <a:pt x="16512" y="9739"/>
                  </a:cubicBezTo>
                  <a:cubicBezTo>
                    <a:pt x="17479" y="5436"/>
                    <a:pt x="14811" y="1166"/>
                    <a:pt x="10508" y="199"/>
                  </a:cubicBezTo>
                  <a:cubicBezTo>
                    <a:pt x="9917" y="65"/>
                    <a:pt x="9327" y="1"/>
                    <a:pt x="87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9"/>
            <p:cNvSpPr/>
            <p:nvPr/>
          </p:nvSpPr>
          <p:spPr>
            <a:xfrm>
              <a:off x="4107978" y="1999130"/>
              <a:ext cx="452850" cy="398475"/>
            </a:xfrm>
            <a:custGeom>
              <a:avLst/>
              <a:gdLst/>
              <a:ahLst/>
              <a:cxnLst/>
              <a:rect l="l" t="t" r="r" b="b"/>
              <a:pathLst>
                <a:path w="18114" h="15939" extrusionOk="0">
                  <a:moveTo>
                    <a:pt x="9058" y="1"/>
                  </a:moveTo>
                  <a:cubicBezTo>
                    <a:pt x="8027" y="1"/>
                    <a:pt x="6980" y="205"/>
                    <a:pt x="5972" y="638"/>
                  </a:cubicBezTo>
                  <a:cubicBezTo>
                    <a:pt x="1902" y="2339"/>
                    <a:pt x="1" y="7009"/>
                    <a:pt x="1702" y="11046"/>
                  </a:cubicBezTo>
                  <a:cubicBezTo>
                    <a:pt x="2981" y="14104"/>
                    <a:pt x="5937" y="15938"/>
                    <a:pt x="9054" y="15938"/>
                  </a:cubicBezTo>
                  <a:cubicBezTo>
                    <a:pt x="10084" y="15938"/>
                    <a:pt x="11132" y="15738"/>
                    <a:pt x="12143" y="15315"/>
                  </a:cubicBezTo>
                  <a:cubicBezTo>
                    <a:pt x="16179" y="13614"/>
                    <a:pt x="18114" y="8944"/>
                    <a:pt x="16379" y="4875"/>
                  </a:cubicBezTo>
                  <a:cubicBezTo>
                    <a:pt x="15103" y="1846"/>
                    <a:pt x="12155" y="1"/>
                    <a:pt x="90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3" name="Google Shape;253;p39"/>
          <p:cNvSpPr/>
          <p:nvPr/>
        </p:nvSpPr>
        <p:spPr>
          <a:xfrm>
            <a:off x="5175663" y="3968725"/>
            <a:ext cx="3467100" cy="4314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9"/>
          <p:cNvSpPr txBox="1">
            <a:spLocks noGrp="1"/>
          </p:cNvSpPr>
          <p:nvPr>
            <p:ph type="subTitle" idx="1"/>
          </p:nvPr>
        </p:nvSpPr>
        <p:spPr>
          <a:xfrm>
            <a:off x="748775" y="4070100"/>
            <a:ext cx="3919800" cy="402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“Here is where your presentation begins”</a:t>
            </a:r>
            <a:endParaRPr/>
          </a:p>
        </p:txBody>
      </p:sp>
      <p:sp>
        <p:nvSpPr>
          <p:cNvPr id="255" name="Google Shape;255;p39"/>
          <p:cNvSpPr txBox="1">
            <a:spLocks noGrp="1"/>
          </p:cNvSpPr>
          <p:nvPr>
            <p:ph type="ctrTitle"/>
          </p:nvPr>
        </p:nvSpPr>
        <p:spPr>
          <a:xfrm>
            <a:off x="720000" y="463800"/>
            <a:ext cx="3467100" cy="3163800"/>
          </a:xfrm>
          <a:prstGeom prst="rect">
            <a:avLst/>
          </a:prstGeom>
        </p:spPr>
        <p:txBody>
          <a:bodyPr spcFirstLastPara="1" wrap="square" lIns="91425" tIns="45700" rIns="0" bIns="91425" anchor="ctr" anchorCtr="0">
            <a:noAutofit/>
          </a:bodyPr>
          <a:lstStyle/>
          <a:p>
            <a:pPr marL="0" lvl="0" indent="0" algn="l" rtl="0">
              <a:spcBef>
                <a:spcPts val="0"/>
              </a:spcBef>
              <a:spcAft>
                <a:spcPts val="0"/>
              </a:spcAft>
              <a:buClr>
                <a:schemeClr val="dk1"/>
              </a:buClr>
              <a:buSzPts val="1100"/>
              <a:buFont typeface="Arial"/>
              <a:buNone/>
            </a:pPr>
            <a:r>
              <a:rPr lang="en">
                <a:solidFill>
                  <a:schemeClr val="dk2"/>
                </a:solidFill>
              </a:rPr>
              <a:t>GAP</a:t>
            </a:r>
            <a:r>
              <a:rPr lang="en" sz="5100"/>
              <a:t> ANALYSIS THEME </a:t>
            </a:r>
            <a:r>
              <a:rPr lang="en" sz="3600"/>
              <a:t>FOR BUSINESS</a:t>
            </a:r>
            <a:endParaRPr sz="3600" i="1">
              <a:latin typeface="Inter"/>
              <a:ea typeface="Inter"/>
              <a:cs typeface="Inter"/>
              <a:sym typeface="Inter"/>
            </a:endParaRPr>
          </a:p>
        </p:txBody>
      </p:sp>
      <p:grpSp>
        <p:nvGrpSpPr>
          <p:cNvPr id="256" name="Google Shape;256;p39"/>
          <p:cNvGrpSpPr/>
          <p:nvPr/>
        </p:nvGrpSpPr>
        <p:grpSpPr>
          <a:xfrm>
            <a:off x="5094239" y="546692"/>
            <a:ext cx="3629928" cy="3674962"/>
            <a:chOff x="5094239" y="546692"/>
            <a:chExt cx="3629928" cy="3674962"/>
          </a:xfrm>
        </p:grpSpPr>
        <p:sp>
          <p:nvSpPr>
            <p:cNvPr id="257" name="Google Shape;257;p39"/>
            <p:cNvSpPr/>
            <p:nvPr/>
          </p:nvSpPr>
          <p:spPr>
            <a:xfrm>
              <a:off x="7110641" y="3258613"/>
              <a:ext cx="358055" cy="839234"/>
            </a:xfrm>
            <a:custGeom>
              <a:avLst/>
              <a:gdLst/>
              <a:ahLst/>
              <a:cxnLst/>
              <a:rect l="l" t="t" r="r" b="b"/>
              <a:pathLst>
                <a:path w="17847" h="41831" fill="none" extrusionOk="0">
                  <a:moveTo>
                    <a:pt x="0" y="41830"/>
                  </a:moveTo>
                  <a:cubicBezTo>
                    <a:pt x="0" y="41830"/>
                    <a:pt x="634" y="19681"/>
                    <a:pt x="17846" y="0"/>
                  </a:cubicBezTo>
                </a:path>
              </a:pathLst>
            </a:custGeom>
            <a:noFill/>
            <a:ln w="28350" cap="flat" cmpd="sng">
              <a:solidFill>
                <a:srgbClr val="14723A"/>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9"/>
            <p:cNvSpPr/>
            <p:nvPr/>
          </p:nvSpPr>
          <p:spPr>
            <a:xfrm>
              <a:off x="6174384" y="3478779"/>
              <a:ext cx="1445543" cy="724136"/>
            </a:xfrm>
            <a:custGeom>
              <a:avLst/>
              <a:gdLst/>
              <a:ahLst/>
              <a:cxnLst/>
              <a:rect l="l" t="t" r="r" b="b"/>
              <a:pathLst>
                <a:path w="72052" h="36094" extrusionOk="0">
                  <a:moveTo>
                    <a:pt x="0" y="1"/>
                  </a:moveTo>
                  <a:lnTo>
                    <a:pt x="0" y="31423"/>
                  </a:lnTo>
                  <a:cubicBezTo>
                    <a:pt x="0" y="34025"/>
                    <a:pt x="16145" y="36093"/>
                    <a:pt x="36026" y="36093"/>
                  </a:cubicBezTo>
                  <a:cubicBezTo>
                    <a:pt x="55907" y="36093"/>
                    <a:pt x="72052" y="34025"/>
                    <a:pt x="72052" y="31423"/>
                  </a:cubicBezTo>
                  <a:lnTo>
                    <a:pt x="7205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9"/>
            <p:cNvSpPr/>
            <p:nvPr/>
          </p:nvSpPr>
          <p:spPr>
            <a:xfrm>
              <a:off x="6174384" y="3385087"/>
              <a:ext cx="1445543" cy="187404"/>
            </a:xfrm>
            <a:custGeom>
              <a:avLst/>
              <a:gdLst/>
              <a:ahLst/>
              <a:cxnLst/>
              <a:rect l="l" t="t" r="r" b="b"/>
              <a:pathLst>
                <a:path w="72052" h="9341" extrusionOk="0">
                  <a:moveTo>
                    <a:pt x="36026" y="1"/>
                  </a:moveTo>
                  <a:cubicBezTo>
                    <a:pt x="16145" y="1"/>
                    <a:pt x="0" y="2069"/>
                    <a:pt x="0" y="4671"/>
                  </a:cubicBezTo>
                  <a:cubicBezTo>
                    <a:pt x="0" y="7239"/>
                    <a:pt x="16145" y="9341"/>
                    <a:pt x="36026" y="9341"/>
                  </a:cubicBezTo>
                  <a:cubicBezTo>
                    <a:pt x="55907" y="9341"/>
                    <a:pt x="72052" y="7239"/>
                    <a:pt x="72052" y="4671"/>
                  </a:cubicBezTo>
                  <a:cubicBezTo>
                    <a:pt x="72052" y="2069"/>
                    <a:pt x="55907" y="1"/>
                    <a:pt x="360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9"/>
            <p:cNvSpPr/>
            <p:nvPr/>
          </p:nvSpPr>
          <p:spPr>
            <a:xfrm>
              <a:off x="6606711" y="3441303"/>
              <a:ext cx="580910" cy="74974"/>
            </a:xfrm>
            <a:custGeom>
              <a:avLst/>
              <a:gdLst/>
              <a:ahLst/>
              <a:cxnLst/>
              <a:rect l="l" t="t" r="r" b="b"/>
              <a:pathLst>
                <a:path w="28955" h="3737" extrusionOk="0">
                  <a:moveTo>
                    <a:pt x="14477" y="1"/>
                  </a:moveTo>
                  <a:cubicBezTo>
                    <a:pt x="6471" y="1"/>
                    <a:pt x="0" y="835"/>
                    <a:pt x="0" y="1869"/>
                  </a:cubicBezTo>
                  <a:cubicBezTo>
                    <a:pt x="0" y="2903"/>
                    <a:pt x="6471" y="3737"/>
                    <a:pt x="14477" y="3737"/>
                  </a:cubicBezTo>
                  <a:cubicBezTo>
                    <a:pt x="22483" y="3737"/>
                    <a:pt x="28954" y="2903"/>
                    <a:pt x="28954" y="1869"/>
                  </a:cubicBezTo>
                  <a:cubicBezTo>
                    <a:pt x="28954" y="835"/>
                    <a:pt x="22483" y="1"/>
                    <a:pt x="144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9"/>
            <p:cNvSpPr/>
            <p:nvPr/>
          </p:nvSpPr>
          <p:spPr>
            <a:xfrm>
              <a:off x="5519203" y="1234187"/>
              <a:ext cx="490568" cy="229936"/>
            </a:xfrm>
            <a:custGeom>
              <a:avLst/>
              <a:gdLst/>
              <a:ahLst/>
              <a:cxnLst/>
              <a:rect l="l" t="t" r="r" b="b"/>
              <a:pathLst>
                <a:path w="24452" h="11461" extrusionOk="0">
                  <a:moveTo>
                    <a:pt x="21516" y="1"/>
                  </a:moveTo>
                  <a:cubicBezTo>
                    <a:pt x="20749" y="1135"/>
                    <a:pt x="19281" y="468"/>
                    <a:pt x="12576" y="1835"/>
                  </a:cubicBezTo>
                  <a:cubicBezTo>
                    <a:pt x="5905" y="3270"/>
                    <a:pt x="1" y="8874"/>
                    <a:pt x="1" y="8874"/>
                  </a:cubicBezTo>
                  <a:cubicBezTo>
                    <a:pt x="1049" y="8463"/>
                    <a:pt x="2373" y="8296"/>
                    <a:pt x="3842" y="8296"/>
                  </a:cubicBezTo>
                  <a:cubicBezTo>
                    <a:pt x="9526" y="8296"/>
                    <a:pt x="17383" y="10785"/>
                    <a:pt x="19848" y="11209"/>
                  </a:cubicBezTo>
                  <a:cubicBezTo>
                    <a:pt x="20893" y="11398"/>
                    <a:pt x="21753" y="11461"/>
                    <a:pt x="22435" y="11461"/>
                  </a:cubicBezTo>
                  <a:cubicBezTo>
                    <a:pt x="23799" y="11461"/>
                    <a:pt x="24452" y="11209"/>
                    <a:pt x="24452" y="11209"/>
                  </a:cubicBezTo>
                  <a:cubicBezTo>
                    <a:pt x="23684" y="5838"/>
                    <a:pt x="21516" y="1"/>
                    <a:pt x="215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9"/>
            <p:cNvSpPr/>
            <p:nvPr/>
          </p:nvSpPr>
          <p:spPr>
            <a:xfrm>
              <a:off x="5886608" y="1234187"/>
              <a:ext cx="123164" cy="224881"/>
            </a:xfrm>
            <a:custGeom>
              <a:avLst/>
              <a:gdLst/>
              <a:ahLst/>
              <a:cxnLst/>
              <a:rect l="l" t="t" r="r" b="b"/>
              <a:pathLst>
                <a:path w="6139" h="11209" extrusionOk="0">
                  <a:moveTo>
                    <a:pt x="3203" y="1"/>
                  </a:moveTo>
                  <a:cubicBezTo>
                    <a:pt x="2703" y="668"/>
                    <a:pt x="2002" y="701"/>
                    <a:pt x="1" y="935"/>
                  </a:cubicBezTo>
                  <a:lnTo>
                    <a:pt x="2369" y="9474"/>
                  </a:lnTo>
                  <a:cubicBezTo>
                    <a:pt x="2403" y="10175"/>
                    <a:pt x="5471" y="10041"/>
                    <a:pt x="6139" y="11209"/>
                  </a:cubicBezTo>
                  <a:cubicBezTo>
                    <a:pt x="5371" y="5838"/>
                    <a:pt x="3203" y="1"/>
                    <a:pt x="3203" y="1"/>
                  </a:cubicBezTo>
                  <a:close/>
                </a:path>
              </a:pathLst>
            </a:custGeom>
            <a:solidFill>
              <a:srgbClr val="AA2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9"/>
            <p:cNvSpPr/>
            <p:nvPr/>
          </p:nvSpPr>
          <p:spPr>
            <a:xfrm>
              <a:off x="5861189" y="1076094"/>
              <a:ext cx="370775" cy="347623"/>
            </a:xfrm>
            <a:custGeom>
              <a:avLst/>
              <a:gdLst/>
              <a:ahLst/>
              <a:cxnLst/>
              <a:rect l="l" t="t" r="r" b="b"/>
              <a:pathLst>
                <a:path w="18481" h="17327" extrusionOk="0">
                  <a:moveTo>
                    <a:pt x="12823" y="0"/>
                  </a:moveTo>
                  <a:cubicBezTo>
                    <a:pt x="11663" y="0"/>
                    <a:pt x="10358" y="75"/>
                    <a:pt x="8940" y="275"/>
                  </a:cubicBezTo>
                  <a:cubicBezTo>
                    <a:pt x="3269" y="1109"/>
                    <a:pt x="0" y="3611"/>
                    <a:pt x="0" y="3945"/>
                  </a:cubicBezTo>
                  <a:cubicBezTo>
                    <a:pt x="0" y="4278"/>
                    <a:pt x="3469" y="17187"/>
                    <a:pt x="3603" y="17321"/>
                  </a:cubicBezTo>
                  <a:cubicBezTo>
                    <a:pt x="3608" y="17325"/>
                    <a:pt x="3613" y="17326"/>
                    <a:pt x="3619" y="17326"/>
                  </a:cubicBezTo>
                  <a:cubicBezTo>
                    <a:pt x="3750" y="17326"/>
                    <a:pt x="4094" y="16358"/>
                    <a:pt x="7196" y="16358"/>
                  </a:cubicBezTo>
                  <a:cubicBezTo>
                    <a:pt x="7495" y="16358"/>
                    <a:pt x="7820" y="16367"/>
                    <a:pt x="8173" y="16387"/>
                  </a:cubicBezTo>
                  <a:cubicBezTo>
                    <a:pt x="10800" y="16550"/>
                    <a:pt x="12846" y="16603"/>
                    <a:pt x="14397" y="16603"/>
                  </a:cubicBezTo>
                  <a:cubicBezTo>
                    <a:pt x="17277" y="16603"/>
                    <a:pt x="18447" y="16420"/>
                    <a:pt x="18447" y="16420"/>
                  </a:cubicBezTo>
                  <a:lnTo>
                    <a:pt x="18447" y="676"/>
                  </a:lnTo>
                  <a:lnTo>
                    <a:pt x="18480" y="676"/>
                  </a:lnTo>
                  <a:cubicBezTo>
                    <a:pt x="18480" y="676"/>
                    <a:pt x="16304" y="0"/>
                    <a:pt x="128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9"/>
            <p:cNvSpPr/>
            <p:nvPr/>
          </p:nvSpPr>
          <p:spPr>
            <a:xfrm>
              <a:off x="6231944" y="1070898"/>
              <a:ext cx="20" cy="2108087"/>
            </a:xfrm>
            <a:custGeom>
              <a:avLst/>
              <a:gdLst/>
              <a:ahLst/>
              <a:cxnLst/>
              <a:rect l="l" t="t" r="r" b="b"/>
              <a:pathLst>
                <a:path w="1" h="105076" fill="none" extrusionOk="0">
                  <a:moveTo>
                    <a:pt x="0" y="1"/>
                  </a:moveTo>
                  <a:lnTo>
                    <a:pt x="0" y="105076"/>
                  </a:lnTo>
                </a:path>
              </a:pathLst>
            </a:custGeom>
            <a:noFill/>
            <a:ln w="14175"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9"/>
            <p:cNvSpPr/>
            <p:nvPr/>
          </p:nvSpPr>
          <p:spPr>
            <a:xfrm>
              <a:off x="6542531" y="2719213"/>
              <a:ext cx="240870" cy="784845"/>
            </a:xfrm>
            <a:custGeom>
              <a:avLst/>
              <a:gdLst/>
              <a:ahLst/>
              <a:cxnLst/>
              <a:rect l="l" t="t" r="r" b="b"/>
              <a:pathLst>
                <a:path w="12006" h="39120" extrusionOk="0">
                  <a:moveTo>
                    <a:pt x="3666" y="0"/>
                  </a:moveTo>
                  <a:lnTo>
                    <a:pt x="3666" y="67"/>
                  </a:lnTo>
                  <a:lnTo>
                    <a:pt x="3669" y="67"/>
                  </a:lnTo>
                  <a:cubicBezTo>
                    <a:pt x="3667" y="23"/>
                    <a:pt x="3666" y="0"/>
                    <a:pt x="3666" y="0"/>
                  </a:cubicBezTo>
                  <a:close/>
                  <a:moveTo>
                    <a:pt x="3669" y="67"/>
                  </a:moveTo>
                  <a:lnTo>
                    <a:pt x="3669" y="67"/>
                  </a:lnTo>
                  <a:cubicBezTo>
                    <a:pt x="3735" y="1624"/>
                    <a:pt x="4934" y="29920"/>
                    <a:pt x="4934" y="31023"/>
                  </a:cubicBezTo>
                  <a:cubicBezTo>
                    <a:pt x="4934" y="32157"/>
                    <a:pt x="2999" y="37194"/>
                    <a:pt x="2999" y="37194"/>
                  </a:cubicBezTo>
                  <a:cubicBezTo>
                    <a:pt x="2999" y="37194"/>
                    <a:pt x="1164" y="37861"/>
                    <a:pt x="430" y="38595"/>
                  </a:cubicBezTo>
                  <a:cubicBezTo>
                    <a:pt x="0" y="39025"/>
                    <a:pt x="556" y="39120"/>
                    <a:pt x="1446" y="39120"/>
                  </a:cubicBezTo>
                  <a:cubicBezTo>
                    <a:pt x="2142" y="39120"/>
                    <a:pt x="3042" y="39062"/>
                    <a:pt x="3833" y="39062"/>
                  </a:cubicBezTo>
                  <a:cubicBezTo>
                    <a:pt x="4433" y="39062"/>
                    <a:pt x="4997" y="39073"/>
                    <a:pt x="5495" y="39073"/>
                  </a:cubicBezTo>
                  <a:cubicBezTo>
                    <a:pt x="6490" y="39073"/>
                    <a:pt x="7224" y="39028"/>
                    <a:pt x="7469" y="38761"/>
                  </a:cubicBezTo>
                  <a:cubicBezTo>
                    <a:pt x="7836" y="38395"/>
                    <a:pt x="7602" y="37160"/>
                    <a:pt x="7802" y="36426"/>
                  </a:cubicBezTo>
                  <a:cubicBezTo>
                    <a:pt x="8003" y="35693"/>
                    <a:pt x="9103" y="35025"/>
                    <a:pt x="9137" y="34258"/>
                  </a:cubicBezTo>
                  <a:cubicBezTo>
                    <a:pt x="9170" y="33491"/>
                    <a:pt x="8269" y="31323"/>
                    <a:pt x="8203" y="30656"/>
                  </a:cubicBezTo>
                  <a:cubicBezTo>
                    <a:pt x="8169" y="29922"/>
                    <a:pt x="12005" y="67"/>
                    <a:pt x="12005" y="67"/>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9"/>
            <p:cNvSpPr/>
            <p:nvPr/>
          </p:nvSpPr>
          <p:spPr>
            <a:xfrm>
              <a:off x="6702409" y="3416545"/>
              <a:ext cx="19421" cy="80330"/>
            </a:xfrm>
            <a:custGeom>
              <a:avLst/>
              <a:gdLst/>
              <a:ahLst/>
              <a:cxnLst/>
              <a:rect l="l" t="t" r="r" b="b"/>
              <a:pathLst>
                <a:path w="968" h="4004" extrusionOk="0">
                  <a:moveTo>
                    <a:pt x="968" y="1"/>
                  </a:moveTo>
                  <a:lnTo>
                    <a:pt x="0" y="501"/>
                  </a:lnTo>
                  <a:lnTo>
                    <a:pt x="0" y="4003"/>
                  </a:lnTo>
                  <a:lnTo>
                    <a:pt x="567" y="4003"/>
                  </a:lnTo>
                  <a:lnTo>
                    <a:pt x="968" y="1"/>
                  </a:lnTo>
                  <a:close/>
                </a:path>
              </a:pathLst>
            </a:custGeom>
            <a:solidFill>
              <a:srgbClr val="0A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9"/>
            <p:cNvSpPr/>
            <p:nvPr/>
          </p:nvSpPr>
          <p:spPr>
            <a:xfrm>
              <a:off x="6542692" y="3349617"/>
              <a:ext cx="183833" cy="153839"/>
            </a:xfrm>
            <a:custGeom>
              <a:avLst/>
              <a:gdLst/>
              <a:ahLst/>
              <a:cxnLst/>
              <a:rect l="l" t="t" r="r" b="b"/>
              <a:pathLst>
                <a:path w="9163" h="7668" extrusionOk="0">
                  <a:moveTo>
                    <a:pt x="8428" y="1"/>
                  </a:moveTo>
                  <a:cubicBezTo>
                    <a:pt x="8161" y="168"/>
                    <a:pt x="7961" y="501"/>
                    <a:pt x="7928" y="1135"/>
                  </a:cubicBezTo>
                  <a:cubicBezTo>
                    <a:pt x="7828" y="2636"/>
                    <a:pt x="7461" y="5605"/>
                    <a:pt x="7127" y="5938"/>
                  </a:cubicBezTo>
                  <a:cubicBezTo>
                    <a:pt x="7127" y="5938"/>
                    <a:pt x="6878" y="5600"/>
                    <a:pt x="5312" y="5600"/>
                  </a:cubicBezTo>
                  <a:cubicBezTo>
                    <a:pt x="4735" y="5600"/>
                    <a:pt x="3979" y="5646"/>
                    <a:pt x="2991" y="5772"/>
                  </a:cubicBezTo>
                  <a:cubicBezTo>
                    <a:pt x="2991" y="5772"/>
                    <a:pt x="1156" y="6439"/>
                    <a:pt x="422" y="7173"/>
                  </a:cubicBezTo>
                  <a:cubicBezTo>
                    <a:pt x="0" y="7576"/>
                    <a:pt x="527" y="7667"/>
                    <a:pt x="1386" y="7667"/>
                  </a:cubicBezTo>
                  <a:cubicBezTo>
                    <a:pt x="2089" y="7667"/>
                    <a:pt x="3014" y="7606"/>
                    <a:pt x="3825" y="7606"/>
                  </a:cubicBezTo>
                  <a:cubicBezTo>
                    <a:pt x="4305" y="7606"/>
                    <a:pt x="4762" y="7611"/>
                    <a:pt x="5180" y="7611"/>
                  </a:cubicBezTo>
                  <a:cubicBezTo>
                    <a:pt x="6331" y="7611"/>
                    <a:pt x="7192" y="7575"/>
                    <a:pt x="7461" y="7306"/>
                  </a:cubicBezTo>
                  <a:cubicBezTo>
                    <a:pt x="7828" y="6939"/>
                    <a:pt x="7594" y="5672"/>
                    <a:pt x="7794" y="4971"/>
                  </a:cubicBezTo>
                  <a:cubicBezTo>
                    <a:pt x="7995" y="4204"/>
                    <a:pt x="9095" y="3570"/>
                    <a:pt x="9129" y="2803"/>
                  </a:cubicBezTo>
                  <a:cubicBezTo>
                    <a:pt x="9162" y="2269"/>
                    <a:pt x="8662" y="968"/>
                    <a:pt x="8428" y="1"/>
                  </a:cubicBezTo>
                  <a:close/>
                </a:path>
              </a:pathLst>
            </a:custGeom>
            <a:solidFill>
              <a:srgbClr val="0A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9"/>
            <p:cNvSpPr/>
            <p:nvPr/>
          </p:nvSpPr>
          <p:spPr>
            <a:xfrm>
              <a:off x="6915894" y="2718551"/>
              <a:ext cx="435677" cy="766287"/>
            </a:xfrm>
            <a:custGeom>
              <a:avLst/>
              <a:gdLst/>
              <a:ahLst/>
              <a:cxnLst/>
              <a:rect l="l" t="t" r="r" b="b"/>
              <a:pathLst>
                <a:path w="21716" h="38195" extrusionOk="0">
                  <a:moveTo>
                    <a:pt x="0" y="0"/>
                  </a:moveTo>
                  <a:lnTo>
                    <a:pt x="9774" y="29088"/>
                  </a:lnTo>
                  <a:cubicBezTo>
                    <a:pt x="9774" y="29088"/>
                    <a:pt x="9273" y="31056"/>
                    <a:pt x="8940" y="32290"/>
                  </a:cubicBezTo>
                  <a:cubicBezTo>
                    <a:pt x="8673" y="33557"/>
                    <a:pt x="9173" y="34124"/>
                    <a:pt x="10241" y="34391"/>
                  </a:cubicBezTo>
                  <a:cubicBezTo>
                    <a:pt x="11342" y="34625"/>
                    <a:pt x="12542" y="36093"/>
                    <a:pt x="13009" y="36960"/>
                  </a:cubicBezTo>
                  <a:cubicBezTo>
                    <a:pt x="13443" y="37860"/>
                    <a:pt x="14377" y="38194"/>
                    <a:pt x="15044" y="38194"/>
                  </a:cubicBezTo>
                  <a:lnTo>
                    <a:pt x="19848" y="38194"/>
                  </a:lnTo>
                  <a:cubicBezTo>
                    <a:pt x="20548" y="38194"/>
                    <a:pt x="21716" y="37760"/>
                    <a:pt x="20181" y="37260"/>
                  </a:cubicBezTo>
                  <a:cubicBezTo>
                    <a:pt x="18580" y="36760"/>
                    <a:pt x="17012" y="36293"/>
                    <a:pt x="17012" y="36293"/>
                  </a:cubicBezTo>
                  <a:lnTo>
                    <a:pt x="13076" y="29621"/>
                  </a:lnTo>
                  <a:lnTo>
                    <a:pt x="8673" y="33"/>
                  </a:lnTo>
                  <a:lnTo>
                    <a:pt x="8673" y="0"/>
                  </a:ln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9"/>
            <p:cNvSpPr/>
            <p:nvPr/>
          </p:nvSpPr>
          <p:spPr>
            <a:xfrm>
              <a:off x="7089876" y="3312140"/>
              <a:ext cx="261695" cy="172698"/>
            </a:xfrm>
            <a:custGeom>
              <a:avLst/>
              <a:gdLst/>
              <a:ahLst/>
              <a:cxnLst/>
              <a:rect l="l" t="t" r="r" b="b"/>
              <a:pathLst>
                <a:path w="13044" h="8608" extrusionOk="0">
                  <a:moveTo>
                    <a:pt x="968" y="1"/>
                  </a:moveTo>
                  <a:cubicBezTo>
                    <a:pt x="835" y="668"/>
                    <a:pt x="501" y="1869"/>
                    <a:pt x="268" y="2703"/>
                  </a:cubicBezTo>
                  <a:cubicBezTo>
                    <a:pt x="1" y="3970"/>
                    <a:pt x="501" y="4537"/>
                    <a:pt x="1569" y="4804"/>
                  </a:cubicBezTo>
                  <a:cubicBezTo>
                    <a:pt x="2670" y="5038"/>
                    <a:pt x="3870" y="6506"/>
                    <a:pt x="4337" y="7373"/>
                  </a:cubicBezTo>
                  <a:cubicBezTo>
                    <a:pt x="4771" y="8273"/>
                    <a:pt x="5705" y="8607"/>
                    <a:pt x="6372" y="8607"/>
                  </a:cubicBezTo>
                  <a:lnTo>
                    <a:pt x="11176" y="8607"/>
                  </a:lnTo>
                  <a:cubicBezTo>
                    <a:pt x="11809" y="8607"/>
                    <a:pt x="13044" y="8207"/>
                    <a:pt x="11509" y="7606"/>
                  </a:cubicBezTo>
                  <a:cubicBezTo>
                    <a:pt x="9908" y="7106"/>
                    <a:pt x="8340" y="6639"/>
                    <a:pt x="8340" y="6639"/>
                  </a:cubicBezTo>
                  <a:cubicBezTo>
                    <a:pt x="8340" y="6639"/>
                    <a:pt x="8280" y="6635"/>
                    <a:pt x="8170" y="6635"/>
                  </a:cubicBezTo>
                  <a:cubicBezTo>
                    <a:pt x="7748" y="6635"/>
                    <a:pt x="6587" y="6698"/>
                    <a:pt x="5238" y="7306"/>
                  </a:cubicBezTo>
                  <a:cubicBezTo>
                    <a:pt x="5238" y="7306"/>
                    <a:pt x="4371" y="5872"/>
                    <a:pt x="3337" y="5004"/>
                  </a:cubicBezTo>
                  <a:cubicBezTo>
                    <a:pt x="2403" y="4271"/>
                    <a:pt x="2569" y="101"/>
                    <a:pt x="968" y="1"/>
                  </a:cubicBezTo>
                  <a:close/>
                </a:path>
              </a:pathLst>
            </a:custGeom>
            <a:solidFill>
              <a:srgbClr val="0A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9"/>
            <p:cNvSpPr/>
            <p:nvPr/>
          </p:nvSpPr>
          <p:spPr>
            <a:xfrm>
              <a:off x="7097239" y="3396463"/>
              <a:ext cx="31478" cy="88375"/>
            </a:xfrm>
            <a:custGeom>
              <a:avLst/>
              <a:gdLst/>
              <a:ahLst/>
              <a:cxnLst/>
              <a:rect l="l" t="t" r="r" b="b"/>
              <a:pathLst>
                <a:path w="1569" h="4405" extrusionOk="0">
                  <a:moveTo>
                    <a:pt x="1" y="1"/>
                  </a:moveTo>
                  <a:lnTo>
                    <a:pt x="701" y="4404"/>
                  </a:lnTo>
                  <a:lnTo>
                    <a:pt x="1402" y="4404"/>
                  </a:lnTo>
                  <a:lnTo>
                    <a:pt x="1569" y="101"/>
                  </a:lnTo>
                  <a:lnTo>
                    <a:pt x="1" y="1"/>
                  </a:lnTo>
                  <a:close/>
                </a:path>
              </a:pathLst>
            </a:custGeom>
            <a:solidFill>
              <a:srgbClr val="0A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9"/>
            <p:cNvSpPr/>
            <p:nvPr/>
          </p:nvSpPr>
          <p:spPr>
            <a:xfrm>
              <a:off x="6594653" y="2114890"/>
              <a:ext cx="570196" cy="715429"/>
            </a:xfrm>
            <a:custGeom>
              <a:avLst/>
              <a:gdLst/>
              <a:ahLst/>
              <a:cxnLst/>
              <a:rect l="l" t="t" r="r" b="b"/>
              <a:pathLst>
                <a:path w="28421" h="35660" extrusionOk="0">
                  <a:moveTo>
                    <a:pt x="17680" y="1"/>
                  </a:moveTo>
                  <a:lnTo>
                    <a:pt x="10708" y="268"/>
                  </a:lnTo>
                  <a:lnTo>
                    <a:pt x="3870" y="268"/>
                  </a:lnTo>
                  <a:cubicBezTo>
                    <a:pt x="3870" y="268"/>
                    <a:pt x="1335" y="7439"/>
                    <a:pt x="868" y="11509"/>
                  </a:cubicBezTo>
                  <a:cubicBezTo>
                    <a:pt x="401" y="15612"/>
                    <a:pt x="1" y="32691"/>
                    <a:pt x="234" y="33291"/>
                  </a:cubicBezTo>
                  <a:cubicBezTo>
                    <a:pt x="501" y="33858"/>
                    <a:pt x="7006" y="35660"/>
                    <a:pt x="14411" y="35660"/>
                  </a:cubicBezTo>
                  <a:cubicBezTo>
                    <a:pt x="21850" y="35660"/>
                    <a:pt x="27320" y="31657"/>
                    <a:pt x="27887" y="31156"/>
                  </a:cubicBezTo>
                  <a:cubicBezTo>
                    <a:pt x="28421" y="30656"/>
                    <a:pt x="21049" y="9875"/>
                    <a:pt x="20549" y="8373"/>
                  </a:cubicBezTo>
                  <a:cubicBezTo>
                    <a:pt x="20048" y="6939"/>
                    <a:pt x="17680" y="1"/>
                    <a:pt x="176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9"/>
            <p:cNvSpPr/>
            <p:nvPr/>
          </p:nvSpPr>
          <p:spPr>
            <a:xfrm>
              <a:off x="6592126" y="1311046"/>
              <a:ext cx="434875" cy="456181"/>
            </a:xfrm>
            <a:custGeom>
              <a:avLst/>
              <a:gdLst/>
              <a:ahLst/>
              <a:cxnLst/>
              <a:rect l="l" t="t" r="r" b="b"/>
              <a:pathLst>
                <a:path w="21676" h="22738" extrusionOk="0">
                  <a:moveTo>
                    <a:pt x="12131" y="1"/>
                  </a:moveTo>
                  <a:cubicBezTo>
                    <a:pt x="10119" y="1"/>
                    <a:pt x="7532" y="1176"/>
                    <a:pt x="5864" y="4209"/>
                  </a:cubicBezTo>
                  <a:cubicBezTo>
                    <a:pt x="5864" y="4209"/>
                    <a:pt x="3496" y="4609"/>
                    <a:pt x="3196" y="5343"/>
                  </a:cubicBezTo>
                  <a:cubicBezTo>
                    <a:pt x="2962" y="6110"/>
                    <a:pt x="3963" y="10013"/>
                    <a:pt x="3663" y="11481"/>
                  </a:cubicBezTo>
                  <a:cubicBezTo>
                    <a:pt x="3396" y="12948"/>
                    <a:pt x="360" y="15850"/>
                    <a:pt x="160" y="18152"/>
                  </a:cubicBezTo>
                  <a:cubicBezTo>
                    <a:pt x="1" y="20353"/>
                    <a:pt x="1458" y="22737"/>
                    <a:pt x="3978" y="22737"/>
                  </a:cubicBezTo>
                  <a:cubicBezTo>
                    <a:pt x="4093" y="22737"/>
                    <a:pt x="4210" y="22732"/>
                    <a:pt x="4330" y="22722"/>
                  </a:cubicBezTo>
                  <a:cubicBezTo>
                    <a:pt x="6564" y="22557"/>
                    <a:pt x="7886" y="21615"/>
                    <a:pt x="9729" y="21615"/>
                  </a:cubicBezTo>
                  <a:cubicBezTo>
                    <a:pt x="10115" y="21615"/>
                    <a:pt x="10523" y="21657"/>
                    <a:pt x="10968" y="21755"/>
                  </a:cubicBezTo>
                  <a:cubicBezTo>
                    <a:pt x="12437" y="22098"/>
                    <a:pt x="14146" y="22572"/>
                    <a:pt x="15701" y="22572"/>
                  </a:cubicBezTo>
                  <a:cubicBezTo>
                    <a:pt x="16866" y="22572"/>
                    <a:pt x="17945" y="22307"/>
                    <a:pt x="18773" y="21521"/>
                  </a:cubicBezTo>
                  <a:cubicBezTo>
                    <a:pt x="20741" y="19687"/>
                    <a:pt x="20208" y="16684"/>
                    <a:pt x="19507" y="15450"/>
                  </a:cubicBezTo>
                  <a:cubicBezTo>
                    <a:pt x="18740" y="14183"/>
                    <a:pt x="18206" y="13015"/>
                    <a:pt x="19507" y="11481"/>
                  </a:cubicBezTo>
                  <a:cubicBezTo>
                    <a:pt x="20775" y="9946"/>
                    <a:pt x="21675" y="8045"/>
                    <a:pt x="20841" y="6377"/>
                  </a:cubicBezTo>
                  <a:cubicBezTo>
                    <a:pt x="20008" y="4776"/>
                    <a:pt x="18240" y="4943"/>
                    <a:pt x="17039" y="4209"/>
                  </a:cubicBezTo>
                  <a:cubicBezTo>
                    <a:pt x="15771" y="3508"/>
                    <a:pt x="15871" y="1273"/>
                    <a:pt x="13836" y="339"/>
                  </a:cubicBezTo>
                  <a:cubicBezTo>
                    <a:pt x="13359" y="121"/>
                    <a:pt x="12775" y="1"/>
                    <a:pt x="121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9"/>
            <p:cNvSpPr/>
            <p:nvPr/>
          </p:nvSpPr>
          <p:spPr>
            <a:xfrm>
              <a:off x="6620093" y="1552077"/>
              <a:ext cx="92368" cy="214849"/>
            </a:xfrm>
            <a:custGeom>
              <a:avLst/>
              <a:gdLst/>
              <a:ahLst/>
              <a:cxnLst/>
              <a:rect l="l" t="t" r="r" b="b"/>
              <a:pathLst>
                <a:path w="4604" h="10709" fill="none" extrusionOk="0">
                  <a:moveTo>
                    <a:pt x="2602" y="10708"/>
                  </a:moveTo>
                  <a:cubicBezTo>
                    <a:pt x="2602" y="10708"/>
                    <a:pt x="0" y="9541"/>
                    <a:pt x="1068" y="6872"/>
                  </a:cubicBezTo>
                  <a:cubicBezTo>
                    <a:pt x="1802" y="4971"/>
                    <a:pt x="4604" y="3770"/>
                    <a:pt x="4303" y="0"/>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9"/>
            <p:cNvSpPr/>
            <p:nvPr/>
          </p:nvSpPr>
          <p:spPr>
            <a:xfrm>
              <a:off x="6642844" y="1653132"/>
              <a:ext cx="50879" cy="111768"/>
            </a:xfrm>
            <a:custGeom>
              <a:avLst/>
              <a:gdLst/>
              <a:ahLst/>
              <a:cxnLst/>
              <a:rect l="l" t="t" r="r" b="b"/>
              <a:pathLst>
                <a:path w="2536" h="5571" fill="none" extrusionOk="0">
                  <a:moveTo>
                    <a:pt x="1135" y="0"/>
                  </a:moveTo>
                  <a:cubicBezTo>
                    <a:pt x="1135" y="0"/>
                    <a:pt x="0" y="3903"/>
                    <a:pt x="2536" y="5571"/>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9"/>
            <p:cNvSpPr/>
            <p:nvPr/>
          </p:nvSpPr>
          <p:spPr>
            <a:xfrm>
              <a:off x="6895812" y="1551415"/>
              <a:ext cx="84343" cy="211479"/>
            </a:xfrm>
            <a:custGeom>
              <a:avLst/>
              <a:gdLst/>
              <a:ahLst/>
              <a:cxnLst/>
              <a:rect l="l" t="t" r="r" b="b"/>
              <a:pathLst>
                <a:path w="4204" h="10541" fill="none" extrusionOk="0">
                  <a:moveTo>
                    <a:pt x="4037" y="0"/>
                  </a:moveTo>
                  <a:cubicBezTo>
                    <a:pt x="2936" y="1401"/>
                    <a:pt x="1668" y="2368"/>
                    <a:pt x="2035" y="3369"/>
                  </a:cubicBezTo>
                  <a:cubicBezTo>
                    <a:pt x="2702" y="5070"/>
                    <a:pt x="4203" y="9173"/>
                    <a:pt x="0" y="10541"/>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9"/>
            <p:cNvSpPr/>
            <p:nvPr/>
          </p:nvSpPr>
          <p:spPr>
            <a:xfrm>
              <a:off x="6954695" y="1426927"/>
              <a:ext cx="76318" cy="314560"/>
            </a:xfrm>
            <a:custGeom>
              <a:avLst/>
              <a:gdLst/>
              <a:ahLst/>
              <a:cxnLst/>
              <a:rect l="l" t="t" r="r" b="b"/>
              <a:pathLst>
                <a:path w="3804" h="15679" fill="none" extrusionOk="0">
                  <a:moveTo>
                    <a:pt x="1802" y="1"/>
                  </a:moveTo>
                  <a:cubicBezTo>
                    <a:pt x="1802" y="1"/>
                    <a:pt x="3804" y="1502"/>
                    <a:pt x="3136" y="4204"/>
                  </a:cubicBezTo>
                  <a:cubicBezTo>
                    <a:pt x="2469" y="6939"/>
                    <a:pt x="1302" y="7339"/>
                    <a:pt x="2169" y="9174"/>
                  </a:cubicBezTo>
                  <a:cubicBezTo>
                    <a:pt x="3070" y="10975"/>
                    <a:pt x="3770" y="15211"/>
                    <a:pt x="1" y="15678"/>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9"/>
            <p:cNvSpPr/>
            <p:nvPr/>
          </p:nvSpPr>
          <p:spPr>
            <a:xfrm>
              <a:off x="6612730" y="1722067"/>
              <a:ext cx="386825" cy="475160"/>
            </a:xfrm>
            <a:custGeom>
              <a:avLst/>
              <a:gdLst/>
              <a:ahLst/>
              <a:cxnLst/>
              <a:rect l="l" t="t" r="r" b="b"/>
              <a:pathLst>
                <a:path w="19281" h="23684" extrusionOk="0">
                  <a:moveTo>
                    <a:pt x="4237" y="0"/>
                  </a:moveTo>
                  <a:cubicBezTo>
                    <a:pt x="4237" y="0"/>
                    <a:pt x="234" y="1368"/>
                    <a:pt x="134" y="2702"/>
                  </a:cubicBezTo>
                  <a:cubicBezTo>
                    <a:pt x="0" y="4036"/>
                    <a:pt x="3870" y="13543"/>
                    <a:pt x="4003" y="14511"/>
                  </a:cubicBezTo>
                  <a:cubicBezTo>
                    <a:pt x="4137" y="15411"/>
                    <a:pt x="2369" y="21749"/>
                    <a:pt x="2469" y="22216"/>
                  </a:cubicBezTo>
                  <a:cubicBezTo>
                    <a:pt x="2535" y="22683"/>
                    <a:pt x="5671" y="23684"/>
                    <a:pt x="9641" y="23684"/>
                  </a:cubicBezTo>
                  <a:cubicBezTo>
                    <a:pt x="13543" y="23684"/>
                    <a:pt x="16712" y="22683"/>
                    <a:pt x="16812" y="22216"/>
                  </a:cubicBezTo>
                  <a:cubicBezTo>
                    <a:pt x="16879" y="21816"/>
                    <a:pt x="15144" y="15478"/>
                    <a:pt x="15245" y="14511"/>
                  </a:cubicBezTo>
                  <a:cubicBezTo>
                    <a:pt x="15411" y="13543"/>
                    <a:pt x="19281" y="4036"/>
                    <a:pt x="19147" y="2702"/>
                  </a:cubicBezTo>
                  <a:cubicBezTo>
                    <a:pt x="19014" y="1401"/>
                    <a:pt x="15011" y="0"/>
                    <a:pt x="150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9"/>
            <p:cNvSpPr/>
            <p:nvPr/>
          </p:nvSpPr>
          <p:spPr>
            <a:xfrm>
              <a:off x="6846277" y="1875986"/>
              <a:ext cx="16752" cy="16752"/>
            </a:xfrm>
            <a:custGeom>
              <a:avLst/>
              <a:gdLst/>
              <a:ahLst/>
              <a:cxnLst/>
              <a:rect l="l" t="t" r="r" b="b"/>
              <a:pathLst>
                <a:path w="835" h="835" extrusionOk="0">
                  <a:moveTo>
                    <a:pt x="401" y="0"/>
                  </a:moveTo>
                  <a:cubicBezTo>
                    <a:pt x="168" y="0"/>
                    <a:pt x="1" y="167"/>
                    <a:pt x="1" y="401"/>
                  </a:cubicBezTo>
                  <a:cubicBezTo>
                    <a:pt x="1" y="634"/>
                    <a:pt x="168" y="834"/>
                    <a:pt x="401" y="834"/>
                  </a:cubicBezTo>
                  <a:cubicBezTo>
                    <a:pt x="635" y="834"/>
                    <a:pt x="835" y="634"/>
                    <a:pt x="835" y="401"/>
                  </a:cubicBezTo>
                  <a:cubicBezTo>
                    <a:pt x="835" y="167"/>
                    <a:pt x="635"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9"/>
            <p:cNvSpPr/>
            <p:nvPr/>
          </p:nvSpPr>
          <p:spPr>
            <a:xfrm>
              <a:off x="6911200" y="1875986"/>
              <a:ext cx="16752" cy="16752"/>
            </a:xfrm>
            <a:custGeom>
              <a:avLst/>
              <a:gdLst/>
              <a:ahLst/>
              <a:cxnLst/>
              <a:rect l="l" t="t" r="r" b="b"/>
              <a:pathLst>
                <a:path w="835" h="835" extrusionOk="0">
                  <a:moveTo>
                    <a:pt x="434" y="0"/>
                  </a:moveTo>
                  <a:cubicBezTo>
                    <a:pt x="201" y="0"/>
                    <a:pt x="1" y="167"/>
                    <a:pt x="1" y="401"/>
                  </a:cubicBezTo>
                  <a:cubicBezTo>
                    <a:pt x="1" y="634"/>
                    <a:pt x="201" y="834"/>
                    <a:pt x="434" y="834"/>
                  </a:cubicBezTo>
                  <a:cubicBezTo>
                    <a:pt x="668" y="834"/>
                    <a:pt x="835" y="634"/>
                    <a:pt x="835" y="401"/>
                  </a:cubicBezTo>
                  <a:cubicBezTo>
                    <a:pt x="835" y="167"/>
                    <a:pt x="668"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9"/>
            <p:cNvSpPr/>
            <p:nvPr/>
          </p:nvSpPr>
          <p:spPr>
            <a:xfrm>
              <a:off x="6976784" y="1875986"/>
              <a:ext cx="16752" cy="16752"/>
            </a:xfrm>
            <a:custGeom>
              <a:avLst/>
              <a:gdLst/>
              <a:ahLst/>
              <a:cxnLst/>
              <a:rect l="l" t="t" r="r" b="b"/>
              <a:pathLst>
                <a:path w="835" h="835" extrusionOk="0">
                  <a:moveTo>
                    <a:pt x="401" y="0"/>
                  </a:moveTo>
                  <a:cubicBezTo>
                    <a:pt x="167" y="0"/>
                    <a:pt x="1" y="200"/>
                    <a:pt x="1" y="401"/>
                  </a:cubicBezTo>
                  <a:cubicBezTo>
                    <a:pt x="1" y="667"/>
                    <a:pt x="201" y="834"/>
                    <a:pt x="401" y="834"/>
                  </a:cubicBezTo>
                  <a:cubicBezTo>
                    <a:pt x="668" y="834"/>
                    <a:pt x="835" y="634"/>
                    <a:pt x="835" y="401"/>
                  </a:cubicBezTo>
                  <a:cubicBezTo>
                    <a:pt x="835" y="200"/>
                    <a:pt x="634"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9"/>
            <p:cNvSpPr/>
            <p:nvPr/>
          </p:nvSpPr>
          <p:spPr>
            <a:xfrm>
              <a:off x="7041024" y="1875986"/>
              <a:ext cx="16752" cy="16752"/>
            </a:xfrm>
            <a:custGeom>
              <a:avLst/>
              <a:gdLst/>
              <a:ahLst/>
              <a:cxnLst/>
              <a:rect l="l" t="t" r="r" b="b"/>
              <a:pathLst>
                <a:path w="835" h="835" extrusionOk="0">
                  <a:moveTo>
                    <a:pt x="435" y="0"/>
                  </a:moveTo>
                  <a:cubicBezTo>
                    <a:pt x="168" y="0"/>
                    <a:pt x="1" y="200"/>
                    <a:pt x="1" y="401"/>
                  </a:cubicBezTo>
                  <a:cubicBezTo>
                    <a:pt x="1" y="667"/>
                    <a:pt x="201" y="834"/>
                    <a:pt x="435" y="834"/>
                  </a:cubicBezTo>
                  <a:cubicBezTo>
                    <a:pt x="668" y="834"/>
                    <a:pt x="835" y="634"/>
                    <a:pt x="835" y="401"/>
                  </a:cubicBezTo>
                  <a:cubicBezTo>
                    <a:pt x="835" y="200"/>
                    <a:pt x="668" y="0"/>
                    <a:pt x="435"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9"/>
            <p:cNvSpPr/>
            <p:nvPr/>
          </p:nvSpPr>
          <p:spPr>
            <a:xfrm>
              <a:off x="6586628" y="1875986"/>
              <a:ext cx="16752" cy="16752"/>
            </a:xfrm>
            <a:custGeom>
              <a:avLst/>
              <a:gdLst/>
              <a:ahLst/>
              <a:cxnLst/>
              <a:rect l="l" t="t" r="r" b="b"/>
              <a:pathLst>
                <a:path w="835" h="835" extrusionOk="0">
                  <a:moveTo>
                    <a:pt x="434" y="0"/>
                  </a:moveTo>
                  <a:cubicBezTo>
                    <a:pt x="167" y="0"/>
                    <a:pt x="0" y="200"/>
                    <a:pt x="0" y="401"/>
                  </a:cubicBezTo>
                  <a:cubicBezTo>
                    <a:pt x="0" y="667"/>
                    <a:pt x="234" y="834"/>
                    <a:pt x="434" y="834"/>
                  </a:cubicBezTo>
                  <a:cubicBezTo>
                    <a:pt x="668" y="834"/>
                    <a:pt x="834" y="634"/>
                    <a:pt x="834" y="401"/>
                  </a:cubicBezTo>
                  <a:cubicBezTo>
                    <a:pt x="834" y="200"/>
                    <a:pt x="634"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9"/>
            <p:cNvSpPr/>
            <p:nvPr/>
          </p:nvSpPr>
          <p:spPr>
            <a:xfrm>
              <a:off x="6651551" y="1875986"/>
              <a:ext cx="16732" cy="16752"/>
            </a:xfrm>
            <a:custGeom>
              <a:avLst/>
              <a:gdLst/>
              <a:ahLst/>
              <a:cxnLst/>
              <a:rect l="l" t="t" r="r" b="b"/>
              <a:pathLst>
                <a:path w="834" h="835" extrusionOk="0">
                  <a:moveTo>
                    <a:pt x="400" y="0"/>
                  </a:moveTo>
                  <a:cubicBezTo>
                    <a:pt x="167" y="0"/>
                    <a:pt x="0" y="200"/>
                    <a:pt x="0" y="401"/>
                  </a:cubicBezTo>
                  <a:cubicBezTo>
                    <a:pt x="0" y="667"/>
                    <a:pt x="200" y="834"/>
                    <a:pt x="400" y="834"/>
                  </a:cubicBezTo>
                  <a:cubicBezTo>
                    <a:pt x="667" y="834"/>
                    <a:pt x="834" y="634"/>
                    <a:pt x="834" y="401"/>
                  </a:cubicBezTo>
                  <a:cubicBezTo>
                    <a:pt x="834" y="200"/>
                    <a:pt x="667" y="0"/>
                    <a:pt x="400"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9"/>
            <p:cNvSpPr/>
            <p:nvPr/>
          </p:nvSpPr>
          <p:spPr>
            <a:xfrm>
              <a:off x="6716453" y="1875986"/>
              <a:ext cx="16752" cy="16752"/>
            </a:xfrm>
            <a:custGeom>
              <a:avLst/>
              <a:gdLst/>
              <a:ahLst/>
              <a:cxnLst/>
              <a:rect l="l" t="t" r="r" b="b"/>
              <a:pathLst>
                <a:path w="835" h="835" extrusionOk="0">
                  <a:moveTo>
                    <a:pt x="434" y="0"/>
                  </a:moveTo>
                  <a:cubicBezTo>
                    <a:pt x="167" y="0"/>
                    <a:pt x="1" y="200"/>
                    <a:pt x="1" y="401"/>
                  </a:cubicBezTo>
                  <a:cubicBezTo>
                    <a:pt x="1" y="667"/>
                    <a:pt x="201" y="834"/>
                    <a:pt x="434" y="834"/>
                  </a:cubicBezTo>
                  <a:cubicBezTo>
                    <a:pt x="668" y="834"/>
                    <a:pt x="835" y="634"/>
                    <a:pt x="835" y="401"/>
                  </a:cubicBezTo>
                  <a:cubicBezTo>
                    <a:pt x="835" y="200"/>
                    <a:pt x="634"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9"/>
            <p:cNvSpPr/>
            <p:nvPr/>
          </p:nvSpPr>
          <p:spPr>
            <a:xfrm>
              <a:off x="6879080" y="1825790"/>
              <a:ext cx="16752" cy="16752"/>
            </a:xfrm>
            <a:custGeom>
              <a:avLst/>
              <a:gdLst/>
              <a:ahLst/>
              <a:cxnLst/>
              <a:rect l="l" t="t" r="r" b="b"/>
              <a:pathLst>
                <a:path w="835" h="835" extrusionOk="0">
                  <a:moveTo>
                    <a:pt x="401" y="0"/>
                  </a:moveTo>
                  <a:cubicBezTo>
                    <a:pt x="167" y="0"/>
                    <a:pt x="0" y="201"/>
                    <a:pt x="0" y="401"/>
                  </a:cubicBezTo>
                  <a:cubicBezTo>
                    <a:pt x="0" y="668"/>
                    <a:pt x="201" y="834"/>
                    <a:pt x="401" y="834"/>
                  </a:cubicBezTo>
                  <a:cubicBezTo>
                    <a:pt x="668" y="834"/>
                    <a:pt x="834" y="634"/>
                    <a:pt x="834" y="401"/>
                  </a:cubicBezTo>
                  <a:cubicBezTo>
                    <a:pt x="834" y="201"/>
                    <a:pt x="668"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9"/>
            <p:cNvSpPr/>
            <p:nvPr/>
          </p:nvSpPr>
          <p:spPr>
            <a:xfrm>
              <a:off x="6944002" y="1825790"/>
              <a:ext cx="16752" cy="16752"/>
            </a:xfrm>
            <a:custGeom>
              <a:avLst/>
              <a:gdLst/>
              <a:ahLst/>
              <a:cxnLst/>
              <a:rect l="l" t="t" r="r" b="b"/>
              <a:pathLst>
                <a:path w="835" h="835" extrusionOk="0">
                  <a:moveTo>
                    <a:pt x="434" y="0"/>
                  </a:moveTo>
                  <a:cubicBezTo>
                    <a:pt x="167" y="0"/>
                    <a:pt x="0" y="201"/>
                    <a:pt x="0" y="401"/>
                  </a:cubicBezTo>
                  <a:cubicBezTo>
                    <a:pt x="0" y="668"/>
                    <a:pt x="167" y="834"/>
                    <a:pt x="434" y="834"/>
                  </a:cubicBezTo>
                  <a:cubicBezTo>
                    <a:pt x="667" y="834"/>
                    <a:pt x="834" y="634"/>
                    <a:pt x="834" y="401"/>
                  </a:cubicBezTo>
                  <a:cubicBezTo>
                    <a:pt x="834" y="201"/>
                    <a:pt x="667"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9"/>
            <p:cNvSpPr/>
            <p:nvPr/>
          </p:nvSpPr>
          <p:spPr>
            <a:xfrm>
              <a:off x="7008242" y="1825790"/>
              <a:ext cx="16752" cy="16752"/>
            </a:xfrm>
            <a:custGeom>
              <a:avLst/>
              <a:gdLst/>
              <a:ahLst/>
              <a:cxnLst/>
              <a:rect l="l" t="t" r="r" b="b"/>
              <a:pathLst>
                <a:path w="835" h="835" extrusionOk="0">
                  <a:moveTo>
                    <a:pt x="434" y="0"/>
                  </a:moveTo>
                  <a:cubicBezTo>
                    <a:pt x="167" y="0"/>
                    <a:pt x="0" y="201"/>
                    <a:pt x="0" y="401"/>
                  </a:cubicBezTo>
                  <a:cubicBezTo>
                    <a:pt x="0" y="668"/>
                    <a:pt x="234" y="834"/>
                    <a:pt x="434" y="834"/>
                  </a:cubicBezTo>
                  <a:cubicBezTo>
                    <a:pt x="668" y="834"/>
                    <a:pt x="834" y="634"/>
                    <a:pt x="834" y="401"/>
                  </a:cubicBezTo>
                  <a:cubicBezTo>
                    <a:pt x="834" y="201"/>
                    <a:pt x="668"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9"/>
            <p:cNvSpPr/>
            <p:nvPr/>
          </p:nvSpPr>
          <p:spPr>
            <a:xfrm>
              <a:off x="6618749" y="1825790"/>
              <a:ext cx="16752" cy="16752"/>
            </a:xfrm>
            <a:custGeom>
              <a:avLst/>
              <a:gdLst/>
              <a:ahLst/>
              <a:cxnLst/>
              <a:rect l="l" t="t" r="r" b="b"/>
              <a:pathLst>
                <a:path w="835" h="835" extrusionOk="0">
                  <a:moveTo>
                    <a:pt x="401" y="0"/>
                  </a:moveTo>
                  <a:cubicBezTo>
                    <a:pt x="167" y="0"/>
                    <a:pt x="1" y="201"/>
                    <a:pt x="1" y="401"/>
                  </a:cubicBezTo>
                  <a:cubicBezTo>
                    <a:pt x="1" y="668"/>
                    <a:pt x="201" y="834"/>
                    <a:pt x="401" y="834"/>
                  </a:cubicBezTo>
                  <a:cubicBezTo>
                    <a:pt x="668" y="834"/>
                    <a:pt x="834" y="634"/>
                    <a:pt x="834" y="401"/>
                  </a:cubicBezTo>
                  <a:cubicBezTo>
                    <a:pt x="834" y="201"/>
                    <a:pt x="668"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9"/>
            <p:cNvSpPr/>
            <p:nvPr/>
          </p:nvSpPr>
          <p:spPr>
            <a:xfrm>
              <a:off x="6683671" y="1825790"/>
              <a:ext cx="16752" cy="16752"/>
            </a:xfrm>
            <a:custGeom>
              <a:avLst/>
              <a:gdLst/>
              <a:ahLst/>
              <a:cxnLst/>
              <a:rect l="l" t="t" r="r" b="b"/>
              <a:pathLst>
                <a:path w="835" h="835" extrusionOk="0">
                  <a:moveTo>
                    <a:pt x="434" y="0"/>
                  </a:moveTo>
                  <a:cubicBezTo>
                    <a:pt x="167" y="0"/>
                    <a:pt x="0" y="201"/>
                    <a:pt x="0" y="401"/>
                  </a:cubicBezTo>
                  <a:cubicBezTo>
                    <a:pt x="0" y="668"/>
                    <a:pt x="234" y="834"/>
                    <a:pt x="434" y="834"/>
                  </a:cubicBezTo>
                  <a:cubicBezTo>
                    <a:pt x="667" y="834"/>
                    <a:pt x="834" y="634"/>
                    <a:pt x="834" y="401"/>
                  </a:cubicBezTo>
                  <a:cubicBezTo>
                    <a:pt x="834" y="201"/>
                    <a:pt x="667"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9"/>
            <p:cNvSpPr/>
            <p:nvPr/>
          </p:nvSpPr>
          <p:spPr>
            <a:xfrm>
              <a:off x="6749255" y="1825790"/>
              <a:ext cx="16752" cy="16752"/>
            </a:xfrm>
            <a:custGeom>
              <a:avLst/>
              <a:gdLst/>
              <a:ahLst/>
              <a:cxnLst/>
              <a:rect l="l" t="t" r="r" b="b"/>
              <a:pathLst>
                <a:path w="835" h="835" extrusionOk="0">
                  <a:moveTo>
                    <a:pt x="400" y="0"/>
                  </a:moveTo>
                  <a:cubicBezTo>
                    <a:pt x="167" y="0"/>
                    <a:pt x="0" y="201"/>
                    <a:pt x="0" y="401"/>
                  </a:cubicBezTo>
                  <a:cubicBezTo>
                    <a:pt x="0" y="668"/>
                    <a:pt x="200" y="834"/>
                    <a:pt x="400" y="834"/>
                  </a:cubicBezTo>
                  <a:cubicBezTo>
                    <a:pt x="667" y="834"/>
                    <a:pt x="834" y="634"/>
                    <a:pt x="834" y="401"/>
                  </a:cubicBezTo>
                  <a:cubicBezTo>
                    <a:pt x="834" y="201"/>
                    <a:pt x="634" y="0"/>
                    <a:pt x="400"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9"/>
            <p:cNvSpPr/>
            <p:nvPr/>
          </p:nvSpPr>
          <p:spPr>
            <a:xfrm>
              <a:off x="6911200" y="1775593"/>
              <a:ext cx="16752" cy="16752"/>
            </a:xfrm>
            <a:custGeom>
              <a:avLst/>
              <a:gdLst/>
              <a:ahLst/>
              <a:cxnLst/>
              <a:rect l="l" t="t" r="r" b="b"/>
              <a:pathLst>
                <a:path w="835" h="835" extrusionOk="0">
                  <a:moveTo>
                    <a:pt x="434" y="1"/>
                  </a:moveTo>
                  <a:cubicBezTo>
                    <a:pt x="201" y="1"/>
                    <a:pt x="1" y="167"/>
                    <a:pt x="1" y="401"/>
                  </a:cubicBezTo>
                  <a:cubicBezTo>
                    <a:pt x="1" y="634"/>
                    <a:pt x="201" y="835"/>
                    <a:pt x="434" y="835"/>
                  </a:cubicBezTo>
                  <a:cubicBezTo>
                    <a:pt x="668" y="835"/>
                    <a:pt x="835" y="634"/>
                    <a:pt x="835" y="401"/>
                  </a:cubicBezTo>
                  <a:cubicBezTo>
                    <a:pt x="835" y="167"/>
                    <a:pt x="668"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9"/>
            <p:cNvSpPr/>
            <p:nvPr/>
          </p:nvSpPr>
          <p:spPr>
            <a:xfrm>
              <a:off x="6976784" y="1775593"/>
              <a:ext cx="16752" cy="16752"/>
            </a:xfrm>
            <a:custGeom>
              <a:avLst/>
              <a:gdLst/>
              <a:ahLst/>
              <a:cxnLst/>
              <a:rect l="l" t="t" r="r" b="b"/>
              <a:pathLst>
                <a:path w="835" h="835" extrusionOk="0">
                  <a:moveTo>
                    <a:pt x="401" y="1"/>
                  </a:moveTo>
                  <a:cubicBezTo>
                    <a:pt x="167" y="1"/>
                    <a:pt x="1" y="167"/>
                    <a:pt x="1" y="401"/>
                  </a:cubicBezTo>
                  <a:cubicBezTo>
                    <a:pt x="1" y="668"/>
                    <a:pt x="201" y="835"/>
                    <a:pt x="401" y="835"/>
                  </a:cubicBezTo>
                  <a:cubicBezTo>
                    <a:pt x="668" y="835"/>
                    <a:pt x="835" y="634"/>
                    <a:pt x="835" y="401"/>
                  </a:cubicBezTo>
                  <a:cubicBezTo>
                    <a:pt x="835" y="201"/>
                    <a:pt x="634" y="1"/>
                    <a:pt x="401"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9"/>
            <p:cNvSpPr/>
            <p:nvPr/>
          </p:nvSpPr>
          <p:spPr>
            <a:xfrm>
              <a:off x="6651551" y="1775593"/>
              <a:ext cx="16732" cy="16752"/>
            </a:xfrm>
            <a:custGeom>
              <a:avLst/>
              <a:gdLst/>
              <a:ahLst/>
              <a:cxnLst/>
              <a:rect l="l" t="t" r="r" b="b"/>
              <a:pathLst>
                <a:path w="834" h="835" extrusionOk="0">
                  <a:moveTo>
                    <a:pt x="400" y="1"/>
                  </a:moveTo>
                  <a:cubicBezTo>
                    <a:pt x="167" y="1"/>
                    <a:pt x="0" y="167"/>
                    <a:pt x="0" y="401"/>
                  </a:cubicBezTo>
                  <a:cubicBezTo>
                    <a:pt x="0" y="668"/>
                    <a:pt x="200" y="835"/>
                    <a:pt x="400" y="835"/>
                  </a:cubicBezTo>
                  <a:cubicBezTo>
                    <a:pt x="667" y="835"/>
                    <a:pt x="834" y="634"/>
                    <a:pt x="834" y="401"/>
                  </a:cubicBezTo>
                  <a:cubicBezTo>
                    <a:pt x="834" y="201"/>
                    <a:pt x="667" y="1"/>
                    <a:pt x="400"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9"/>
            <p:cNvSpPr/>
            <p:nvPr/>
          </p:nvSpPr>
          <p:spPr>
            <a:xfrm>
              <a:off x="6716453" y="1775593"/>
              <a:ext cx="16752" cy="16752"/>
            </a:xfrm>
            <a:custGeom>
              <a:avLst/>
              <a:gdLst/>
              <a:ahLst/>
              <a:cxnLst/>
              <a:rect l="l" t="t" r="r" b="b"/>
              <a:pathLst>
                <a:path w="835" h="835" extrusionOk="0">
                  <a:moveTo>
                    <a:pt x="434" y="1"/>
                  </a:moveTo>
                  <a:cubicBezTo>
                    <a:pt x="167" y="1"/>
                    <a:pt x="1" y="167"/>
                    <a:pt x="1" y="401"/>
                  </a:cubicBezTo>
                  <a:cubicBezTo>
                    <a:pt x="1" y="668"/>
                    <a:pt x="201" y="835"/>
                    <a:pt x="434" y="835"/>
                  </a:cubicBezTo>
                  <a:cubicBezTo>
                    <a:pt x="668" y="835"/>
                    <a:pt x="835" y="634"/>
                    <a:pt x="835" y="401"/>
                  </a:cubicBezTo>
                  <a:cubicBezTo>
                    <a:pt x="835" y="201"/>
                    <a:pt x="634"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9"/>
            <p:cNvSpPr/>
            <p:nvPr/>
          </p:nvSpPr>
          <p:spPr>
            <a:xfrm>
              <a:off x="6813495" y="1725397"/>
              <a:ext cx="16752" cy="16752"/>
            </a:xfrm>
            <a:custGeom>
              <a:avLst/>
              <a:gdLst/>
              <a:ahLst/>
              <a:cxnLst/>
              <a:rect l="l" t="t" r="r" b="b"/>
              <a:pathLst>
                <a:path w="835" h="835" extrusionOk="0">
                  <a:moveTo>
                    <a:pt x="434" y="1"/>
                  </a:moveTo>
                  <a:cubicBezTo>
                    <a:pt x="167" y="1"/>
                    <a:pt x="0" y="201"/>
                    <a:pt x="0" y="401"/>
                  </a:cubicBezTo>
                  <a:cubicBezTo>
                    <a:pt x="0" y="668"/>
                    <a:pt x="201" y="835"/>
                    <a:pt x="434" y="835"/>
                  </a:cubicBezTo>
                  <a:cubicBezTo>
                    <a:pt x="668" y="835"/>
                    <a:pt x="834" y="635"/>
                    <a:pt x="834" y="401"/>
                  </a:cubicBezTo>
                  <a:cubicBezTo>
                    <a:pt x="834" y="168"/>
                    <a:pt x="668"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9"/>
            <p:cNvSpPr/>
            <p:nvPr/>
          </p:nvSpPr>
          <p:spPr>
            <a:xfrm>
              <a:off x="6879080" y="1725397"/>
              <a:ext cx="16752" cy="16752"/>
            </a:xfrm>
            <a:custGeom>
              <a:avLst/>
              <a:gdLst/>
              <a:ahLst/>
              <a:cxnLst/>
              <a:rect l="l" t="t" r="r" b="b"/>
              <a:pathLst>
                <a:path w="835" h="835" extrusionOk="0">
                  <a:moveTo>
                    <a:pt x="401" y="1"/>
                  </a:moveTo>
                  <a:cubicBezTo>
                    <a:pt x="167" y="1"/>
                    <a:pt x="0" y="201"/>
                    <a:pt x="0" y="401"/>
                  </a:cubicBezTo>
                  <a:cubicBezTo>
                    <a:pt x="0" y="668"/>
                    <a:pt x="201" y="835"/>
                    <a:pt x="401" y="835"/>
                  </a:cubicBezTo>
                  <a:cubicBezTo>
                    <a:pt x="668" y="835"/>
                    <a:pt x="834" y="635"/>
                    <a:pt x="834" y="401"/>
                  </a:cubicBezTo>
                  <a:cubicBezTo>
                    <a:pt x="834" y="168"/>
                    <a:pt x="668" y="1"/>
                    <a:pt x="401"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9"/>
            <p:cNvSpPr/>
            <p:nvPr/>
          </p:nvSpPr>
          <p:spPr>
            <a:xfrm>
              <a:off x="6944002" y="1725397"/>
              <a:ext cx="16752" cy="16752"/>
            </a:xfrm>
            <a:custGeom>
              <a:avLst/>
              <a:gdLst/>
              <a:ahLst/>
              <a:cxnLst/>
              <a:rect l="l" t="t" r="r" b="b"/>
              <a:pathLst>
                <a:path w="835" h="835" extrusionOk="0">
                  <a:moveTo>
                    <a:pt x="434" y="1"/>
                  </a:moveTo>
                  <a:cubicBezTo>
                    <a:pt x="167" y="1"/>
                    <a:pt x="0" y="201"/>
                    <a:pt x="0" y="401"/>
                  </a:cubicBezTo>
                  <a:cubicBezTo>
                    <a:pt x="0" y="668"/>
                    <a:pt x="167" y="835"/>
                    <a:pt x="434" y="835"/>
                  </a:cubicBezTo>
                  <a:cubicBezTo>
                    <a:pt x="667" y="835"/>
                    <a:pt x="834" y="635"/>
                    <a:pt x="834" y="401"/>
                  </a:cubicBezTo>
                  <a:cubicBezTo>
                    <a:pt x="834" y="168"/>
                    <a:pt x="667"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9"/>
            <p:cNvSpPr/>
            <p:nvPr/>
          </p:nvSpPr>
          <p:spPr>
            <a:xfrm>
              <a:off x="6683671" y="1725397"/>
              <a:ext cx="16752" cy="16752"/>
            </a:xfrm>
            <a:custGeom>
              <a:avLst/>
              <a:gdLst/>
              <a:ahLst/>
              <a:cxnLst/>
              <a:rect l="l" t="t" r="r" b="b"/>
              <a:pathLst>
                <a:path w="835" h="835" extrusionOk="0">
                  <a:moveTo>
                    <a:pt x="434" y="1"/>
                  </a:moveTo>
                  <a:cubicBezTo>
                    <a:pt x="167" y="1"/>
                    <a:pt x="0" y="201"/>
                    <a:pt x="0" y="401"/>
                  </a:cubicBezTo>
                  <a:cubicBezTo>
                    <a:pt x="0" y="668"/>
                    <a:pt x="234" y="835"/>
                    <a:pt x="434" y="835"/>
                  </a:cubicBezTo>
                  <a:cubicBezTo>
                    <a:pt x="667" y="835"/>
                    <a:pt x="834" y="635"/>
                    <a:pt x="834" y="401"/>
                  </a:cubicBezTo>
                  <a:cubicBezTo>
                    <a:pt x="834" y="168"/>
                    <a:pt x="667"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9"/>
            <p:cNvSpPr/>
            <p:nvPr/>
          </p:nvSpPr>
          <p:spPr>
            <a:xfrm>
              <a:off x="6749255" y="1725397"/>
              <a:ext cx="16752" cy="16752"/>
            </a:xfrm>
            <a:custGeom>
              <a:avLst/>
              <a:gdLst/>
              <a:ahLst/>
              <a:cxnLst/>
              <a:rect l="l" t="t" r="r" b="b"/>
              <a:pathLst>
                <a:path w="835" h="835" extrusionOk="0">
                  <a:moveTo>
                    <a:pt x="400" y="1"/>
                  </a:moveTo>
                  <a:cubicBezTo>
                    <a:pt x="167" y="1"/>
                    <a:pt x="0" y="201"/>
                    <a:pt x="0" y="401"/>
                  </a:cubicBezTo>
                  <a:cubicBezTo>
                    <a:pt x="0" y="668"/>
                    <a:pt x="200" y="835"/>
                    <a:pt x="400" y="835"/>
                  </a:cubicBezTo>
                  <a:cubicBezTo>
                    <a:pt x="667" y="835"/>
                    <a:pt x="834" y="635"/>
                    <a:pt x="834" y="401"/>
                  </a:cubicBezTo>
                  <a:cubicBezTo>
                    <a:pt x="834" y="168"/>
                    <a:pt x="634" y="1"/>
                    <a:pt x="400"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9"/>
            <p:cNvSpPr/>
            <p:nvPr/>
          </p:nvSpPr>
          <p:spPr>
            <a:xfrm>
              <a:off x="6846277" y="2077414"/>
              <a:ext cx="16752" cy="16752"/>
            </a:xfrm>
            <a:custGeom>
              <a:avLst/>
              <a:gdLst/>
              <a:ahLst/>
              <a:cxnLst/>
              <a:rect l="l" t="t" r="r" b="b"/>
              <a:pathLst>
                <a:path w="835" h="835" extrusionOk="0">
                  <a:moveTo>
                    <a:pt x="401" y="1"/>
                  </a:moveTo>
                  <a:cubicBezTo>
                    <a:pt x="168" y="1"/>
                    <a:pt x="1" y="201"/>
                    <a:pt x="1" y="434"/>
                  </a:cubicBezTo>
                  <a:cubicBezTo>
                    <a:pt x="1" y="668"/>
                    <a:pt x="168" y="835"/>
                    <a:pt x="401" y="835"/>
                  </a:cubicBezTo>
                  <a:cubicBezTo>
                    <a:pt x="668" y="835"/>
                    <a:pt x="835" y="635"/>
                    <a:pt x="835" y="434"/>
                  </a:cubicBezTo>
                  <a:cubicBezTo>
                    <a:pt x="835" y="168"/>
                    <a:pt x="668" y="1"/>
                    <a:pt x="401"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9"/>
            <p:cNvSpPr/>
            <p:nvPr/>
          </p:nvSpPr>
          <p:spPr>
            <a:xfrm>
              <a:off x="6911200" y="2077414"/>
              <a:ext cx="16752" cy="16752"/>
            </a:xfrm>
            <a:custGeom>
              <a:avLst/>
              <a:gdLst/>
              <a:ahLst/>
              <a:cxnLst/>
              <a:rect l="l" t="t" r="r" b="b"/>
              <a:pathLst>
                <a:path w="835" h="835" extrusionOk="0">
                  <a:moveTo>
                    <a:pt x="434" y="1"/>
                  </a:moveTo>
                  <a:cubicBezTo>
                    <a:pt x="167" y="1"/>
                    <a:pt x="1" y="201"/>
                    <a:pt x="1" y="434"/>
                  </a:cubicBezTo>
                  <a:cubicBezTo>
                    <a:pt x="1" y="668"/>
                    <a:pt x="167" y="835"/>
                    <a:pt x="434" y="835"/>
                  </a:cubicBezTo>
                  <a:cubicBezTo>
                    <a:pt x="668" y="835"/>
                    <a:pt x="835" y="635"/>
                    <a:pt x="835" y="434"/>
                  </a:cubicBezTo>
                  <a:cubicBezTo>
                    <a:pt x="835" y="168"/>
                    <a:pt x="668"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9"/>
            <p:cNvSpPr/>
            <p:nvPr/>
          </p:nvSpPr>
          <p:spPr>
            <a:xfrm>
              <a:off x="7041024" y="2077414"/>
              <a:ext cx="16752" cy="16752"/>
            </a:xfrm>
            <a:custGeom>
              <a:avLst/>
              <a:gdLst/>
              <a:ahLst/>
              <a:cxnLst/>
              <a:rect l="l" t="t" r="r" b="b"/>
              <a:pathLst>
                <a:path w="835" h="835" extrusionOk="0">
                  <a:moveTo>
                    <a:pt x="435" y="1"/>
                  </a:moveTo>
                  <a:cubicBezTo>
                    <a:pt x="168" y="1"/>
                    <a:pt x="1" y="201"/>
                    <a:pt x="1" y="434"/>
                  </a:cubicBezTo>
                  <a:cubicBezTo>
                    <a:pt x="1" y="668"/>
                    <a:pt x="201" y="835"/>
                    <a:pt x="435" y="835"/>
                  </a:cubicBezTo>
                  <a:cubicBezTo>
                    <a:pt x="668" y="835"/>
                    <a:pt x="835" y="635"/>
                    <a:pt x="835" y="434"/>
                  </a:cubicBezTo>
                  <a:cubicBezTo>
                    <a:pt x="835" y="168"/>
                    <a:pt x="668" y="1"/>
                    <a:pt x="435"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9"/>
            <p:cNvSpPr/>
            <p:nvPr/>
          </p:nvSpPr>
          <p:spPr>
            <a:xfrm>
              <a:off x="6586628" y="2077414"/>
              <a:ext cx="16752" cy="16752"/>
            </a:xfrm>
            <a:custGeom>
              <a:avLst/>
              <a:gdLst/>
              <a:ahLst/>
              <a:cxnLst/>
              <a:rect l="l" t="t" r="r" b="b"/>
              <a:pathLst>
                <a:path w="835" h="835" extrusionOk="0">
                  <a:moveTo>
                    <a:pt x="434" y="1"/>
                  </a:moveTo>
                  <a:cubicBezTo>
                    <a:pt x="167" y="1"/>
                    <a:pt x="0" y="201"/>
                    <a:pt x="0" y="434"/>
                  </a:cubicBezTo>
                  <a:cubicBezTo>
                    <a:pt x="0" y="668"/>
                    <a:pt x="234" y="835"/>
                    <a:pt x="434" y="835"/>
                  </a:cubicBezTo>
                  <a:cubicBezTo>
                    <a:pt x="668" y="835"/>
                    <a:pt x="834" y="635"/>
                    <a:pt x="834" y="434"/>
                  </a:cubicBezTo>
                  <a:cubicBezTo>
                    <a:pt x="834" y="168"/>
                    <a:pt x="634"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9"/>
            <p:cNvSpPr/>
            <p:nvPr/>
          </p:nvSpPr>
          <p:spPr>
            <a:xfrm>
              <a:off x="6716453" y="2077414"/>
              <a:ext cx="16752" cy="16752"/>
            </a:xfrm>
            <a:custGeom>
              <a:avLst/>
              <a:gdLst/>
              <a:ahLst/>
              <a:cxnLst/>
              <a:rect l="l" t="t" r="r" b="b"/>
              <a:pathLst>
                <a:path w="835" h="835" extrusionOk="0">
                  <a:moveTo>
                    <a:pt x="434" y="1"/>
                  </a:moveTo>
                  <a:cubicBezTo>
                    <a:pt x="167" y="1"/>
                    <a:pt x="1" y="201"/>
                    <a:pt x="1" y="434"/>
                  </a:cubicBezTo>
                  <a:cubicBezTo>
                    <a:pt x="1" y="668"/>
                    <a:pt x="201" y="835"/>
                    <a:pt x="434" y="835"/>
                  </a:cubicBezTo>
                  <a:cubicBezTo>
                    <a:pt x="668" y="835"/>
                    <a:pt x="835" y="635"/>
                    <a:pt x="835" y="434"/>
                  </a:cubicBezTo>
                  <a:cubicBezTo>
                    <a:pt x="835" y="168"/>
                    <a:pt x="634"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9"/>
            <p:cNvSpPr/>
            <p:nvPr/>
          </p:nvSpPr>
          <p:spPr>
            <a:xfrm>
              <a:off x="6879080" y="2027237"/>
              <a:ext cx="16752" cy="16732"/>
            </a:xfrm>
            <a:custGeom>
              <a:avLst/>
              <a:gdLst/>
              <a:ahLst/>
              <a:cxnLst/>
              <a:rect l="l" t="t" r="r" b="b"/>
              <a:pathLst>
                <a:path w="835" h="834" extrusionOk="0">
                  <a:moveTo>
                    <a:pt x="401" y="0"/>
                  </a:moveTo>
                  <a:cubicBezTo>
                    <a:pt x="167" y="0"/>
                    <a:pt x="0" y="200"/>
                    <a:pt x="0" y="434"/>
                  </a:cubicBezTo>
                  <a:cubicBezTo>
                    <a:pt x="0" y="667"/>
                    <a:pt x="201" y="834"/>
                    <a:pt x="401" y="834"/>
                  </a:cubicBezTo>
                  <a:cubicBezTo>
                    <a:pt x="668" y="834"/>
                    <a:pt x="834" y="634"/>
                    <a:pt x="834" y="434"/>
                  </a:cubicBezTo>
                  <a:cubicBezTo>
                    <a:pt x="834" y="167"/>
                    <a:pt x="668"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9"/>
            <p:cNvSpPr/>
            <p:nvPr/>
          </p:nvSpPr>
          <p:spPr>
            <a:xfrm>
              <a:off x="6554508" y="2027237"/>
              <a:ext cx="16752" cy="16732"/>
            </a:xfrm>
            <a:custGeom>
              <a:avLst/>
              <a:gdLst/>
              <a:ahLst/>
              <a:cxnLst/>
              <a:rect l="l" t="t" r="r" b="b"/>
              <a:pathLst>
                <a:path w="835" h="834" extrusionOk="0">
                  <a:moveTo>
                    <a:pt x="401" y="0"/>
                  </a:moveTo>
                  <a:cubicBezTo>
                    <a:pt x="167" y="0"/>
                    <a:pt x="0" y="200"/>
                    <a:pt x="0" y="434"/>
                  </a:cubicBezTo>
                  <a:cubicBezTo>
                    <a:pt x="0" y="634"/>
                    <a:pt x="167" y="834"/>
                    <a:pt x="401" y="834"/>
                  </a:cubicBezTo>
                  <a:cubicBezTo>
                    <a:pt x="634" y="834"/>
                    <a:pt x="834" y="634"/>
                    <a:pt x="834" y="434"/>
                  </a:cubicBezTo>
                  <a:cubicBezTo>
                    <a:pt x="834" y="200"/>
                    <a:pt x="634"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9"/>
            <p:cNvSpPr/>
            <p:nvPr/>
          </p:nvSpPr>
          <p:spPr>
            <a:xfrm>
              <a:off x="6619411" y="2027237"/>
              <a:ext cx="16752" cy="16732"/>
            </a:xfrm>
            <a:custGeom>
              <a:avLst/>
              <a:gdLst/>
              <a:ahLst/>
              <a:cxnLst/>
              <a:rect l="l" t="t" r="r" b="b"/>
              <a:pathLst>
                <a:path w="835" h="834" extrusionOk="0">
                  <a:moveTo>
                    <a:pt x="435" y="0"/>
                  </a:moveTo>
                  <a:cubicBezTo>
                    <a:pt x="201" y="0"/>
                    <a:pt x="1" y="200"/>
                    <a:pt x="1" y="434"/>
                  </a:cubicBezTo>
                  <a:cubicBezTo>
                    <a:pt x="1" y="634"/>
                    <a:pt x="201" y="834"/>
                    <a:pt x="435" y="834"/>
                  </a:cubicBezTo>
                  <a:cubicBezTo>
                    <a:pt x="635" y="834"/>
                    <a:pt x="835" y="634"/>
                    <a:pt x="835" y="434"/>
                  </a:cubicBezTo>
                  <a:cubicBezTo>
                    <a:pt x="835" y="200"/>
                    <a:pt x="635" y="0"/>
                    <a:pt x="435"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9"/>
            <p:cNvSpPr/>
            <p:nvPr/>
          </p:nvSpPr>
          <p:spPr>
            <a:xfrm>
              <a:off x="6683671" y="2027237"/>
              <a:ext cx="16752" cy="16732"/>
            </a:xfrm>
            <a:custGeom>
              <a:avLst/>
              <a:gdLst/>
              <a:ahLst/>
              <a:cxnLst/>
              <a:rect l="l" t="t" r="r" b="b"/>
              <a:pathLst>
                <a:path w="835" h="834" extrusionOk="0">
                  <a:moveTo>
                    <a:pt x="434" y="0"/>
                  </a:moveTo>
                  <a:cubicBezTo>
                    <a:pt x="167" y="0"/>
                    <a:pt x="0" y="200"/>
                    <a:pt x="0" y="434"/>
                  </a:cubicBezTo>
                  <a:cubicBezTo>
                    <a:pt x="0" y="667"/>
                    <a:pt x="234" y="834"/>
                    <a:pt x="434" y="834"/>
                  </a:cubicBezTo>
                  <a:cubicBezTo>
                    <a:pt x="667" y="834"/>
                    <a:pt x="834" y="634"/>
                    <a:pt x="834" y="434"/>
                  </a:cubicBezTo>
                  <a:cubicBezTo>
                    <a:pt x="834" y="167"/>
                    <a:pt x="667"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9"/>
            <p:cNvSpPr/>
            <p:nvPr/>
          </p:nvSpPr>
          <p:spPr>
            <a:xfrm>
              <a:off x="6749255" y="2027237"/>
              <a:ext cx="16752" cy="16732"/>
            </a:xfrm>
            <a:custGeom>
              <a:avLst/>
              <a:gdLst/>
              <a:ahLst/>
              <a:cxnLst/>
              <a:rect l="l" t="t" r="r" b="b"/>
              <a:pathLst>
                <a:path w="835" h="834" extrusionOk="0">
                  <a:moveTo>
                    <a:pt x="400" y="0"/>
                  </a:moveTo>
                  <a:cubicBezTo>
                    <a:pt x="167" y="0"/>
                    <a:pt x="0" y="200"/>
                    <a:pt x="0" y="434"/>
                  </a:cubicBezTo>
                  <a:cubicBezTo>
                    <a:pt x="0" y="667"/>
                    <a:pt x="200" y="834"/>
                    <a:pt x="400" y="834"/>
                  </a:cubicBezTo>
                  <a:cubicBezTo>
                    <a:pt x="667" y="834"/>
                    <a:pt x="834" y="634"/>
                    <a:pt x="834" y="434"/>
                  </a:cubicBezTo>
                  <a:cubicBezTo>
                    <a:pt x="834" y="167"/>
                    <a:pt x="634" y="0"/>
                    <a:pt x="400"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9"/>
            <p:cNvSpPr/>
            <p:nvPr/>
          </p:nvSpPr>
          <p:spPr>
            <a:xfrm>
              <a:off x="6846277" y="2177806"/>
              <a:ext cx="16752" cy="16752"/>
            </a:xfrm>
            <a:custGeom>
              <a:avLst/>
              <a:gdLst/>
              <a:ahLst/>
              <a:cxnLst/>
              <a:rect l="l" t="t" r="r" b="b"/>
              <a:pathLst>
                <a:path w="835" h="835" extrusionOk="0">
                  <a:moveTo>
                    <a:pt x="401" y="0"/>
                  </a:moveTo>
                  <a:cubicBezTo>
                    <a:pt x="168" y="0"/>
                    <a:pt x="1" y="201"/>
                    <a:pt x="1" y="434"/>
                  </a:cubicBezTo>
                  <a:cubicBezTo>
                    <a:pt x="1" y="634"/>
                    <a:pt x="168" y="834"/>
                    <a:pt x="401" y="834"/>
                  </a:cubicBezTo>
                  <a:cubicBezTo>
                    <a:pt x="635" y="834"/>
                    <a:pt x="835" y="634"/>
                    <a:pt x="835" y="434"/>
                  </a:cubicBezTo>
                  <a:cubicBezTo>
                    <a:pt x="835" y="201"/>
                    <a:pt x="635"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9"/>
            <p:cNvSpPr/>
            <p:nvPr/>
          </p:nvSpPr>
          <p:spPr>
            <a:xfrm>
              <a:off x="6911200" y="2177806"/>
              <a:ext cx="16752" cy="16752"/>
            </a:xfrm>
            <a:custGeom>
              <a:avLst/>
              <a:gdLst/>
              <a:ahLst/>
              <a:cxnLst/>
              <a:rect l="l" t="t" r="r" b="b"/>
              <a:pathLst>
                <a:path w="835" h="835" extrusionOk="0">
                  <a:moveTo>
                    <a:pt x="434" y="0"/>
                  </a:moveTo>
                  <a:cubicBezTo>
                    <a:pt x="201" y="0"/>
                    <a:pt x="1" y="201"/>
                    <a:pt x="1" y="434"/>
                  </a:cubicBezTo>
                  <a:cubicBezTo>
                    <a:pt x="1" y="634"/>
                    <a:pt x="201" y="834"/>
                    <a:pt x="434" y="834"/>
                  </a:cubicBezTo>
                  <a:cubicBezTo>
                    <a:pt x="668" y="834"/>
                    <a:pt x="835" y="634"/>
                    <a:pt x="835" y="434"/>
                  </a:cubicBezTo>
                  <a:cubicBezTo>
                    <a:pt x="835" y="201"/>
                    <a:pt x="668"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9"/>
            <p:cNvSpPr/>
            <p:nvPr/>
          </p:nvSpPr>
          <p:spPr>
            <a:xfrm>
              <a:off x="6976784" y="2177806"/>
              <a:ext cx="16752" cy="16752"/>
            </a:xfrm>
            <a:custGeom>
              <a:avLst/>
              <a:gdLst/>
              <a:ahLst/>
              <a:cxnLst/>
              <a:rect l="l" t="t" r="r" b="b"/>
              <a:pathLst>
                <a:path w="835" h="835" extrusionOk="0">
                  <a:moveTo>
                    <a:pt x="401" y="0"/>
                  </a:moveTo>
                  <a:cubicBezTo>
                    <a:pt x="167" y="0"/>
                    <a:pt x="1" y="201"/>
                    <a:pt x="1" y="434"/>
                  </a:cubicBezTo>
                  <a:cubicBezTo>
                    <a:pt x="1" y="668"/>
                    <a:pt x="201" y="834"/>
                    <a:pt x="401" y="834"/>
                  </a:cubicBezTo>
                  <a:cubicBezTo>
                    <a:pt x="668" y="834"/>
                    <a:pt x="835" y="634"/>
                    <a:pt x="835" y="434"/>
                  </a:cubicBezTo>
                  <a:cubicBezTo>
                    <a:pt x="835" y="201"/>
                    <a:pt x="634"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9"/>
            <p:cNvSpPr/>
            <p:nvPr/>
          </p:nvSpPr>
          <p:spPr>
            <a:xfrm>
              <a:off x="6651551" y="2177806"/>
              <a:ext cx="16732" cy="16752"/>
            </a:xfrm>
            <a:custGeom>
              <a:avLst/>
              <a:gdLst/>
              <a:ahLst/>
              <a:cxnLst/>
              <a:rect l="l" t="t" r="r" b="b"/>
              <a:pathLst>
                <a:path w="834" h="835" extrusionOk="0">
                  <a:moveTo>
                    <a:pt x="400" y="0"/>
                  </a:moveTo>
                  <a:cubicBezTo>
                    <a:pt x="167" y="0"/>
                    <a:pt x="0" y="201"/>
                    <a:pt x="0" y="434"/>
                  </a:cubicBezTo>
                  <a:cubicBezTo>
                    <a:pt x="0" y="668"/>
                    <a:pt x="200" y="834"/>
                    <a:pt x="400" y="834"/>
                  </a:cubicBezTo>
                  <a:cubicBezTo>
                    <a:pt x="667" y="834"/>
                    <a:pt x="834" y="634"/>
                    <a:pt x="834" y="434"/>
                  </a:cubicBezTo>
                  <a:cubicBezTo>
                    <a:pt x="834" y="201"/>
                    <a:pt x="667" y="0"/>
                    <a:pt x="400"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9"/>
            <p:cNvSpPr/>
            <p:nvPr/>
          </p:nvSpPr>
          <p:spPr>
            <a:xfrm>
              <a:off x="6716453" y="2177806"/>
              <a:ext cx="16752" cy="16752"/>
            </a:xfrm>
            <a:custGeom>
              <a:avLst/>
              <a:gdLst/>
              <a:ahLst/>
              <a:cxnLst/>
              <a:rect l="l" t="t" r="r" b="b"/>
              <a:pathLst>
                <a:path w="835" h="835" extrusionOk="0">
                  <a:moveTo>
                    <a:pt x="434" y="0"/>
                  </a:moveTo>
                  <a:cubicBezTo>
                    <a:pt x="167" y="0"/>
                    <a:pt x="1" y="201"/>
                    <a:pt x="1" y="434"/>
                  </a:cubicBezTo>
                  <a:cubicBezTo>
                    <a:pt x="1" y="668"/>
                    <a:pt x="201" y="834"/>
                    <a:pt x="434" y="834"/>
                  </a:cubicBezTo>
                  <a:cubicBezTo>
                    <a:pt x="668" y="834"/>
                    <a:pt x="835" y="634"/>
                    <a:pt x="835" y="434"/>
                  </a:cubicBezTo>
                  <a:cubicBezTo>
                    <a:pt x="835" y="201"/>
                    <a:pt x="634"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9"/>
            <p:cNvSpPr/>
            <p:nvPr/>
          </p:nvSpPr>
          <p:spPr>
            <a:xfrm>
              <a:off x="6879080" y="2127610"/>
              <a:ext cx="16752" cy="16752"/>
            </a:xfrm>
            <a:custGeom>
              <a:avLst/>
              <a:gdLst/>
              <a:ahLst/>
              <a:cxnLst/>
              <a:rect l="l" t="t" r="r" b="b"/>
              <a:pathLst>
                <a:path w="835" h="835" extrusionOk="0">
                  <a:moveTo>
                    <a:pt x="401" y="1"/>
                  </a:moveTo>
                  <a:cubicBezTo>
                    <a:pt x="167" y="1"/>
                    <a:pt x="0" y="201"/>
                    <a:pt x="0" y="434"/>
                  </a:cubicBezTo>
                  <a:cubicBezTo>
                    <a:pt x="0" y="668"/>
                    <a:pt x="201" y="835"/>
                    <a:pt x="401" y="835"/>
                  </a:cubicBezTo>
                  <a:cubicBezTo>
                    <a:pt x="668" y="835"/>
                    <a:pt x="834" y="634"/>
                    <a:pt x="834" y="434"/>
                  </a:cubicBezTo>
                  <a:cubicBezTo>
                    <a:pt x="834" y="201"/>
                    <a:pt x="668" y="1"/>
                    <a:pt x="401"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9"/>
            <p:cNvSpPr/>
            <p:nvPr/>
          </p:nvSpPr>
          <p:spPr>
            <a:xfrm>
              <a:off x="6944002" y="2127610"/>
              <a:ext cx="16752" cy="16752"/>
            </a:xfrm>
            <a:custGeom>
              <a:avLst/>
              <a:gdLst/>
              <a:ahLst/>
              <a:cxnLst/>
              <a:rect l="l" t="t" r="r" b="b"/>
              <a:pathLst>
                <a:path w="835" h="835" extrusionOk="0">
                  <a:moveTo>
                    <a:pt x="434" y="1"/>
                  </a:moveTo>
                  <a:cubicBezTo>
                    <a:pt x="167" y="1"/>
                    <a:pt x="0" y="201"/>
                    <a:pt x="0" y="434"/>
                  </a:cubicBezTo>
                  <a:cubicBezTo>
                    <a:pt x="0" y="668"/>
                    <a:pt x="167" y="835"/>
                    <a:pt x="434" y="835"/>
                  </a:cubicBezTo>
                  <a:cubicBezTo>
                    <a:pt x="667" y="835"/>
                    <a:pt x="834" y="634"/>
                    <a:pt x="834" y="434"/>
                  </a:cubicBezTo>
                  <a:cubicBezTo>
                    <a:pt x="834" y="201"/>
                    <a:pt x="667"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9"/>
            <p:cNvSpPr/>
            <p:nvPr/>
          </p:nvSpPr>
          <p:spPr>
            <a:xfrm>
              <a:off x="7008242" y="2127610"/>
              <a:ext cx="16752" cy="16752"/>
            </a:xfrm>
            <a:custGeom>
              <a:avLst/>
              <a:gdLst/>
              <a:ahLst/>
              <a:cxnLst/>
              <a:rect l="l" t="t" r="r" b="b"/>
              <a:pathLst>
                <a:path w="835" h="835" extrusionOk="0">
                  <a:moveTo>
                    <a:pt x="434" y="1"/>
                  </a:moveTo>
                  <a:cubicBezTo>
                    <a:pt x="167" y="1"/>
                    <a:pt x="0" y="201"/>
                    <a:pt x="0" y="434"/>
                  </a:cubicBezTo>
                  <a:cubicBezTo>
                    <a:pt x="0" y="668"/>
                    <a:pt x="234" y="835"/>
                    <a:pt x="434" y="835"/>
                  </a:cubicBezTo>
                  <a:cubicBezTo>
                    <a:pt x="668" y="835"/>
                    <a:pt x="834" y="634"/>
                    <a:pt x="834" y="434"/>
                  </a:cubicBezTo>
                  <a:cubicBezTo>
                    <a:pt x="834" y="201"/>
                    <a:pt x="668"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9"/>
            <p:cNvSpPr/>
            <p:nvPr/>
          </p:nvSpPr>
          <p:spPr>
            <a:xfrm>
              <a:off x="6554508" y="2127610"/>
              <a:ext cx="16752" cy="16752"/>
            </a:xfrm>
            <a:custGeom>
              <a:avLst/>
              <a:gdLst/>
              <a:ahLst/>
              <a:cxnLst/>
              <a:rect l="l" t="t" r="r" b="b"/>
              <a:pathLst>
                <a:path w="835" h="835" extrusionOk="0">
                  <a:moveTo>
                    <a:pt x="401" y="1"/>
                  </a:moveTo>
                  <a:cubicBezTo>
                    <a:pt x="167" y="1"/>
                    <a:pt x="0" y="201"/>
                    <a:pt x="0" y="434"/>
                  </a:cubicBezTo>
                  <a:cubicBezTo>
                    <a:pt x="0" y="668"/>
                    <a:pt x="167" y="835"/>
                    <a:pt x="401" y="835"/>
                  </a:cubicBezTo>
                  <a:cubicBezTo>
                    <a:pt x="667" y="835"/>
                    <a:pt x="834" y="634"/>
                    <a:pt x="834" y="434"/>
                  </a:cubicBezTo>
                  <a:cubicBezTo>
                    <a:pt x="834" y="201"/>
                    <a:pt x="667" y="1"/>
                    <a:pt x="401"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9"/>
            <p:cNvSpPr/>
            <p:nvPr/>
          </p:nvSpPr>
          <p:spPr>
            <a:xfrm>
              <a:off x="6683671" y="2127610"/>
              <a:ext cx="16752" cy="16752"/>
            </a:xfrm>
            <a:custGeom>
              <a:avLst/>
              <a:gdLst/>
              <a:ahLst/>
              <a:cxnLst/>
              <a:rect l="l" t="t" r="r" b="b"/>
              <a:pathLst>
                <a:path w="835" h="835" extrusionOk="0">
                  <a:moveTo>
                    <a:pt x="434" y="1"/>
                  </a:moveTo>
                  <a:cubicBezTo>
                    <a:pt x="167" y="1"/>
                    <a:pt x="0" y="201"/>
                    <a:pt x="0" y="434"/>
                  </a:cubicBezTo>
                  <a:cubicBezTo>
                    <a:pt x="0" y="668"/>
                    <a:pt x="234" y="835"/>
                    <a:pt x="434" y="835"/>
                  </a:cubicBezTo>
                  <a:cubicBezTo>
                    <a:pt x="667" y="835"/>
                    <a:pt x="834" y="634"/>
                    <a:pt x="834" y="434"/>
                  </a:cubicBezTo>
                  <a:cubicBezTo>
                    <a:pt x="834" y="201"/>
                    <a:pt x="667"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9"/>
            <p:cNvSpPr/>
            <p:nvPr/>
          </p:nvSpPr>
          <p:spPr>
            <a:xfrm>
              <a:off x="6749255" y="2127610"/>
              <a:ext cx="16752" cy="16752"/>
            </a:xfrm>
            <a:custGeom>
              <a:avLst/>
              <a:gdLst/>
              <a:ahLst/>
              <a:cxnLst/>
              <a:rect l="l" t="t" r="r" b="b"/>
              <a:pathLst>
                <a:path w="835" h="835" extrusionOk="0">
                  <a:moveTo>
                    <a:pt x="400" y="1"/>
                  </a:moveTo>
                  <a:cubicBezTo>
                    <a:pt x="167" y="1"/>
                    <a:pt x="0" y="201"/>
                    <a:pt x="0" y="434"/>
                  </a:cubicBezTo>
                  <a:cubicBezTo>
                    <a:pt x="0" y="668"/>
                    <a:pt x="200" y="835"/>
                    <a:pt x="400" y="835"/>
                  </a:cubicBezTo>
                  <a:cubicBezTo>
                    <a:pt x="667" y="835"/>
                    <a:pt x="834" y="634"/>
                    <a:pt x="834" y="434"/>
                  </a:cubicBezTo>
                  <a:cubicBezTo>
                    <a:pt x="834" y="201"/>
                    <a:pt x="634" y="1"/>
                    <a:pt x="400"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9"/>
            <p:cNvSpPr/>
            <p:nvPr/>
          </p:nvSpPr>
          <p:spPr>
            <a:xfrm>
              <a:off x="6846277" y="1977041"/>
              <a:ext cx="16752" cy="16752"/>
            </a:xfrm>
            <a:custGeom>
              <a:avLst/>
              <a:gdLst/>
              <a:ahLst/>
              <a:cxnLst/>
              <a:rect l="l" t="t" r="r" b="b"/>
              <a:pathLst>
                <a:path w="835" h="835" extrusionOk="0">
                  <a:moveTo>
                    <a:pt x="401" y="0"/>
                  </a:moveTo>
                  <a:cubicBezTo>
                    <a:pt x="168" y="0"/>
                    <a:pt x="1" y="167"/>
                    <a:pt x="1" y="434"/>
                  </a:cubicBezTo>
                  <a:cubicBezTo>
                    <a:pt x="1" y="667"/>
                    <a:pt x="168" y="834"/>
                    <a:pt x="401" y="834"/>
                  </a:cubicBezTo>
                  <a:cubicBezTo>
                    <a:pt x="668" y="834"/>
                    <a:pt x="835" y="634"/>
                    <a:pt x="835" y="434"/>
                  </a:cubicBezTo>
                  <a:cubicBezTo>
                    <a:pt x="835" y="167"/>
                    <a:pt x="668"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9"/>
            <p:cNvSpPr/>
            <p:nvPr/>
          </p:nvSpPr>
          <p:spPr>
            <a:xfrm>
              <a:off x="6911200" y="1977041"/>
              <a:ext cx="16752" cy="16752"/>
            </a:xfrm>
            <a:custGeom>
              <a:avLst/>
              <a:gdLst/>
              <a:ahLst/>
              <a:cxnLst/>
              <a:rect l="l" t="t" r="r" b="b"/>
              <a:pathLst>
                <a:path w="835" h="835" extrusionOk="0">
                  <a:moveTo>
                    <a:pt x="434" y="0"/>
                  </a:moveTo>
                  <a:cubicBezTo>
                    <a:pt x="167" y="0"/>
                    <a:pt x="1" y="167"/>
                    <a:pt x="1" y="434"/>
                  </a:cubicBezTo>
                  <a:cubicBezTo>
                    <a:pt x="1" y="667"/>
                    <a:pt x="167" y="834"/>
                    <a:pt x="434" y="834"/>
                  </a:cubicBezTo>
                  <a:cubicBezTo>
                    <a:pt x="668" y="834"/>
                    <a:pt x="835" y="634"/>
                    <a:pt x="835" y="434"/>
                  </a:cubicBezTo>
                  <a:cubicBezTo>
                    <a:pt x="835" y="167"/>
                    <a:pt x="668"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9"/>
            <p:cNvSpPr/>
            <p:nvPr/>
          </p:nvSpPr>
          <p:spPr>
            <a:xfrm>
              <a:off x="6586628" y="1977041"/>
              <a:ext cx="16752" cy="16752"/>
            </a:xfrm>
            <a:custGeom>
              <a:avLst/>
              <a:gdLst/>
              <a:ahLst/>
              <a:cxnLst/>
              <a:rect l="l" t="t" r="r" b="b"/>
              <a:pathLst>
                <a:path w="835" h="835" extrusionOk="0">
                  <a:moveTo>
                    <a:pt x="434" y="0"/>
                  </a:moveTo>
                  <a:cubicBezTo>
                    <a:pt x="167" y="0"/>
                    <a:pt x="0" y="167"/>
                    <a:pt x="0" y="434"/>
                  </a:cubicBezTo>
                  <a:cubicBezTo>
                    <a:pt x="0" y="667"/>
                    <a:pt x="234" y="834"/>
                    <a:pt x="434" y="834"/>
                  </a:cubicBezTo>
                  <a:cubicBezTo>
                    <a:pt x="668" y="834"/>
                    <a:pt x="834" y="634"/>
                    <a:pt x="834" y="434"/>
                  </a:cubicBezTo>
                  <a:cubicBezTo>
                    <a:pt x="834" y="167"/>
                    <a:pt x="634"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9"/>
            <p:cNvSpPr/>
            <p:nvPr/>
          </p:nvSpPr>
          <p:spPr>
            <a:xfrm>
              <a:off x="6651551" y="1977041"/>
              <a:ext cx="16732" cy="16752"/>
            </a:xfrm>
            <a:custGeom>
              <a:avLst/>
              <a:gdLst/>
              <a:ahLst/>
              <a:cxnLst/>
              <a:rect l="l" t="t" r="r" b="b"/>
              <a:pathLst>
                <a:path w="834" h="835" extrusionOk="0">
                  <a:moveTo>
                    <a:pt x="400" y="0"/>
                  </a:moveTo>
                  <a:cubicBezTo>
                    <a:pt x="167" y="0"/>
                    <a:pt x="0" y="167"/>
                    <a:pt x="0" y="434"/>
                  </a:cubicBezTo>
                  <a:cubicBezTo>
                    <a:pt x="0" y="667"/>
                    <a:pt x="200" y="834"/>
                    <a:pt x="400" y="834"/>
                  </a:cubicBezTo>
                  <a:cubicBezTo>
                    <a:pt x="667" y="834"/>
                    <a:pt x="834" y="634"/>
                    <a:pt x="834" y="434"/>
                  </a:cubicBezTo>
                  <a:cubicBezTo>
                    <a:pt x="834" y="167"/>
                    <a:pt x="667" y="0"/>
                    <a:pt x="400"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9"/>
            <p:cNvSpPr/>
            <p:nvPr/>
          </p:nvSpPr>
          <p:spPr>
            <a:xfrm>
              <a:off x="6716453" y="1977041"/>
              <a:ext cx="16752" cy="16752"/>
            </a:xfrm>
            <a:custGeom>
              <a:avLst/>
              <a:gdLst/>
              <a:ahLst/>
              <a:cxnLst/>
              <a:rect l="l" t="t" r="r" b="b"/>
              <a:pathLst>
                <a:path w="835" h="835" extrusionOk="0">
                  <a:moveTo>
                    <a:pt x="434" y="0"/>
                  </a:moveTo>
                  <a:cubicBezTo>
                    <a:pt x="167" y="0"/>
                    <a:pt x="1" y="167"/>
                    <a:pt x="1" y="434"/>
                  </a:cubicBezTo>
                  <a:cubicBezTo>
                    <a:pt x="1" y="667"/>
                    <a:pt x="201" y="834"/>
                    <a:pt x="434" y="834"/>
                  </a:cubicBezTo>
                  <a:cubicBezTo>
                    <a:pt x="668" y="834"/>
                    <a:pt x="835" y="634"/>
                    <a:pt x="835" y="434"/>
                  </a:cubicBezTo>
                  <a:cubicBezTo>
                    <a:pt x="835" y="167"/>
                    <a:pt x="634"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9"/>
            <p:cNvSpPr/>
            <p:nvPr/>
          </p:nvSpPr>
          <p:spPr>
            <a:xfrm>
              <a:off x="6879080" y="1926183"/>
              <a:ext cx="16752" cy="16732"/>
            </a:xfrm>
            <a:custGeom>
              <a:avLst/>
              <a:gdLst/>
              <a:ahLst/>
              <a:cxnLst/>
              <a:rect l="l" t="t" r="r" b="b"/>
              <a:pathLst>
                <a:path w="835" h="834" extrusionOk="0">
                  <a:moveTo>
                    <a:pt x="401" y="0"/>
                  </a:moveTo>
                  <a:cubicBezTo>
                    <a:pt x="167" y="0"/>
                    <a:pt x="0" y="167"/>
                    <a:pt x="0" y="400"/>
                  </a:cubicBezTo>
                  <a:cubicBezTo>
                    <a:pt x="0" y="667"/>
                    <a:pt x="201" y="834"/>
                    <a:pt x="401" y="834"/>
                  </a:cubicBezTo>
                  <a:cubicBezTo>
                    <a:pt x="668" y="834"/>
                    <a:pt x="834" y="634"/>
                    <a:pt x="834" y="400"/>
                  </a:cubicBezTo>
                  <a:cubicBezTo>
                    <a:pt x="834" y="200"/>
                    <a:pt x="668" y="33"/>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9"/>
            <p:cNvSpPr/>
            <p:nvPr/>
          </p:nvSpPr>
          <p:spPr>
            <a:xfrm>
              <a:off x="6944002" y="1926183"/>
              <a:ext cx="16752" cy="16732"/>
            </a:xfrm>
            <a:custGeom>
              <a:avLst/>
              <a:gdLst/>
              <a:ahLst/>
              <a:cxnLst/>
              <a:rect l="l" t="t" r="r" b="b"/>
              <a:pathLst>
                <a:path w="835" h="834" extrusionOk="0">
                  <a:moveTo>
                    <a:pt x="434" y="0"/>
                  </a:moveTo>
                  <a:cubicBezTo>
                    <a:pt x="200" y="0"/>
                    <a:pt x="0" y="167"/>
                    <a:pt x="0" y="400"/>
                  </a:cubicBezTo>
                  <a:cubicBezTo>
                    <a:pt x="0" y="634"/>
                    <a:pt x="200" y="834"/>
                    <a:pt x="434" y="834"/>
                  </a:cubicBezTo>
                  <a:cubicBezTo>
                    <a:pt x="634" y="834"/>
                    <a:pt x="834" y="634"/>
                    <a:pt x="834" y="400"/>
                  </a:cubicBezTo>
                  <a:cubicBezTo>
                    <a:pt x="834" y="167"/>
                    <a:pt x="634"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9"/>
            <p:cNvSpPr/>
            <p:nvPr/>
          </p:nvSpPr>
          <p:spPr>
            <a:xfrm>
              <a:off x="6619411" y="1926183"/>
              <a:ext cx="16752" cy="16732"/>
            </a:xfrm>
            <a:custGeom>
              <a:avLst/>
              <a:gdLst/>
              <a:ahLst/>
              <a:cxnLst/>
              <a:rect l="l" t="t" r="r" b="b"/>
              <a:pathLst>
                <a:path w="835" h="834" extrusionOk="0">
                  <a:moveTo>
                    <a:pt x="435" y="0"/>
                  </a:moveTo>
                  <a:cubicBezTo>
                    <a:pt x="201" y="0"/>
                    <a:pt x="1" y="167"/>
                    <a:pt x="1" y="400"/>
                  </a:cubicBezTo>
                  <a:cubicBezTo>
                    <a:pt x="1" y="634"/>
                    <a:pt x="201" y="834"/>
                    <a:pt x="435" y="834"/>
                  </a:cubicBezTo>
                  <a:cubicBezTo>
                    <a:pt x="635" y="834"/>
                    <a:pt x="835" y="634"/>
                    <a:pt x="835" y="400"/>
                  </a:cubicBezTo>
                  <a:cubicBezTo>
                    <a:pt x="835" y="167"/>
                    <a:pt x="635" y="0"/>
                    <a:pt x="435"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9"/>
            <p:cNvSpPr/>
            <p:nvPr/>
          </p:nvSpPr>
          <p:spPr>
            <a:xfrm>
              <a:off x="6683671" y="1926183"/>
              <a:ext cx="16752" cy="16732"/>
            </a:xfrm>
            <a:custGeom>
              <a:avLst/>
              <a:gdLst/>
              <a:ahLst/>
              <a:cxnLst/>
              <a:rect l="l" t="t" r="r" b="b"/>
              <a:pathLst>
                <a:path w="835" h="834" extrusionOk="0">
                  <a:moveTo>
                    <a:pt x="434" y="0"/>
                  </a:moveTo>
                  <a:cubicBezTo>
                    <a:pt x="167" y="0"/>
                    <a:pt x="0" y="167"/>
                    <a:pt x="0" y="400"/>
                  </a:cubicBezTo>
                  <a:cubicBezTo>
                    <a:pt x="0" y="667"/>
                    <a:pt x="234" y="834"/>
                    <a:pt x="434" y="834"/>
                  </a:cubicBezTo>
                  <a:cubicBezTo>
                    <a:pt x="667" y="834"/>
                    <a:pt x="834" y="634"/>
                    <a:pt x="834" y="400"/>
                  </a:cubicBezTo>
                  <a:cubicBezTo>
                    <a:pt x="834" y="200"/>
                    <a:pt x="667" y="33"/>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9"/>
            <p:cNvSpPr/>
            <p:nvPr/>
          </p:nvSpPr>
          <p:spPr>
            <a:xfrm>
              <a:off x="6749255" y="1926183"/>
              <a:ext cx="16752" cy="16732"/>
            </a:xfrm>
            <a:custGeom>
              <a:avLst/>
              <a:gdLst/>
              <a:ahLst/>
              <a:cxnLst/>
              <a:rect l="l" t="t" r="r" b="b"/>
              <a:pathLst>
                <a:path w="835" h="834" extrusionOk="0">
                  <a:moveTo>
                    <a:pt x="400" y="0"/>
                  </a:moveTo>
                  <a:cubicBezTo>
                    <a:pt x="167" y="0"/>
                    <a:pt x="0" y="167"/>
                    <a:pt x="0" y="400"/>
                  </a:cubicBezTo>
                  <a:cubicBezTo>
                    <a:pt x="0" y="667"/>
                    <a:pt x="200" y="834"/>
                    <a:pt x="400" y="834"/>
                  </a:cubicBezTo>
                  <a:cubicBezTo>
                    <a:pt x="667" y="834"/>
                    <a:pt x="834" y="634"/>
                    <a:pt x="834" y="400"/>
                  </a:cubicBezTo>
                  <a:cubicBezTo>
                    <a:pt x="834" y="200"/>
                    <a:pt x="634" y="33"/>
                    <a:pt x="400"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9"/>
            <p:cNvSpPr/>
            <p:nvPr/>
          </p:nvSpPr>
          <p:spPr>
            <a:xfrm>
              <a:off x="6701727" y="1611643"/>
              <a:ext cx="208831" cy="163971"/>
            </a:xfrm>
            <a:custGeom>
              <a:avLst/>
              <a:gdLst/>
              <a:ahLst/>
              <a:cxnLst/>
              <a:rect l="l" t="t" r="r" b="b"/>
              <a:pathLst>
                <a:path w="10409" h="8173" extrusionOk="0">
                  <a:moveTo>
                    <a:pt x="2603" y="0"/>
                  </a:moveTo>
                  <a:cubicBezTo>
                    <a:pt x="2603" y="0"/>
                    <a:pt x="2769" y="2469"/>
                    <a:pt x="2803" y="3136"/>
                  </a:cubicBezTo>
                  <a:cubicBezTo>
                    <a:pt x="2803" y="3803"/>
                    <a:pt x="2603" y="4503"/>
                    <a:pt x="1936" y="4804"/>
                  </a:cubicBezTo>
                  <a:cubicBezTo>
                    <a:pt x="1335" y="5037"/>
                    <a:pt x="1" y="5471"/>
                    <a:pt x="1" y="5471"/>
                  </a:cubicBezTo>
                  <a:cubicBezTo>
                    <a:pt x="1" y="5471"/>
                    <a:pt x="668" y="8173"/>
                    <a:pt x="5205" y="8173"/>
                  </a:cubicBezTo>
                  <a:cubicBezTo>
                    <a:pt x="9741" y="8173"/>
                    <a:pt x="10408" y="5471"/>
                    <a:pt x="10408" y="5471"/>
                  </a:cubicBezTo>
                  <a:cubicBezTo>
                    <a:pt x="10408" y="5471"/>
                    <a:pt x="9107" y="5070"/>
                    <a:pt x="8440" y="4804"/>
                  </a:cubicBezTo>
                  <a:cubicBezTo>
                    <a:pt x="7773" y="4537"/>
                    <a:pt x="7540" y="3803"/>
                    <a:pt x="7573" y="3136"/>
                  </a:cubicBezTo>
                  <a:cubicBezTo>
                    <a:pt x="7606" y="2469"/>
                    <a:pt x="7773" y="0"/>
                    <a:pt x="7773" y="0"/>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9"/>
            <p:cNvSpPr/>
            <p:nvPr/>
          </p:nvSpPr>
          <p:spPr>
            <a:xfrm>
              <a:off x="6755274" y="1611643"/>
              <a:ext cx="102419" cy="55092"/>
            </a:xfrm>
            <a:custGeom>
              <a:avLst/>
              <a:gdLst/>
              <a:ahLst/>
              <a:cxnLst/>
              <a:rect l="l" t="t" r="r" b="b"/>
              <a:pathLst>
                <a:path w="5105" h="2746" extrusionOk="0">
                  <a:moveTo>
                    <a:pt x="0" y="0"/>
                  </a:moveTo>
                  <a:cubicBezTo>
                    <a:pt x="0" y="0"/>
                    <a:pt x="34" y="734"/>
                    <a:pt x="67" y="1535"/>
                  </a:cubicBezTo>
                  <a:cubicBezTo>
                    <a:pt x="627" y="2126"/>
                    <a:pt x="1448" y="2745"/>
                    <a:pt x="2476" y="2745"/>
                  </a:cubicBezTo>
                  <a:cubicBezTo>
                    <a:pt x="2550" y="2745"/>
                    <a:pt x="2626" y="2742"/>
                    <a:pt x="2702" y="2735"/>
                  </a:cubicBezTo>
                  <a:cubicBezTo>
                    <a:pt x="3670" y="2669"/>
                    <a:pt x="4437" y="2168"/>
                    <a:pt x="5004" y="1635"/>
                  </a:cubicBezTo>
                  <a:cubicBezTo>
                    <a:pt x="5037" y="801"/>
                    <a:pt x="5104" y="0"/>
                    <a:pt x="5104" y="0"/>
                  </a:cubicBezTo>
                  <a:close/>
                </a:path>
              </a:pathLst>
            </a:custGeom>
            <a:solidFill>
              <a:srgbClr val="CE6D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9"/>
            <p:cNvSpPr/>
            <p:nvPr/>
          </p:nvSpPr>
          <p:spPr>
            <a:xfrm>
              <a:off x="6689690" y="1380081"/>
              <a:ext cx="229555" cy="254994"/>
            </a:xfrm>
            <a:custGeom>
              <a:avLst/>
              <a:gdLst/>
              <a:ahLst/>
              <a:cxnLst/>
              <a:rect l="l" t="t" r="r" b="b"/>
              <a:pathLst>
                <a:path w="11442" h="12710" extrusionOk="0">
                  <a:moveTo>
                    <a:pt x="5704" y="1"/>
                  </a:moveTo>
                  <a:cubicBezTo>
                    <a:pt x="1101" y="1"/>
                    <a:pt x="0" y="3570"/>
                    <a:pt x="0" y="6605"/>
                  </a:cubicBezTo>
                  <a:cubicBezTo>
                    <a:pt x="0" y="9541"/>
                    <a:pt x="1768" y="12710"/>
                    <a:pt x="5704" y="12710"/>
                  </a:cubicBezTo>
                  <a:cubicBezTo>
                    <a:pt x="9674" y="12710"/>
                    <a:pt x="11442" y="9541"/>
                    <a:pt x="11442" y="6605"/>
                  </a:cubicBezTo>
                  <a:cubicBezTo>
                    <a:pt x="11442" y="3570"/>
                    <a:pt x="10341" y="1"/>
                    <a:pt x="5704"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9"/>
            <p:cNvSpPr/>
            <p:nvPr/>
          </p:nvSpPr>
          <p:spPr>
            <a:xfrm>
              <a:off x="6753930" y="1488499"/>
              <a:ext cx="18096" cy="23433"/>
            </a:xfrm>
            <a:custGeom>
              <a:avLst/>
              <a:gdLst/>
              <a:ahLst/>
              <a:cxnLst/>
              <a:rect l="l" t="t" r="r" b="b"/>
              <a:pathLst>
                <a:path w="902" h="1168" extrusionOk="0">
                  <a:moveTo>
                    <a:pt x="434" y="0"/>
                  </a:moveTo>
                  <a:cubicBezTo>
                    <a:pt x="167" y="0"/>
                    <a:pt x="1" y="301"/>
                    <a:pt x="67" y="634"/>
                  </a:cubicBezTo>
                  <a:cubicBezTo>
                    <a:pt x="101" y="968"/>
                    <a:pt x="301" y="1168"/>
                    <a:pt x="501" y="1168"/>
                  </a:cubicBezTo>
                  <a:cubicBezTo>
                    <a:pt x="768" y="1135"/>
                    <a:pt x="901" y="868"/>
                    <a:pt x="901" y="534"/>
                  </a:cubicBezTo>
                  <a:cubicBezTo>
                    <a:pt x="835" y="201"/>
                    <a:pt x="634" y="0"/>
                    <a:pt x="434" y="0"/>
                  </a:cubicBezTo>
                  <a:close/>
                </a:path>
              </a:pathLst>
            </a:custGeom>
            <a:solidFill>
              <a:srgbClr val="1323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9"/>
            <p:cNvSpPr/>
            <p:nvPr/>
          </p:nvSpPr>
          <p:spPr>
            <a:xfrm>
              <a:off x="6763299" y="1479130"/>
              <a:ext cx="18758" cy="17414"/>
            </a:xfrm>
            <a:custGeom>
              <a:avLst/>
              <a:gdLst/>
              <a:ahLst/>
              <a:cxnLst/>
              <a:rect l="l" t="t" r="r" b="b"/>
              <a:pathLst>
                <a:path w="935" h="868" fill="none" extrusionOk="0">
                  <a:moveTo>
                    <a:pt x="935" y="0"/>
                  </a:moveTo>
                  <a:cubicBezTo>
                    <a:pt x="935" y="0"/>
                    <a:pt x="634" y="734"/>
                    <a:pt x="1" y="868"/>
                  </a:cubicBezTo>
                </a:path>
              </a:pathLst>
            </a:custGeom>
            <a:noFill/>
            <a:ln w="5000"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9"/>
            <p:cNvSpPr/>
            <p:nvPr/>
          </p:nvSpPr>
          <p:spPr>
            <a:xfrm>
              <a:off x="6837590" y="1488499"/>
              <a:ext cx="18076" cy="23433"/>
            </a:xfrm>
            <a:custGeom>
              <a:avLst/>
              <a:gdLst/>
              <a:ahLst/>
              <a:cxnLst/>
              <a:rect l="l" t="t" r="r" b="b"/>
              <a:pathLst>
                <a:path w="901" h="1168" extrusionOk="0">
                  <a:moveTo>
                    <a:pt x="434" y="0"/>
                  </a:moveTo>
                  <a:cubicBezTo>
                    <a:pt x="167" y="0"/>
                    <a:pt x="0" y="301"/>
                    <a:pt x="67" y="634"/>
                  </a:cubicBezTo>
                  <a:cubicBezTo>
                    <a:pt x="100" y="968"/>
                    <a:pt x="301" y="1168"/>
                    <a:pt x="501" y="1168"/>
                  </a:cubicBezTo>
                  <a:cubicBezTo>
                    <a:pt x="768" y="1135"/>
                    <a:pt x="901" y="868"/>
                    <a:pt x="901" y="534"/>
                  </a:cubicBezTo>
                  <a:cubicBezTo>
                    <a:pt x="834" y="201"/>
                    <a:pt x="634" y="0"/>
                    <a:pt x="434" y="0"/>
                  </a:cubicBezTo>
                  <a:close/>
                </a:path>
              </a:pathLst>
            </a:custGeom>
            <a:solidFill>
              <a:srgbClr val="1323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9"/>
            <p:cNvSpPr/>
            <p:nvPr/>
          </p:nvSpPr>
          <p:spPr>
            <a:xfrm>
              <a:off x="6846959" y="1479130"/>
              <a:ext cx="18758" cy="17414"/>
            </a:xfrm>
            <a:custGeom>
              <a:avLst/>
              <a:gdLst/>
              <a:ahLst/>
              <a:cxnLst/>
              <a:rect l="l" t="t" r="r" b="b"/>
              <a:pathLst>
                <a:path w="935" h="868" fill="none" extrusionOk="0">
                  <a:moveTo>
                    <a:pt x="934" y="0"/>
                  </a:moveTo>
                  <a:cubicBezTo>
                    <a:pt x="934" y="0"/>
                    <a:pt x="634" y="734"/>
                    <a:pt x="0" y="868"/>
                  </a:cubicBezTo>
                </a:path>
              </a:pathLst>
            </a:custGeom>
            <a:noFill/>
            <a:ln w="5000"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9"/>
            <p:cNvSpPr/>
            <p:nvPr/>
          </p:nvSpPr>
          <p:spPr>
            <a:xfrm>
              <a:off x="6902492" y="1474897"/>
              <a:ext cx="83099" cy="105348"/>
            </a:xfrm>
            <a:custGeom>
              <a:avLst/>
              <a:gdLst/>
              <a:ahLst/>
              <a:cxnLst/>
              <a:rect l="l" t="t" r="r" b="b"/>
              <a:pathLst>
                <a:path w="4142" h="5251" extrusionOk="0">
                  <a:moveTo>
                    <a:pt x="2343" y="1"/>
                  </a:moveTo>
                  <a:cubicBezTo>
                    <a:pt x="1359" y="1"/>
                    <a:pt x="735" y="1346"/>
                    <a:pt x="735" y="1346"/>
                  </a:cubicBezTo>
                  <a:lnTo>
                    <a:pt x="1" y="5215"/>
                  </a:lnTo>
                  <a:cubicBezTo>
                    <a:pt x="130" y="5239"/>
                    <a:pt x="257" y="5251"/>
                    <a:pt x="380" y="5251"/>
                  </a:cubicBezTo>
                  <a:cubicBezTo>
                    <a:pt x="2811" y="5251"/>
                    <a:pt x="4141" y="780"/>
                    <a:pt x="2903" y="145"/>
                  </a:cubicBezTo>
                  <a:cubicBezTo>
                    <a:pt x="2706" y="44"/>
                    <a:pt x="2519" y="1"/>
                    <a:pt x="2343"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9"/>
            <p:cNvSpPr/>
            <p:nvPr/>
          </p:nvSpPr>
          <p:spPr>
            <a:xfrm>
              <a:off x="6901830" y="1506014"/>
              <a:ext cx="65604" cy="74352"/>
            </a:xfrm>
            <a:custGeom>
              <a:avLst/>
              <a:gdLst/>
              <a:ahLst/>
              <a:cxnLst/>
              <a:rect l="l" t="t" r="r" b="b"/>
              <a:pathLst>
                <a:path w="3270" h="3706" extrusionOk="0">
                  <a:moveTo>
                    <a:pt x="2020" y="1"/>
                  </a:moveTo>
                  <a:cubicBezTo>
                    <a:pt x="1496" y="1"/>
                    <a:pt x="971" y="233"/>
                    <a:pt x="634" y="428"/>
                  </a:cubicBezTo>
                  <a:lnTo>
                    <a:pt x="1" y="3664"/>
                  </a:lnTo>
                  <a:cubicBezTo>
                    <a:pt x="139" y="3692"/>
                    <a:pt x="274" y="3706"/>
                    <a:pt x="406" y="3706"/>
                  </a:cubicBezTo>
                  <a:cubicBezTo>
                    <a:pt x="1833" y="3706"/>
                    <a:pt x="2873" y="2133"/>
                    <a:pt x="3270" y="729"/>
                  </a:cubicBezTo>
                  <a:cubicBezTo>
                    <a:pt x="2941" y="182"/>
                    <a:pt x="2481" y="1"/>
                    <a:pt x="2020" y="1"/>
                  </a:cubicBezTo>
                  <a:close/>
                </a:path>
              </a:pathLst>
            </a:custGeom>
            <a:solidFill>
              <a:srgbClr val="CE6D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9"/>
            <p:cNvSpPr/>
            <p:nvPr/>
          </p:nvSpPr>
          <p:spPr>
            <a:xfrm>
              <a:off x="6804126" y="1463742"/>
              <a:ext cx="28790" cy="87693"/>
            </a:xfrm>
            <a:custGeom>
              <a:avLst/>
              <a:gdLst/>
              <a:ahLst/>
              <a:cxnLst/>
              <a:rect l="l" t="t" r="r" b="b"/>
              <a:pathLst>
                <a:path w="1435" h="4371" fill="none" extrusionOk="0">
                  <a:moveTo>
                    <a:pt x="434" y="0"/>
                  </a:moveTo>
                  <a:cubicBezTo>
                    <a:pt x="434" y="0"/>
                    <a:pt x="0" y="834"/>
                    <a:pt x="101" y="2402"/>
                  </a:cubicBezTo>
                  <a:cubicBezTo>
                    <a:pt x="101" y="2402"/>
                    <a:pt x="1101" y="2702"/>
                    <a:pt x="1268" y="2836"/>
                  </a:cubicBezTo>
                  <a:cubicBezTo>
                    <a:pt x="1435" y="2936"/>
                    <a:pt x="267" y="4370"/>
                    <a:pt x="267" y="4370"/>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9"/>
            <p:cNvSpPr/>
            <p:nvPr/>
          </p:nvSpPr>
          <p:spPr>
            <a:xfrm>
              <a:off x="6772668" y="1559440"/>
              <a:ext cx="66287" cy="32140"/>
            </a:xfrm>
            <a:custGeom>
              <a:avLst/>
              <a:gdLst/>
              <a:ahLst/>
              <a:cxnLst/>
              <a:rect l="l" t="t" r="r" b="b"/>
              <a:pathLst>
                <a:path w="3304" h="1602" fill="none" extrusionOk="0">
                  <a:moveTo>
                    <a:pt x="1" y="0"/>
                  </a:moveTo>
                  <a:cubicBezTo>
                    <a:pt x="1" y="0"/>
                    <a:pt x="1302" y="1601"/>
                    <a:pt x="3303" y="234"/>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9"/>
            <p:cNvSpPr/>
            <p:nvPr/>
          </p:nvSpPr>
          <p:spPr>
            <a:xfrm>
              <a:off x="6730517" y="1438082"/>
              <a:ext cx="52223" cy="30736"/>
            </a:xfrm>
            <a:custGeom>
              <a:avLst/>
              <a:gdLst/>
              <a:ahLst/>
              <a:cxnLst/>
              <a:rect l="l" t="t" r="r" b="b"/>
              <a:pathLst>
                <a:path w="2603" h="1532" extrusionOk="0">
                  <a:moveTo>
                    <a:pt x="1673" y="0"/>
                  </a:moveTo>
                  <a:cubicBezTo>
                    <a:pt x="1408" y="0"/>
                    <a:pt x="1141" y="49"/>
                    <a:pt x="934" y="178"/>
                  </a:cubicBezTo>
                  <a:cubicBezTo>
                    <a:pt x="467" y="445"/>
                    <a:pt x="0" y="946"/>
                    <a:pt x="67" y="1513"/>
                  </a:cubicBezTo>
                  <a:cubicBezTo>
                    <a:pt x="71" y="1526"/>
                    <a:pt x="79" y="1531"/>
                    <a:pt x="89" y="1531"/>
                  </a:cubicBezTo>
                  <a:cubicBezTo>
                    <a:pt x="158" y="1531"/>
                    <a:pt x="342" y="1279"/>
                    <a:pt x="400" y="1279"/>
                  </a:cubicBezTo>
                  <a:cubicBezTo>
                    <a:pt x="634" y="1012"/>
                    <a:pt x="901" y="812"/>
                    <a:pt x="1168" y="679"/>
                  </a:cubicBezTo>
                  <a:cubicBezTo>
                    <a:pt x="1468" y="512"/>
                    <a:pt x="1768" y="412"/>
                    <a:pt x="2068" y="379"/>
                  </a:cubicBezTo>
                  <a:cubicBezTo>
                    <a:pt x="2135" y="379"/>
                    <a:pt x="2602" y="379"/>
                    <a:pt x="2569" y="312"/>
                  </a:cubicBezTo>
                  <a:cubicBezTo>
                    <a:pt x="2502" y="145"/>
                    <a:pt x="2068" y="12"/>
                    <a:pt x="1902" y="12"/>
                  </a:cubicBezTo>
                  <a:cubicBezTo>
                    <a:pt x="1827" y="4"/>
                    <a:pt x="1750" y="0"/>
                    <a:pt x="1673" y="0"/>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9"/>
            <p:cNvSpPr/>
            <p:nvPr/>
          </p:nvSpPr>
          <p:spPr>
            <a:xfrm>
              <a:off x="6829325" y="1440108"/>
              <a:ext cx="48431" cy="28649"/>
            </a:xfrm>
            <a:custGeom>
              <a:avLst/>
              <a:gdLst/>
              <a:ahLst/>
              <a:cxnLst/>
              <a:rect l="l" t="t" r="r" b="b"/>
              <a:pathLst>
                <a:path w="2414" h="1428" extrusionOk="0">
                  <a:moveTo>
                    <a:pt x="898" y="0"/>
                  </a:moveTo>
                  <a:cubicBezTo>
                    <a:pt x="552" y="0"/>
                    <a:pt x="214" y="107"/>
                    <a:pt x="12" y="411"/>
                  </a:cubicBezTo>
                  <a:cubicBezTo>
                    <a:pt x="1" y="444"/>
                    <a:pt x="23" y="455"/>
                    <a:pt x="63" y="455"/>
                  </a:cubicBezTo>
                  <a:cubicBezTo>
                    <a:pt x="142" y="455"/>
                    <a:pt x="290" y="411"/>
                    <a:pt x="379" y="411"/>
                  </a:cubicBezTo>
                  <a:cubicBezTo>
                    <a:pt x="679" y="411"/>
                    <a:pt x="979" y="444"/>
                    <a:pt x="1246" y="578"/>
                  </a:cubicBezTo>
                  <a:cubicBezTo>
                    <a:pt x="1546" y="711"/>
                    <a:pt x="1813" y="878"/>
                    <a:pt x="2013" y="1078"/>
                  </a:cubicBezTo>
                  <a:cubicBezTo>
                    <a:pt x="2043" y="1108"/>
                    <a:pt x="2310" y="1428"/>
                    <a:pt x="2369" y="1428"/>
                  </a:cubicBezTo>
                  <a:cubicBezTo>
                    <a:pt x="2376" y="1428"/>
                    <a:pt x="2380" y="1423"/>
                    <a:pt x="2380" y="1412"/>
                  </a:cubicBezTo>
                  <a:cubicBezTo>
                    <a:pt x="2414" y="878"/>
                    <a:pt x="2047" y="378"/>
                    <a:pt x="1546" y="111"/>
                  </a:cubicBezTo>
                  <a:cubicBezTo>
                    <a:pt x="1350" y="45"/>
                    <a:pt x="1122" y="0"/>
                    <a:pt x="898" y="0"/>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9"/>
            <p:cNvSpPr/>
            <p:nvPr/>
          </p:nvSpPr>
          <p:spPr>
            <a:xfrm>
              <a:off x="6652875" y="1311046"/>
              <a:ext cx="253670" cy="196211"/>
            </a:xfrm>
            <a:custGeom>
              <a:avLst/>
              <a:gdLst/>
              <a:ahLst/>
              <a:cxnLst/>
              <a:rect l="l" t="t" r="r" b="b"/>
              <a:pathLst>
                <a:path w="12644" h="9780" extrusionOk="0">
                  <a:moveTo>
                    <a:pt x="9099" y="1"/>
                  </a:moveTo>
                  <a:cubicBezTo>
                    <a:pt x="7060" y="1"/>
                    <a:pt x="4479" y="1176"/>
                    <a:pt x="2836" y="4209"/>
                  </a:cubicBezTo>
                  <a:cubicBezTo>
                    <a:pt x="2836" y="4209"/>
                    <a:pt x="468" y="4609"/>
                    <a:pt x="168" y="5343"/>
                  </a:cubicBezTo>
                  <a:cubicBezTo>
                    <a:pt x="1" y="5877"/>
                    <a:pt x="468" y="8045"/>
                    <a:pt x="635" y="9779"/>
                  </a:cubicBezTo>
                  <a:cubicBezTo>
                    <a:pt x="1502" y="9713"/>
                    <a:pt x="3703" y="9179"/>
                    <a:pt x="4838" y="5176"/>
                  </a:cubicBezTo>
                  <a:cubicBezTo>
                    <a:pt x="4838" y="5176"/>
                    <a:pt x="5551" y="5327"/>
                    <a:pt x="6571" y="5327"/>
                  </a:cubicBezTo>
                  <a:cubicBezTo>
                    <a:pt x="8392" y="5327"/>
                    <a:pt x="11189" y="4847"/>
                    <a:pt x="12643" y="2174"/>
                  </a:cubicBezTo>
                  <a:cubicBezTo>
                    <a:pt x="12276" y="1474"/>
                    <a:pt x="11776" y="773"/>
                    <a:pt x="10842" y="339"/>
                  </a:cubicBezTo>
                  <a:cubicBezTo>
                    <a:pt x="10349" y="121"/>
                    <a:pt x="9752" y="1"/>
                    <a:pt x="9099" y="1"/>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9"/>
            <p:cNvSpPr/>
            <p:nvPr/>
          </p:nvSpPr>
          <p:spPr>
            <a:xfrm>
              <a:off x="6763299" y="1316503"/>
              <a:ext cx="113132" cy="88355"/>
            </a:xfrm>
            <a:custGeom>
              <a:avLst/>
              <a:gdLst/>
              <a:ahLst/>
              <a:cxnLst/>
              <a:rect l="l" t="t" r="r" b="b"/>
              <a:pathLst>
                <a:path w="5639" h="4404" fill="none" extrusionOk="0">
                  <a:moveTo>
                    <a:pt x="4471" y="4404"/>
                  </a:moveTo>
                  <a:cubicBezTo>
                    <a:pt x="4471" y="4404"/>
                    <a:pt x="4604" y="1202"/>
                    <a:pt x="1" y="901"/>
                  </a:cubicBezTo>
                  <a:cubicBezTo>
                    <a:pt x="1" y="901"/>
                    <a:pt x="3703" y="1"/>
                    <a:pt x="5638" y="3703"/>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9"/>
            <p:cNvSpPr/>
            <p:nvPr/>
          </p:nvSpPr>
          <p:spPr>
            <a:xfrm>
              <a:off x="6656225" y="1421571"/>
              <a:ext cx="52885" cy="66949"/>
            </a:xfrm>
            <a:custGeom>
              <a:avLst/>
              <a:gdLst/>
              <a:ahLst/>
              <a:cxnLst/>
              <a:rect l="l" t="t" r="r" b="b"/>
              <a:pathLst>
                <a:path w="2636" h="3337" fill="none" extrusionOk="0">
                  <a:moveTo>
                    <a:pt x="1" y="1"/>
                  </a:moveTo>
                  <a:cubicBezTo>
                    <a:pt x="1" y="1"/>
                    <a:pt x="534" y="2336"/>
                    <a:pt x="2636" y="3336"/>
                  </a:cubicBezTo>
                </a:path>
              </a:pathLst>
            </a:custGeom>
            <a:noFill/>
            <a:ln w="6675" cap="rnd" cmpd="sng">
              <a:solidFill>
                <a:srgbClr val="2C2F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9"/>
            <p:cNvSpPr/>
            <p:nvPr/>
          </p:nvSpPr>
          <p:spPr>
            <a:xfrm>
              <a:off x="6622721" y="1474897"/>
              <a:ext cx="83721" cy="105348"/>
            </a:xfrm>
            <a:custGeom>
              <a:avLst/>
              <a:gdLst/>
              <a:ahLst/>
              <a:cxnLst/>
              <a:rect l="l" t="t" r="r" b="b"/>
              <a:pathLst>
                <a:path w="4173" h="5251" extrusionOk="0">
                  <a:moveTo>
                    <a:pt x="1817" y="1"/>
                  </a:moveTo>
                  <a:cubicBezTo>
                    <a:pt x="1645" y="1"/>
                    <a:pt x="1462" y="44"/>
                    <a:pt x="1270" y="145"/>
                  </a:cubicBezTo>
                  <a:cubicBezTo>
                    <a:pt x="1" y="780"/>
                    <a:pt x="1359" y="5251"/>
                    <a:pt x="3793" y="5251"/>
                  </a:cubicBezTo>
                  <a:cubicBezTo>
                    <a:pt x="3917" y="5251"/>
                    <a:pt x="4043" y="5239"/>
                    <a:pt x="4172" y="5215"/>
                  </a:cubicBezTo>
                  <a:lnTo>
                    <a:pt x="3405" y="1346"/>
                  </a:lnTo>
                  <a:cubicBezTo>
                    <a:pt x="3405" y="1346"/>
                    <a:pt x="2781" y="1"/>
                    <a:pt x="1817"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9"/>
            <p:cNvSpPr/>
            <p:nvPr/>
          </p:nvSpPr>
          <p:spPr>
            <a:xfrm>
              <a:off x="6640155" y="1506014"/>
              <a:ext cx="65604" cy="74352"/>
            </a:xfrm>
            <a:custGeom>
              <a:avLst/>
              <a:gdLst/>
              <a:ahLst/>
              <a:cxnLst/>
              <a:rect l="l" t="t" r="r" b="b"/>
              <a:pathLst>
                <a:path w="3270" h="3706" extrusionOk="0">
                  <a:moveTo>
                    <a:pt x="1264" y="1"/>
                  </a:moveTo>
                  <a:cubicBezTo>
                    <a:pt x="806" y="1"/>
                    <a:pt x="345" y="182"/>
                    <a:pt x="1" y="729"/>
                  </a:cubicBezTo>
                  <a:cubicBezTo>
                    <a:pt x="398" y="2133"/>
                    <a:pt x="1438" y="3706"/>
                    <a:pt x="2865" y="3706"/>
                  </a:cubicBezTo>
                  <a:cubicBezTo>
                    <a:pt x="2997" y="3706"/>
                    <a:pt x="3132" y="3692"/>
                    <a:pt x="3270" y="3664"/>
                  </a:cubicBezTo>
                  <a:lnTo>
                    <a:pt x="2636" y="428"/>
                  </a:lnTo>
                  <a:cubicBezTo>
                    <a:pt x="2299" y="233"/>
                    <a:pt x="1784" y="1"/>
                    <a:pt x="1264" y="1"/>
                  </a:cubicBezTo>
                  <a:close/>
                </a:path>
              </a:pathLst>
            </a:custGeom>
            <a:solidFill>
              <a:srgbClr val="CE6D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9"/>
            <p:cNvSpPr/>
            <p:nvPr/>
          </p:nvSpPr>
          <p:spPr>
            <a:xfrm>
              <a:off x="6596660" y="1696006"/>
              <a:ext cx="185398" cy="567929"/>
            </a:xfrm>
            <a:custGeom>
              <a:avLst/>
              <a:gdLst/>
              <a:ahLst/>
              <a:cxnLst/>
              <a:rect l="l" t="t" r="r" b="b"/>
              <a:pathLst>
                <a:path w="9241" h="28308" extrusionOk="0">
                  <a:moveTo>
                    <a:pt x="7375" y="1"/>
                  </a:moveTo>
                  <a:cubicBezTo>
                    <a:pt x="6110" y="1"/>
                    <a:pt x="607" y="2541"/>
                    <a:pt x="301" y="3367"/>
                  </a:cubicBezTo>
                  <a:cubicBezTo>
                    <a:pt x="1" y="4235"/>
                    <a:pt x="3603" y="15976"/>
                    <a:pt x="3670" y="16777"/>
                  </a:cubicBezTo>
                  <a:cubicBezTo>
                    <a:pt x="3803" y="17611"/>
                    <a:pt x="968" y="26350"/>
                    <a:pt x="1302" y="26784"/>
                  </a:cubicBezTo>
                  <a:cubicBezTo>
                    <a:pt x="1591" y="27131"/>
                    <a:pt x="6376" y="28308"/>
                    <a:pt x="7877" y="28308"/>
                  </a:cubicBezTo>
                  <a:cubicBezTo>
                    <a:pt x="8106" y="28308"/>
                    <a:pt x="8258" y="28280"/>
                    <a:pt x="8307" y="28218"/>
                  </a:cubicBezTo>
                  <a:cubicBezTo>
                    <a:pt x="8674" y="27751"/>
                    <a:pt x="9241" y="12674"/>
                    <a:pt x="9007" y="10572"/>
                  </a:cubicBezTo>
                  <a:cubicBezTo>
                    <a:pt x="8840" y="8504"/>
                    <a:pt x="8140" y="732"/>
                    <a:pt x="7606" y="65"/>
                  </a:cubicBezTo>
                  <a:cubicBezTo>
                    <a:pt x="7568" y="21"/>
                    <a:pt x="7488" y="1"/>
                    <a:pt x="73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9"/>
            <p:cNvSpPr/>
            <p:nvPr/>
          </p:nvSpPr>
          <p:spPr>
            <a:xfrm>
              <a:off x="6690352" y="1695524"/>
              <a:ext cx="88355" cy="238704"/>
            </a:xfrm>
            <a:custGeom>
              <a:avLst/>
              <a:gdLst/>
              <a:ahLst/>
              <a:cxnLst/>
              <a:rect l="l" t="t" r="r" b="b"/>
              <a:pathLst>
                <a:path w="4404" h="11898" extrusionOk="0">
                  <a:moveTo>
                    <a:pt x="2746" y="0"/>
                  </a:moveTo>
                  <a:cubicBezTo>
                    <a:pt x="2426" y="0"/>
                    <a:pt x="1767" y="198"/>
                    <a:pt x="968" y="456"/>
                  </a:cubicBezTo>
                  <a:lnTo>
                    <a:pt x="1" y="4659"/>
                  </a:lnTo>
                  <a:lnTo>
                    <a:pt x="1669" y="5326"/>
                  </a:lnTo>
                  <a:lnTo>
                    <a:pt x="835" y="6827"/>
                  </a:lnTo>
                  <a:lnTo>
                    <a:pt x="4404" y="11897"/>
                  </a:lnTo>
                  <a:cubicBezTo>
                    <a:pt x="4404" y="11297"/>
                    <a:pt x="4404" y="10830"/>
                    <a:pt x="4337" y="10563"/>
                  </a:cubicBezTo>
                  <a:cubicBezTo>
                    <a:pt x="4137" y="8495"/>
                    <a:pt x="3470" y="723"/>
                    <a:pt x="2936" y="56"/>
                  </a:cubicBezTo>
                  <a:cubicBezTo>
                    <a:pt x="2906" y="18"/>
                    <a:pt x="2841" y="0"/>
                    <a:pt x="27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9"/>
            <p:cNvSpPr/>
            <p:nvPr/>
          </p:nvSpPr>
          <p:spPr>
            <a:xfrm>
              <a:off x="6625449" y="1906762"/>
              <a:ext cx="133857" cy="341323"/>
            </a:xfrm>
            <a:custGeom>
              <a:avLst/>
              <a:gdLst/>
              <a:ahLst/>
              <a:cxnLst/>
              <a:rect l="l" t="t" r="r" b="b"/>
              <a:pathLst>
                <a:path w="6672" h="17013" fill="none" extrusionOk="0">
                  <a:moveTo>
                    <a:pt x="6672" y="1"/>
                  </a:moveTo>
                  <a:cubicBezTo>
                    <a:pt x="6672" y="1"/>
                    <a:pt x="6538" y="16179"/>
                    <a:pt x="6238" y="16613"/>
                  </a:cubicBezTo>
                  <a:cubicBezTo>
                    <a:pt x="5971" y="17013"/>
                    <a:pt x="0" y="15378"/>
                    <a:pt x="0" y="15378"/>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9"/>
            <p:cNvSpPr/>
            <p:nvPr/>
          </p:nvSpPr>
          <p:spPr>
            <a:xfrm>
              <a:off x="6837590" y="1696006"/>
              <a:ext cx="184053" cy="567929"/>
            </a:xfrm>
            <a:custGeom>
              <a:avLst/>
              <a:gdLst/>
              <a:ahLst/>
              <a:cxnLst/>
              <a:rect l="l" t="t" r="r" b="b"/>
              <a:pathLst>
                <a:path w="9174" h="28308" extrusionOk="0">
                  <a:moveTo>
                    <a:pt x="1833" y="1"/>
                  </a:moveTo>
                  <a:cubicBezTo>
                    <a:pt x="1719" y="1"/>
                    <a:pt x="1640" y="21"/>
                    <a:pt x="1601" y="65"/>
                  </a:cubicBezTo>
                  <a:cubicBezTo>
                    <a:pt x="1034" y="732"/>
                    <a:pt x="334" y="8504"/>
                    <a:pt x="167" y="10572"/>
                  </a:cubicBezTo>
                  <a:cubicBezTo>
                    <a:pt x="0" y="12674"/>
                    <a:pt x="501" y="27751"/>
                    <a:pt x="868" y="28218"/>
                  </a:cubicBezTo>
                  <a:cubicBezTo>
                    <a:pt x="921" y="28280"/>
                    <a:pt x="1077" y="28308"/>
                    <a:pt x="1309" y="28308"/>
                  </a:cubicBezTo>
                  <a:cubicBezTo>
                    <a:pt x="2831" y="28308"/>
                    <a:pt x="7612" y="27131"/>
                    <a:pt x="7873" y="26784"/>
                  </a:cubicBezTo>
                  <a:cubicBezTo>
                    <a:pt x="8206" y="26350"/>
                    <a:pt x="5371" y="17611"/>
                    <a:pt x="5504" y="16777"/>
                  </a:cubicBezTo>
                  <a:cubicBezTo>
                    <a:pt x="5604" y="15976"/>
                    <a:pt x="9174" y="4235"/>
                    <a:pt x="8907" y="3367"/>
                  </a:cubicBezTo>
                  <a:cubicBezTo>
                    <a:pt x="8631" y="2541"/>
                    <a:pt x="3102" y="1"/>
                    <a:pt x="18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9"/>
            <p:cNvSpPr/>
            <p:nvPr/>
          </p:nvSpPr>
          <p:spPr>
            <a:xfrm>
              <a:off x="6840259" y="1695524"/>
              <a:ext cx="87693" cy="238704"/>
            </a:xfrm>
            <a:custGeom>
              <a:avLst/>
              <a:gdLst/>
              <a:ahLst/>
              <a:cxnLst/>
              <a:rect l="l" t="t" r="r" b="b"/>
              <a:pathLst>
                <a:path w="4371" h="11898" extrusionOk="0">
                  <a:moveTo>
                    <a:pt x="1654" y="0"/>
                  </a:moveTo>
                  <a:cubicBezTo>
                    <a:pt x="1562" y="0"/>
                    <a:pt x="1499" y="18"/>
                    <a:pt x="1468" y="56"/>
                  </a:cubicBezTo>
                  <a:cubicBezTo>
                    <a:pt x="901" y="723"/>
                    <a:pt x="268" y="8495"/>
                    <a:pt x="34" y="10563"/>
                  </a:cubicBezTo>
                  <a:cubicBezTo>
                    <a:pt x="1" y="10830"/>
                    <a:pt x="1" y="11297"/>
                    <a:pt x="1" y="11897"/>
                  </a:cubicBezTo>
                  <a:lnTo>
                    <a:pt x="3537" y="6827"/>
                  </a:lnTo>
                  <a:lnTo>
                    <a:pt x="2703" y="5326"/>
                  </a:lnTo>
                  <a:lnTo>
                    <a:pt x="4371" y="4659"/>
                  </a:lnTo>
                  <a:lnTo>
                    <a:pt x="3403" y="456"/>
                  </a:lnTo>
                  <a:cubicBezTo>
                    <a:pt x="2605" y="198"/>
                    <a:pt x="1965" y="0"/>
                    <a:pt x="1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9"/>
            <p:cNvSpPr/>
            <p:nvPr/>
          </p:nvSpPr>
          <p:spPr>
            <a:xfrm>
              <a:off x="6853640" y="1915469"/>
              <a:ext cx="139896" cy="328604"/>
            </a:xfrm>
            <a:custGeom>
              <a:avLst/>
              <a:gdLst/>
              <a:ahLst/>
              <a:cxnLst/>
              <a:rect l="l" t="t" r="r" b="b"/>
              <a:pathLst>
                <a:path w="6973" h="16379" fill="none" extrusionOk="0">
                  <a:moveTo>
                    <a:pt x="1" y="0"/>
                  </a:moveTo>
                  <a:cubicBezTo>
                    <a:pt x="1" y="0"/>
                    <a:pt x="1002" y="16045"/>
                    <a:pt x="1202" y="16212"/>
                  </a:cubicBezTo>
                  <a:cubicBezTo>
                    <a:pt x="1469" y="16379"/>
                    <a:pt x="6973" y="14911"/>
                    <a:pt x="6973" y="14911"/>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9"/>
            <p:cNvSpPr/>
            <p:nvPr/>
          </p:nvSpPr>
          <p:spPr>
            <a:xfrm>
              <a:off x="6185098" y="1952846"/>
              <a:ext cx="273733" cy="160199"/>
            </a:xfrm>
            <a:custGeom>
              <a:avLst/>
              <a:gdLst/>
              <a:ahLst/>
              <a:cxnLst/>
              <a:rect l="l" t="t" r="r" b="b"/>
              <a:pathLst>
                <a:path w="13644" h="7985" extrusionOk="0">
                  <a:moveTo>
                    <a:pt x="4156" y="1"/>
                  </a:moveTo>
                  <a:cubicBezTo>
                    <a:pt x="3293" y="1"/>
                    <a:pt x="2300" y="307"/>
                    <a:pt x="1402" y="307"/>
                  </a:cubicBezTo>
                  <a:cubicBezTo>
                    <a:pt x="1369" y="307"/>
                    <a:pt x="1335" y="306"/>
                    <a:pt x="1301" y="306"/>
                  </a:cubicBezTo>
                  <a:cubicBezTo>
                    <a:pt x="1245" y="301"/>
                    <a:pt x="1194" y="298"/>
                    <a:pt x="1148" y="298"/>
                  </a:cubicBezTo>
                  <a:cubicBezTo>
                    <a:pt x="570" y="298"/>
                    <a:pt x="806" y="678"/>
                    <a:pt x="1301" y="1173"/>
                  </a:cubicBezTo>
                  <a:cubicBezTo>
                    <a:pt x="1301" y="1173"/>
                    <a:pt x="33" y="1306"/>
                    <a:pt x="33" y="1707"/>
                  </a:cubicBezTo>
                  <a:cubicBezTo>
                    <a:pt x="33" y="2140"/>
                    <a:pt x="434" y="2374"/>
                    <a:pt x="434" y="2507"/>
                  </a:cubicBezTo>
                  <a:cubicBezTo>
                    <a:pt x="434" y="2641"/>
                    <a:pt x="0" y="2874"/>
                    <a:pt x="100" y="3141"/>
                  </a:cubicBezTo>
                  <a:cubicBezTo>
                    <a:pt x="167" y="3374"/>
                    <a:pt x="534" y="3508"/>
                    <a:pt x="667" y="3575"/>
                  </a:cubicBezTo>
                  <a:cubicBezTo>
                    <a:pt x="634" y="3808"/>
                    <a:pt x="100" y="4008"/>
                    <a:pt x="267" y="4308"/>
                  </a:cubicBezTo>
                  <a:cubicBezTo>
                    <a:pt x="434" y="4642"/>
                    <a:pt x="667" y="4742"/>
                    <a:pt x="767" y="4909"/>
                  </a:cubicBezTo>
                  <a:cubicBezTo>
                    <a:pt x="834" y="5076"/>
                    <a:pt x="634" y="5509"/>
                    <a:pt x="801" y="5676"/>
                  </a:cubicBezTo>
                  <a:cubicBezTo>
                    <a:pt x="837" y="5713"/>
                    <a:pt x="915" y="5729"/>
                    <a:pt x="1026" y="5729"/>
                  </a:cubicBezTo>
                  <a:cubicBezTo>
                    <a:pt x="1420" y="5729"/>
                    <a:pt x="2240" y="5532"/>
                    <a:pt x="3202" y="5376"/>
                  </a:cubicBezTo>
                  <a:cubicBezTo>
                    <a:pt x="4130" y="5229"/>
                    <a:pt x="4933" y="5136"/>
                    <a:pt x="5428" y="5136"/>
                  </a:cubicBezTo>
                  <a:cubicBezTo>
                    <a:pt x="5609" y="5136"/>
                    <a:pt x="5748" y="5149"/>
                    <a:pt x="5838" y="5176"/>
                  </a:cubicBezTo>
                  <a:cubicBezTo>
                    <a:pt x="6162" y="5241"/>
                    <a:pt x="11183" y="7985"/>
                    <a:pt x="11953" y="7985"/>
                  </a:cubicBezTo>
                  <a:cubicBezTo>
                    <a:pt x="11975" y="7985"/>
                    <a:pt x="11994" y="7982"/>
                    <a:pt x="12009" y="7978"/>
                  </a:cubicBezTo>
                  <a:cubicBezTo>
                    <a:pt x="12576" y="7844"/>
                    <a:pt x="13643" y="5309"/>
                    <a:pt x="13243" y="4976"/>
                  </a:cubicBezTo>
                  <a:cubicBezTo>
                    <a:pt x="12943" y="4709"/>
                    <a:pt x="8840" y="3641"/>
                    <a:pt x="6838" y="3041"/>
                  </a:cubicBezTo>
                  <a:cubicBezTo>
                    <a:pt x="6405" y="2074"/>
                    <a:pt x="5471" y="306"/>
                    <a:pt x="5004" y="139"/>
                  </a:cubicBezTo>
                  <a:cubicBezTo>
                    <a:pt x="4743" y="38"/>
                    <a:pt x="4458" y="1"/>
                    <a:pt x="4156"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9"/>
            <p:cNvSpPr/>
            <p:nvPr/>
          </p:nvSpPr>
          <p:spPr>
            <a:xfrm>
              <a:off x="6199803" y="2041281"/>
              <a:ext cx="60268" cy="18758"/>
            </a:xfrm>
            <a:custGeom>
              <a:avLst/>
              <a:gdLst/>
              <a:ahLst/>
              <a:cxnLst/>
              <a:rect l="l" t="t" r="r" b="b"/>
              <a:pathLst>
                <a:path w="3004" h="935" fill="none" extrusionOk="0">
                  <a:moveTo>
                    <a:pt x="1" y="668"/>
                  </a:moveTo>
                  <a:cubicBezTo>
                    <a:pt x="1" y="668"/>
                    <a:pt x="601" y="134"/>
                    <a:pt x="1535" y="67"/>
                  </a:cubicBezTo>
                  <a:cubicBezTo>
                    <a:pt x="2436" y="1"/>
                    <a:pt x="3003" y="267"/>
                    <a:pt x="2636" y="935"/>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9"/>
            <p:cNvSpPr/>
            <p:nvPr/>
          </p:nvSpPr>
          <p:spPr>
            <a:xfrm>
              <a:off x="6197797" y="2019192"/>
              <a:ext cx="57579" cy="25459"/>
            </a:xfrm>
            <a:custGeom>
              <a:avLst/>
              <a:gdLst/>
              <a:ahLst/>
              <a:cxnLst/>
              <a:rect l="l" t="t" r="r" b="b"/>
              <a:pathLst>
                <a:path w="2870" h="1269" fill="none" extrusionOk="0">
                  <a:moveTo>
                    <a:pt x="1" y="334"/>
                  </a:moveTo>
                  <a:cubicBezTo>
                    <a:pt x="535" y="67"/>
                    <a:pt x="1669" y="1"/>
                    <a:pt x="2036" y="34"/>
                  </a:cubicBezTo>
                  <a:cubicBezTo>
                    <a:pt x="2436" y="67"/>
                    <a:pt x="2870" y="601"/>
                    <a:pt x="2436" y="1268"/>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9"/>
            <p:cNvSpPr/>
            <p:nvPr/>
          </p:nvSpPr>
          <p:spPr>
            <a:xfrm>
              <a:off x="6193123" y="1995779"/>
              <a:ext cx="62254" cy="24777"/>
            </a:xfrm>
            <a:custGeom>
              <a:avLst/>
              <a:gdLst/>
              <a:ahLst/>
              <a:cxnLst/>
              <a:rect l="l" t="t" r="r" b="b"/>
              <a:pathLst>
                <a:path w="3103" h="1235" fill="none" extrusionOk="0">
                  <a:moveTo>
                    <a:pt x="0" y="434"/>
                  </a:moveTo>
                  <a:cubicBezTo>
                    <a:pt x="0" y="434"/>
                    <a:pt x="834" y="0"/>
                    <a:pt x="1568" y="0"/>
                  </a:cubicBezTo>
                  <a:cubicBezTo>
                    <a:pt x="2335" y="0"/>
                    <a:pt x="3103" y="601"/>
                    <a:pt x="2536" y="1234"/>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9"/>
            <p:cNvSpPr/>
            <p:nvPr/>
          </p:nvSpPr>
          <p:spPr>
            <a:xfrm>
              <a:off x="6211861" y="1973029"/>
              <a:ext cx="36835" cy="30796"/>
            </a:xfrm>
            <a:custGeom>
              <a:avLst/>
              <a:gdLst/>
              <a:ahLst/>
              <a:cxnLst/>
              <a:rect l="l" t="t" r="r" b="b"/>
              <a:pathLst>
                <a:path w="1836" h="1535" fill="none" extrusionOk="0">
                  <a:moveTo>
                    <a:pt x="0" y="167"/>
                  </a:moveTo>
                  <a:cubicBezTo>
                    <a:pt x="834" y="0"/>
                    <a:pt x="1835" y="367"/>
                    <a:pt x="1802" y="701"/>
                  </a:cubicBezTo>
                  <a:cubicBezTo>
                    <a:pt x="1802" y="1034"/>
                    <a:pt x="1635" y="1535"/>
                    <a:pt x="1635" y="1535"/>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9"/>
            <p:cNvSpPr/>
            <p:nvPr/>
          </p:nvSpPr>
          <p:spPr>
            <a:xfrm>
              <a:off x="6236618" y="1975035"/>
              <a:ext cx="55573" cy="45522"/>
            </a:xfrm>
            <a:custGeom>
              <a:avLst/>
              <a:gdLst/>
              <a:ahLst/>
              <a:cxnLst/>
              <a:rect l="l" t="t" r="r" b="b"/>
              <a:pathLst>
                <a:path w="2770" h="2269" fill="none" extrusionOk="0">
                  <a:moveTo>
                    <a:pt x="1" y="134"/>
                  </a:moveTo>
                  <a:cubicBezTo>
                    <a:pt x="368" y="134"/>
                    <a:pt x="901" y="0"/>
                    <a:pt x="901" y="0"/>
                  </a:cubicBezTo>
                  <a:cubicBezTo>
                    <a:pt x="901" y="0"/>
                    <a:pt x="1335" y="1768"/>
                    <a:pt x="2769" y="2268"/>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9"/>
            <p:cNvSpPr/>
            <p:nvPr/>
          </p:nvSpPr>
          <p:spPr>
            <a:xfrm>
              <a:off x="6361768" y="1768913"/>
              <a:ext cx="307197" cy="408372"/>
            </a:xfrm>
            <a:custGeom>
              <a:avLst/>
              <a:gdLst/>
              <a:ahLst/>
              <a:cxnLst/>
              <a:rect l="l" t="t" r="r" b="b"/>
              <a:pathLst>
                <a:path w="15312" h="20355" extrusionOk="0">
                  <a:moveTo>
                    <a:pt x="12042" y="0"/>
                  </a:moveTo>
                  <a:cubicBezTo>
                    <a:pt x="12042" y="0"/>
                    <a:pt x="9140" y="12176"/>
                    <a:pt x="9007" y="12643"/>
                  </a:cubicBezTo>
                  <a:cubicBezTo>
                    <a:pt x="8873" y="13076"/>
                    <a:pt x="8273" y="13210"/>
                    <a:pt x="8140" y="13376"/>
                  </a:cubicBezTo>
                  <a:cubicBezTo>
                    <a:pt x="8006" y="13577"/>
                    <a:pt x="7773" y="14410"/>
                    <a:pt x="7773" y="14410"/>
                  </a:cubicBezTo>
                  <a:cubicBezTo>
                    <a:pt x="7773" y="14410"/>
                    <a:pt x="1995" y="12909"/>
                    <a:pt x="1612" y="12909"/>
                  </a:cubicBezTo>
                  <a:cubicBezTo>
                    <a:pt x="1608" y="12909"/>
                    <a:pt x="1604" y="12909"/>
                    <a:pt x="1602" y="12909"/>
                  </a:cubicBezTo>
                  <a:cubicBezTo>
                    <a:pt x="1301" y="12976"/>
                    <a:pt x="0" y="15878"/>
                    <a:pt x="201" y="16579"/>
                  </a:cubicBezTo>
                  <a:cubicBezTo>
                    <a:pt x="461" y="17326"/>
                    <a:pt x="9653" y="20354"/>
                    <a:pt x="10956" y="20354"/>
                  </a:cubicBezTo>
                  <a:cubicBezTo>
                    <a:pt x="10990" y="20354"/>
                    <a:pt x="11019" y="20352"/>
                    <a:pt x="11042" y="20348"/>
                  </a:cubicBezTo>
                  <a:cubicBezTo>
                    <a:pt x="11976" y="20148"/>
                    <a:pt x="15311" y="10541"/>
                    <a:pt x="15311" y="10541"/>
                  </a:cubicBezTo>
                  <a:cubicBezTo>
                    <a:pt x="15311" y="10541"/>
                    <a:pt x="14311" y="1901"/>
                    <a:pt x="120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9"/>
            <p:cNvSpPr/>
            <p:nvPr/>
          </p:nvSpPr>
          <p:spPr>
            <a:xfrm>
              <a:off x="6528407" y="2063370"/>
              <a:ext cx="56897" cy="62916"/>
            </a:xfrm>
            <a:custGeom>
              <a:avLst/>
              <a:gdLst/>
              <a:ahLst/>
              <a:cxnLst/>
              <a:rect l="l" t="t" r="r" b="b"/>
              <a:pathLst>
                <a:path w="2836" h="3136" fill="none" extrusionOk="0">
                  <a:moveTo>
                    <a:pt x="0" y="0"/>
                  </a:moveTo>
                  <a:cubicBezTo>
                    <a:pt x="0" y="0"/>
                    <a:pt x="2169" y="868"/>
                    <a:pt x="2836" y="3136"/>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9"/>
            <p:cNvSpPr/>
            <p:nvPr/>
          </p:nvSpPr>
          <p:spPr>
            <a:xfrm>
              <a:off x="6549152" y="2040619"/>
              <a:ext cx="36153" cy="67611"/>
            </a:xfrm>
            <a:custGeom>
              <a:avLst/>
              <a:gdLst/>
              <a:ahLst/>
              <a:cxnLst/>
              <a:rect l="l" t="t" r="r" b="b"/>
              <a:pathLst>
                <a:path w="1802" h="3370" fill="none" extrusionOk="0">
                  <a:moveTo>
                    <a:pt x="0" y="0"/>
                  </a:moveTo>
                  <a:cubicBezTo>
                    <a:pt x="0" y="0"/>
                    <a:pt x="1501" y="1835"/>
                    <a:pt x="1802" y="3369"/>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9"/>
            <p:cNvSpPr/>
            <p:nvPr/>
          </p:nvSpPr>
          <p:spPr>
            <a:xfrm>
              <a:off x="6368449" y="1928851"/>
              <a:ext cx="291147" cy="217518"/>
            </a:xfrm>
            <a:custGeom>
              <a:avLst/>
              <a:gdLst/>
              <a:ahLst/>
              <a:cxnLst/>
              <a:rect l="l" t="t" r="r" b="b"/>
              <a:pathLst>
                <a:path w="14512" h="10842" fill="none" extrusionOk="0">
                  <a:moveTo>
                    <a:pt x="1" y="7439"/>
                  </a:moveTo>
                  <a:cubicBezTo>
                    <a:pt x="1" y="7439"/>
                    <a:pt x="10442" y="10742"/>
                    <a:pt x="10775" y="10775"/>
                  </a:cubicBezTo>
                  <a:cubicBezTo>
                    <a:pt x="11109" y="10842"/>
                    <a:pt x="10342" y="9808"/>
                    <a:pt x="10642" y="9574"/>
                  </a:cubicBezTo>
                  <a:cubicBezTo>
                    <a:pt x="10942" y="9341"/>
                    <a:pt x="11176" y="9641"/>
                    <a:pt x="11476" y="9441"/>
                  </a:cubicBezTo>
                  <a:cubicBezTo>
                    <a:pt x="11776" y="9240"/>
                    <a:pt x="11376" y="8273"/>
                    <a:pt x="11643" y="7973"/>
                  </a:cubicBezTo>
                  <a:cubicBezTo>
                    <a:pt x="11876" y="7706"/>
                    <a:pt x="14511" y="1"/>
                    <a:pt x="14511" y="1"/>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9"/>
            <p:cNvSpPr/>
            <p:nvPr/>
          </p:nvSpPr>
          <p:spPr>
            <a:xfrm>
              <a:off x="6883092" y="2108190"/>
              <a:ext cx="141220" cy="89659"/>
            </a:xfrm>
            <a:custGeom>
              <a:avLst/>
              <a:gdLst/>
              <a:ahLst/>
              <a:cxnLst/>
              <a:rect l="l" t="t" r="r" b="b"/>
              <a:pathLst>
                <a:path w="7039" h="4469" extrusionOk="0">
                  <a:moveTo>
                    <a:pt x="2891" y="0"/>
                  </a:moveTo>
                  <a:cubicBezTo>
                    <a:pt x="2683" y="0"/>
                    <a:pt x="1465" y="739"/>
                    <a:pt x="1302" y="902"/>
                  </a:cubicBezTo>
                  <a:cubicBezTo>
                    <a:pt x="1135" y="1002"/>
                    <a:pt x="1" y="2169"/>
                    <a:pt x="67" y="2236"/>
                  </a:cubicBezTo>
                  <a:cubicBezTo>
                    <a:pt x="102" y="2248"/>
                    <a:pt x="165" y="2263"/>
                    <a:pt x="255" y="2263"/>
                  </a:cubicBezTo>
                  <a:cubicBezTo>
                    <a:pt x="424" y="2263"/>
                    <a:pt x="687" y="2209"/>
                    <a:pt x="1035" y="1969"/>
                  </a:cubicBezTo>
                  <a:cubicBezTo>
                    <a:pt x="1635" y="1569"/>
                    <a:pt x="1835" y="1336"/>
                    <a:pt x="2236" y="1269"/>
                  </a:cubicBezTo>
                  <a:cubicBezTo>
                    <a:pt x="2702" y="1135"/>
                    <a:pt x="3036" y="1102"/>
                    <a:pt x="3036" y="1102"/>
                  </a:cubicBezTo>
                  <a:lnTo>
                    <a:pt x="3036" y="1102"/>
                  </a:lnTo>
                  <a:cubicBezTo>
                    <a:pt x="3036" y="1102"/>
                    <a:pt x="1902" y="1669"/>
                    <a:pt x="1668" y="2003"/>
                  </a:cubicBezTo>
                  <a:cubicBezTo>
                    <a:pt x="1402" y="2303"/>
                    <a:pt x="301" y="3270"/>
                    <a:pt x="301" y="3470"/>
                  </a:cubicBezTo>
                  <a:cubicBezTo>
                    <a:pt x="301" y="3671"/>
                    <a:pt x="468" y="3737"/>
                    <a:pt x="634" y="3737"/>
                  </a:cubicBezTo>
                  <a:cubicBezTo>
                    <a:pt x="647" y="3740"/>
                    <a:pt x="661" y="3741"/>
                    <a:pt x="676" y="3741"/>
                  </a:cubicBezTo>
                  <a:cubicBezTo>
                    <a:pt x="850" y="3741"/>
                    <a:pt x="1135" y="3571"/>
                    <a:pt x="1135" y="3570"/>
                  </a:cubicBezTo>
                  <a:lnTo>
                    <a:pt x="1135" y="3570"/>
                  </a:lnTo>
                  <a:cubicBezTo>
                    <a:pt x="1135" y="3571"/>
                    <a:pt x="968" y="3771"/>
                    <a:pt x="1035" y="3937"/>
                  </a:cubicBezTo>
                  <a:cubicBezTo>
                    <a:pt x="1112" y="4035"/>
                    <a:pt x="1247" y="4086"/>
                    <a:pt x="1398" y="4086"/>
                  </a:cubicBezTo>
                  <a:cubicBezTo>
                    <a:pt x="1507" y="4086"/>
                    <a:pt x="1624" y="4060"/>
                    <a:pt x="1735" y="4004"/>
                  </a:cubicBezTo>
                  <a:cubicBezTo>
                    <a:pt x="2016" y="3942"/>
                    <a:pt x="2063" y="3879"/>
                    <a:pt x="2068" y="3871"/>
                  </a:cubicBezTo>
                  <a:lnTo>
                    <a:pt x="2068" y="3871"/>
                  </a:lnTo>
                  <a:cubicBezTo>
                    <a:pt x="2058" y="3889"/>
                    <a:pt x="1878" y="4211"/>
                    <a:pt x="2202" y="4438"/>
                  </a:cubicBezTo>
                  <a:cubicBezTo>
                    <a:pt x="2248" y="4459"/>
                    <a:pt x="2306" y="4468"/>
                    <a:pt x="2373" y="4468"/>
                  </a:cubicBezTo>
                  <a:cubicBezTo>
                    <a:pt x="2941" y="4468"/>
                    <a:pt x="4183" y="3779"/>
                    <a:pt x="4571" y="3570"/>
                  </a:cubicBezTo>
                  <a:cubicBezTo>
                    <a:pt x="4625" y="3542"/>
                    <a:pt x="4677" y="3529"/>
                    <a:pt x="4728" y="3529"/>
                  </a:cubicBezTo>
                  <a:cubicBezTo>
                    <a:pt x="5134" y="3529"/>
                    <a:pt x="5462" y="4341"/>
                    <a:pt x="6074" y="4341"/>
                  </a:cubicBezTo>
                  <a:cubicBezTo>
                    <a:pt x="6095" y="4341"/>
                    <a:pt x="6117" y="4340"/>
                    <a:pt x="6138" y="4338"/>
                  </a:cubicBezTo>
                  <a:cubicBezTo>
                    <a:pt x="7006" y="4271"/>
                    <a:pt x="7039" y="2403"/>
                    <a:pt x="5838" y="1669"/>
                  </a:cubicBezTo>
                  <a:cubicBezTo>
                    <a:pt x="5838" y="1669"/>
                    <a:pt x="3069" y="68"/>
                    <a:pt x="2903" y="1"/>
                  </a:cubicBezTo>
                  <a:cubicBezTo>
                    <a:pt x="2899" y="1"/>
                    <a:pt x="2895" y="0"/>
                    <a:pt x="2891" y="0"/>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9"/>
            <p:cNvSpPr/>
            <p:nvPr/>
          </p:nvSpPr>
          <p:spPr>
            <a:xfrm>
              <a:off x="6998211" y="2018430"/>
              <a:ext cx="149145" cy="176129"/>
            </a:xfrm>
            <a:custGeom>
              <a:avLst/>
              <a:gdLst/>
              <a:ahLst/>
              <a:cxnLst/>
              <a:rect l="l" t="t" r="r" b="b"/>
              <a:pathLst>
                <a:path w="7434" h="8779" extrusionOk="0">
                  <a:moveTo>
                    <a:pt x="4737" y="1"/>
                  </a:moveTo>
                  <a:cubicBezTo>
                    <a:pt x="4642" y="1"/>
                    <a:pt x="4563" y="23"/>
                    <a:pt x="4503" y="72"/>
                  </a:cubicBezTo>
                  <a:cubicBezTo>
                    <a:pt x="3970" y="572"/>
                    <a:pt x="0" y="6410"/>
                    <a:pt x="0" y="6410"/>
                  </a:cubicBezTo>
                  <a:lnTo>
                    <a:pt x="567" y="8778"/>
                  </a:lnTo>
                  <a:cubicBezTo>
                    <a:pt x="567" y="8778"/>
                    <a:pt x="6772" y="3608"/>
                    <a:pt x="7105" y="2574"/>
                  </a:cubicBezTo>
                  <a:cubicBezTo>
                    <a:pt x="7434" y="1648"/>
                    <a:pt x="5543" y="1"/>
                    <a:pt x="4737"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9"/>
            <p:cNvSpPr/>
            <p:nvPr/>
          </p:nvSpPr>
          <p:spPr>
            <a:xfrm>
              <a:off x="6906525" y="2140330"/>
              <a:ext cx="56235" cy="39503"/>
            </a:xfrm>
            <a:custGeom>
              <a:avLst/>
              <a:gdLst/>
              <a:ahLst/>
              <a:cxnLst/>
              <a:rect l="l" t="t" r="r" b="b"/>
              <a:pathLst>
                <a:path w="2803" h="1969" fill="none" extrusionOk="0">
                  <a:moveTo>
                    <a:pt x="0" y="1968"/>
                  </a:moveTo>
                  <a:cubicBezTo>
                    <a:pt x="300" y="1702"/>
                    <a:pt x="1234" y="901"/>
                    <a:pt x="1501" y="701"/>
                  </a:cubicBezTo>
                  <a:cubicBezTo>
                    <a:pt x="1735" y="501"/>
                    <a:pt x="2802" y="0"/>
                    <a:pt x="2802" y="0"/>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9"/>
            <p:cNvSpPr/>
            <p:nvPr/>
          </p:nvSpPr>
          <p:spPr>
            <a:xfrm>
              <a:off x="6925925" y="2158406"/>
              <a:ext cx="44860" cy="28128"/>
            </a:xfrm>
            <a:custGeom>
              <a:avLst/>
              <a:gdLst/>
              <a:ahLst/>
              <a:cxnLst/>
              <a:rect l="l" t="t" r="r" b="b"/>
              <a:pathLst>
                <a:path w="2236" h="1402" fill="none" extrusionOk="0">
                  <a:moveTo>
                    <a:pt x="0" y="1401"/>
                  </a:moveTo>
                  <a:cubicBezTo>
                    <a:pt x="401" y="1101"/>
                    <a:pt x="1735" y="167"/>
                    <a:pt x="2235" y="0"/>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9"/>
            <p:cNvSpPr/>
            <p:nvPr/>
          </p:nvSpPr>
          <p:spPr>
            <a:xfrm>
              <a:off x="6978790" y="1768913"/>
              <a:ext cx="247631" cy="368207"/>
            </a:xfrm>
            <a:custGeom>
              <a:avLst/>
              <a:gdLst/>
              <a:ahLst/>
              <a:cxnLst/>
              <a:rect l="l" t="t" r="r" b="b"/>
              <a:pathLst>
                <a:path w="12343" h="18353" extrusionOk="0">
                  <a:moveTo>
                    <a:pt x="1869" y="0"/>
                  </a:moveTo>
                  <a:cubicBezTo>
                    <a:pt x="234" y="2335"/>
                    <a:pt x="1" y="7372"/>
                    <a:pt x="1" y="7372"/>
                  </a:cubicBezTo>
                  <a:cubicBezTo>
                    <a:pt x="1" y="7372"/>
                    <a:pt x="4971" y="10141"/>
                    <a:pt x="5071" y="10207"/>
                  </a:cubicBezTo>
                  <a:cubicBezTo>
                    <a:pt x="5138" y="10308"/>
                    <a:pt x="5004" y="10741"/>
                    <a:pt x="5004" y="10875"/>
                  </a:cubicBezTo>
                  <a:cubicBezTo>
                    <a:pt x="5004" y="11008"/>
                    <a:pt x="5638" y="11208"/>
                    <a:pt x="5638" y="11542"/>
                  </a:cubicBezTo>
                  <a:cubicBezTo>
                    <a:pt x="5638" y="11875"/>
                    <a:pt x="2736" y="15078"/>
                    <a:pt x="2836" y="15745"/>
                  </a:cubicBezTo>
                  <a:cubicBezTo>
                    <a:pt x="2965" y="16391"/>
                    <a:pt x="4723" y="18353"/>
                    <a:pt x="5105" y="18353"/>
                  </a:cubicBezTo>
                  <a:cubicBezTo>
                    <a:pt x="5118" y="18353"/>
                    <a:pt x="5128" y="18351"/>
                    <a:pt x="5138" y="18347"/>
                  </a:cubicBezTo>
                  <a:cubicBezTo>
                    <a:pt x="5438" y="18213"/>
                    <a:pt x="12343" y="12142"/>
                    <a:pt x="12076" y="11308"/>
                  </a:cubicBezTo>
                  <a:cubicBezTo>
                    <a:pt x="11776" y="10474"/>
                    <a:pt x="9241" y="6705"/>
                    <a:pt x="6972" y="4603"/>
                  </a:cubicBezTo>
                  <a:cubicBezTo>
                    <a:pt x="4737" y="2569"/>
                    <a:pt x="1869" y="0"/>
                    <a:pt x="1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9"/>
            <p:cNvSpPr/>
            <p:nvPr/>
          </p:nvSpPr>
          <p:spPr>
            <a:xfrm>
              <a:off x="7100590" y="1972346"/>
              <a:ext cx="69617" cy="23453"/>
            </a:xfrm>
            <a:custGeom>
              <a:avLst/>
              <a:gdLst/>
              <a:ahLst/>
              <a:cxnLst/>
              <a:rect l="l" t="t" r="r" b="b"/>
              <a:pathLst>
                <a:path w="3470" h="1169" fill="none" extrusionOk="0">
                  <a:moveTo>
                    <a:pt x="1" y="1168"/>
                  </a:moveTo>
                  <a:cubicBezTo>
                    <a:pt x="1" y="1168"/>
                    <a:pt x="1735" y="1"/>
                    <a:pt x="3470" y="401"/>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9"/>
            <p:cNvSpPr/>
            <p:nvPr/>
          </p:nvSpPr>
          <p:spPr>
            <a:xfrm>
              <a:off x="7088552" y="1952946"/>
              <a:ext cx="73629" cy="17414"/>
            </a:xfrm>
            <a:custGeom>
              <a:avLst/>
              <a:gdLst/>
              <a:ahLst/>
              <a:cxnLst/>
              <a:rect l="l" t="t" r="r" b="b"/>
              <a:pathLst>
                <a:path w="3670" h="868" fill="none" extrusionOk="0">
                  <a:moveTo>
                    <a:pt x="0" y="868"/>
                  </a:moveTo>
                  <a:cubicBezTo>
                    <a:pt x="0" y="868"/>
                    <a:pt x="1335" y="0"/>
                    <a:pt x="3670" y="501"/>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9"/>
            <p:cNvSpPr/>
            <p:nvPr/>
          </p:nvSpPr>
          <p:spPr>
            <a:xfrm>
              <a:off x="6984147" y="1869967"/>
              <a:ext cx="143908" cy="227549"/>
            </a:xfrm>
            <a:custGeom>
              <a:avLst/>
              <a:gdLst/>
              <a:ahLst/>
              <a:cxnLst/>
              <a:rect l="l" t="t" r="r" b="b"/>
              <a:pathLst>
                <a:path w="7173" h="11342" fill="none" extrusionOk="0">
                  <a:moveTo>
                    <a:pt x="1" y="0"/>
                  </a:moveTo>
                  <a:cubicBezTo>
                    <a:pt x="1" y="0"/>
                    <a:pt x="5138" y="4036"/>
                    <a:pt x="5805" y="4637"/>
                  </a:cubicBezTo>
                  <a:cubicBezTo>
                    <a:pt x="6405" y="5204"/>
                    <a:pt x="5538" y="5271"/>
                    <a:pt x="6372" y="5938"/>
                  </a:cubicBezTo>
                  <a:cubicBezTo>
                    <a:pt x="7172" y="6605"/>
                    <a:pt x="2969" y="11342"/>
                    <a:pt x="2969" y="11342"/>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9"/>
            <p:cNvSpPr/>
            <p:nvPr/>
          </p:nvSpPr>
          <p:spPr>
            <a:xfrm>
              <a:off x="5602864" y="3691843"/>
              <a:ext cx="202310" cy="394830"/>
            </a:xfrm>
            <a:custGeom>
              <a:avLst/>
              <a:gdLst/>
              <a:ahLst/>
              <a:cxnLst/>
              <a:rect l="l" t="t" r="r" b="b"/>
              <a:pathLst>
                <a:path w="10084" h="19680" extrusionOk="0">
                  <a:moveTo>
                    <a:pt x="5883" y="1"/>
                  </a:moveTo>
                  <a:cubicBezTo>
                    <a:pt x="5622" y="1"/>
                    <a:pt x="5446" y="39"/>
                    <a:pt x="5404" y="122"/>
                  </a:cubicBezTo>
                  <a:cubicBezTo>
                    <a:pt x="5137" y="589"/>
                    <a:pt x="3470" y="6860"/>
                    <a:pt x="3470" y="6860"/>
                  </a:cubicBezTo>
                  <a:cubicBezTo>
                    <a:pt x="3470" y="6860"/>
                    <a:pt x="1935" y="8228"/>
                    <a:pt x="968" y="9062"/>
                  </a:cubicBezTo>
                  <a:cubicBezTo>
                    <a:pt x="0" y="9929"/>
                    <a:pt x="134" y="10729"/>
                    <a:pt x="901" y="11530"/>
                  </a:cubicBezTo>
                  <a:cubicBezTo>
                    <a:pt x="1668" y="12297"/>
                    <a:pt x="1902" y="14199"/>
                    <a:pt x="1768" y="15199"/>
                  </a:cubicBezTo>
                  <a:cubicBezTo>
                    <a:pt x="1635" y="16133"/>
                    <a:pt x="2235" y="16934"/>
                    <a:pt x="2802" y="17301"/>
                  </a:cubicBezTo>
                  <a:cubicBezTo>
                    <a:pt x="3403" y="17701"/>
                    <a:pt x="5338" y="19035"/>
                    <a:pt x="5938" y="19402"/>
                  </a:cubicBezTo>
                  <a:cubicBezTo>
                    <a:pt x="6187" y="19564"/>
                    <a:pt x="6508" y="19680"/>
                    <a:pt x="6763" y="19680"/>
                  </a:cubicBezTo>
                  <a:cubicBezTo>
                    <a:pt x="7088" y="19680"/>
                    <a:pt x="7307" y="19492"/>
                    <a:pt x="7139" y="18969"/>
                  </a:cubicBezTo>
                  <a:cubicBezTo>
                    <a:pt x="6638" y="17401"/>
                    <a:pt x="5504" y="16800"/>
                    <a:pt x="5504" y="16800"/>
                  </a:cubicBezTo>
                  <a:lnTo>
                    <a:pt x="6005" y="9062"/>
                  </a:lnTo>
                  <a:cubicBezTo>
                    <a:pt x="6005" y="9062"/>
                    <a:pt x="9907" y="2624"/>
                    <a:pt x="9974" y="1623"/>
                  </a:cubicBezTo>
                  <a:cubicBezTo>
                    <a:pt x="10084" y="801"/>
                    <a:pt x="7085" y="1"/>
                    <a:pt x="5883" y="1"/>
                  </a:cubicBezTo>
                  <a:close/>
                </a:path>
              </a:pathLst>
            </a:custGeom>
            <a:solidFill>
              <a:srgbClr val="CE6D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9"/>
            <p:cNvSpPr/>
            <p:nvPr/>
          </p:nvSpPr>
          <p:spPr>
            <a:xfrm>
              <a:off x="5572068" y="3897724"/>
              <a:ext cx="62936" cy="89699"/>
            </a:xfrm>
            <a:custGeom>
              <a:avLst/>
              <a:gdLst/>
              <a:ahLst/>
              <a:cxnLst/>
              <a:rect l="l" t="t" r="r" b="b"/>
              <a:pathLst>
                <a:path w="3137" h="4471" extrusionOk="0">
                  <a:moveTo>
                    <a:pt x="1869" y="0"/>
                  </a:moveTo>
                  <a:lnTo>
                    <a:pt x="1" y="4037"/>
                  </a:lnTo>
                  <a:lnTo>
                    <a:pt x="601" y="4470"/>
                  </a:lnTo>
                  <a:lnTo>
                    <a:pt x="3137" y="1001"/>
                  </a:lnTo>
                  <a:lnTo>
                    <a:pt x="1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9"/>
            <p:cNvSpPr/>
            <p:nvPr/>
          </p:nvSpPr>
          <p:spPr>
            <a:xfrm>
              <a:off x="5604870" y="3836153"/>
              <a:ext cx="144550" cy="250420"/>
            </a:xfrm>
            <a:custGeom>
              <a:avLst/>
              <a:gdLst/>
              <a:ahLst/>
              <a:cxnLst/>
              <a:rect l="l" t="t" r="r" b="b"/>
              <a:pathLst>
                <a:path w="7205" h="12482" extrusionOk="0">
                  <a:moveTo>
                    <a:pt x="3069" y="1"/>
                  </a:moveTo>
                  <a:lnTo>
                    <a:pt x="3069" y="1"/>
                  </a:lnTo>
                  <a:cubicBezTo>
                    <a:pt x="3003" y="34"/>
                    <a:pt x="2969" y="101"/>
                    <a:pt x="2869" y="167"/>
                  </a:cubicBezTo>
                  <a:cubicBezTo>
                    <a:pt x="2769" y="201"/>
                    <a:pt x="2736" y="267"/>
                    <a:pt x="2669" y="334"/>
                  </a:cubicBezTo>
                  <a:lnTo>
                    <a:pt x="2636" y="367"/>
                  </a:lnTo>
                  <a:cubicBezTo>
                    <a:pt x="2536" y="401"/>
                    <a:pt x="2502" y="501"/>
                    <a:pt x="2402" y="568"/>
                  </a:cubicBezTo>
                  <a:lnTo>
                    <a:pt x="2335" y="668"/>
                  </a:lnTo>
                  <a:cubicBezTo>
                    <a:pt x="2235" y="701"/>
                    <a:pt x="2202" y="768"/>
                    <a:pt x="2135" y="801"/>
                  </a:cubicBezTo>
                  <a:cubicBezTo>
                    <a:pt x="2069" y="801"/>
                    <a:pt x="2069" y="868"/>
                    <a:pt x="2035" y="868"/>
                  </a:cubicBezTo>
                  <a:cubicBezTo>
                    <a:pt x="1935" y="901"/>
                    <a:pt x="1902" y="1001"/>
                    <a:pt x="1835" y="1035"/>
                  </a:cubicBezTo>
                  <a:cubicBezTo>
                    <a:pt x="1802" y="1035"/>
                    <a:pt x="1802" y="1068"/>
                    <a:pt x="1735" y="1068"/>
                  </a:cubicBezTo>
                  <a:lnTo>
                    <a:pt x="1502" y="1335"/>
                  </a:lnTo>
                  <a:cubicBezTo>
                    <a:pt x="1502" y="1335"/>
                    <a:pt x="1468" y="1335"/>
                    <a:pt x="1468" y="1368"/>
                  </a:cubicBezTo>
                  <a:cubicBezTo>
                    <a:pt x="1368" y="1402"/>
                    <a:pt x="1335" y="1502"/>
                    <a:pt x="1235" y="1535"/>
                  </a:cubicBezTo>
                  <a:lnTo>
                    <a:pt x="1168" y="1602"/>
                  </a:lnTo>
                  <a:cubicBezTo>
                    <a:pt x="1068" y="1702"/>
                    <a:pt x="1001" y="1735"/>
                    <a:pt x="968" y="1835"/>
                  </a:cubicBezTo>
                  <a:cubicBezTo>
                    <a:pt x="0" y="2669"/>
                    <a:pt x="67" y="3436"/>
                    <a:pt x="868" y="4270"/>
                  </a:cubicBezTo>
                  <a:cubicBezTo>
                    <a:pt x="1635" y="5071"/>
                    <a:pt x="1868" y="7006"/>
                    <a:pt x="1735" y="7940"/>
                  </a:cubicBezTo>
                  <a:cubicBezTo>
                    <a:pt x="1635" y="8940"/>
                    <a:pt x="2202" y="9708"/>
                    <a:pt x="2769" y="10074"/>
                  </a:cubicBezTo>
                  <a:cubicBezTo>
                    <a:pt x="3370" y="10441"/>
                    <a:pt x="5338" y="11776"/>
                    <a:pt x="5905" y="12176"/>
                  </a:cubicBezTo>
                  <a:cubicBezTo>
                    <a:pt x="6129" y="12355"/>
                    <a:pt x="6441" y="12481"/>
                    <a:pt x="6689" y="12481"/>
                  </a:cubicBezTo>
                  <a:cubicBezTo>
                    <a:pt x="6994" y="12481"/>
                    <a:pt x="7204" y="12291"/>
                    <a:pt x="7039" y="11776"/>
                  </a:cubicBezTo>
                  <a:cubicBezTo>
                    <a:pt x="6538" y="10208"/>
                    <a:pt x="5404" y="9607"/>
                    <a:pt x="5404" y="9607"/>
                  </a:cubicBezTo>
                  <a:cubicBezTo>
                    <a:pt x="3970" y="8707"/>
                    <a:pt x="2502" y="8440"/>
                    <a:pt x="2502" y="8440"/>
                  </a:cubicBezTo>
                  <a:cubicBezTo>
                    <a:pt x="2502" y="8440"/>
                    <a:pt x="2569" y="6739"/>
                    <a:pt x="2202" y="5438"/>
                  </a:cubicBezTo>
                  <a:cubicBezTo>
                    <a:pt x="1868" y="4270"/>
                    <a:pt x="4370" y="935"/>
                    <a:pt x="306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9"/>
            <p:cNvSpPr/>
            <p:nvPr/>
          </p:nvSpPr>
          <p:spPr>
            <a:xfrm>
              <a:off x="5696034" y="3768141"/>
              <a:ext cx="256178" cy="347763"/>
            </a:xfrm>
            <a:custGeom>
              <a:avLst/>
              <a:gdLst/>
              <a:ahLst/>
              <a:cxnLst/>
              <a:rect l="l" t="t" r="r" b="b"/>
              <a:pathLst>
                <a:path w="12769" h="17334" extrusionOk="0">
                  <a:moveTo>
                    <a:pt x="3942" y="0"/>
                  </a:moveTo>
                  <a:cubicBezTo>
                    <a:pt x="2609" y="0"/>
                    <a:pt x="0" y="1168"/>
                    <a:pt x="26" y="1589"/>
                  </a:cubicBezTo>
                  <a:cubicBezTo>
                    <a:pt x="60" y="2123"/>
                    <a:pt x="2195" y="8261"/>
                    <a:pt x="2195" y="8261"/>
                  </a:cubicBezTo>
                  <a:cubicBezTo>
                    <a:pt x="2195" y="8261"/>
                    <a:pt x="1694" y="10229"/>
                    <a:pt x="1361" y="11463"/>
                  </a:cubicBezTo>
                  <a:cubicBezTo>
                    <a:pt x="1027" y="12731"/>
                    <a:pt x="1561" y="13298"/>
                    <a:pt x="2662" y="13565"/>
                  </a:cubicBezTo>
                  <a:cubicBezTo>
                    <a:pt x="3796" y="13798"/>
                    <a:pt x="4997" y="15266"/>
                    <a:pt x="5464" y="16133"/>
                  </a:cubicBezTo>
                  <a:cubicBezTo>
                    <a:pt x="5864" y="17000"/>
                    <a:pt x="6831" y="17334"/>
                    <a:pt x="7498" y="17334"/>
                  </a:cubicBezTo>
                  <a:lnTo>
                    <a:pt x="11234" y="17334"/>
                  </a:lnTo>
                  <a:cubicBezTo>
                    <a:pt x="11935" y="17334"/>
                    <a:pt x="12769" y="16934"/>
                    <a:pt x="12002" y="16333"/>
                  </a:cubicBezTo>
                  <a:cubicBezTo>
                    <a:pt x="10968" y="15511"/>
                    <a:pt x="9976" y="15427"/>
                    <a:pt x="9612" y="15427"/>
                  </a:cubicBezTo>
                  <a:cubicBezTo>
                    <a:pt x="9518" y="15427"/>
                    <a:pt x="9466" y="15433"/>
                    <a:pt x="9466" y="15433"/>
                  </a:cubicBezTo>
                  <a:lnTo>
                    <a:pt x="5530" y="8728"/>
                  </a:lnTo>
                  <a:cubicBezTo>
                    <a:pt x="5530" y="8728"/>
                    <a:pt x="5163" y="1256"/>
                    <a:pt x="4663" y="288"/>
                  </a:cubicBezTo>
                  <a:cubicBezTo>
                    <a:pt x="4564" y="84"/>
                    <a:pt x="4299" y="0"/>
                    <a:pt x="3942" y="0"/>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9"/>
            <p:cNvSpPr/>
            <p:nvPr/>
          </p:nvSpPr>
          <p:spPr>
            <a:xfrm>
              <a:off x="5726007" y="4027549"/>
              <a:ext cx="32140" cy="88355"/>
            </a:xfrm>
            <a:custGeom>
              <a:avLst/>
              <a:gdLst/>
              <a:ahLst/>
              <a:cxnLst/>
              <a:rect l="l" t="t" r="r" b="b"/>
              <a:pathLst>
                <a:path w="1602" h="4404" extrusionOk="0">
                  <a:moveTo>
                    <a:pt x="0" y="1"/>
                  </a:moveTo>
                  <a:lnTo>
                    <a:pt x="701" y="4404"/>
                  </a:lnTo>
                  <a:lnTo>
                    <a:pt x="1368" y="4404"/>
                  </a:lnTo>
                  <a:lnTo>
                    <a:pt x="1601" y="134"/>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9"/>
            <p:cNvSpPr/>
            <p:nvPr/>
          </p:nvSpPr>
          <p:spPr>
            <a:xfrm>
              <a:off x="5715294" y="3943908"/>
              <a:ext cx="236918" cy="171334"/>
            </a:xfrm>
            <a:custGeom>
              <a:avLst/>
              <a:gdLst/>
              <a:ahLst/>
              <a:cxnLst/>
              <a:rect l="l" t="t" r="r" b="b"/>
              <a:pathLst>
                <a:path w="11809" h="8540" extrusionOk="0">
                  <a:moveTo>
                    <a:pt x="1168" y="0"/>
                  </a:moveTo>
                  <a:cubicBezTo>
                    <a:pt x="1135" y="67"/>
                    <a:pt x="1135" y="167"/>
                    <a:pt x="1068" y="234"/>
                  </a:cubicBezTo>
                  <a:cubicBezTo>
                    <a:pt x="1034" y="334"/>
                    <a:pt x="1034" y="400"/>
                    <a:pt x="1001" y="500"/>
                  </a:cubicBezTo>
                  <a:lnTo>
                    <a:pt x="1001" y="567"/>
                  </a:lnTo>
                  <a:cubicBezTo>
                    <a:pt x="968" y="667"/>
                    <a:pt x="968" y="734"/>
                    <a:pt x="901" y="867"/>
                  </a:cubicBezTo>
                  <a:cubicBezTo>
                    <a:pt x="901" y="901"/>
                    <a:pt x="901" y="967"/>
                    <a:pt x="868" y="967"/>
                  </a:cubicBezTo>
                  <a:cubicBezTo>
                    <a:pt x="834" y="1034"/>
                    <a:pt x="834" y="1134"/>
                    <a:pt x="801" y="1201"/>
                  </a:cubicBezTo>
                  <a:cubicBezTo>
                    <a:pt x="801" y="1234"/>
                    <a:pt x="801" y="1234"/>
                    <a:pt x="734" y="1301"/>
                  </a:cubicBezTo>
                  <a:cubicBezTo>
                    <a:pt x="701" y="1368"/>
                    <a:pt x="701" y="1468"/>
                    <a:pt x="668" y="1535"/>
                  </a:cubicBezTo>
                  <a:cubicBezTo>
                    <a:pt x="668" y="1568"/>
                    <a:pt x="668" y="1568"/>
                    <a:pt x="634" y="1635"/>
                  </a:cubicBezTo>
                  <a:cubicBezTo>
                    <a:pt x="567" y="1735"/>
                    <a:pt x="567" y="1835"/>
                    <a:pt x="534" y="1968"/>
                  </a:cubicBezTo>
                  <a:lnTo>
                    <a:pt x="534" y="2002"/>
                  </a:lnTo>
                  <a:cubicBezTo>
                    <a:pt x="501" y="2068"/>
                    <a:pt x="501" y="2168"/>
                    <a:pt x="467" y="2235"/>
                  </a:cubicBezTo>
                  <a:cubicBezTo>
                    <a:pt x="467" y="2302"/>
                    <a:pt x="467" y="2335"/>
                    <a:pt x="401" y="2368"/>
                  </a:cubicBezTo>
                  <a:cubicBezTo>
                    <a:pt x="367" y="2469"/>
                    <a:pt x="367" y="2569"/>
                    <a:pt x="334" y="2669"/>
                  </a:cubicBezTo>
                  <a:cubicBezTo>
                    <a:pt x="0" y="3903"/>
                    <a:pt x="534" y="4503"/>
                    <a:pt x="1635" y="4737"/>
                  </a:cubicBezTo>
                  <a:cubicBezTo>
                    <a:pt x="2702" y="5004"/>
                    <a:pt x="3937" y="6405"/>
                    <a:pt x="4404" y="7339"/>
                  </a:cubicBezTo>
                  <a:cubicBezTo>
                    <a:pt x="4871" y="8206"/>
                    <a:pt x="5805" y="8540"/>
                    <a:pt x="6472" y="8540"/>
                  </a:cubicBezTo>
                  <a:lnTo>
                    <a:pt x="10208" y="8540"/>
                  </a:lnTo>
                  <a:cubicBezTo>
                    <a:pt x="10875" y="8540"/>
                    <a:pt x="11809" y="8173"/>
                    <a:pt x="11042" y="7572"/>
                  </a:cubicBezTo>
                  <a:cubicBezTo>
                    <a:pt x="10008" y="6750"/>
                    <a:pt x="9016" y="6666"/>
                    <a:pt x="8652" y="6666"/>
                  </a:cubicBezTo>
                  <a:cubicBezTo>
                    <a:pt x="8558" y="6666"/>
                    <a:pt x="8506" y="6672"/>
                    <a:pt x="8506" y="6672"/>
                  </a:cubicBezTo>
                  <a:cubicBezTo>
                    <a:pt x="6739" y="6705"/>
                    <a:pt x="5404" y="7339"/>
                    <a:pt x="5404" y="7339"/>
                  </a:cubicBezTo>
                  <a:cubicBezTo>
                    <a:pt x="5404" y="7339"/>
                    <a:pt x="4537" y="5871"/>
                    <a:pt x="3503" y="5037"/>
                  </a:cubicBezTo>
                  <a:cubicBezTo>
                    <a:pt x="2569" y="4236"/>
                    <a:pt x="2736" y="67"/>
                    <a:pt x="1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9"/>
            <p:cNvSpPr/>
            <p:nvPr/>
          </p:nvSpPr>
          <p:spPr>
            <a:xfrm>
              <a:off x="5522554" y="2832305"/>
              <a:ext cx="416277" cy="1069050"/>
            </a:xfrm>
            <a:custGeom>
              <a:avLst/>
              <a:gdLst/>
              <a:ahLst/>
              <a:cxnLst/>
              <a:rect l="l" t="t" r="r" b="b"/>
              <a:pathLst>
                <a:path w="20749" h="53286" extrusionOk="0">
                  <a:moveTo>
                    <a:pt x="4270" y="1"/>
                  </a:moveTo>
                  <a:cubicBezTo>
                    <a:pt x="4270" y="1"/>
                    <a:pt x="1001" y="8373"/>
                    <a:pt x="501" y="10708"/>
                  </a:cubicBezTo>
                  <a:cubicBezTo>
                    <a:pt x="1" y="13077"/>
                    <a:pt x="2235" y="24919"/>
                    <a:pt x="2769" y="26753"/>
                  </a:cubicBezTo>
                  <a:cubicBezTo>
                    <a:pt x="3303" y="28588"/>
                    <a:pt x="2769" y="33091"/>
                    <a:pt x="3570" y="35693"/>
                  </a:cubicBezTo>
                  <a:cubicBezTo>
                    <a:pt x="4337" y="38261"/>
                    <a:pt x="9474" y="52905"/>
                    <a:pt x="9974" y="53205"/>
                  </a:cubicBezTo>
                  <a:cubicBezTo>
                    <a:pt x="10083" y="53260"/>
                    <a:pt x="10307" y="53285"/>
                    <a:pt x="10596" y="53285"/>
                  </a:cubicBezTo>
                  <a:cubicBezTo>
                    <a:pt x="11723" y="53285"/>
                    <a:pt x="13852" y="52902"/>
                    <a:pt x="14144" y="52372"/>
                  </a:cubicBezTo>
                  <a:cubicBezTo>
                    <a:pt x="14511" y="51671"/>
                    <a:pt x="14011" y="48235"/>
                    <a:pt x="14011" y="48235"/>
                  </a:cubicBezTo>
                  <a:cubicBezTo>
                    <a:pt x="14011" y="48235"/>
                    <a:pt x="19915" y="31290"/>
                    <a:pt x="20148" y="28421"/>
                  </a:cubicBezTo>
                  <a:cubicBezTo>
                    <a:pt x="20348" y="25552"/>
                    <a:pt x="20749" y="11709"/>
                    <a:pt x="20615" y="10008"/>
                  </a:cubicBezTo>
                  <a:cubicBezTo>
                    <a:pt x="20482" y="8273"/>
                    <a:pt x="17680" y="334"/>
                    <a:pt x="17680" y="334"/>
                  </a:cubicBezTo>
                  <a:lnTo>
                    <a:pt x="42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9"/>
            <p:cNvSpPr/>
            <p:nvPr/>
          </p:nvSpPr>
          <p:spPr>
            <a:xfrm>
              <a:off x="5774177" y="3033753"/>
              <a:ext cx="145915" cy="766287"/>
            </a:xfrm>
            <a:custGeom>
              <a:avLst/>
              <a:gdLst/>
              <a:ahLst/>
              <a:cxnLst/>
              <a:rect l="l" t="t" r="r" b="b"/>
              <a:pathLst>
                <a:path w="7273" h="38195" fill="none" extrusionOk="0">
                  <a:moveTo>
                    <a:pt x="7273" y="0"/>
                  </a:moveTo>
                  <a:cubicBezTo>
                    <a:pt x="7273" y="0"/>
                    <a:pt x="4804" y="2902"/>
                    <a:pt x="1" y="5838"/>
                  </a:cubicBezTo>
                  <a:cubicBezTo>
                    <a:pt x="1" y="5838"/>
                    <a:pt x="935" y="16179"/>
                    <a:pt x="935" y="18413"/>
                  </a:cubicBezTo>
                  <a:cubicBezTo>
                    <a:pt x="935" y="20648"/>
                    <a:pt x="1302" y="36426"/>
                    <a:pt x="1535" y="38194"/>
                  </a:cubicBezTo>
                </a:path>
              </a:pathLst>
            </a:custGeom>
            <a:noFill/>
            <a:ln w="75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9"/>
            <p:cNvSpPr/>
            <p:nvPr/>
          </p:nvSpPr>
          <p:spPr>
            <a:xfrm>
              <a:off x="5564043" y="2832305"/>
              <a:ext cx="184736" cy="1068790"/>
            </a:xfrm>
            <a:custGeom>
              <a:avLst/>
              <a:gdLst/>
              <a:ahLst/>
              <a:cxnLst/>
              <a:rect l="l" t="t" r="r" b="b"/>
              <a:pathLst>
                <a:path w="9208" h="53273" fill="none" extrusionOk="0">
                  <a:moveTo>
                    <a:pt x="3170" y="1"/>
                  </a:moveTo>
                  <a:cubicBezTo>
                    <a:pt x="3170" y="1"/>
                    <a:pt x="1" y="9908"/>
                    <a:pt x="67" y="11109"/>
                  </a:cubicBezTo>
                  <a:cubicBezTo>
                    <a:pt x="201" y="12310"/>
                    <a:pt x="2236" y="27087"/>
                    <a:pt x="2402" y="28855"/>
                  </a:cubicBezTo>
                  <a:cubicBezTo>
                    <a:pt x="2569" y="30589"/>
                    <a:pt x="2202" y="33958"/>
                    <a:pt x="3270" y="36927"/>
                  </a:cubicBezTo>
                  <a:cubicBezTo>
                    <a:pt x="4304" y="39896"/>
                    <a:pt x="9207" y="53272"/>
                    <a:pt x="9207" y="53272"/>
                  </a:cubicBezTo>
                </a:path>
              </a:pathLst>
            </a:custGeom>
            <a:noFill/>
            <a:ln w="75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9"/>
            <p:cNvSpPr/>
            <p:nvPr/>
          </p:nvSpPr>
          <p:spPr>
            <a:xfrm>
              <a:off x="5792254" y="3134126"/>
              <a:ext cx="14064" cy="310547"/>
            </a:xfrm>
            <a:custGeom>
              <a:avLst/>
              <a:gdLst/>
              <a:ahLst/>
              <a:cxnLst/>
              <a:rect l="l" t="t" r="r" b="b"/>
              <a:pathLst>
                <a:path w="701" h="15479" fill="none" extrusionOk="0">
                  <a:moveTo>
                    <a:pt x="401" y="1"/>
                  </a:moveTo>
                  <a:cubicBezTo>
                    <a:pt x="401" y="1"/>
                    <a:pt x="467" y="11843"/>
                    <a:pt x="568" y="12743"/>
                  </a:cubicBezTo>
                  <a:cubicBezTo>
                    <a:pt x="701" y="13677"/>
                    <a:pt x="0" y="15479"/>
                    <a:pt x="0" y="15479"/>
                  </a:cubicBezTo>
                </a:path>
              </a:pathLst>
            </a:custGeom>
            <a:noFill/>
            <a:ln w="75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9"/>
            <p:cNvSpPr/>
            <p:nvPr/>
          </p:nvSpPr>
          <p:spPr>
            <a:xfrm>
              <a:off x="5784229" y="2836318"/>
              <a:ext cx="36153" cy="307197"/>
            </a:xfrm>
            <a:custGeom>
              <a:avLst/>
              <a:gdLst/>
              <a:ahLst/>
              <a:cxnLst/>
              <a:rect l="l" t="t" r="r" b="b"/>
              <a:pathLst>
                <a:path w="1802" h="15312" fill="none" extrusionOk="0">
                  <a:moveTo>
                    <a:pt x="1201" y="1"/>
                  </a:moveTo>
                  <a:cubicBezTo>
                    <a:pt x="1201" y="1"/>
                    <a:pt x="1801" y="7573"/>
                    <a:pt x="1435" y="10742"/>
                  </a:cubicBezTo>
                  <a:cubicBezTo>
                    <a:pt x="1101" y="13544"/>
                    <a:pt x="0" y="15312"/>
                    <a:pt x="0" y="15312"/>
                  </a:cubicBezTo>
                </a:path>
              </a:pathLst>
            </a:custGeom>
            <a:noFill/>
            <a:ln w="75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9"/>
            <p:cNvSpPr/>
            <p:nvPr/>
          </p:nvSpPr>
          <p:spPr>
            <a:xfrm>
              <a:off x="5811654" y="2837000"/>
              <a:ext cx="40847" cy="227549"/>
            </a:xfrm>
            <a:custGeom>
              <a:avLst/>
              <a:gdLst/>
              <a:ahLst/>
              <a:cxnLst/>
              <a:rect l="l" t="t" r="r" b="b"/>
              <a:pathLst>
                <a:path w="2036" h="11342" fill="none" extrusionOk="0">
                  <a:moveTo>
                    <a:pt x="1035" y="0"/>
                  </a:moveTo>
                  <a:cubicBezTo>
                    <a:pt x="1035" y="0"/>
                    <a:pt x="2036" y="8139"/>
                    <a:pt x="1869" y="8973"/>
                  </a:cubicBezTo>
                  <a:cubicBezTo>
                    <a:pt x="1669" y="9807"/>
                    <a:pt x="1" y="11342"/>
                    <a:pt x="1" y="11342"/>
                  </a:cubicBezTo>
                </a:path>
              </a:pathLst>
            </a:custGeom>
            <a:noFill/>
            <a:ln w="75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9"/>
            <p:cNvSpPr/>
            <p:nvPr/>
          </p:nvSpPr>
          <p:spPr>
            <a:xfrm>
              <a:off x="6181065" y="2282753"/>
              <a:ext cx="79708" cy="126614"/>
            </a:xfrm>
            <a:custGeom>
              <a:avLst/>
              <a:gdLst/>
              <a:ahLst/>
              <a:cxnLst/>
              <a:rect l="l" t="t" r="r" b="b"/>
              <a:pathLst>
                <a:path w="3973" h="6311" extrusionOk="0">
                  <a:moveTo>
                    <a:pt x="3059" y="0"/>
                  </a:moveTo>
                  <a:cubicBezTo>
                    <a:pt x="3012" y="0"/>
                    <a:pt x="2947" y="64"/>
                    <a:pt x="2870" y="207"/>
                  </a:cubicBezTo>
                  <a:cubicBezTo>
                    <a:pt x="2469" y="974"/>
                    <a:pt x="268" y="3242"/>
                    <a:pt x="268" y="3242"/>
                  </a:cubicBezTo>
                  <a:lnTo>
                    <a:pt x="1" y="6311"/>
                  </a:lnTo>
                  <a:lnTo>
                    <a:pt x="1335" y="6244"/>
                  </a:lnTo>
                  <a:lnTo>
                    <a:pt x="1869" y="3376"/>
                  </a:lnTo>
                  <a:cubicBezTo>
                    <a:pt x="3140" y="2800"/>
                    <a:pt x="3972" y="1291"/>
                    <a:pt x="3766" y="1291"/>
                  </a:cubicBezTo>
                  <a:cubicBezTo>
                    <a:pt x="3745" y="1291"/>
                    <a:pt x="3713" y="1307"/>
                    <a:pt x="3670" y="1341"/>
                  </a:cubicBezTo>
                  <a:cubicBezTo>
                    <a:pt x="3170" y="1741"/>
                    <a:pt x="2102" y="2375"/>
                    <a:pt x="2102" y="2375"/>
                  </a:cubicBezTo>
                  <a:cubicBezTo>
                    <a:pt x="3116" y="1334"/>
                    <a:pt x="3275" y="0"/>
                    <a:pt x="3059" y="0"/>
                  </a:cubicBezTo>
                  <a:close/>
                </a:path>
              </a:pathLst>
            </a:custGeom>
            <a:solidFill>
              <a:srgbClr val="CE6D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9"/>
            <p:cNvSpPr/>
            <p:nvPr/>
          </p:nvSpPr>
          <p:spPr>
            <a:xfrm>
              <a:off x="6078686" y="2272762"/>
              <a:ext cx="157872" cy="300576"/>
            </a:xfrm>
            <a:custGeom>
              <a:avLst/>
              <a:gdLst/>
              <a:ahLst/>
              <a:cxnLst/>
              <a:rect l="l" t="t" r="r" b="b"/>
              <a:pathLst>
                <a:path w="7869" h="14982" extrusionOk="0">
                  <a:moveTo>
                    <a:pt x="7026" y="0"/>
                  </a:moveTo>
                  <a:cubicBezTo>
                    <a:pt x="6966" y="0"/>
                    <a:pt x="6892" y="86"/>
                    <a:pt x="6805" y="304"/>
                  </a:cubicBezTo>
                  <a:cubicBezTo>
                    <a:pt x="6472" y="1105"/>
                    <a:pt x="5037" y="3040"/>
                    <a:pt x="4804" y="3707"/>
                  </a:cubicBezTo>
                  <a:cubicBezTo>
                    <a:pt x="4604" y="4374"/>
                    <a:pt x="4103" y="7976"/>
                    <a:pt x="4103" y="7976"/>
                  </a:cubicBezTo>
                  <a:lnTo>
                    <a:pt x="0" y="12580"/>
                  </a:lnTo>
                  <a:lnTo>
                    <a:pt x="2302" y="14981"/>
                  </a:lnTo>
                  <a:lnTo>
                    <a:pt x="5438" y="8910"/>
                  </a:lnTo>
                  <a:cubicBezTo>
                    <a:pt x="5438" y="8910"/>
                    <a:pt x="6772" y="7910"/>
                    <a:pt x="6805" y="7243"/>
                  </a:cubicBezTo>
                  <a:cubicBezTo>
                    <a:pt x="6872" y="6575"/>
                    <a:pt x="7306" y="5308"/>
                    <a:pt x="7539" y="4874"/>
                  </a:cubicBezTo>
                  <a:cubicBezTo>
                    <a:pt x="7717" y="4459"/>
                    <a:pt x="7868" y="4018"/>
                    <a:pt x="7526" y="4018"/>
                  </a:cubicBezTo>
                  <a:cubicBezTo>
                    <a:pt x="7483" y="4018"/>
                    <a:pt x="7432" y="4025"/>
                    <a:pt x="7372" y="4040"/>
                  </a:cubicBezTo>
                  <a:cubicBezTo>
                    <a:pt x="6805" y="4140"/>
                    <a:pt x="6205" y="5475"/>
                    <a:pt x="5871" y="5775"/>
                  </a:cubicBezTo>
                  <a:cubicBezTo>
                    <a:pt x="5846" y="5797"/>
                    <a:pt x="5826" y="5808"/>
                    <a:pt x="5810" y="5808"/>
                  </a:cubicBezTo>
                  <a:cubicBezTo>
                    <a:pt x="5610" y="5808"/>
                    <a:pt x="6033" y="4213"/>
                    <a:pt x="5971" y="3874"/>
                  </a:cubicBezTo>
                  <a:cubicBezTo>
                    <a:pt x="5938" y="3473"/>
                    <a:pt x="7072" y="1472"/>
                    <a:pt x="7205" y="1005"/>
                  </a:cubicBezTo>
                  <a:cubicBezTo>
                    <a:pt x="7255" y="685"/>
                    <a:pt x="7195" y="0"/>
                    <a:pt x="7026" y="0"/>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9"/>
            <p:cNvSpPr/>
            <p:nvPr/>
          </p:nvSpPr>
          <p:spPr>
            <a:xfrm>
              <a:off x="5403422" y="2446724"/>
              <a:ext cx="791726" cy="524354"/>
            </a:xfrm>
            <a:custGeom>
              <a:avLst/>
              <a:gdLst/>
              <a:ahLst/>
              <a:cxnLst/>
              <a:rect l="l" t="t" r="r" b="b"/>
              <a:pathLst>
                <a:path w="39463" h="26136" extrusionOk="0">
                  <a:moveTo>
                    <a:pt x="36817" y="1"/>
                  </a:moveTo>
                  <a:cubicBezTo>
                    <a:pt x="36744" y="1"/>
                    <a:pt x="36680" y="13"/>
                    <a:pt x="36627" y="39"/>
                  </a:cubicBezTo>
                  <a:cubicBezTo>
                    <a:pt x="36060" y="306"/>
                    <a:pt x="31790" y="4809"/>
                    <a:pt x="31390" y="4809"/>
                  </a:cubicBezTo>
                  <a:cubicBezTo>
                    <a:pt x="30956" y="4809"/>
                    <a:pt x="23584" y="1274"/>
                    <a:pt x="22617" y="1040"/>
                  </a:cubicBezTo>
                  <a:cubicBezTo>
                    <a:pt x="21870" y="827"/>
                    <a:pt x="20077" y="805"/>
                    <a:pt x="19389" y="805"/>
                  </a:cubicBezTo>
                  <a:cubicBezTo>
                    <a:pt x="19217" y="805"/>
                    <a:pt x="19115" y="807"/>
                    <a:pt x="19115" y="807"/>
                  </a:cubicBezTo>
                  <a:lnTo>
                    <a:pt x="14578" y="1040"/>
                  </a:lnTo>
                  <a:cubicBezTo>
                    <a:pt x="14578" y="1040"/>
                    <a:pt x="10942" y="1974"/>
                    <a:pt x="9241" y="3375"/>
                  </a:cubicBezTo>
                  <a:cubicBezTo>
                    <a:pt x="7540" y="4743"/>
                    <a:pt x="1" y="15484"/>
                    <a:pt x="201" y="16651"/>
                  </a:cubicBezTo>
                  <a:cubicBezTo>
                    <a:pt x="401" y="17819"/>
                    <a:pt x="6039" y="24857"/>
                    <a:pt x="6672" y="25291"/>
                  </a:cubicBezTo>
                  <a:cubicBezTo>
                    <a:pt x="6740" y="25338"/>
                    <a:pt x="6824" y="25360"/>
                    <a:pt x="6922" y="25360"/>
                  </a:cubicBezTo>
                  <a:cubicBezTo>
                    <a:pt x="7646" y="25360"/>
                    <a:pt x="9058" y="24158"/>
                    <a:pt x="8941" y="23423"/>
                  </a:cubicBezTo>
                  <a:cubicBezTo>
                    <a:pt x="8841" y="22589"/>
                    <a:pt x="6572" y="17285"/>
                    <a:pt x="6672" y="16885"/>
                  </a:cubicBezTo>
                  <a:cubicBezTo>
                    <a:pt x="6739" y="16418"/>
                    <a:pt x="8674" y="14516"/>
                    <a:pt x="8941" y="14283"/>
                  </a:cubicBezTo>
                  <a:cubicBezTo>
                    <a:pt x="8953" y="14272"/>
                    <a:pt x="8966" y="14267"/>
                    <a:pt x="8980" y="14267"/>
                  </a:cubicBezTo>
                  <a:cubicBezTo>
                    <a:pt x="9307" y="14267"/>
                    <a:pt x="10069" y="17172"/>
                    <a:pt x="9941" y="17652"/>
                  </a:cubicBezTo>
                  <a:cubicBezTo>
                    <a:pt x="9841" y="18152"/>
                    <a:pt x="8941" y="21788"/>
                    <a:pt x="8941" y="22155"/>
                  </a:cubicBezTo>
                  <a:cubicBezTo>
                    <a:pt x="8941" y="22464"/>
                    <a:pt x="13074" y="26135"/>
                    <a:pt x="17783" y="26135"/>
                  </a:cubicBezTo>
                  <a:cubicBezTo>
                    <a:pt x="18168" y="26135"/>
                    <a:pt x="18557" y="26111"/>
                    <a:pt x="18948" y="26058"/>
                  </a:cubicBezTo>
                  <a:cubicBezTo>
                    <a:pt x="24118" y="25324"/>
                    <a:pt x="25186" y="21655"/>
                    <a:pt x="25252" y="21321"/>
                  </a:cubicBezTo>
                  <a:cubicBezTo>
                    <a:pt x="25386" y="20988"/>
                    <a:pt x="24385" y="18753"/>
                    <a:pt x="24485" y="18219"/>
                  </a:cubicBezTo>
                  <a:cubicBezTo>
                    <a:pt x="24619" y="17619"/>
                    <a:pt x="26587" y="13115"/>
                    <a:pt x="26653" y="10814"/>
                  </a:cubicBezTo>
                  <a:cubicBezTo>
                    <a:pt x="26653" y="10814"/>
                    <a:pt x="31286" y="11666"/>
                    <a:pt x="32839" y="11666"/>
                  </a:cubicBezTo>
                  <a:cubicBezTo>
                    <a:pt x="32968" y="11666"/>
                    <a:pt x="33076" y="11660"/>
                    <a:pt x="33158" y="11648"/>
                  </a:cubicBezTo>
                  <a:cubicBezTo>
                    <a:pt x="34259" y="11481"/>
                    <a:pt x="39462" y="2107"/>
                    <a:pt x="39396" y="1707"/>
                  </a:cubicBezTo>
                  <a:cubicBezTo>
                    <a:pt x="39304" y="1312"/>
                    <a:pt x="37576" y="1"/>
                    <a:pt x="368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9"/>
            <p:cNvSpPr/>
            <p:nvPr/>
          </p:nvSpPr>
          <p:spPr>
            <a:xfrm>
              <a:off x="5861851" y="2466245"/>
              <a:ext cx="78324" cy="196091"/>
            </a:xfrm>
            <a:custGeom>
              <a:avLst/>
              <a:gdLst/>
              <a:ahLst/>
              <a:cxnLst/>
              <a:rect l="l" t="t" r="r" b="b"/>
              <a:pathLst>
                <a:path w="3904" h="9774" fill="none" extrusionOk="0">
                  <a:moveTo>
                    <a:pt x="3837" y="9774"/>
                  </a:moveTo>
                  <a:cubicBezTo>
                    <a:pt x="3903" y="7973"/>
                    <a:pt x="1668" y="4804"/>
                    <a:pt x="1668" y="4804"/>
                  </a:cubicBezTo>
                  <a:cubicBezTo>
                    <a:pt x="1668" y="4804"/>
                    <a:pt x="1101" y="1601"/>
                    <a:pt x="1" y="0"/>
                  </a:cubicBezTo>
                </a:path>
              </a:pathLst>
            </a:custGeom>
            <a:noFill/>
            <a:ln w="750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9"/>
            <p:cNvSpPr/>
            <p:nvPr/>
          </p:nvSpPr>
          <p:spPr>
            <a:xfrm>
              <a:off x="5582119" y="2499709"/>
              <a:ext cx="76980" cy="232244"/>
            </a:xfrm>
            <a:custGeom>
              <a:avLst/>
              <a:gdLst/>
              <a:ahLst/>
              <a:cxnLst/>
              <a:rect l="l" t="t" r="r" b="b"/>
              <a:pathLst>
                <a:path w="3837" h="11576" fill="none" extrusionOk="0">
                  <a:moveTo>
                    <a:pt x="0" y="1001"/>
                  </a:moveTo>
                  <a:cubicBezTo>
                    <a:pt x="1335" y="0"/>
                    <a:pt x="3836" y="2936"/>
                    <a:pt x="3336" y="5404"/>
                  </a:cubicBezTo>
                  <a:cubicBezTo>
                    <a:pt x="2836" y="7906"/>
                    <a:pt x="1535" y="9974"/>
                    <a:pt x="0" y="11575"/>
                  </a:cubicBezTo>
                </a:path>
              </a:pathLst>
            </a:custGeom>
            <a:noFill/>
            <a:ln w="750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9"/>
            <p:cNvSpPr/>
            <p:nvPr/>
          </p:nvSpPr>
          <p:spPr>
            <a:xfrm>
              <a:off x="5761478" y="2693774"/>
              <a:ext cx="95718" cy="74974"/>
            </a:xfrm>
            <a:custGeom>
              <a:avLst/>
              <a:gdLst/>
              <a:ahLst/>
              <a:cxnLst/>
              <a:rect l="l" t="t" r="r" b="b"/>
              <a:pathLst>
                <a:path w="4771" h="3737" fill="none" extrusionOk="0">
                  <a:moveTo>
                    <a:pt x="4770" y="1"/>
                  </a:moveTo>
                  <a:cubicBezTo>
                    <a:pt x="4770" y="1"/>
                    <a:pt x="2935" y="2970"/>
                    <a:pt x="0" y="3737"/>
                  </a:cubicBezTo>
                </a:path>
              </a:pathLst>
            </a:custGeom>
            <a:noFill/>
            <a:ln w="750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9"/>
            <p:cNvSpPr/>
            <p:nvPr/>
          </p:nvSpPr>
          <p:spPr>
            <a:xfrm>
              <a:off x="5833743" y="2720557"/>
              <a:ext cx="65604" cy="20083"/>
            </a:xfrm>
            <a:custGeom>
              <a:avLst/>
              <a:gdLst/>
              <a:ahLst/>
              <a:cxnLst/>
              <a:rect l="l" t="t" r="r" b="b"/>
              <a:pathLst>
                <a:path w="3270" h="1001" fill="none" extrusionOk="0">
                  <a:moveTo>
                    <a:pt x="1" y="1001"/>
                  </a:moveTo>
                  <a:cubicBezTo>
                    <a:pt x="1" y="1001"/>
                    <a:pt x="1902" y="300"/>
                    <a:pt x="3270" y="0"/>
                  </a:cubicBezTo>
                </a:path>
              </a:pathLst>
            </a:custGeom>
            <a:noFill/>
            <a:ln w="750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9"/>
            <p:cNvSpPr/>
            <p:nvPr/>
          </p:nvSpPr>
          <p:spPr>
            <a:xfrm>
              <a:off x="5424849" y="2517766"/>
              <a:ext cx="177373" cy="436359"/>
            </a:xfrm>
            <a:custGeom>
              <a:avLst/>
              <a:gdLst/>
              <a:ahLst/>
              <a:cxnLst/>
              <a:rect l="l" t="t" r="r" b="b"/>
              <a:pathLst>
                <a:path w="8841" h="21750" fill="none" extrusionOk="0">
                  <a:moveTo>
                    <a:pt x="8840" y="1"/>
                  </a:moveTo>
                  <a:cubicBezTo>
                    <a:pt x="8840" y="1"/>
                    <a:pt x="0" y="11876"/>
                    <a:pt x="0" y="13044"/>
                  </a:cubicBezTo>
                  <a:cubicBezTo>
                    <a:pt x="0" y="14211"/>
                    <a:pt x="6138" y="21750"/>
                    <a:pt x="6138" y="21750"/>
                  </a:cubicBezTo>
                </a:path>
              </a:pathLst>
            </a:custGeom>
            <a:noFill/>
            <a:ln w="750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9"/>
            <p:cNvSpPr/>
            <p:nvPr/>
          </p:nvSpPr>
          <p:spPr>
            <a:xfrm>
              <a:off x="6037859" y="2564611"/>
              <a:ext cx="15408" cy="54229"/>
            </a:xfrm>
            <a:custGeom>
              <a:avLst/>
              <a:gdLst/>
              <a:ahLst/>
              <a:cxnLst/>
              <a:rect l="l" t="t" r="r" b="b"/>
              <a:pathLst>
                <a:path w="768" h="2703" fill="none" extrusionOk="0">
                  <a:moveTo>
                    <a:pt x="1" y="1"/>
                  </a:moveTo>
                  <a:cubicBezTo>
                    <a:pt x="1" y="1"/>
                    <a:pt x="768" y="1068"/>
                    <a:pt x="768" y="2703"/>
                  </a:cubicBezTo>
                </a:path>
              </a:pathLst>
            </a:custGeom>
            <a:noFill/>
            <a:ln w="750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9"/>
            <p:cNvSpPr/>
            <p:nvPr/>
          </p:nvSpPr>
          <p:spPr>
            <a:xfrm>
              <a:off x="6045222" y="2551230"/>
              <a:ext cx="16752" cy="58241"/>
            </a:xfrm>
            <a:custGeom>
              <a:avLst/>
              <a:gdLst/>
              <a:ahLst/>
              <a:cxnLst/>
              <a:rect l="l" t="t" r="r" b="b"/>
              <a:pathLst>
                <a:path w="835" h="2903" fill="none" extrusionOk="0">
                  <a:moveTo>
                    <a:pt x="0" y="1"/>
                  </a:moveTo>
                  <a:cubicBezTo>
                    <a:pt x="0" y="1"/>
                    <a:pt x="834" y="1101"/>
                    <a:pt x="601" y="2903"/>
                  </a:cubicBezTo>
                </a:path>
              </a:pathLst>
            </a:custGeom>
            <a:noFill/>
            <a:ln w="750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9"/>
            <p:cNvSpPr/>
            <p:nvPr/>
          </p:nvSpPr>
          <p:spPr>
            <a:xfrm>
              <a:off x="5916722" y="2461550"/>
              <a:ext cx="259689" cy="193443"/>
            </a:xfrm>
            <a:custGeom>
              <a:avLst/>
              <a:gdLst/>
              <a:ahLst/>
              <a:cxnLst/>
              <a:rect l="l" t="t" r="r" b="b"/>
              <a:pathLst>
                <a:path w="12944" h="9642" fill="none" extrusionOk="0">
                  <a:moveTo>
                    <a:pt x="1" y="6806"/>
                  </a:moveTo>
                  <a:cubicBezTo>
                    <a:pt x="1" y="6806"/>
                    <a:pt x="6539" y="9641"/>
                    <a:pt x="7106" y="9541"/>
                  </a:cubicBezTo>
                  <a:cubicBezTo>
                    <a:pt x="7640" y="9474"/>
                    <a:pt x="7039" y="8574"/>
                    <a:pt x="7273" y="8540"/>
                  </a:cubicBezTo>
                  <a:cubicBezTo>
                    <a:pt x="7473" y="8474"/>
                    <a:pt x="7840" y="9007"/>
                    <a:pt x="8007" y="8807"/>
                  </a:cubicBezTo>
                  <a:cubicBezTo>
                    <a:pt x="8207" y="8574"/>
                    <a:pt x="12943" y="1"/>
                    <a:pt x="12943" y="1"/>
                  </a:cubicBezTo>
                </a:path>
              </a:pathLst>
            </a:custGeom>
            <a:noFill/>
            <a:ln w="750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9"/>
            <p:cNvSpPr/>
            <p:nvPr/>
          </p:nvSpPr>
          <p:spPr>
            <a:xfrm>
              <a:off x="5598851" y="2713194"/>
              <a:ext cx="20765" cy="194767"/>
            </a:xfrm>
            <a:custGeom>
              <a:avLst/>
              <a:gdLst/>
              <a:ahLst/>
              <a:cxnLst/>
              <a:rect l="l" t="t" r="r" b="b"/>
              <a:pathLst>
                <a:path w="1035" h="9708" fill="none" extrusionOk="0">
                  <a:moveTo>
                    <a:pt x="34" y="0"/>
                  </a:moveTo>
                  <a:cubicBezTo>
                    <a:pt x="34" y="0"/>
                    <a:pt x="1034" y="3936"/>
                    <a:pt x="1034" y="4670"/>
                  </a:cubicBezTo>
                  <a:cubicBezTo>
                    <a:pt x="1034" y="5437"/>
                    <a:pt x="0" y="9207"/>
                    <a:pt x="34" y="9707"/>
                  </a:cubicBezTo>
                </a:path>
              </a:pathLst>
            </a:custGeom>
            <a:noFill/>
            <a:ln w="750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9"/>
            <p:cNvSpPr/>
            <p:nvPr/>
          </p:nvSpPr>
          <p:spPr>
            <a:xfrm>
              <a:off x="5655066" y="2461270"/>
              <a:ext cx="185398" cy="136826"/>
            </a:xfrm>
            <a:custGeom>
              <a:avLst/>
              <a:gdLst/>
              <a:ahLst/>
              <a:cxnLst/>
              <a:rect l="l" t="t" r="r" b="b"/>
              <a:pathLst>
                <a:path w="9241" h="6820" extrusionOk="0">
                  <a:moveTo>
                    <a:pt x="7466" y="0"/>
                  </a:moveTo>
                  <a:cubicBezTo>
                    <a:pt x="6942" y="0"/>
                    <a:pt x="6572" y="15"/>
                    <a:pt x="6572" y="15"/>
                  </a:cubicBezTo>
                  <a:lnTo>
                    <a:pt x="2035" y="248"/>
                  </a:lnTo>
                  <a:cubicBezTo>
                    <a:pt x="2035" y="248"/>
                    <a:pt x="1101" y="515"/>
                    <a:pt x="0" y="915"/>
                  </a:cubicBezTo>
                  <a:cubicBezTo>
                    <a:pt x="1068" y="2250"/>
                    <a:pt x="4170" y="6086"/>
                    <a:pt x="7973" y="6820"/>
                  </a:cubicBezTo>
                  <a:cubicBezTo>
                    <a:pt x="7973" y="6820"/>
                    <a:pt x="9240" y="2417"/>
                    <a:pt x="8340" y="15"/>
                  </a:cubicBezTo>
                  <a:cubicBezTo>
                    <a:pt x="8028" y="4"/>
                    <a:pt x="7728" y="0"/>
                    <a:pt x="74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9"/>
            <p:cNvSpPr/>
            <p:nvPr/>
          </p:nvSpPr>
          <p:spPr>
            <a:xfrm>
              <a:off x="5695894" y="2391292"/>
              <a:ext cx="92368" cy="98808"/>
            </a:xfrm>
            <a:custGeom>
              <a:avLst/>
              <a:gdLst/>
              <a:ahLst/>
              <a:cxnLst/>
              <a:rect l="l" t="t" r="r" b="b"/>
              <a:pathLst>
                <a:path w="4604" h="4925" extrusionOk="0">
                  <a:moveTo>
                    <a:pt x="0" y="0"/>
                  </a:moveTo>
                  <a:cubicBezTo>
                    <a:pt x="0" y="0"/>
                    <a:pt x="367" y="1902"/>
                    <a:pt x="0" y="3803"/>
                  </a:cubicBezTo>
                  <a:cubicBezTo>
                    <a:pt x="0" y="3803"/>
                    <a:pt x="1237" y="4925"/>
                    <a:pt x="2615" y="4925"/>
                  </a:cubicBezTo>
                  <a:cubicBezTo>
                    <a:pt x="2721" y="4925"/>
                    <a:pt x="2828" y="4918"/>
                    <a:pt x="2935" y="4904"/>
                  </a:cubicBezTo>
                  <a:cubicBezTo>
                    <a:pt x="4437" y="4704"/>
                    <a:pt x="4603" y="3536"/>
                    <a:pt x="4603" y="3536"/>
                  </a:cubicBezTo>
                  <a:lnTo>
                    <a:pt x="4437" y="0"/>
                  </a:ln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9"/>
            <p:cNvSpPr/>
            <p:nvPr/>
          </p:nvSpPr>
          <p:spPr>
            <a:xfrm>
              <a:off x="5695894" y="2390609"/>
              <a:ext cx="89679" cy="49233"/>
            </a:xfrm>
            <a:custGeom>
              <a:avLst/>
              <a:gdLst/>
              <a:ahLst/>
              <a:cxnLst/>
              <a:rect l="l" t="t" r="r" b="b"/>
              <a:pathLst>
                <a:path w="4470" h="2454" extrusionOk="0">
                  <a:moveTo>
                    <a:pt x="0" y="1"/>
                  </a:moveTo>
                  <a:cubicBezTo>
                    <a:pt x="0" y="1"/>
                    <a:pt x="100" y="535"/>
                    <a:pt x="133" y="1335"/>
                  </a:cubicBezTo>
                  <a:cubicBezTo>
                    <a:pt x="864" y="1853"/>
                    <a:pt x="1816" y="2453"/>
                    <a:pt x="2636" y="2453"/>
                  </a:cubicBezTo>
                  <a:cubicBezTo>
                    <a:pt x="2715" y="2453"/>
                    <a:pt x="2793" y="2448"/>
                    <a:pt x="2869" y="2436"/>
                  </a:cubicBezTo>
                  <a:cubicBezTo>
                    <a:pt x="3636" y="2369"/>
                    <a:pt x="4136" y="1936"/>
                    <a:pt x="4470" y="1502"/>
                  </a:cubicBezTo>
                  <a:lnTo>
                    <a:pt x="4370" y="1"/>
                  </a:lnTo>
                  <a:close/>
                </a:path>
              </a:pathLst>
            </a:custGeom>
            <a:solidFill>
              <a:srgbClr val="CE6D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9"/>
            <p:cNvSpPr/>
            <p:nvPr/>
          </p:nvSpPr>
          <p:spPr>
            <a:xfrm>
              <a:off x="5675129" y="2436773"/>
              <a:ext cx="143246" cy="106452"/>
            </a:xfrm>
            <a:custGeom>
              <a:avLst/>
              <a:gdLst/>
              <a:ahLst/>
              <a:cxnLst/>
              <a:rect l="l" t="t" r="r" b="b"/>
              <a:pathLst>
                <a:path w="7140" h="5306" extrusionOk="0">
                  <a:moveTo>
                    <a:pt x="5634" y="1"/>
                  </a:moveTo>
                  <a:cubicBezTo>
                    <a:pt x="5580" y="1"/>
                    <a:pt x="5538" y="35"/>
                    <a:pt x="5538" y="35"/>
                  </a:cubicBezTo>
                  <a:cubicBezTo>
                    <a:pt x="5071" y="1069"/>
                    <a:pt x="4504" y="1469"/>
                    <a:pt x="4504" y="1469"/>
                  </a:cubicBezTo>
                  <a:cubicBezTo>
                    <a:pt x="2736" y="1369"/>
                    <a:pt x="1202" y="268"/>
                    <a:pt x="1202" y="268"/>
                  </a:cubicBezTo>
                  <a:cubicBezTo>
                    <a:pt x="1202" y="268"/>
                    <a:pt x="1149" y="251"/>
                    <a:pt x="1075" y="251"/>
                  </a:cubicBezTo>
                  <a:cubicBezTo>
                    <a:pt x="946" y="251"/>
                    <a:pt x="753" y="305"/>
                    <a:pt x="668" y="602"/>
                  </a:cubicBezTo>
                  <a:cubicBezTo>
                    <a:pt x="535" y="1069"/>
                    <a:pt x="1" y="1803"/>
                    <a:pt x="1" y="1803"/>
                  </a:cubicBezTo>
                  <a:cubicBezTo>
                    <a:pt x="1" y="1803"/>
                    <a:pt x="1035" y="4038"/>
                    <a:pt x="3337" y="5305"/>
                  </a:cubicBezTo>
                  <a:lnTo>
                    <a:pt x="4504" y="2603"/>
                  </a:lnTo>
                  <a:lnTo>
                    <a:pt x="7139" y="4038"/>
                  </a:lnTo>
                  <a:cubicBezTo>
                    <a:pt x="7139" y="4038"/>
                    <a:pt x="6739" y="2036"/>
                    <a:pt x="6372" y="1236"/>
                  </a:cubicBezTo>
                  <a:cubicBezTo>
                    <a:pt x="6372" y="1236"/>
                    <a:pt x="5905" y="735"/>
                    <a:pt x="5838" y="268"/>
                  </a:cubicBezTo>
                  <a:cubicBezTo>
                    <a:pt x="5784" y="50"/>
                    <a:pt x="5700" y="1"/>
                    <a:pt x="56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9"/>
            <p:cNvSpPr/>
            <p:nvPr/>
          </p:nvSpPr>
          <p:spPr>
            <a:xfrm>
              <a:off x="5456969" y="2125845"/>
              <a:ext cx="167321" cy="159276"/>
            </a:xfrm>
            <a:custGeom>
              <a:avLst/>
              <a:gdLst/>
              <a:ahLst/>
              <a:cxnLst/>
              <a:rect l="l" t="t" r="r" b="b"/>
              <a:pathLst>
                <a:path w="8340" h="7939" extrusionOk="0">
                  <a:moveTo>
                    <a:pt x="4097" y="0"/>
                  </a:moveTo>
                  <a:cubicBezTo>
                    <a:pt x="1898" y="0"/>
                    <a:pt x="508" y="1991"/>
                    <a:pt x="234" y="3424"/>
                  </a:cubicBezTo>
                  <a:cubicBezTo>
                    <a:pt x="1" y="4959"/>
                    <a:pt x="901" y="6927"/>
                    <a:pt x="2536" y="7627"/>
                  </a:cubicBezTo>
                  <a:cubicBezTo>
                    <a:pt x="2987" y="7826"/>
                    <a:pt x="3496" y="7939"/>
                    <a:pt x="4020" y="7939"/>
                  </a:cubicBezTo>
                  <a:cubicBezTo>
                    <a:pt x="5434" y="7939"/>
                    <a:pt x="6952" y="7116"/>
                    <a:pt x="7706" y="4925"/>
                  </a:cubicBezTo>
                  <a:cubicBezTo>
                    <a:pt x="8340" y="3224"/>
                    <a:pt x="7339" y="456"/>
                    <a:pt x="4737" y="55"/>
                  </a:cubicBezTo>
                  <a:cubicBezTo>
                    <a:pt x="4517" y="18"/>
                    <a:pt x="4303" y="0"/>
                    <a:pt x="4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9"/>
            <p:cNvSpPr/>
            <p:nvPr/>
          </p:nvSpPr>
          <p:spPr>
            <a:xfrm>
              <a:off x="5460982" y="2205252"/>
              <a:ext cx="153940" cy="72947"/>
            </a:xfrm>
            <a:custGeom>
              <a:avLst/>
              <a:gdLst/>
              <a:ahLst/>
              <a:cxnLst/>
              <a:rect l="l" t="t" r="r" b="b"/>
              <a:pathLst>
                <a:path w="7673" h="3636" fill="none" extrusionOk="0">
                  <a:moveTo>
                    <a:pt x="1" y="400"/>
                  </a:moveTo>
                  <a:cubicBezTo>
                    <a:pt x="1" y="400"/>
                    <a:pt x="2236" y="2602"/>
                    <a:pt x="7673" y="0"/>
                  </a:cubicBezTo>
                  <a:cubicBezTo>
                    <a:pt x="7673" y="0"/>
                    <a:pt x="5538" y="3636"/>
                    <a:pt x="901" y="2602"/>
                  </a:cubicBezTo>
                </a:path>
              </a:pathLst>
            </a:custGeom>
            <a:noFill/>
            <a:ln w="75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9"/>
            <p:cNvSpPr/>
            <p:nvPr/>
          </p:nvSpPr>
          <p:spPr>
            <a:xfrm>
              <a:off x="5537942" y="2124942"/>
              <a:ext cx="40185" cy="99731"/>
            </a:xfrm>
            <a:custGeom>
              <a:avLst/>
              <a:gdLst/>
              <a:ahLst/>
              <a:cxnLst/>
              <a:rect l="l" t="t" r="r" b="b"/>
              <a:pathLst>
                <a:path w="2003" h="4971" fill="none" extrusionOk="0">
                  <a:moveTo>
                    <a:pt x="1" y="0"/>
                  </a:moveTo>
                  <a:cubicBezTo>
                    <a:pt x="1" y="0"/>
                    <a:pt x="2002" y="2002"/>
                    <a:pt x="1135" y="4970"/>
                  </a:cubicBezTo>
                </a:path>
              </a:pathLst>
            </a:custGeom>
            <a:noFill/>
            <a:ln w="75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9"/>
            <p:cNvSpPr/>
            <p:nvPr/>
          </p:nvSpPr>
          <p:spPr>
            <a:xfrm>
              <a:off x="5510516" y="2131623"/>
              <a:ext cx="50196" cy="96400"/>
            </a:xfrm>
            <a:custGeom>
              <a:avLst/>
              <a:gdLst/>
              <a:ahLst/>
              <a:cxnLst/>
              <a:rect l="l" t="t" r="r" b="b"/>
              <a:pathLst>
                <a:path w="2502" h="4805" fill="none" extrusionOk="0">
                  <a:moveTo>
                    <a:pt x="0" y="1"/>
                  </a:moveTo>
                  <a:cubicBezTo>
                    <a:pt x="0" y="1"/>
                    <a:pt x="2502" y="1935"/>
                    <a:pt x="2035" y="4804"/>
                  </a:cubicBezTo>
                </a:path>
              </a:pathLst>
            </a:custGeom>
            <a:noFill/>
            <a:ln w="75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9"/>
            <p:cNvSpPr/>
            <p:nvPr/>
          </p:nvSpPr>
          <p:spPr>
            <a:xfrm>
              <a:off x="5576100" y="2079420"/>
              <a:ext cx="291127" cy="266390"/>
            </a:xfrm>
            <a:custGeom>
              <a:avLst/>
              <a:gdLst/>
              <a:ahLst/>
              <a:cxnLst/>
              <a:rect l="l" t="t" r="r" b="b"/>
              <a:pathLst>
                <a:path w="14511" h="13278" extrusionOk="0">
                  <a:moveTo>
                    <a:pt x="9912" y="1"/>
                  </a:moveTo>
                  <a:cubicBezTo>
                    <a:pt x="9070" y="1"/>
                    <a:pt x="7988" y="807"/>
                    <a:pt x="7172" y="1569"/>
                  </a:cubicBezTo>
                  <a:cubicBezTo>
                    <a:pt x="6171" y="2469"/>
                    <a:pt x="3769" y="3937"/>
                    <a:pt x="2402" y="4704"/>
                  </a:cubicBezTo>
                  <a:cubicBezTo>
                    <a:pt x="1001" y="5438"/>
                    <a:pt x="601" y="5938"/>
                    <a:pt x="300" y="6706"/>
                  </a:cubicBezTo>
                  <a:cubicBezTo>
                    <a:pt x="0" y="7440"/>
                    <a:pt x="2769" y="13277"/>
                    <a:pt x="2769" y="13277"/>
                  </a:cubicBezTo>
                  <a:lnTo>
                    <a:pt x="12309" y="8140"/>
                  </a:lnTo>
                  <a:cubicBezTo>
                    <a:pt x="13677" y="6539"/>
                    <a:pt x="14510" y="5105"/>
                    <a:pt x="13643" y="3937"/>
                  </a:cubicBezTo>
                  <a:cubicBezTo>
                    <a:pt x="13254" y="3392"/>
                    <a:pt x="12582" y="3247"/>
                    <a:pt x="11975" y="3247"/>
                  </a:cubicBezTo>
                  <a:cubicBezTo>
                    <a:pt x="11282" y="3247"/>
                    <a:pt x="10674" y="3437"/>
                    <a:pt x="10674" y="3437"/>
                  </a:cubicBezTo>
                  <a:cubicBezTo>
                    <a:pt x="11241" y="2202"/>
                    <a:pt x="11308" y="635"/>
                    <a:pt x="10441" y="134"/>
                  </a:cubicBezTo>
                  <a:cubicBezTo>
                    <a:pt x="10281" y="42"/>
                    <a:pt x="10103" y="1"/>
                    <a:pt x="99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9"/>
            <p:cNvSpPr/>
            <p:nvPr/>
          </p:nvSpPr>
          <p:spPr>
            <a:xfrm>
              <a:off x="5611571" y="2148174"/>
              <a:ext cx="245625" cy="250882"/>
            </a:xfrm>
            <a:custGeom>
              <a:avLst/>
              <a:gdLst/>
              <a:ahLst/>
              <a:cxnLst/>
              <a:rect l="l" t="t" r="r" b="b"/>
              <a:pathLst>
                <a:path w="12243" h="12505" extrusionOk="0">
                  <a:moveTo>
                    <a:pt x="5999" y="0"/>
                  </a:moveTo>
                  <a:cubicBezTo>
                    <a:pt x="5628" y="0"/>
                    <a:pt x="5241" y="36"/>
                    <a:pt x="4837" y="110"/>
                  </a:cubicBezTo>
                  <a:cubicBezTo>
                    <a:pt x="0" y="1010"/>
                    <a:pt x="0" y="5447"/>
                    <a:pt x="801" y="8149"/>
                  </a:cubicBezTo>
                  <a:cubicBezTo>
                    <a:pt x="1454" y="10644"/>
                    <a:pt x="3722" y="12505"/>
                    <a:pt x="6472" y="12505"/>
                  </a:cubicBezTo>
                  <a:cubicBezTo>
                    <a:pt x="6810" y="12505"/>
                    <a:pt x="7155" y="12477"/>
                    <a:pt x="7505" y="12419"/>
                  </a:cubicBezTo>
                  <a:cubicBezTo>
                    <a:pt x="10708" y="11851"/>
                    <a:pt x="12242" y="8249"/>
                    <a:pt x="11508" y="5080"/>
                  </a:cubicBezTo>
                  <a:cubicBezTo>
                    <a:pt x="10826" y="2263"/>
                    <a:pt x="8959" y="0"/>
                    <a:pt x="5999" y="0"/>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9"/>
            <p:cNvSpPr/>
            <p:nvPr/>
          </p:nvSpPr>
          <p:spPr>
            <a:xfrm>
              <a:off x="5758127" y="2227321"/>
              <a:ext cx="42171" cy="81012"/>
            </a:xfrm>
            <a:custGeom>
              <a:avLst/>
              <a:gdLst/>
              <a:ahLst/>
              <a:cxnLst/>
              <a:rect l="l" t="t" r="r" b="b"/>
              <a:pathLst>
                <a:path w="2102" h="4038" fill="none" extrusionOk="0">
                  <a:moveTo>
                    <a:pt x="0" y="1"/>
                  </a:moveTo>
                  <a:cubicBezTo>
                    <a:pt x="0" y="1"/>
                    <a:pt x="0" y="1368"/>
                    <a:pt x="501" y="2469"/>
                  </a:cubicBezTo>
                  <a:cubicBezTo>
                    <a:pt x="501" y="2469"/>
                    <a:pt x="1668" y="2036"/>
                    <a:pt x="1868" y="2202"/>
                  </a:cubicBezTo>
                  <a:cubicBezTo>
                    <a:pt x="2102" y="2336"/>
                    <a:pt x="1535" y="3570"/>
                    <a:pt x="1101" y="4037"/>
                  </a:cubicBezTo>
                </a:path>
              </a:pathLst>
            </a:custGeom>
            <a:noFill/>
            <a:ln w="7500"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9"/>
            <p:cNvSpPr/>
            <p:nvPr/>
          </p:nvSpPr>
          <p:spPr>
            <a:xfrm>
              <a:off x="5726007" y="2322357"/>
              <a:ext cx="56897" cy="25459"/>
            </a:xfrm>
            <a:custGeom>
              <a:avLst/>
              <a:gdLst/>
              <a:ahLst/>
              <a:cxnLst/>
              <a:rect l="l" t="t" r="r" b="b"/>
              <a:pathLst>
                <a:path w="2836" h="1269" fill="none" extrusionOk="0">
                  <a:moveTo>
                    <a:pt x="2835" y="468"/>
                  </a:moveTo>
                  <a:cubicBezTo>
                    <a:pt x="2835" y="468"/>
                    <a:pt x="1168" y="1268"/>
                    <a:pt x="0" y="1"/>
                  </a:cubicBezTo>
                </a:path>
              </a:pathLst>
            </a:custGeom>
            <a:noFill/>
            <a:ln w="7500"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9"/>
            <p:cNvSpPr/>
            <p:nvPr/>
          </p:nvSpPr>
          <p:spPr>
            <a:xfrm>
              <a:off x="5704581" y="2251356"/>
              <a:ext cx="16752" cy="21066"/>
            </a:xfrm>
            <a:custGeom>
              <a:avLst/>
              <a:gdLst/>
              <a:ahLst/>
              <a:cxnLst/>
              <a:rect l="l" t="t" r="r" b="b"/>
              <a:pathLst>
                <a:path w="835" h="1050" extrusionOk="0">
                  <a:moveTo>
                    <a:pt x="378" y="0"/>
                  </a:moveTo>
                  <a:cubicBezTo>
                    <a:pt x="363" y="0"/>
                    <a:pt x="349" y="1"/>
                    <a:pt x="334" y="4"/>
                  </a:cubicBezTo>
                  <a:cubicBezTo>
                    <a:pt x="101" y="37"/>
                    <a:pt x="1" y="337"/>
                    <a:pt x="34" y="604"/>
                  </a:cubicBezTo>
                  <a:cubicBezTo>
                    <a:pt x="63" y="840"/>
                    <a:pt x="223" y="1049"/>
                    <a:pt x="420" y="1049"/>
                  </a:cubicBezTo>
                  <a:cubicBezTo>
                    <a:pt x="447" y="1049"/>
                    <a:pt x="474" y="1046"/>
                    <a:pt x="501" y="1038"/>
                  </a:cubicBezTo>
                  <a:cubicBezTo>
                    <a:pt x="701" y="1004"/>
                    <a:pt x="835" y="771"/>
                    <a:pt x="768" y="471"/>
                  </a:cubicBezTo>
                  <a:cubicBezTo>
                    <a:pt x="737" y="192"/>
                    <a:pt x="563" y="0"/>
                    <a:pt x="378" y="0"/>
                  </a:cubicBezTo>
                  <a:close/>
                </a:path>
              </a:pathLst>
            </a:custGeom>
            <a:solidFill>
              <a:srgbClr val="1323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9"/>
            <p:cNvSpPr/>
            <p:nvPr/>
          </p:nvSpPr>
          <p:spPr>
            <a:xfrm>
              <a:off x="5712606" y="2242047"/>
              <a:ext cx="15428" cy="18096"/>
            </a:xfrm>
            <a:custGeom>
              <a:avLst/>
              <a:gdLst/>
              <a:ahLst/>
              <a:cxnLst/>
              <a:rect l="l" t="t" r="r" b="b"/>
              <a:pathLst>
                <a:path w="769" h="902" fill="none" extrusionOk="0">
                  <a:moveTo>
                    <a:pt x="768" y="1"/>
                  </a:moveTo>
                  <a:cubicBezTo>
                    <a:pt x="768" y="1"/>
                    <a:pt x="535" y="668"/>
                    <a:pt x="1" y="901"/>
                  </a:cubicBezTo>
                </a:path>
              </a:pathLst>
            </a:custGeom>
            <a:noFill/>
            <a:ln w="5850"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9"/>
            <p:cNvSpPr/>
            <p:nvPr/>
          </p:nvSpPr>
          <p:spPr>
            <a:xfrm>
              <a:off x="5778872" y="2240642"/>
              <a:ext cx="17414" cy="20905"/>
            </a:xfrm>
            <a:custGeom>
              <a:avLst/>
              <a:gdLst/>
              <a:ahLst/>
              <a:cxnLst/>
              <a:rect l="l" t="t" r="r" b="b"/>
              <a:pathLst>
                <a:path w="868" h="1042" extrusionOk="0">
                  <a:moveTo>
                    <a:pt x="411" y="0"/>
                  </a:moveTo>
                  <a:cubicBezTo>
                    <a:pt x="397" y="0"/>
                    <a:pt x="382" y="2"/>
                    <a:pt x="367" y="4"/>
                  </a:cubicBezTo>
                  <a:cubicBezTo>
                    <a:pt x="134" y="37"/>
                    <a:pt x="0" y="304"/>
                    <a:pt x="67" y="571"/>
                  </a:cubicBezTo>
                  <a:cubicBezTo>
                    <a:pt x="129" y="849"/>
                    <a:pt x="305" y="1042"/>
                    <a:pt x="490" y="1042"/>
                  </a:cubicBezTo>
                  <a:cubicBezTo>
                    <a:pt x="505" y="1042"/>
                    <a:pt x="519" y="1040"/>
                    <a:pt x="534" y="1038"/>
                  </a:cubicBezTo>
                  <a:cubicBezTo>
                    <a:pt x="734" y="1005"/>
                    <a:pt x="868" y="738"/>
                    <a:pt x="834" y="471"/>
                  </a:cubicBezTo>
                  <a:cubicBezTo>
                    <a:pt x="803" y="193"/>
                    <a:pt x="600" y="0"/>
                    <a:pt x="411" y="0"/>
                  </a:cubicBezTo>
                  <a:close/>
                </a:path>
              </a:pathLst>
            </a:custGeom>
            <a:solidFill>
              <a:srgbClr val="1323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9"/>
            <p:cNvSpPr/>
            <p:nvPr/>
          </p:nvSpPr>
          <p:spPr>
            <a:xfrm>
              <a:off x="5788241" y="2231333"/>
              <a:ext cx="14746" cy="17434"/>
            </a:xfrm>
            <a:custGeom>
              <a:avLst/>
              <a:gdLst/>
              <a:ahLst/>
              <a:cxnLst/>
              <a:rect l="l" t="t" r="r" b="b"/>
              <a:pathLst>
                <a:path w="735" h="869" fill="none" extrusionOk="0">
                  <a:moveTo>
                    <a:pt x="734" y="1"/>
                  </a:moveTo>
                  <a:cubicBezTo>
                    <a:pt x="734" y="1"/>
                    <a:pt x="534" y="668"/>
                    <a:pt x="0" y="868"/>
                  </a:cubicBezTo>
                </a:path>
              </a:pathLst>
            </a:custGeom>
            <a:noFill/>
            <a:ln w="5850"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9"/>
            <p:cNvSpPr/>
            <p:nvPr/>
          </p:nvSpPr>
          <p:spPr>
            <a:xfrm>
              <a:off x="5669873" y="2191930"/>
              <a:ext cx="52122" cy="38921"/>
            </a:xfrm>
            <a:custGeom>
              <a:avLst/>
              <a:gdLst/>
              <a:ahLst/>
              <a:cxnLst/>
              <a:rect l="l" t="t" r="r" b="b"/>
              <a:pathLst>
                <a:path w="2598" h="1940" extrusionOk="0">
                  <a:moveTo>
                    <a:pt x="1818" y="0"/>
                  </a:moveTo>
                  <a:cubicBezTo>
                    <a:pt x="920" y="0"/>
                    <a:pt x="0" y="1008"/>
                    <a:pt x="396" y="1932"/>
                  </a:cubicBezTo>
                  <a:cubicBezTo>
                    <a:pt x="402" y="1937"/>
                    <a:pt x="408" y="1940"/>
                    <a:pt x="414" y="1940"/>
                  </a:cubicBezTo>
                  <a:cubicBezTo>
                    <a:pt x="484" y="1940"/>
                    <a:pt x="597" y="1629"/>
                    <a:pt x="597" y="1598"/>
                  </a:cubicBezTo>
                  <a:cubicBezTo>
                    <a:pt x="763" y="1298"/>
                    <a:pt x="963" y="1064"/>
                    <a:pt x="1230" y="831"/>
                  </a:cubicBezTo>
                  <a:cubicBezTo>
                    <a:pt x="1430" y="664"/>
                    <a:pt x="1731" y="497"/>
                    <a:pt x="1964" y="431"/>
                  </a:cubicBezTo>
                  <a:cubicBezTo>
                    <a:pt x="2098" y="397"/>
                    <a:pt x="2264" y="330"/>
                    <a:pt x="2398" y="297"/>
                  </a:cubicBezTo>
                  <a:cubicBezTo>
                    <a:pt x="2398" y="297"/>
                    <a:pt x="2598" y="264"/>
                    <a:pt x="2498" y="230"/>
                  </a:cubicBezTo>
                  <a:cubicBezTo>
                    <a:pt x="2289" y="70"/>
                    <a:pt x="2054" y="0"/>
                    <a:pt x="18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9"/>
            <p:cNvSpPr/>
            <p:nvPr/>
          </p:nvSpPr>
          <p:spPr>
            <a:xfrm>
              <a:off x="5755640" y="2188379"/>
              <a:ext cx="35290" cy="25680"/>
            </a:xfrm>
            <a:custGeom>
              <a:avLst/>
              <a:gdLst/>
              <a:ahLst/>
              <a:cxnLst/>
              <a:rect l="l" t="t" r="r" b="b"/>
              <a:pathLst>
                <a:path w="1759" h="1280" extrusionOk="0">
                  <a:moveTo>
                    <a:pt x="1192" y="0"/>
                  </a:moveTo>
                  <a:cubicBezTo>
                    <a:pt x="639" y="0"/>
                    <a:pt x="0" y="672"/>
                    <a:pt x="458" y="1275"/>
                  </a:cubicBezTo>
                  <a:cubicBezTo>
                    <a:pt x="464" y="1278"/>
                    <a:pt x="469" y="1279"/>
                    <a:pt x="475" y="1279"/>
                  </a:cubicBezTo>
                  <a:cubicBezTo>
                    <a:pt x="530" y="1279"/>
                    <a:pt x="561" y="1135"/>
                    <a:pt x="591" y="1075"/>
                  </a:cubicBezTo>
                  <a:cubicBezTo>
                    <a:pt x="725" y="908"/>
                    <a:pt x="891" y="741"/>
                    <a:pt x="1058" y="608"/>
                  </a:cubicBezTo>
                  <a:cubicBezTo>
                    <a:pt x="1225" y="474"/>
                    <a:pt x="1425" y="441"/>
                    <a:pt x="1659" y="441"/>
                  </a:cubicBezTo>
                  <a:cubicBezTo>
                    <a:pt x="1725" y="441"/>
                    <a:pt x="1759" y="441"/>
                    <a:pt x="1725" y="341"/>
                  </a:cubicBezTo>
                  <a:cubicBezTo>
                    <a:pt x="1605" y="100"/>
                    <a:pt x="1405" y="0"/>
                    <a:pt x="1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9"/>
            <p:cNvSpPr/>
            <p:nvPr/>
          </p:nvSpPr>
          <p:spPr>
            <a:xfrm>
              <a:off x="5579431" y="2157724"/>
              <a:ext cx="119151" cy="157290"/>
            </a:xfrm>
            <a:custGeom>
              <a:avLst/>
              <a:gdLst/>
              <a:ahLst/>
              <a:cxnLst/>
              <a:rect l="l" t="t" r="r" b="b"/>
              <a:pathLst>
                <a:path w="5939" h="7840" extrusionOk="0">
                  <a:moveTo>
                    <a:pt x="3670" y="1"/>
                  </a:moveTo>
                  <a:lnTo>
                    <a:pt x="3670" y="1"/>
                  </a:lnTo>
                  <a:cubicBezTo>
                    <a:pt x="3136" y="334"/>
                    <a:pt x="2636" y="601"/>
                    <a:pt x="2269" y="835"/>
                  </a:cubicBezTo>
                  <a:cubicBezTo>
                    <a:pt x="902" y="1602"/>
                    <a:pt x="468" y="2102"/>
                    <a:pt x="168" y="2836"/>
                  </a:cubicBezTo>
                  <a:cubicBezTo>
                    <a:pt x="1" y="3336"/>
                    <a:pt x="1135" y="6038"/>
                    <a:pt x="1936" y="7840"/>
                  </a:cubicBezTo>
                  <a:cubicBezTo>
                    <a:pt x="5938" y="4771"/>
                    <a:pt x="3670" y="1"/>
                    <a:pt x="36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9"/>
            <p:cNvSpPr/>
            <p:nvPr/>
          </p:nvSpPr>
          <p:spPr>
            <a:xfrm>
              <a:off x="5581437" y="2217952"/>
              <a:ext cx="81674" cy="50216"/>
            </a:xfrm>
            <a:custGeom>
              <a:avLst/>
              <a:gdLst/>
              <a:ahLst/>
              <a:cxnLst/>
              <a:rect l="l" t="t" r="r" b="b"/>
              <a:pathLst>
                <a:path w="4071" h="2503" fill="none" extrusionOk="0">
                  <a:moveTo>
                    <a:pt x="3804" y="2202"/>
                  </a:moveTo>
                  <a:cubicBezTo>
                    <a:pt x="3804" y="2202"/>
                    <a:pt x="1702" y="2503"/>
                    <a:pt x="1" y="1"/>
                  </a:cubicBezTo>
                  <a:cubicBezTo>
                    <a:pt x="1" y="1"/>
                    <a:pt x="1569" y="1335"/>
                    <a:pt x="4071" y="1202"/>
                  </a:cubicBezTo>
                </a:path>
              </a:pathLst>
            </a:custGeom>
            <a:noFill/>
            <a:ln w="75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9"/>
            <p:cNvSpPr/>
            <p:nvPr/>
          </p:nvSpPr>
          <p:spPr>
            <a:xfrm>
              <a:off x="5559128" y="2271378"/>
              <a:ext cx="88596" cy="83540"/>
            </a:xfrm>
            <a:custGeom>
              <a:avLst/>
              <a:gdLst/>
              <a:ahLst/>
              <a:cxnLst/>
              <a:rect l="l" t="t" r="r" b="b"/>
              <a:pathLst>
                <a:path w="4416" h="4164" extrusionOk="0">
                  <a:moveTo>
                    <a:pt x="1850" y="0"/>
                  </a:moveTo>
                  <a:cubicBezTo>
                    <a:pt x="1623" y="0"/>
                    <a:pt x="1384" y="85"/>
                    <a:pt x="1146" y="307"/>
                  </a:cubicBezTo>
                  <a:cubicBezTo>
                    <a:pt x="1" y="1325"/>
                    <a:pt x="1374" y="4163"/>
                    <a:pt x="4021" y="4163"/>
                  </a:cubicBezTo>
                  <a:cubicBezTo>
                    <a:pt x="4150" y="4163"/>
                    <a:pt x="4281" y="4157"/>
                    <a:pt x="4415" y="4143"/>
                  </a:cubicBezTo>
                  <a:lnTo>
                    <a:pt x="3181" y="874"/>
                  </a:lnTo>
                  <a:cubicBezTo>
                    <a:pt x="3181" y="874"/>
                    <a:pt x="2580" y="0"/>
                    <a:pt x="1850" y="0"/>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9"/>
            <p:cNvSpPr/>
            <p:nvPr/>
          </p:nvSpPr>
          <p:spPr>
            <a:xfrm>
              <a:off x="5582119" y="2298944"/>
              <a:ext cx="65604" cy="55994"/>
            </a:xfrm>
            <a:custGeom>
              <a:avLst/>
              <a:gdLst/>
              <a:ahLst/>
              <a:cxnLst/>
              <a:rect l="l" t="t" r="r" b="b"/>
              <a:pathLst>
                <a:path w="3270" h="2791" extrusionOk="0">
                  <a:moveTo>
                    <a:pt x="1491" y="0"/>
                  </a:moveTo>
                  <a:cubicBezTo>
                    <a:pt x="837" y="0"/>
                    <a:pt x="116" y="243"/>
                    <a:pt x="0" y="1234"/>
                  </a:cubicBezTo>
                  <a:cubicBezTo>
                    <a:pt x="547" y="2054"/>
                    <a:pt x="1508" y="2791"/>
                    <a:pt x="2858" y="2791"/>
                  </a:cubicBezTo>
                  <a:cubicBezTo>
                    <a:pt x="2991" y="2791"/>
                    <a:pt x="3128" y="2784"/>
                    <a:pt x="3269" y="2769"/>
                  </a:cubicBezTo>
                  <a:lnTo>
                    <a:pt x="2269" y="100"/>
                  </a:lnTo>
                  <a:cubicBezTo>
                    <a:pt x="2063" y="49"/>
                    <a:pt x="1784" y="0"/>
                    <a:pt x="1491" y="0"/>
                  </a:cubicBezTo>
                  <a:close/>
                </a:path>
              </a:pathLst>
            </a:custGeom>
            <a:solidFill>
              <a:srgbClr val="CE6D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9"/>
            <p:cNvSpPr/>
            <p:nvPr/>
          </p:nvSpPr>
          <p:spPr>
            <a:xfrm>
              <a:off x="5532585" y="2879733"/>
              <a:ext cx="142564" cy="89278"/>
            </a:xfrm>
            <a:custGeom>
              <a:avLst/>
              <a:gdLst/>
              <a:ahLst/>
              <a:cxnLst/>
              <a:rect l="l" t="t" r="r" b="b"/>
              <a:pathLst>
                <a:path w="7106" h="4450" extrusionOk="0">
                  <a:moveTo>
                    <a:pt x="4164" y="1"/>
                  </a:moveTo>
                  <a:cubicBezTo>
                    <a:pt x="4153" y="1"/>
                    <a:pt x="4144" y="2"/>
                    <a:pt x="4137" y="5"/>
                  </a:cubicBezTo>
                  <a:cubicBezTo>
                    <a:pt x="3970" y="38"/>
                    <a:pt x="1235" y="1673"/>
                    <a:pt x="1235" y="1673"/>
                  </a:cubicBezTo>
                  <a:cubicBezTo>
                    <a:pt x="1" y="2373"/>
                    <a:pt x="101" y="4241"/>
                    <a:pt x="902" y="4342"/>
                  </a:cubicBezTo>
                  <a:cubicBezTo>
                    <a:pt x="923" y="4343"/>
                    <a:pt x="943" y="4344"/>
                    <a:pt x="964" y="4344"/>
                  </a:cubicBezTo>
                  <a:cubicBezTo>
                    <a:pt x="1580" y="4344"/>
                    <a:pt x="1908" y="3500"/>
                    <a:pt x="2316" y="3500"/>
                  </a:cubicBezTo>
                  <a:cubicBezTo>
                    <a:pt x="2365" y="3500"/>
                    <a:pt x="2416" y="3513"/>
                    <a:pt x="2469" y="3541"/>
                  </a:cubicBezTo>
                  <a:cubicBezTo>
                    <a:pt x="2880" y="3776"/>
                    <a:pt x="4091" y="4449"/>
                    <a:pt x="4649" y="4449"/>
                  </a:cubicBezTo>
                  <a:cubicBezTo>
                    <a:pt x="4725" y="4449"/>
                    <a:pt x="4789" y="4436"/>
                    <a:pt x="4838" y="4408"/>
                  </a:cubicBezTo>
                  <a:cubicBezTo>
                    <a:pt x="5171" y="4208"/>
                    <a:pt x="4971" y="3875"/>
                    <a:pt x="4971" y="3875"/>
                  </a:cubicBezTo>
                  <a:lnTo>
                    <a:pt x="4971" y="3875"/>
                  </a:lnTo>
                  <a:cubicBezTo>
                    <a:pt x="4971" y="3875"/>
                    <a:pt x="5005" y="3908"/>
                    <a:pt x="5305" y="4008"/>
                  </a:cubicBezTo>
                  <a:cubicBezTo>
                    <a:pt x="5415" y="4057"/>
                    <a:pt x="5525" y="4079"/>
                    <a:pt x="5625" y="4079"/>
                  </a:cubicBezTo>
                  <a:cubicBezTo>
                    <a:pt x="5798" y="4079"/>
                    <a:pt x="5942" y="4013"/>
                    <a:pt x="6005" y="3908"/>
                  </a:cubicBezTo>
                  <a:cubicBezTo>
                    <a:pt x="6105" y="3741"/>
                    <a:pt x="5938" y="3541"/>
                    <a:pt x="5938" y="3541"/>
                  </a:cubicBezTo>
                  <a:lnTo>
                    <a:pt x="5938" y="3541"/>
                  </a:lnTo>
                  <a:cubicBezTo>
                    <a:pt x="5939" y="3541"/>
                    <a:pt x="6251" y="3712"/>
                    <a:pt x="6430" y="3712"/>
                  </a:cubicBezTo>
                  <a:cubicBezTo>
                    <a:pt x="6445" y="3712"/>
                    <a:pt x="6459" y="3710"/>
                    <a:pt x="6472" y="3708"/>
                  </a:cubicBezTo>
                  <a:cubicBezTo>
                    <a:pt x="6639" y="3708"/>
                    <a:pt x="6806" y="3674"/>
                    <a:pt x="6806" y="3474"/>
                  </a:cubicBezTo>
                  <a:cubicBezTo>
                    <a:pt x="6806" y="3241"/>
                    <a:pt x="5672" y="2307"/>
                    <a:pt x="5438" y="2007"/>
                  </a:cubicBezTo>
                  <a:cubicBezTo>
                    <a:pt x="5138" y="1673"/>
                    <a:pt x="4004" y="1073"/>
                    <a:pt x="4004" y="1073"/>
                  </a:cubicBezTo>
                  <a:lnTo>
                    <a:pt x="4004" y="1073"/>
                  </a:lnTo>
                  <a:cubicBezTo>
                    <a:pt x="4004" y="1073"/>
                    <a:pt x="4337" y="1139"/>
                    <a:pt x="4804" y="1239"/>
                  </a:cubicBezTo>
                  <a:cubicBezTo>
                    <a:pt x="5238" y="1339"/>
                    <a:pt x="5438" y="1540"/>
                    <a:pt x="6005" y="1973"/>
                  </a:cubicBezTo>
                  <a:cubicBezTo>
                    <a:pt x="6303" y="2192"/>
                    <a:pt x="6566" y="2245"/>
                    <a:pt x="6743" y="2245"/>
                  </a:cubicBezTo>
                  <a:cubicBezTo>
                    <a:pt x="6864" y="2245"/>
                    <a:pt x="6946" y="2220"/>
                    <a:pt x="6973" y="2207"/>
                  </a:cubicBezTo>
                  <a:cubicBezTo>
                    <a:pt x="7106" y="2173"/>
                    <a:pt x="5938" y="1006"/>
                    <a:pt x="5772" y="872"/>
                  </a:cubicBezTo>
                  <a:cubicBezTo>
                    <a:pt x="5612" y="713"/>
                    <a:pt x="4410" y="1"/>
                    <a:pt x="4164"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9"/>
            <p:cNvSpPr/>
            <p:nvPr/>
          </p:nvSpPr>
          <p:spPr>
            <a:xfrm>
              <a:off x="5595501" y="2911271"/>
              <a:ext cx="56235" cy="39503"/>
            </a:xfrm>
            <a:custGeom>
              <a:avLst/>
              <a:gdLst/>
              <a:ahLst/>
              <a:cxnLst/>
              <a:rect l="l" t="t" r="r" b="b"/>
              <a:pathLst>
                <a:path w="2803" h="1969" fill="none" extrusionOk="0">
                  <a:moveTo>
                    <a:pt x="2802" y="1969"/>
                  </a:moveTo>
                  <a:cubicBezTo>
                    <a:pt x="2502" y="1702"/>
                    <a:pt x="1502" y="935"/>
                    <a:pt x="1301" y="735"/>
                  </a:cubicBezTo>
                  <a:cubicBezTo>
                    <a:pt x="1035" y="501"/>
                    <a:pt x="0" y="1"/>
                    <a:pt x="0" y="1"/>
                  </a:cubicBezTo>
                </a:path>
              </a:pathLst>
            </a:custGeom>
            <a:noFill/>
            <a:ln w="7500"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9"/>
            <p:cNvSpPr/>
            <p:nvPr/>
          </p:nvSpPr>
          <p:spPr>
            <a:xfrm>
              <a:off x="5587476" y="2930010"/>
              <a:ext cx="44860" cy="27466"/>
            </a:xfrm>
            <a:custGeom>
              <a:avLst/>
              <a:gdLst/>
              <a:ahLst/>
              <a:cxnLst/>
              <a:rect l="l" t="t" r="r" b="b"/>
              <a:pathLst>
                <a:path w="2236" h="1369" fill="none" extrusionOk="0">
                  <a:moveTo>
                    <a:pt x="2235" y="1369"/>
                  </a:moveTo>
                  <a:cubicBezTo>
                    <a:pt x="1835" y="1068"/>
                    <a:pt x="501" y="168"/>
                    <a:pt x="0" y="1"/>
                  </a:cubicBezTo>
                </a:path>
              </a:pathLst>
            </a:custGeom>
            <a:noFill/>
            <a:ln w="7500"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9"/>
            <p:cNvSpPr/>
            <p:nvPr/>
          </p:nvSpPr>
          <p:spPr>
            <a:xfrm>
              <a:off x="7219039" y="2353012"/>
              <a:ext cx="293815" cy="206162"/>
            </a:xfrm>
            <a:custGeom>
              <a:avLst/>
              <a:gdLst/>
              <a:ahLst/>
              <a:cxnLst/>
              <a:rect l="l" t="t" r="r" b="b"/>
              <a:pathLst>
                <a:path w="14645" h="10276" extrusionOk="0">
                  <a:moveTo>
                    <a:pt x="8862" y="0"/>
                  </a:moveTo>
                  <a:cubicBezTo>
                    <a:pt x="8844" y="0"/>
                    <a:pt x="8825" y="3"/>
                    <a:pt x="8807" y="7"/>
                  </a:cubicBezTo>
                  <a:cubicBezTo>
                    <a:pt x="8707" y="74"/>
                    <a:pt x="8674" y="107"/>
                    <a:pt x="8640" y="174"/>
                  </a:cubicBezTo>
                  <a:cubicBezTo>
                    <a:pt x="8307" y="674"/>
                    <a:pt x="8440" y="2075"/>
                    <a:pt x="8474" y="2609"/>
                  </a:cubicBezTo>
                  <a:cubicBezTo>
                    <a:pt x="6506" y="2809"/>
                    <a:pt x="4504" y="3042"/>
                    <a:pt x="2536" y="3276"/>
                  </a:cubicBezTo>
                  <a:cubicBezTo>
                    <a:pt x="1836" y="3343"/>
                    <a:pt x="1102" y="3443"/>
                    <a:pt x="501" y="3910"/>
                  </a:cubicBezTo>
                  <a:cubicBezTo>
                    <a:pt x="268" y="4077"/>
                    <a:pt x="101" y="4310"/>
                    <a:pt x="34" y="4610"/>
                  </a:cubicBezTo>
                  <a:cubicBezTo>
                    <a:pt x="1" y="5011"/>
                    <a:pt x="334" y="5344"/>
                    <a:pt x="735" y="5611"/>
                  </a:cubicBezTo>
                  <a:cubicBezTo>
                    <a:pt x="3003" y="7145"/>
                    <a:pt x="6706" y="6478"/>
                    <a:pt x="9007" y="7979"/>
                  </a:cubicBezTo>
                  <a:cubicBezTo>
                    <a:pt x="9474" y="8313"/>
                    <a:pt x="9908" y="8747"/>
                    <a:pt x="10275" y="9147"/>
                  </a:cubicBezTo>
                  <a:cubicBezTo>
                    <a:pt x="10675" y="9614"/>
                    <a:pt x="10775" y="9514"/>
                    <a:pt x="11276" y="9847"/>
                  </a:cubicBezTo>
                  <a:cubicBezTo>
                    <a:pt x="11659" y="10087"/>
                    <a:pt x="12112" y="10275"/>
                    <a:pt x="12572" y="10275"/>
                  </a:cubicBezTo>
                  <a:cubicBezTo>
                    <a:pt x="12751" y="10275"/>
                    <a:pt x="12932" y="10247"/>
                    <a:pt x="13110" y="10181"/>
                  </a:cubicBezTo>
                  <a:cubicBezTo>
                    <a:pt x="13477" y="10081"/>
                    <a:pt x="13877" y="9714"/>
                    <a:pt x="13944" y="9280"/>
                  </a:cubicBezTo>
                  <a:cubicBezTo>
                    <a:pt x="14011" y="8780"/>
                    <a:pt x="14645" y="8213"/>
                    <a:pt x="14311" y="7913"/>
                  </a:cubicBezTo>
                  <a:cubicBezTo>
                    <a:pt x="13577" y="7145"/>
                    <a:pt x="12009" y="6778"/>
                    <a:pt x="11409" y="5945"/>
                  </a:cubicBezTo>
                  <a:cubicBezTo>
                    <a:pt x="11276" y="5778"/>
                    <a:pt x="11142" y="5611"/>
                    <a:pt x="11142" y="5411"/>
                  </a:cubicBezTo>
                  <a:cubicBezTo>
                    <a:pt x="11142" y="5111"/>
                    <a:pt x="11442" y="4910"/>
                    <a:pt x="11509" y="4610"/>
                  </a:cubicBezTo>
                  <a:cubicBezTo>
                    <a:pt x="11643" y="4277"/>
                    <a:pt x="11442" y="3910"/>
                    <a:pt x="11176" y="3643"/>
                  </a:cubicBezTo>
                  <a:cubicBezTo>
                    <a:pt x="10942" y="3409"/>
                    <a:pt x="10608" y="3243"/>
                    <a:pt x="10308" y="3042"/>
                  </a:cubicBezTo>
                  <a:cubicBezTo>
                    <a:pt x="9808" y="2609"/>
                    <a:pt x="9508" y="2008"/>
                    <a:pt x="9474" y="1408"/>
                  </a:cubicBezTo>
                  <a:cubicBezTo>
                    <a:pt x="9474" y="1275"/>
                    <a:pt x="9207" y="307"/>
                    <a:pt x="9141" y="174"/>
                  </a:cubicBezTo>
                  <a:cubicBezTo>
                    <a:pt x="9112" y="87"/>
                    <a:pt x="8983" y="0"/>
                    <a:pt x="8862" y="0"/>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9"/>
            <p:cNvSpPr/>
            <p:nvPr/>
          </p:nvSpPr>
          <p:spPr>
            <a:xfrm>
              <a:off x="7224395" y="2420302"/>
              <a:ext cx="97724" cy="15849"/>
            </a:xfrm>
            <a:custGeom>
              <a:avLst/>
              <a:gdLst/>
              <a:ahLst/>
              <a:cxnLst/>
              <a:rect l="l" t="t" r="r" b="b"/>
              <a:pathLst>
                <a:path w="4871" h="790" extrusionOk="0">
                  <a:moveTo>
                    <a:pt x="4721" y="0"/>
                  </a:moveTo>
                  <a:cubicBezTo>
                    <a:pt x="4704" y="0"/>
                    <a:pt x="4686" y="7"/>
                    <a:pt x="4671" y="22"/>
                  </a:cubicBezTo>
                  <a:cubicBezTo>
                    <a:pt x="3703" y="122"/>
                    <a:pt x="3036" y="189"/>
                    <a:pt x="2402" y="256"/>
                  </a:cubicBezTo>
                  <a:cubicBezTo>
                    <a:pt x="1735" y="322"/>
                    <a:pt x="1068" y="422"/>
                    <a:pt x="168" y="522"/>
                  </a:cubicBezTo>
                  <a:cubicBezTo>
                    <a:pt x="67" y="522"/>
                    <a:pt x="1" y="589"/>
                    <a:pt x="34" y="689"/>
                  </a:cubicBezTo>
                  <a:cubicBezTo>
                    <a:pt x="1" y="723"/>
                    <a:pt x="67" y="789"/>
                    <a:pt x="168" y="789"/>
                  </a:cubicBezTo>
                  <a:cubicBezTo>
                    <a:pt x="1135" y="689"/>
                    <a:pt x="1769" y="622"/>
                    <a:pt x="2469" y="556"/>
                  </a:cubicBezTo>
                  <a:cubicBezTo>
                    <a:pt x="3136" y="456"/>
                    <a:pt x="3803" y="389"/>
                    <a:pt x="4704" y="289"/>
                  </a:cubicBezTo>
                  <a:cubicBezTo>
                    <a:pt x="4771" y="289"/>
                    <a:pt x="4871" y="222"/>
                    <a:pt x="4838" y="122"/>
                  </a:cubicBezTo>
                  <a:cubicBezTo>
                    <a:pt x="4838" y="71"/>
                    <a:pt x="4779" y="0"/>
                    <a:pt x="4721" y="0"/>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9"/>
            <p:cNvSpPr/>
            <p:nvPr/>
          </p:nvSpPr>
          <p:spPr>
            <a:xfrm>
              <a:off x="7221045" y="2442812"/>
              <a:ext cx="95056" cy="15428"/>
            </a:xfrm>
            <a:custGeom>
              <a:avLst/>
              <a:gdLst/>
              <a:ahLst/>
              <a:cxnLst/>
              <a:rect l="l" t="t" r="r" b="b"/>
              <a:pathLst>
                <a:path w="4738" h="769" extrusionOk="0">
                  <a:moveTo>
                    <a:pt x="4571" y="1"/>
                  </a:moveTo>
                  <a:cubicBezTo>
                    <a:pt x="3470" y="134"/>
                    <a:pt x="2903" y="168"/>
                    <a:pt x="2369" y="234"/>
                  </a:cubicBezTo>
                  <a:cubicBezTo>
                    <a:pt x="1836" y="268"/>
                    <a:pt x="1302" y="301"/>
                    <a:pt x="168" y="434"/>
                  </a:cubicBezTo>
                  <a:cubicBezTo>
                    <a:pt x="68" y="434"/>
                    <a:pt x="1" y="501"/>
                    <a:pt x="1" y="601"/>
                  </a:cubicBezTo>
                  <a:cubicBezTo>
                    <a:pt x="34" y="735"/>
                    <a:pt x="68" y="768"/>
                    <a:pt x="168" y="768"/>
                  </a:cubicBezTo>
                  <a:cubicBezTo>
                    <a:pt x="1302" y="635"/>
                    <a:pt x="1836" y="601"/>
                    <a:pt x="2369" y="568"/>
                  </a:cubicBezTo>
                  <a:cubicBezTo>
                    <a:pt x="2903" y="501"/>
                    <a:pt x="3470" y="468"/>
                    <a:pt x="4571" y="334"/>
                  </a:cubicBezTo>
                  <a:cubicBezTo>
                    <a:pt x="4671" y="334"/>
                    <a:pt x="4738" y="268"/>
                    <a:pt x="4738" y="168"/>
                  </a:cubicBezTo>
                  <a:cubicBezTo>
                    <a:pt x="4738" y="101"/>
                    <a:pt x="4671" y="1"/>
                    <a:pt x="4571"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9"/>
            <p:cNvSpPr/>
            <p:nvPr/>
          </p:nvSpPr>
          <p:spPr>
            <a:xfrm>
              <a:off x="7242472" y="2462233"/>
              <a:ext cx="72285" cy="13402"/>
            </a:xfrm>
            <a:custGeom>
              <a:avLst/>
              <a:gdLst/>
              <a:ahLst/>
              <a:cxnLst/>
              <a:rect l="l" t="t" r="r" b="b"/>
              <a:pathLst>
                <a:path w="3603" h="668" extrusionOk="0">
                  <a:moveTo>
                    <a:pt x="3436" y="0"/>
                  </a:moveTo>
                  <a:cubicBezTo>
                    <a:pt x="2769" y="34"/>
                    <a:pt x="2002" y="134"/>
                    <a:pt x="1301" y="200"/>
                  </a:cubicBezTo>
                  <a:cubicBezTo>
                    <a:pt x="934" y="234"/>
                    <a:pt x="534" y="300"/>
                    <a:pt x="201" y="334"/>
                  </a:cubicBezTo>
                  <a:cubicBezTo>
                    <a:pt x="134" y="334"/>
                    <a:pt x="34" y="400"/>
                    <a:pt x="34" y="501"/>
                  </a:cubicBezTo>
                  <a:cubicBezTo>
                    <a:pt x="0" y="634"/>
                    <a:pt x="100" y="667"/>
                    <a:pt x="167" y="667"/>
                  </a:cubicBezTo>
                  <a:lnTo>
                    <a:pt x="1301" y="534"/>
                  </a:lnTo>
                  <a:cubicBezTo>
                    <a:pt x="2002" y="467"/>
                    <a:pt x="2769" y="367"/>
                    <a:pt x="3436" y="334"/>
                  </a:cubicBezTo>
                  <a:cubicBezTo>
                    <a:pt x="3503" y="334"/>
                    <a:pt x="3603" y="267"/>
                    <a:pt x="3603" y="167"/>
                  </a:cubicBezTo>
                  <a:cubicBezTo>
                    <a:pt x="3603" y="100"/>
                    <a:pt x="3503" y="0"/>
                    <a:pt x="3436" y="0"/>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9"/>
            <p:cNvSpPr/>
            <p:nvPr/>
          </p:nvSpPr>
          <p:spPr>
            <a:xfrm>
              <a:off x="7308718" y="2416049"/>
              <a:ext cx="19441" cy="56235"/>
            </a:xfrm>
            <a:custGeom>
              <a:avLst/>
              <a:gdLst/>
              <a:ahLst/>
              <a:cxnLst/>
              <a:rect l="l" t="t" r="r" b="b"/>
              <a:pathLst>
                <a:path w="969" h="2803" extrusionOk="0">
                  <a:moveTo>
                    <a:pt x="768" y="1"/>
                  </a:moveTo>
                  <a:cubicBezTo>
                    <a:pt x="601" y="1"/>
                    <a:pt x="1" y="267"/>
                    <a:pt x="1" y="2636"/>
                  </a:cubicBezTo>
                  <a:cubicBezTo>
                    <a:pt x="1" y="2736"/>
                    <a:pt x="67" y="2803"/>
                    <a:pt x="168" y="2803"/>
                  </a:cubicBezTo>
                  <a:cubicBezTo>
                    <a:pt x="268" y="2803"/>
                    <a:pt x="334" y="2736"/>
                    <a:pt x="334" y="2636"/>
                  </a:cubicBezTo>
                  <a:cubicBezTo>
                    <a:pt x="301" y="501"/>
                    <a:pt x="801" y="334"/>
                    <a:pt x="801" y="334"/>
                  </a:cubicBezTo>
                  <a:cubicBezTo>
                    <a:pt x="868" y="334"/>
                    <a:pt x="968" y="267"/>
                    <a:pt x="935" y="167"/>
                  </a:cubicBezTo>
                  <a:cubicBezTo>
                    <a:pt x="935" y="101"/>
                    <a:pt x="835" y="1"/>
                    <a:pt x="768"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9"/>
            <p:cNvSpPr/>
            <p:nvPr/>
          </p:nvSpPr>
          <p:spPr>
            <a:xfrm>
              <a:off x="7381665" y="2402406"/>
              <a:ext cx="16090" cy="50477"/>
            </a:xfrm>
            <a:custGeom>
              <a:avLst/>
              <a:gdLst/>
              <a:ahLst/>
              <a:cxnLst/>
              <a:rect l="l" t="t" r="r" b="b"/>
              <a:pathLst>
                <a:path w="802" h="2516" extrusionOk="0">
                  <a:moveTo>
                    <a:pt x="432" y="1"/>
                  </a:moveTo>
                  <a:cubicBezTo>
                    <a:pt x="368" y="1"/>
                    <a:pt x="318" y="38"/>
                    <a:pt x="268" y="113"/>
                  </a:cubicBezTo>
                  <a:cubicBezTo>
                    <a:pt x="67" y="614"/>
                    <a:pt x="1" y="1181"/>
                    <a:pt x="134" y="1748"/>
                  </a:cubicBezTo>
                  <a:cubicBezTo>
                    <a:pt x="167" y="2115"/>
                    <a:pt x="334" y="2348"/>
                    <a:pt x="534" y="2515"/>
                  </a:cubicBezTo>
                  <a:lnTo>
                    <a:pt x="601" y="2515"/>
                  </a:lnTo>
                  <a:cubicBezTo>
                    <a:pt x="668" y="2515"/>
                    <a:pt x="735" y="2482"/>
                    <a:pt x="735" y="2448"/>
                  </a:cubicBezTo>
                  <a:cubicBezTo>
                    <a:pt x="801" y="2348"/>
                    <a:pt x="801" y="2282"/>
                    <a:pt x="701" y="2248"/>
                  </a:cubicBezTo>
                  <a:cubicBezTo>
                    <a:pt x="568" y="2148"/>
                    <a:pt x="434" y="1948"/>
                    <a:pt x="401" y="1681"/>
                  </a:cubicBezTo>
                  <a:cubicBezTo>
                    <a:pt x="334" y="1181"/>
                    <a:pt x="401" y="681"/>
                    <a:pt x="568" y="247"/>
                  </a:cubicBezTo>
                  <a:cubicBezTo>
                    <a:pt x="601" y="147"/>
                    <a:pt x="568" y="80"/>
                    <a:pt x="501" y="13"/>
                  </a:cubicBezTo>
                  <a:cubicBezTo>
                    <a:pt x="476" y="5"/>
                    <a:pt x="453" y="1"/>
                    <a:pt x="432"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9"/>
            <p:cNvSpPr/>
            <p:nvPr/>
          </p:nvSpPr>
          <p:spPr>
            <a:xfrm>
              <a:off x="7425161" y="2376706"/>
              <a:ext cx="542109" cy="374687"/>
            </a:xfrm>
            <a:custGeom>
              <a:avLst/>
              <a:gdLst/>
              <a:ahLst/>
              <a:cxnLst/>
              <a:rect l="l" t="t" r="r" b="b"/>
              <a:pathLst>
                <a:path w="27021" h="18676" extrusionOk="0">
                  <a:moveTo>
                    <a:pt x="24159" y="1"/>
                  </a:moveTo>
                  <a:cubicBezTo>
                    <a:pt x="22728" y="1"/>
                    <a:pt x="21149" y="1761"/>
                    <a:pt x="21149" y="1761"/>
                  </a:cubicBezTo>
                  <a:cubicBezTo>
                    <a:pt x="21149" y="1761"/>
                    <a:pt x="16046" y="7032"/>
                    <a:pt x="13477" y="11268"/>
                  </a:cubicBezTo>
                  <a:cubicBezTo>
                    <a:pt x="13477" y="11268"/>
                    <a:pt x="13159" y="11001"/>
                    <a:pt x="12876" y="11001"/>
                  </a:cubicBezTo>
                  <a:cubicBezTo>
                    <a:pt x="12702" y="11001"/>
                    <a:pt x="12540" y="11103"/>
                    <a:pt x="12476" y="11435"/>
                  </a:cubicBezTo>
                  <a:lnTo>
                    <a:pt x="2369" y="5197"/>
                  </a:lnTo>
                  <a:cubicBezTo>
                    <a:pt x="2369" y="5197"/>
                    <a:pt x="501" y="6231"/>
                    <a:pt x="1" y="8366"/>
                  </a:cubicBezTo>
                  <a:cubicBezTo>
                    <a:pt x="1" y="8366"/>
                    <a:pt x="8874" y="15371"/>
                    <a:pt x="10375" y="16672"/>
                  </a:cubicBezTo>
                  <a:cubicBezTo>
                    <a:pt x="11242" y="17441"/>
                    <a:pt x="12460" y="18676"/>
                    <a:pt x="13964" y="18676"/>
                  </a:cubicBezTo>
                  <a:cubicBezTo>
                    <a:pt x="15005" y="18676"/>
                    <a:pt x="16184" y="18085"/>
                    <a:pt x="17480" y="16339"/>
                  </a:cubicBezTo>
                  <a:cubicBezTo>
                    <a:pt x="20649" y="12102"/>
                    <a:pt x="25719" y="5731"/>
                    <a:pt x="25719" y="5731"/>
                  </a:cubicBezTo>
                  <a:cubicBezTo>
                    <a:pt x="25719" y="5731"/>
                    <a:pt x="27020" y="3162"/>
                    <a:pt x="25552" y="827"/>
                  </a:cubicBezTo>
                  <a:cubicBezTo>
                    <a:pt x="25159" y="224"/>
                    <a:pt x="24668" y="1"/>
                    <a:pt x="241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9"/>
            <p:cNvSpPr/>
            <p:nvPr/>
          </p:nvSpPr>
          <p:spPr>
            <a:xfrm>
              <a:off x="7670766" y="2604195"/>
              <a:ext cx="43536" cy="35390"/>
            </a:xfrm>
            <a:custGeom>
              <a:avLst/>
              <a:gdLst/>
              <a:ahLst/>
              <a:cxnLst/>
              <a:rect l="l" t="t" r="r" b="b"/>
              <a:pathLst>
                <a:path w="2170" h="1764" extrusionOk="0">
                  <a:moveTo>
                    <a:pt x="159" y="1"/>
                  </a:moveTo>
                  <a:cubicBezTo>
                    <a:pt x="114" y="1"/>
                    <a:pt x="91" y="40"/>
                    <a:pt x="68" y="63"/>
                  </a:cubicBezTo>
                  <a:cubicBezTo>
                    <a:pt x="1" y="129"/>
                    <a:pt x="68" y="196"/>
                    <a:pt x="101" y="229"/>
                  </a:cubicBezTo>
                  <a:cubicBezTo>
                    <a:pt x="802" y="563"/>
                    <a:pt x="1435" y="1097"/>
                    <a:pt x="1936" y="1697"/>
                  </a:cubicBezTo>
                  <a:cubicBezTo>
                    <a:pt x="1936" y="1731"/>
                    <a:pt x="1969" y="1764"/>
                    <a:pt x="2002" y="1764"/>
                  </a:cubicBezTo>
                  <a:cubicBezTo>
                    <a:pt x="2069" y="1764"/>
                    <a:pt x="2069" y="1764"/>
                    <a:pt x="2102" y="1731"/>
                  </a:cubicBezTo>
                  <a:cubicBezTo>
                    <a:pt x="2136" y="1697"/>
                    <a:pt x="2169" y="1597"/>
                    <a:pt x="2136" y="1564"/>
                  </a:cubicBezTo>
                  <a:cubicBezTo>
                    <a:pt x="1635" y="897"/>
                    <a:pt x="968" y="396"/>
                    <a:pt x="234" y="29"/>
                  </a:cubicBezTo>
                  <a:cubicBezTo>
                    <a:pt x="203" y="9"/>
                    <a:pt x="179" y="1"/>
                    <a:pt x="1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9"/>
            <p:cNvSpPr/>
            <p:nvPr/>
          </p:nvSpPr>
          <p:spPr>
            <a:xfrm>
              <a:off x="7693537" y="2601587"/>
              <a:ext cx="25439" cy="25299"/>
            </a:xfrm>
            <a:custGeom>
              <a:avLst/>
              <a:gdLst/>
              <a:ahLst/>
              <a:cxnLst/>
              <a:rect l="l" t="t" r="r" b="b"/>
              <a:pathLst>
                <a:path w="1268" h="1261" extrusionOk="0">
                  <a:moveTo>
                    <a:pt x="129" y="1"/>
                  </a:moveTo>
                  <a:cubicBezTo>
                    <a:pt x="100" y="1"/>
                    <a:pt x="67" y="9"/>
                    <a:pt x="33" y="26"/>
                  </a:cubicBezTo>
                  <a:cubicBezTo>
                    <a:pt x="0" y="59"/>
                    <a:pt x="0" y="159"/>
                    <a:pt x="33" y="193"/>
                  </a:cubicBezTo>
                  <a:lnTo>
                    <a:pt x="1034" y="1227"/>
                  </a:lnTo>
                  <a:cubicBezTo>
                    <a:pt x="1034" y="1260"/>
                    <a:pt x="1101" y="1260"/>
                    <a:pt x="1134" y="1260"/>
                  </a:cubicBezTo>
                  <a:cubicBezTo>
                    <a:pt x="1168" y="1260"/>
                    <a:pt x="1201" y="1260"/>
                    <a:pt x="1201" y="1227"/>
                  </a:cubicBezTo>
                  <a:cubicBezTo>
                    <a:pt x="1268" y="1193"/>
                    <a:pt x="1268" y="1093"/>
                    <a:pt x="1201" y="1060"/>
                  </a:cubicBezTo>
                  <a:lnTo>
                    <a:pt x="200" y="26"/>
                  </a:lnTo>
                  <a:cubicBezTo>
                    <a:pt x="184" y="9"/>
                    <a:pt x="159" y="1"/>
                    <a:pt x="1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9"/>
            <p:cNvSpPr/>
            <p:nvPr/>
          </p:nvSpPr>
          <p:spPr>
            <a:xfrm>
              <a:off x="7449256" y="2500472"/>
              <a:ext cx="49554" cy="60829"/>
            </a:xfrm>
            <a:custGeom>
              <a:avLst/>
              <a:gdLst/>
              <a:ahLst/>
              <a:cxnLst/>
              <a:rect l="l" t="t" r="r" b="b"/>
              <a:pathLst>
                <a:path w="2470" h="3032" extrusionOk="0">
                  <a:moveTo>
                    <a:pt x="2309" y="0"/>
                  </a:moveTo>
                  <a:cubicBezTo>
                    <a:pt x="2293" y="0"/>
                    <a:pt x="2279" y="8"/>
                    <a:pt x="2269" y="29"/>
                  </a:cubicBezTo>
                  <a:cubicBezTo>
                    <a:pt x="1001" y="763"/>
                    <a:pt x="101" y="2764"/>
                    <a:pt x="34" y="2864"/>
                  </a:cubicBezTo>
                  <a:cubicBezTo>
                    <a:pt x="1" y="2931"/>
                    <a:pt x="34" y="2964"/>
                    <a:pt x="134" y="3031"/>
                  </a:cubicBezTo>
                  <a:lnTo>
                    <a:pt x="168" y="3031"/>
                  </a:lnTo>
                  <a:cubicBezTo>
                    <a:pt x="201" y="3031"/>
                    <a:pt x="234" y="2964"/>
                    <a:pt x="301" y="2931"/>
                  </a:cubicBezTo>
                  <a:cubicBezTo>
                    <a:pt x="301" y="2931"/>
                    <a:pt x="1202" y="930"/>
                    <a:pt x="2369" y="229"/>
                  </a:cubicBezTo>
                  <a:cubicBezTo>
                    <a:pt x="2436" y="196"/>
                    <a:pt x="2469" y="96"/>
                    <a:pt x="2436" y="62"/>
                  </a:cubicBezTo>
                  <a:cubicBezTo>
                    <a:pt x="2390" y="39"/>
                    <a:pt x="2344" y="0"/>
                    <a:pt x="23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9"/>
            <p:cNvSpPr/>
            <p:nvPr/>
          </p:nvSpPr>
          <p:spPr>
            <a:xfrm>
              <a:off x="7725657" y="4081758"/>
              <a:ext cx="257001" cy="117185"/>
            </a:xfrm>
            <a:custGeom>
              <a:avLst/>
              <a:gdLst/>
              <a:ahLst/>
              <a:cxnLst/>
              <a:rect l="l" t="t" r="r" b="b"/>
              <a:pathLst>
                <a:path w="12810" h="5841" extrusionOk="0">
                  <a:moveTo>
                    <a:pt x="8506" y="1"/>
                  </a:moveTo>
                  <a:cubicBezTo>
                    <a:pt x="8506" y="1"/>
                    <a:pt x="4870" y="2035"/>
                    <a:pt x="2669" y="3303"/>
                  </a:cubicBezTo>
                  <a:cubicBezTo>
                    <a:pt x="1101" y="4170"/>
                    <a:pt x="0" y="5805"/>
                    <a:pt x="1701" y="5838"/>
                  </a:cubicBezTo>
                  <a:cubicBezTo>
                    <a:pt x="1772" y="5840"/>
                    <a:pt x="1844" y="5840"/>
                    <a:pt x="1919" y="5840"/>
                  </a:cubicBezTo>
                  <a:cubicBezTo>
                    <a:pt x="3633" y="5840"/>
                    <a:pt x="6275" y="5469"/>
                    <a:pt x="7906" y="4637"/>
                  </a:cubicBezTo>
                  <a:cubicBezTo>
                    <a:pt x="9073" y="4004"/>
                    <a:pt x="9741" y="4204"/>
                    <a:pt x="10608" y="4037"/>
                  </a:cubicBezTo>
                  <a:cubicBezTo>
                    <a:pt x="11508" y="3870"/>
                    <a:pt x="12476" y="3837"/>
                    <a:pt x="12643" y="3103"/>
                  </a:cubicBezTo>
                  <a:cubicBezTo>
                    <a:pt x="12809" y="2336"/>
                    <a:pt x="12609" y="134"/>
                    <a:pt x="12609" y="134"/>
                  </a:cubicBezTo>
                  <a:lnTo>
                    <a:pt x="85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9"/>
            <p:cNvSpPr/>
            <p:nvPr/>
          </p:nvSpPr>
          <p:spPr>
            <a:xfrm>
              <a:off x="8116274" y="4079089"/>
              <a:ext cx="109983" cy="142564"/>
            </a:xfrm>
            <a:custGeom>
              <a:avLst/>
              <a:gdLst/>
              <a:ahLst/>
              <a:cxnLst/>
              <a:rect l="l" t="t" r="r" b="b"/>
              <a:pathLst>
                <a:path w="5482" h="7106" extrusionOk="0">
                  <a:moveTo>
                    <a:pt x="3747" y="0"/>
                  </a:moveTo>
                  <a:lnTo>
                    <a:pt x="211" y="434"/>
                  </a:lnTo>
                  <a:cubicBezTo>
                    <a:pt x="211" y="601"/>
                    <a:pt x="545" y="2569"/>
                    <a:pt x="244" y="4403"/>
                  </a:cubicBezTo>
                  <a:cubicBezTo>
                    <a:pt x="0" y="6050"/>
                    <a:pt x="481" y="6860"/>
                    <a:pt x="2093" y="6860"/>
                  </a:cubicBezTo>
                  <a:cubicBezTo>
                    <a:pt x="2245" y="6860"/>
                    <a:pt x="2407" y="6853"/>
                    <a:pt x="2579" y="6838"/>
                  </a:cubicBezTo>
                  <a:cubicBezTo>
                    <a:pt x="4581" y="6672"/>
                    <a:pt x="5481" y="7105"/>
                    <a:pt x="4748" y="4770"/>
                  </a:cubicBezTo>
                  <a:cubicBezTo>
                    <a:pt x="3980" y="2402"/>
                    <a:pt x="3747" y="0"/>
                    <a:pt x="3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9"/>
            <p:cNvSpPr/>
            <p:nvPr/>
          </p:nvSpPr>
          <p:spPr>
            <a:xfrm>
              <a:off x="7796598" y="2919056"/>
              <a:ext cx="414411" cy="1189787"/>
            </a:xfrm>
            <a:custGeom>
              <a:avLst/>
              <a:gdLst/>
              <a:ahLst/>
              <a:cxnLst/>
              <a:rect l="l" t="t" r="r" b="b"/>
              <a:pathLst>
                <a:path w="20656" h="59304" extrusionOk="0">
                  <a:moveTo>
                    <a:pt x="20060" y="1"/>
                  </a:moveTo>
                  <a:cubicBezTo>
                    <a:pt x="16894" y="1"/>
                    <a:pt x="1963" y="357"/>
                    <a:pt x="0" y="2915"/>
                  </a:cubicBezTo>
                  <a:lnTo>
                    <a:pt x="4003" y="58488"/>
                  </a:lnTo>
                  <a:cubicBezTo>
                    <a:pt x="4003" y="58488"/>
                    <a:pt x="5515" y="58992"/>
                    <a:pt x="7205" y="58992"/>
                  </a:cubicBezTo>
                  <a:cubicBezTo>
                    <a:pt x="8050" y="58992"/>
                    <a:pt x="8940" y="58866"/>
                    <a:pt x="9707" y="58488"/>
                  </a:cubicBezTo>
                  <a:lnTo>
                    <a:pt x="10007" y="13389"/>
                  </a:lnTo>
                  <a:lnTo>
                    <a:pt x="14644" y="58622"/>
                  </a:lnTo>
                  <a:cubicBezTo>
                    <a:pt x="14644" y="58622"/>
                    <a:pt x="15904" y="59304"/>
                    <a:pt x="17653" y="59304"/>
                  </a:cubicBezTo>
                  <a:cubicBezTo>
                    <a:pt x="18528" y="59304"/>
                    <a:pt x="19525" y="59133"/>
                    <a:pt x="20548" y="58622"/>
                  </a:cubicBezTo>
                  <a:lnTo>
                    <a:pt x="20648" y="13"/>
                  </a:lnTo>
                  <a:cubicBezTo>
                    <a:pt x="20655" y="6"/>
                    <a:pt x="20444" y="1"/>
                    <a:pt x="200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9"/>
            <p:cNvSpPr/>
            <p:nvPr/>
          </p:nvSpPr>
          <p:spPr>
            <a:xfrm>
              <a:off x="8076991" y="3063425"/>
              <a:ext cx="131871" cy="58021"/>
            </a:xfrm>
            <a:custGeom>
              <a:avLst/>
              <a:gdLst/>
              <a:ahLst/>
              <a:cxnLst/>
              <a:rect l="l" t="t" r="r" b="b"/>
              <a:pathLst>
                <a:path w="6573" h="2892" extrusionOk="0">
                  <a:moveTo>
                    <a:pt x="134" y="0"/>
                  </a:moveTo>
                  <a:cubicBezTo>
                    <a:pt x="107" y="0"/>
                    <a:pt x="81" y="9"/>
                    <a:pt x="67" y="22"/>
                  </a:cubicBezTo>
                  <a:cubicBezTo>
                    <a:pt x="1" y="56"/>
                    <a:pt x="1" y="156"/>
                    <a:pt x="34" y="189"/>
                  </a:cubicBezTo>
                  <a:cubicBezTo>
                    <a:pt x="34" y="189"/>
                    <a:pt x="1569" y="2891"/>
                    <a:pt x="4270" y="2891"/>
                  </a:cubicBezTo>
                  <a:cubicBezTo>
                    <a:pt x="4938" y="2891"/>
                    <a:pt x="5705" y="2724"/>
                    <a:pt x="6505" y="2324"/>
                  </a:cubicBezTo>
                  <a:cubicBezTo>
                    <a:pt x="6572" y="2257"/>
                    <a:pt x="6572" y="2191"/>
                    <a:pt x="6539" y="2157"/>
                  </a:cubicBezTo>
                  <a:cubicBezTo>
                    <a:pt x="6518" y="2094"/>
                    <a:pt x="6470" y="2071"/>
                    <a:pt x="6429" y="2071"/>
                  </a:cubicBezTo>
                  <a:cubicBezTo>
                    <a:pt x="6405" y="2071"/>
                    <a:pt x="6384" y="2078"/>
                    <a:pt x="6372" y="2090"/>
                  </a:cubicBezTo>
                  <a:cubicBezTo>
                    <a:pt x="5636" y="2466"/>
                    <a:pt x="4928" y="2652"/>
                    <a:pt x="4246" y="2652"/>
                  </a:cubicBezTo>
                  <a:cubicBezTo>
                    <a:pt x="3413" y="2652"/>
                    <a:pt x="2621" y="2374"/>
                    <a:pt x="1869" y="1824"/>
                  </a:cubicBezTo>
                  <a:cubicBezTo>
                    <a:pt x="835" y="1056"/>
                    <a:pt x="234" y="56"/>
                    <a:pt x="234" y="56"/>
                  </a:cubicBezTo>
                  <a:cubicBezTo>
                    <a:pt x="215" y="17"/>
                    <a:pt x="172" y="0"/>
                    <a:pt x="134" y="0"/>
                  </a:cubicBezTo>
                  <a:close/>
                </a:path>
              </a:pathLst>
            </a:custGeom>
            <a:solidFill>
              <a:srgbClr val="3F4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9"/>
            <p:cNvSpPr/>
            <p:nvPr/>
          </p:nvSpPr>
          <p:spPr>
            <a:xfrm>
              <a:off x="7953868" y="3032168"/>
              <a:ext cx="57559" cy="162887"/>
            </a:xfrm>
            <a:custGeom>
              <a:avLst/>
              <a:gdLst/>
              <a:ahLst/>
              <a:cxnLst/>
              <a:rect l="l" t="t" r="r" b="b"/>
              <a:pathLst>
                <a:path w="2869" h="8119" extrusionOk="0">
                  <a:moveTo>
                    <a:pt x="151" y="0"/>
                  </a:moveTo>
                  <a:cubicBezTo>
                    <a:pt x="102" y="0"/>
                    <a:pt x="58" y="38"/>
                    <a:pt x="33" y="113"/>
                  </a:cubicBezTo>
                  <a:cubicBezTo>
                    <a:pt x="0" y="279"/>
                    <a:pt x="1134" y="7118"/>
                    <a:pt x="1368" y="7851"/>
                  </a:cubicBezTo>
                  <a:cubicBezTo>
                    <a:pt x="1368" y="7918"/>
                    <a:pt x="1401" y="7952"/>
                    <a:pt x="1501" y="7952"/>
                  </a:cubicBezTo>
                  <a:lnTo>
                    <a:pt x="2735" y="8118"/>
                  </a:lnTo>
                  <a:cubicBezTo>
                    <a:pt x="2802" y="8118"/>
                    <a:pt x="2835" y="8118"/>
                    <a:pt x="2835" y="8085"/>
                  </a:cubicBezTo>
                  <a:cubicBezTo>
                    <a:pt x="2869" y="8018"/>
                    <a:pt x="2869" y="7985"/>
                    <a:pt x="2869" y="7952"/>
                  </a:cubicBezTo>
                  <a:cubicBezTo>
                    <a:pt x="2869" y="7851"/>
                    <a:pt x="2068" y="1280"/>
                    <a:pt x="2068" y="246"/>
                  </a:cubicBezTo>
                  <a:cubicBezTo>
                    <a:pt x="2068" y="146"/>
                    <a:pt x="2035" y="113"/>
                    <a:pt x="1968" y="113"/>
                  </a:cubicBezTo>
                  <a:cubicBezTo>
                    <a:pt x="1901" y="113"/>
                    <a:pt x="1835" y="146"/>
                    <a:pt x="1835" y="246"/>
                  </a:cubicBezTo>
                  <a:cubicBezTo>
                    <a:pt x="1801" y="1247"/>
                    <a:pt x="2468" y="6784"/>
                    <a:pt x="2569" y="7818"/>
                  </a:cubicBezTo>
                  <a:lnTo>
                    <a:pt x="1568" y="7685"/>
                  </a:lnTo>
                  <a:cubicBezTo>
                    <a:pt x="1301" y="6517"/>
                    <a:pt x="300" y="446"/>
                    <a:pt x="300" y="146"/>
                  </a:cubicBezTo>
                  <a:cubicBezTo>
                    <a:pt x="300" y="113"/>
                    <a:pt x="234" y="13"/>
                    <a:pt x="200" y="13"/>
                  </a:cubicBezTo>
                  <a:cubicBezTo>
                    <a:pt x="184" y="4"/>
                    <a:pt x="167" y="0"/>
                    <a:pt x="151" y="0"/>
                  </a:cubicBezTo>
                  <a:close/>
                </a:path>
              </a:pathLst>
            </a:custGeom>
            <a:solidFill>
              <a:srgbClr val="3F4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9"/>
            <p:cNvSpPr/>
            <p:nvPr/>
          </p:nvSpPr>
          <p:spPr>
            <a:xfrm>
              <a:off x="7796598" y="2917972"/>
              <a:ext cx="415595" cy="129865"/>
            </a:xfrm>
            <a:custGeom>
              <a:avLst/>
              <a:gdLst/>
              <a:ahLst/>
              <a:cxnLst/>
              <a:rect l="l" t="t" r="r" b="b"/>
              <a:pathLst>
                <a:path w="20715" h="6473" extrusionOk="0">
                  <a:moveTo>
                    <a:pt x="20715" y="0"/>
                  </a:moveTo>
                  <a:cubicBezTo>
                    <a:pt x="20715" y="0"/>
                    <a:pt x="2202" y="101"/>
                    <a:pt x="0" y="2969"/>
                  </a:cubicBezTo>
                  <a:lnTo>
                    <a:pt x="167" y="5204"/>
                  </a:lnTo>
                  <a:cubicBezTo>
                    <a:pt x="1318" y="5602"/>
                    <a:pt x="4938" y="6472"/>
                    <a:pt x="10097" y="6472"/>
                  </a:cubicBezTo>
                  <a:cubicBezTo>
                    <a:pt x="13159" y="6472"/>
                    <a:pt x="16763" y="6166"/>
                    <a:pt x="20715" y="5271"/>
                  </a:cubicBezTo>
                  <a:lnTo>
                    <a:pt x="2071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9"/>
            <p:cNvSpPr/>
            <p:nvPr/>
          </p:nvSpPr>
          <p:spPr>
            <a:xfrm>
              <a:off x="7842762" y="2995594"/>
              <a:ext cx="18758" cy="59586"/>
            </a:xfrm>
            <a:custGeom>
              <a:avLst/>
              <a:gdLst/>
              <a:ahLst/>
              <a:cxnLst/>
              <a:rect l="l" t="t" r="r" b="b"/>
              <a:pathLst>
                <a:path w="935" h="2970" extrusionOk="0">
                  <a:moveTo>
                    <a:pt x="935" y="1"/>
                  </a:moveTo>
                  <a:lnTo>
                    <a:pt x="1" y="234"/>
                  </a:lnTo>
                  <a:lnTo>
                    <a:pt x="168" y="2970"/>
                  </a:lnTo>
                  <a:lnTo>
                    <a:pt x="768" y="2936"/>
                  </a:lnTo>
                  <a:lnTo>
                    <a:pt x="935" y="1"/>
                  </a:lnTo>
                  <a:close/>
                </a:path>
              </a:pathLst>
            </a:custGeom>
            <a:solidFill>
              <a:srgbClr val="2B30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9"/>
            <p:cNvSpPr/>
            <p:nvPr/>
          </p:nvSpPr>
          <p:spPr>
            <a:xfrm>
              <a:off x="8081686" y="3003639"/>
              <a:ext cx="19421" cy="58903"/>
            </a:xfrm>
            <a:custGeom>
              <a:avLst/>
              <a:gdLst/>
              <a:ahLst/>
              <a:cxnLst/>
              <a:rect l="l" t="t" r="r" b="b"/>
              <a:pathLst>
                <a:path w="968" h="2936" extrusionOk="0">
                  <a:moveTo>
                    <a:pt x="968" y="0"/>
                  </a:moveTo>
                  <a:lnTo>
                    <a:pt x="0" y="200"/>
                  </a:lnTo>
                  <a:lnTo>
                    <a:pt x="134" y="2936"/>
                  </a:lnTo>
                  <a:lnTo>
                    <a:pt x="767" y="2902"/>
                  </a:lnTo>
                  <a:lnTo>
                    <a:pt x="968" y="0"/>
                  </a:lnTo>
                  <a:close/>
                </a:path>
              </a:pathLst>
            </a:custGeom>
            <a:solidFill>
              <a:srgbClr val="2B30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9"/>
            <p:cNvSpPr/>
            <p:nvPr/>
          </p:nvSpPr>
          <p:spPr>
            <a:xfrm>
              <a:off x="7894302" y="3002957"/>
              <a:ext cx="19421" cy="58924"/>
            </a:xfrm>
            <a:custGeom>
              <a:avLst/>
              <a:gdLst/>
              <a:ahLst/>
              <a:cxnLst/>
              <a:rect l="l" t="t" r="r" b="b"/>
              <a:pathLst>
                <a:path w="968" h="2937" extrusionOk="0">
                  <a:moveTo>
                    <a:pt x="968" y="1"/>
                  </a:moveTo>
                  <a:lnTo>
                    <a:pt x="0" y="201"/>
                  </a:lnTo>
                  <a:lnTo>
                    <a:pt x="134" y="2936"/>
                  </a:lnTo>
                  <a:lnTo>
                    <a:pt x="767" y="2903"/>
                  </a:lnTo>
                  <a:lnTo>
                    <a:pt x="968" y="1"/>
                  </a:lnTo>
                  <a:close/>
                </a:path>
              </a:pathLst>
            </a:custGeom>
            <a:solidFill>
              <a:srgbClr val="2B30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9"/>
            <p:cNvSpPr/>
            <p:nvPr/>
          </p:nvSpPr>
          <p:spPr>
            <a:xfrm>
              <a:off x="8017426" y="3006307"/>
              <a:ext cx="19441" cy="58241"/>
            </a:xfrm>
            <a:custGeom>
              <a:avLst/>
              <a:gdLst/>
              <a:ahLst/>
              <a:cxnLst/>
              <a:rect l="l" t="t" r="r" b="b"/>
              <a:pathLst>
                <a:path w="969" h="2903" extrusionOk="0">
                  <a:moveTo>
                    <a:pt x="968" y="1"/>
                  </a:moveTo>
                  <a:lnTo>
                    <a:pt x="1" y="167"/>
                  </a:lnTo>
                  <a:lnTo>
                    <a:pt x="168" y="2903"/>
                  </a:lnTo>
                  <a:lnTo>
                    <a:pt x="802" y="2903"/>
                  </a:lnTo>
                  <a:lnTo>
                    <a:pt x="968" y="1"/>
                  </a:lnTo>
                  <a:close/>
                </a:path>
              </a:pathLst>
            </a:custGeom>
            <a:solidFill>
              <a:srgbClr val="2B30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9"/>
            <p:cNvSpPr/>
            <p:nvPr/>
          </p:nvSpPr>
          <p:spPr>
            <a:xfrm>
              <a:off x="7777859" y="2335919"/>
              <a:ext cx="463785" cy="691093"/>
            </a:xfrm>
            <a:custGeom>
              <a:avLst/>
              <a:gdLst/>
              <a:ahLst/>
              <a:cxnLst/>
              <a:rect l="l" t="t" r="r" b="b"/>
              <a:pathLst>
                <a:path w="23117" h="34447" extrusionOk="0">
                  <a:moveTo>
                    <a:pt x="11322" y="0"/>
                  </a:moveTo>
                  <a:cubicBezTo>
                    <a:pt x="8833" y="0"/>
                    <a:pt x="6556" y="594"/>
                    <a:pt x="5237" y="2026"/>
                  </a:cubicBezTo>
                  <a:cubicBezTo>
                    <a:pt x="3836" y="3528"/>
                    <a:pt x="2102" y="4895"/>
                    <a:pt x="1401" y="6830"/>
                  </a:cubicBezTo>
                  <a:cubicBezTo>
                    <a:pt x="601" y="8965"/>
                    <a:pt x="167" y="10933"/>
                    <a:pt x="134" y="13234"/>
                  </a:cubicBezTo>
                  <a:cubicBezTo>
                    <a:pt x="100" y="16437"/>
                    <a:pt x="467" y="19672"/>
                    <a:pt x="667" y="22875"/>
                  </a:cubicBezTo>
                  <a:cubicBezTo>
                    <a:pt x="834" y="25810"/>
                    <a:pt x="1068" y="29012"/>
                    <a:pt x="167" y="31814"/>
                  </a:cubicBezTo>
                  <a:cubicBezTo>
                    <a:pt x="100" y="32048"/>
                    <a:pt x="0" y="32315"/>
                    <a:pt x="100" y="32548"/>
                  </a:cubicBezTo>
                  <a:cubicBezTo>
                    <a:pt x="167" y="32815"/>
                    <a:pt x="400" y="33015"/>
                    <a:pt x="634" y="33149"/>
                  </a:cubicBezTo>
                  <a:cubicBezTo>
                    <a:pt x="1068" y="33316"/>
                    <a:pt x="1434" y="33482"/>
                    <a:pt x="1901" y="33616"/>
                  </a:cubicBezTo>
                  <a:cubicBezTo>
                    <a:pt x="3002" y="33916"/>
                    <a:pt x="4303" y="33916"/>
                    <a:pt x="5437" y="34016"/>
                  </a:cubicBezTo>
                  <a:cubicBezTo>
                    <a:pt x="7072" y="34183"/>
                    <a:pt x="8673" y="34316"/>
                    <a:pt x="10307" y="34416"/>
                  </a:cubicBezTo>
                  <a:cubicBezTo>
                    <a:pt x="11010" y="34435"/>
                    <a:pt x="11716" y="34446"/>
                    <a:pt x="12424" y="34446"/>
                  </a:cubicBezTo>
                  <a:cubicBezTo>
                    <a:pt x="15586" y="34446"/>
                    <a:pt x="18785" y="34215"/>
                    <a:pt x="21782" y="33316"/>
                  </a:cubicBezTo>
                  <a:cubicBezTo>
                    <a:pt x="21816" y="33316"/>
                    <a:pt x="21916" y="31114"/>
                    <a:pt x="21916" y="30880"/>
                  </a:cubicBezTo>
                  <a:cubicBezTo>
                    <a:pt x="22083" y="29613"/>
                    <a:pt x="22116" y="28312"/>
                    <a:pt x="22016" y="27044"/>
                  </a:cubicBezTo>
                  <a:cubicBezTo>
                    <a:pt x="21916" y="24476"/>
                    <a:pt x="21449" y="21907"/>
                    <a:pt x="21515" y="19272"/>
                  </a:cubicBezTo>
                  <a:cubicBezTo>
                    <a:pt x="21616" y="16203"/>
                    <a:pt x="22416" y="13268"/>
                    <a:pt x="22783" y="10232"/>
                  </a:cubicBezTo>
                  <a:cubicBezTo>
                    <a:pt x="22950" y="8765"/>
                    <a:pt x="23117" y="7230"/>
                    <a:pt x="22916" y="5729"/>
                  </a:cubicBezTo>
                  <a:cubicBezTo>
                    <a:pt x="22750" y="4428"/>
                    <a:pt x="21816" y="3394"/>
                    <a:pt x="20748" y="2660"/>
                  </a:cubicBezTo>
                  <a:cubicBezTo>
                    <a:pt x="18447" y="1088"/>
                    <a:pt x="14690" y="0"/>
                    <a:pt x="1132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9"/>
            <p:cNvSpPr/>
            <p:nvPr/>
          </p:nvSpPr>
          <p:spPr>
            <a:xfrm>
              <a:off x="7909690" y="2849038"/>
              <a:ext cx="467135" cy="352699"/>
            </a:xfrm>
            <a:custGeom>
              <a:avLst/>
              <a:gdLst/>
              <a:ahLst/>
              <a:cxnLst/>
              <a:rect l="l" t="t" r="r" b="b"/>
              <a:pathLst>
                <a:path w="23284" h="17580" extrusionOk="0">
                  <a:moveTo>
                    <a:pt x="2903" y="1"/>
                  </a:moveTo>
                  <a:lnTo>
                    <a:pt x="0" y="13010"/>
                  </a:lnTo>
                  <a:lnTo>
                    <a:pt x="20382" y="17580"/>
                  </a:lnTo>
                  <a:lnTo>
                    <a:pt x="23284" y="4571"/>
                  </a:lnTo>
                  <a:lnTo>
                    <a:pt x="29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9"/>
            <p:cNvSpPr/>
            <p:nvPr/>
          </p:nvSpPr>
          <p:spPr>
            <a:xfrm>
              <a:off x="7923734" y="2870464"/>
              <a:ext cx="438366" cy="311872"/>
            </a:xfrm>
            <a:custGeom>
              <a:avLst/>
              <a:gdLst/>
              <a:ahLst/>
              <a:cxnLst/>
              <a:rect l="l" t="t" r="r" b="b"/>
              <a:pathLst>
                <a:path w="21850" h="15545" extrusionOk="0">
                  <a:moveTo>
                    <a:pt x="2536" y="0"/>
                  </a:moveTo>
                  <a:lnTo>
                    <a:pt x="1" y="11208"/>
                  </a:lnTo>
                  <a:lnTo>
                    <a:pt x="19348" y="15545"/>
                  </a:lnTo>
                  <a:lnTo>
                    <a:pt x="21850" y="4337"/>
                  </a:lnTo>
                  <a:lnTo>
                    <a:pt x="2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9"/>
            <p:cNvSpPr/>
            <p:nvPr/>
          </p:nvSpPr>
          <p:spPr>
            <a:xfrm>
              <a:off x="7935129" y="2236690"/>
              <a:ext cx="138532" cy="190754"/>
            </a:xfrm>
            <a:custGeom>
              <a:avLst/>
              <a:gdLst/>
              <a:ahLst/>
              <a:cxnLst/>
              <a:rect l="l" t="t" r="r" b="b"/>
              <a:pathLst>
                <a:path w="6905" h="9508" extrusionOk="0">
                  <a:moveTo>
                    <a:pt x="6905" y="1"/>
                  </a:moveTo>
                  <a:lnTo>
                    <a:pt x="133" y="334"/>
                  </a:lnTo>
                  <a:lnTo>
                    <a:pt x="67" y="6439"/>
                  </a:lnTo>
                  <a:cubicBezTo>
                    <a:pt x="0" y="9174"/>
                    <a:pt x="2669" y="9508"/>
                    <a:pt x="2669" y="9508"/>
                  </a:cubicBezTo>
                  <a:cubicBezTo>
                    <a:pt x="2694" y="9508"/>
                    <a:pt x="2719" y="9508"/>
                    <a:pt x="2744" y="9508"/>
                  </a:cubicBezTo>
                  <a:cubicBezTo>
                    <a:pt x="6902" y="9508"/>
                    <a:pt x="6638" y="6772"/>
                    <a:pt x="6638" y="6772"/>
                  </a:cubicBezTo>
                  <a:lnTo>
                    <a:pt x="6905" y="1"/>
                  </a:ln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9"/>
            <p:cNvSpPr/>
            <p:nvPr/>
          </p:nvSpPr>
          <p:spPr>
            <a:xfrm>
              <a:off x="7937136" y="2235366"/>
              <a:ext cx="136525" cy="88135"/>
            </a:xfrm>
            <a:custGeom>
              <a:avLst/>
              <a:gdLst/>
              <a:ahLst/>
              <a:cxnLst/>
              <a:rect l="l" t="t" r="r" b="b"/>
              <a:pathLst>
                <a:path w="6805" h="4393" extrusionOk="0">
                  <a:moveTo>
                    <a:pt x="6805" y="0"/>
                  </a:moveTo>
                  <a:lnTo>
                    <a:pt x="67" y="400"/>
                  </a:lnTo>
                  <a:lnTo>
                    <a:pt x="33" y="434"/>
                  </a:lnTo>
                  <a:lnTo>
                    <a:pt x="0" y="3769"/>
                  </a:lnTo>
                  <a:cubicBezTo>
                    <a:pt x="580" y="4079"/>
                    <a:pt x="1404" y="4393"/>
                    <a:pt x="2318" y="4393"/>
                  </a:cubicBezTo>
                  <a:cubicBezTo>
                    <a:pt x="3769" y="4393"/>
                    <a:pt x="5449" y="3600"/>
                    <a:pt x="6738" y="734"/>
                  </a:cubicBezTo>
                  <a:lnTo>
                    <a:pt x="6805" y="0"/>
                  </a:lnTo>
                  <a:close/>
                </a:path>
              </a:pathLst>
            </a:custGeom>
            <a:solidFill>
              <a:srgbClr val="9C50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9"/>
            <p:cNvSpPr/>
            <p:nvPr/>
          </p:nvSpPr>
          <p:spPr>
            <a:xfrm>
              <a:off x="7900983" y="2045936"/>
              <a:ext cx="208831" cy="266029"/>
            </a:xfrm>
            <a:custGeom>
              <a:avLst/>
              <a:gdLst/>
              <a:ahLst/>
              <a:cxnLst/>
              <a:rect l="l" t="t" r="r" b="b"/>
              <a:pathLst>
                <a:path w="10409" h="13260" extrusionOk="0">
                  <a:moveTo>
                    <a:pt x="4224" y="1"/>
                  </a:moveTo>
                  <a:cubicBezTo>
                    <a:pt x="2656" y="1"/>
                    <a:pt x="1089" y="617"/>
                    <a:pt x="468" y="2104"/>
                  </a:cubicBezTo>
                  <a:cubicBezTo>
                    <a:pt x="168" y="2771"/>
                    <a:pt x="68" y="3438"/>
                    <a:pt x="34" y="4172"/>
                  </a:cubicBezTo>
                  <a:cubicBezTo>
                    <a:pt x="1" y="4739"/>
                    <a:pt x="1" y="5373"/>
                    <a:pt x="68" y="5940"/>
                  </a:cubicBezTo>
                  <a:cubicBezTo>
                    <a:pt x="134" y="6407"/>
                    <a:pt x="268" y="6874"/>
                    <a:pt x="334" y="7341"/>
                  </a:cubicBezTo>
                  <a:cubicBezTo>
                    <a:pt x="401" y="7908"/>
                    <a:pt x="401" y="8508"/>
                    <a:pt x="468" y="9075"/>
                  </a:cubicBezTo>
                  <a:cubicBezTo>
                    <a:pt x="535" y="10209"/>
                    <a:pt x="868" y="11343"/>
                    <a:pt x="1569" y="12177"/>
                  </a:cubicBezTo>
                  <a:cubicBezTo>
                    <a:pt x="2233" y="12929"/>
                    <a:pt x="3145" y="13259"/>
                    <a:pt x="4078" y="13259"/>
                  </a:cubicBezTo>
                  <a:cubicBezTo>
                    <a:pt x="4926" y="13259"/>
                    <a:pt x="5791" y="12987"/>
                    <a:pt x="6505" y="12511"/>
                  </a:cubicBezTo>
                  <a:cubicBezTo>
                    <a:pt x="8040" y="11510"/>
                    <a:pt x="9141" y="9709"/>
                    <a:pt x="9674" y="8008"/>
                  </a:cubicBezTo>
                  <a:cubicBezTo>
                    <a:pt x="9774" y="7674"/>
                    <a:pt x="9841" y="7341"/>
                    <a:pt x="9975" y="7040"/>
                  </a:cubicBezTo>
                  <a:lnTo>
                    <a:pt x="9975" y="6940"/>
                  </a:lnTo>
                  <a:cubicBezTo>
                    <a:pt x="10408" y="4205"/>
                    <a:pt x="9041" y="1470"/>
                    <a:pt x="6472" y="436"/>
                  </a:cubicBezTo>
                  <a:cubicBezTo>
                    <a:pt x="5802" y="157"/>
                    <a:pt x="5013" y="1"/>
                    <a:pt x="4224"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9"/>
            <p:cNvSpPr/>
            <p:nvPr/>
          </p:nvSpPr>
          <p:spPr>
            <a:xfrm>
              <a:off x="7996019" y="2158406"/>
              <a:ext cx="18758" cy="18758"/>
            </a:xfrm>
            <a:custGeom>
              <a:avLst/>
              <a:gdLst/>
              <a:ahLst/>
              <a:cxnLst/>
              <a:rect l="l" t="t" r="r" b="b"/>
              <a:pathLst>
                <a:path w="935" h="935" extrusionOk="0">
                  <a:moveTo>
                    <a:pt x="468" y="0"/>
                  </a:moveTo>
                  <a:cubicBezTo>
                    <a:pt x="234" y="0"/>
                    <a:pt x="1" y="200"/>
                    <a:pt x="1" y="467"/>
                  </a:cubicBezTo>
                  <a:cubicBezTo>
                    <a:pt x="1" y="734"/>
                    <a:pt x="234" y="934"/>
                    <a:pt x="468" y="934"/>
                  </a:cubicBezTo>
                  <a:cubicBezTo>
                    <a:pt x="734" y="934"/>
                    <a:pt x="935" y="734"/>
                    <a:pt x="935" y="467"/>
                  </a:cubicBezTo>
                  <a:cubicBezTo>
                    <a:pt x="935" y="200"/>
                    <a:pt x="734" y="0"/>
                    <a:pt x="468" y="0"/>
                  </a:cubicBezTo>
                  <a:close/>
                </a:path>
              </a:pathLst>
            </a:custGeom>
            <a:solidFill>
              <a:srgbClr val="232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9"/>
            <p:cNvSpPr/>
            <p:nvPr/>
          </p:nvSpPr>
          <p:spPr>
            <a:xfrm>
              <a:off x="7921728" y="2158406"/>
              <a:ext cx="18758" cy="18758"/>
            </a:xfrm>
            <a:custGeom>
              <a:avLst/>
              <a:gdLst/>
              <a:ahLst/>
              <a:cxnLst/>
              <a:rect l="l" t="t" r="r" b="b"/>
              <a:pathLst>
                <a:path w="935" h="935" extrusionOk="0">
                  <a:moveTo>
                    <a:pt x="468" y="0"/>
                  </a:moveTo>
                  <a:cubicBezTo>
                    <a:pt x="234" y="0"/>
                    <a:pt x="1" y="234"/>
                    <a:pt x="1" y="467"/>
                  </a:cubicBezTo>
                  <a:cubicBezTo>
                    <a:pt x="1" y="734"/>
                    <a:pt x="234" y="934"/>
                    <a:pt x="468" y="934"/>
                  </a:cubicBezTo>
                  <a:cubicBezTo>
                    <a:pt x="735" y="934"/>
                    <a:pt x="935" y="734"/>
                    <a:pt x="935" y="467"/>
                  </a:cubicBezTo>
                  <a:cubicBezTo>
                    <a:pt x="935" y="234"/>
                    <a:pt x="735" y="0"/>
                    <a:pt x="468" y="0"/>
                  </a:cubicBezTo>
                  <a:close/>
                </a:path>
              </a:pathLst>
            </a:custGeom>
            <a:solidFill>
              <a:srgbClr val="232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9"/>
            <p:cNvSpPr/>
            <p:nvPr/>
          </p:nvSpPr>
          <p:spPr>
            <a:xfrm>
              <a:off x="7951179" y="2161736"/>
              <a:ext cx="17414" cy="69617"/>
            </a:xfrm>
            <a:custGeom>
              <a:avLst/>
              <a:gdLst/>
              <a:ahLst/>
              <a:cxnLst/>
              <a:rect l="l" t="t" r="r" b="b"/>
              <a:pathLst>
                <a:path w="868" h="3470" extrusionOk="0">
                  <a:moveTo>
                    <a:pt x="701" y="1"/>
                  </a:moveTo>
                  <a:cubicBezTo>
                    <a:pt x="668" y="1"/>
                    <a:pt x="634" y="68"/>
                    <a:pt x="601" y="101"/>
                  </a:cubicBezTo>
                  <a:lnTo>
                    <a:pt x="34" y="2836"/>
                  </a:lnTo>
                  <a:cubicBezTo>
                    <a:pt x="34" y="2936"/>
                    <a:pt x="1" y="3070"/>
                    <a:pt x="34" y="3170"/>
                  </a:cubicBezTo>
                  <a:cubicBezTo>
                    <a:pt x="101" y="3303"/>
                    <a:pt x="201" y="3437"/>
                    <a:pt x="368" y="3470"/>
                  </a:cubicBezTo>
                  <a:lnTo>
                    <a:pt x="801" y="3470"/>
                  </a:lnTo>
                  <a:cubicBezTo>
                    <a:pt x="835" y="3470"/>
                    <a:pt x="868" y="3437"/>
                    <a:pt x="868" y="3403"/>
                  </a:cubicBezTo>
                  <a:cubicBezTo>
                    <a:pt x="868" y="3337"/>
                    <a:pt x="835" y="3303"/>
                    <a:pt x="801" y="3303"/>
                  </a:cubicBezTo>
                  <a:lnTo>
                    <a:pt x="468" y="3303"/>
                  </a:lnTo>
                  <a:cubicBezTo>
                    <a:pt x="368" y="3303"/>
                    <a:pt x="301" y="3236"/>
                    <a:pt x="267" y="3136"/>
                  </a:cubicBezTo>
                  <a:cubicBezTo>
                    <a:pt x="201" y="3070"/>
                    <a:pt x="267" y="2970"/>
                    <a:pt x="267" y="2903"/>
                  </a:cubicBezTo>
                  <a:lnTo>
                    <a:pt x="801" y="134"/>
                  </a:lnTo>
                  <a:cubicBezTo>
                    <a:pt x="801" y="101"/>
                    <a:pt x="734" y="68"/>
                    <a:pt x="701" y="1"/>
                  </a:cubicBezTo>
                  <a:close/>
                </a:path>
              </a:pathLst>
            </a:custGeom>
            <a:solidFill>
              <a:srgbClr val="AA64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9"/>
            <p:cNvSpPr/>
            <p:nvPr/>
          </p:nvSpPr>
          <p:spPr>
            <a:xfrm>
              <a:off x="7951841" y="2237372"/>
              <a:ext cx="70299" cy="34026"/>
            </a:xfrm>
            <a:custGeom>
              <a:avLst/>
              <a:gdLst/>
              <a:ahLst/>
              <a:cxnLst/>
              <a:rect l="l" t="t" r="r" b="b"/>
              <a:pathLst>
                <a:path w="3504" h="1696" extrusionOk="0">
                  <a:moveTo>
                    <a:pt x="3503" y="0"/>
                  </a:moveTo>
                  <a:cubicBezTo>
                    <a:pt x="2102" y="400"/>
                    <a:pt x="1" y="567"/>
                    <a:pt x="1" y="567"/>
                  </a:cubicBezTo>
                  <a:cubicBezTo>
                    <a:pt x="1" y="567"/>
                    <a:pt x="537" y="1695"/>
                    <a:pt x="1686" y="1695"/>
                  </a:cubicBezTo>
                  <a:cubicBezTo>
                    <a:pt x="1787" y="1695"/>
                    <a:pt x="1892" y="1687"/>
                    <a:pt x="2002" y="1668"/>
                  </a:cubicBezTo>
                  <a:cubicBezTo>
                    <a:pt x="3403" y="1368"/>
                    <a:pt x="3503" y="0"/>
                    <a:pt x="3503" y="0"/>
                  </a:cubicBezTo>
                  <a:close/>
                </a:path>
              </a:pathLst>
            </a:custGeom>
            <a:solidFill>
              <a:srgbClr val="693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9"/>
            <p:cNvSpPr/>
            <p:nvPr/>
          </p:nvSpPr>
          <p:spPr>
            <a:xfrm>
              <a:off x="7971262" y="2253964"/>
              <a:ext cx="45522" cy="17414"/>
            </a:xfrm>
            <a:custGeom>
              <a:avLst/>
              <a:gdLst/>
              <a:ahLst/>
              <a:cxnLst/>
              <a:rect l="l" t="t" r="r" b="b"/>
              <a:pathLst>
                <a:path w="2269" h="868" extrusionOk="0">
                  <a:moveTo>
                    <a:pt x="2025" y="0"/>
                  </a:moveTo>
                  <a:cubicBezTo>
                    <a:pt x="1409" y="0"/>
                    <a:pt x="437" y="125"/>
                    <a:pt x="0" y="708"/>
                  </a:cubicBezTo>
                  <a:cubicBezTo>
                    <a:pt x="220" y="805"/>
                    <a:pt x="458" y="867"/>
                    <a:pt x="726" y="867"/>
                  </a:cubicBezTo>
                  <a:cubicBezTo>
                    <a:pt x="825" y="867"/>
                    <a:pt x="927" y="859"/>
                    <a:pt x="1034" y="841"/>
                  </a:cubicBezTo>
                  <a:cubicBezTo>
                    <a:pt x="1668" y="708"/>
                    <a:pt x="2035" y="341"/>
                    <a:pt x="2269" y="7"/>
                  </a:cubicBezTo>
                  <a:cubicBezTo>
                    <a:pt x="2197" y="3"/>
                    <a:pt x="2115" y="0"/>
                    <a:pt x="2025" y="0"/>
                  </a:cubicBezTo>
                  <a:close/>
                </a:path>
              </a:pathLst>
            </a:custGeom>
            <a:solidFill>
              <a:srgbClr val="C553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9"/>
            <p:cNvSpPr/>
            <p:nvPr/>
          </p:nvSpPr>
          <p:spPr>
            <a:xfrm>
              <a:off x="7958542" y="2237372"/>
              <a:ext cx="63598" cy="17916"/>
            </a:xfrm>
            <a:custGeom>
              <a:avLst/>
              <a:gdLst/>
              <a:ahLst/>
              <a:cxnLst/>
              <a:rect l="l" t="t" r="r" b="b"/>
              <a:pathLst>
                <a:path w="3170" h="893" extrusionOk="0">
                  <a:moveTo>
                    <a:pt x="3169" y="0"/>
                  </a:moveTo>
                  <a:lnTo>
                    <a:pt x="3169" y="0"/>
                  </a:lnTo>
                  <a:cubicBezTo>
                    <a:pt x="2102" y="300"/>
                    <a:pt x="634" y="467"/>
                    <a:pt x="1" y="534"/>
                  </a:cubicBezTo>
                  <a:lnTo>
                    <a:pt x="101" y="867"/>
                  </a:lnTo>
                  <a:cubicBezTo>
                    <a:pt x="231" y="885"/>
                    <a:pt x="368" y="893"/>
                    <a:pt x="509" y="893"/>
                  </a:cubicBezTo>
                  <a:cubicBezTo>
                    <a:pt x="1452" y="893"/>
                    <a:pt x="2580" y="546"/>
                    <a:pt x="3103" y="400"/>
                  </a:cubicBezTo>
                  <a:cubicBezTo>
                    <a:pt x="3169" y="167"/>
                    <a:pt x="3169" y="0"/>
                    <a:pt x="3169" y="0"/>
                  </a:cubicBezTo>
                  <a:close/>
                </a:path>
              </a:pathLst>
            </a:custGeom>
            <a:solidFill>
              <a:srgbClr val="F1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9"/>
            <p:cNvSpPr/>
            <p:nvPr/>
          </p:nvSpPr>
          <p:spPr>
            <a:xfrm>
              <a:off x="7986650" y="2123136"/>
              <a:ext cx="44198" cy="19019"/>
            </a:xfrm>
            <a:custGeom>
              <a:avLst/>
              <a:gdLst/>
              <a:ahLst/>
              <a:cxnLst/>
              <a:rect l="l" t="t" r="r" b="b"/>
              <a:pathLst>
                <a:path w="2203" h="948" extrusionOk="0">
                  <a:moveTo>
                    <a:pt x="781" y="0"/>
                  </a:moveTo>
                  <a:cubicBezTo>
                    <a:pt x="534" y="0"/>
                    <a:pt x="305" y="53"/>
                    <a:pt x="167" y="190"/>
                  </a:cubicBezTo>
                  <a:cubicBezTo>
                    <a:pt x="67" y="257"/>
                    <a:pt x="1" y="390"/>
                    <a:pt x="67" y="490"/>
                  </a:cubicBezTo>
                  <a:cubicBezTo>
                    <a:pt x="101" y="557"/>
                    <a:pt x="201" y="557"/>
                    <a:pt x="267" y="591"/>
                  </a:cubicBezTo>
                  <a:lnTo>
                    <a:pt x="1168" y="857"/>
                  </a:lnTo>
                  <a:cubicBezTo>
                    <a:pt x="1280" y="876"/>
                    <a:pt x="1550" y="947"/>
                    <a:pt x="1783" y="947"/>
                  </a:cubicBezTo>
                  <a:cubicBezTo>
                    <a:pt x="1965" y="947"/>
                    <a:pt x="2125" y="904"/>
                    <a:pt x="2169" y="757"/>
                  </a:cubicBezTo>
                  <a:cubicBezTo>
                    <a:pt x="2202" y="591"/>
                    <a:pt x="1902" y="324"/>
                    <a:pt x="1735" y="224"/>
                  </a:cubicBezTo>
                  <a:cubicBezTo>
                    <a:pt x="1520" y="106"/>
                    <a:pt x="1132" y="0"/>
                    <a:pt x="781" y="0"/>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9"/>
            <p:cNvSpPr/>
            <p:nvPr/>
          </p:nvSpPr>
          <p:spPr>
            <a:xfrm>
              <a:off x="7910352" y="2123136"/>
              <a:ext cx="44198" cy="19019"/>
            </a:xfrm>
            <a:custGeom>
              <a:avLst/>
              <a:gdLst/>
              <a:ahLst/>
              <a:cxnLst/>
              <a:rect l="l" t="t" r="r" b="b"/>
              <a:pathLst>
                <a:path w="2203" h="948" extrusionOk="0">
                  <a:moveTo>
                    <a:pt x="1422" y="0"/>
                  </a:moveTo>
                  <a:cubicBezTo>
                    <a:pt x="1071" y="0"/>
                    <a:pt x="683" y="106"/>
                    <a:pt x="468" y="224"/>
                  </a:cubicBezTo>
                  <a:cubicBezTo>
                    <a:pt x="301" y="324"/>
                    <a:pt x="1" y="591"/>
                    <a:pt x="34" y="757"/>
                  </a:cubicBezTo>
                  <a:cubicBezTo>
                    <a:pt x="78" y="904"/>
                    <a:pt x="238" y="947"/>
                    <a:pt x="420" y="947"/>
                  </a:cubicBezTo>
                  <a:cubicBezTo>
                    <a:pt x="653" y="947"/>
                    <a:pt x="923" y="876"/>
                    <a:pt x="1035" y="857"/>
                  </a:cubicBezTo>
                  <a:lnTo>
                    <a:pt x="1902" y="591"/>
                  </a:lnTo>
                  <a:cubicBezTo>
                    <a:pt x="2002" y="557"/>
                    <a:pt x="2069" y="557"/>
                    <a:pt x="2136" y="490"/>
                  </a:cubicBezTo>
                  <a:cubicBezTo>
                    <a:pt x="2202" y="390"/>
                    <a:pt x="2136" y="257"/>
                    <a:pt x="2036" y="190"/>
                  </a:cubicBezTo>
                  <a:cubicBezTo>
                    <a:pt x="1898" y="53"/>
                    <a:pt x="1669" y="0"/>
                    <a:pt x="1422" y="0"/>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9"/>
            <p:cNvSpPr/>
            <p:nvPr/>
          </p:nvSpPr>
          <p:spPr>
            <a:xfrm>
              <a:off x="7842320" y="1962636"/>
              <a:ext cx="282219" cy="249718"/>
            </a:xfrm>
            <a:custGeom>
              <a:avLst/>
              <a:gdLst/>
              <a:ahLst/>
              <a:cxnLst/>
              <a:rect l="l" t="t" r="r" b="b"/>
              <a:pathLst>
                <a:path w="14067" h="12447" extrusionOk="0">
                  <a:moveTo>
                    <a:pt x="2515" y="0"/>
                  </a:moveTo>
                  <a:cubicBezTo>
                    <a:pt x="753" y="0"/>
                    <a:pt x="0" y="2320"/>
                    <a:pt x="923" y="3654"/>
                  </a:cubicBezTo>
                  <a:cubicBezTo>
                    <a:pt x="1724" y="4754"/>
                    <a:pt x="2258" y="6422"/>
                    <a:pt x="2558" y="7523"/>
                  </a:cubicBezTo>
                  <a:cubicBezTo>
                    <a:pt x="2558" y="7657"/>
                    <a:pt x="2591" y="7757"/>
                    <a:pt x="2625" y="7890"/>
                  </a:cubicBezTo>
                  <a:cubicBezTo>
                    <a:pt x="2691" y="8090"/>
                    <a:pt x="2691" y="8324"/>
                    <a:pt x="2791" y="8524"/>
                  </a:cubicBezTo>
                  <a:lnTo>
                    <a:pt x="3058" y="7523"/>
                  </a:lnTo>
                  <a:cubicBezTo>
                    <a:pt x="3125" y="7256"/>
                    <a:pt x="3258" y="6989"/>
                    <a:pt x="3425" y="6756"/>
                  </a:cubicBezTo>
                  <a:cubicBezTo>
                    <a:pt x="3525" y="6689"/>
                    <a:pt x="3592" y="6589"/>
                    <a:pt x="3625" y="6522"/>
                  </a:cubicBezTo>
                  <a:cubicBezTo>
                    <a:pt x="3692" y="6422"/>
                    <a:pt x="3625" y="6322"/>
                    <a:pt x="3692" y="6189"/>
                  </a:cubicBezTo>
                  <a:cubicBezTo>
                    <a:pt x="3759" y="5855"/>
                    <a:pt x="4092" y="5622"/>
                    <a:pt x="4426" y="5622"/>
                  </a:cubicBezTo>
                  <a:lnTo>
                    <a:pt x="5794" y="5522"/>
                  </a:lnTo>
                  <a:cubicBezTo>
                    <a:pt x="6104" y="5501"/>
                    <a:pt x="6421" y="5493"/>
                    <a:pt x="6740" y="5493"/>
                  </a:cubicBezTo>
                  <a:cubicBezTo>
                    <a:pt x="7450" y="5493"/>
                    <a:pt x="8172" y="5532"/>
                    <a:pt x="8862" y="5555"/>
                  </a:cubicBezTo>
                  <a:cubicBezTo>
                    <a:pt x="9363" y="5588"/>
                    <a:pt x="9930" y="5622"/>
                    <a:pt x="10297" y="5955"/>
                  </a:cubicBezTo>
                  <a:cubicBezTo>
                    <a:pt x="10430" y="6055"/>
                    <a:pt x="10530" y="6189"/>
                    <a:pt x="10530" y="6289"/>
                  </a:cubicBezTo>
                  <a:cubicBezTo>
                    <a:pt x="10564" y="6556"/>
                    <a:pt x="10297" y="6723"/>
                    <a:pt x="10197" y="6923"/>
                  </a:cubicBezTo>
                  <a:cubicBezTo>
                    <a:pt x="9930" y="7256"/>
                    <a:pt x="9930" y="7757"/>
                    <a:pt x="10097" y="8124"/>
                  </a:cubicBezTo>
                  <a:cubicBezTo>
                    <a:pt x="10263" y="8557"/>
                    <a:pt x="10564" y="8857"/>
                    <a:pt x="10897" y="9158"/>
                  </a:cubicBezTo>
                  <a:cubicBezTo>
                    <a:pt x="11131" y="9324"/>
                    <a:pt x="11364" y="9525"/>
                    <a:pt x="11464" y="9758"/>
                  </a:cubicBezTo>
                  <a:cubicBezTo>
                    <a:pt x="11631" y="10092"/>
                    <a:pt x="11564" y="10525"/>
                    <a:pt x="11531" y="10892"/>
                  </a:cubicBezTo>
                  <a:lnTo>
                    <a:pt x="11531" y="11259"/>
                  </a:lnTo>
                  <a:cubicBezTo>
                    <a:pt x="11531" y="11426"/>
                    <a:pt x="11564" y="11559"/>
                    <a:pt x="11698" y="11693"/>
                  </a:cubicBezTo>
                  <a:cubicBezTo>
                    <a:pt x="11760" y="11734"/>
                    <a:pt x="11847" y="11762"/>
                    <a:pt x="11936" y="11762"/>
                  </a:cubicBezTo>
                  <a:cubicBezTo>
                    <a:pt x="11991" y="11762"/>
                    <a:pt x="12047" y="11752"/>
                    <a:pt x="12098" y="11726"/>
                  </a:cubicBezTo>
                  <a:cubicBezTo>
                    <a:pt x="12131" y="11693"/>
                    <a:pt x="12198" y="11593"/>
                    <a:pt x="12265" y="11559"/>
                  </a:cubicBezTo>
                  <a:cubicBezTo>
                    <a:pt x="12285" y="11539"/>
                    <a:pt x="12342" y="11506"/>
                    <a:pt x="12392" y="11506"/>
                  </a:cubicBezTo>
                  <a:cubicBezTo>
                    <a:pt x="12423" y="11506"/>
                    <a:pt x="12452" y="11520"/>
                    <a:pt x="12465" y="11559"/>
                  </a:cubicBezTo>
                  <a:cubicBezTo>
                    <a:pt x="12532" y="11593"/>
                    <a:pt x="12532" y="11659"/>
                    <a:pt x="12532" y="11693"/>
                  </a:cubicBezTo>
                  <a:cubicBezTo>
                    <a:pt x="12532" y="11860"/>
                    <a:pt x="12565" y="12026"/>
                    <a:pt x="12632" y="12193"/>
                  </a:cubicBezTo>
                  <a:cubicBezTo>
                    <a:pt x="12681" y="12266"/>
                    <a:pt x="12783" y="12447"/>
                    <a:pt x="12861" y="12447"/>
                  </a:cubicBezTo>
                  <a:cubicBezTo>
                    <a:pt x="12889" y="12447"/>
                    <a:pt x="12914" y="12423"/>
                    <a:pt x="12932" y="12360"/>
                  </a:cubicBezTo>
                  <a:cubicBezTo>
                    <a:pt x="13299" y="11092"/>
                    <a:pt x="13699" y="9858"/>
                    <a:pt x="13766" y="8557"/>
                  </a:cubicBezTo>
                  <a:cubicBezTo>
                    <a:pt x="13766" y="7390"/>
                    <a:pt x="13632" y="6189"/>
                    <a:pt x="13699" y="4988"/>
                  </a:cubicBezTo>
                  <a:cubicBezTo>
                    <a:pt x="13699" y="4855"/>
                    <a:pt x="13733" y="4754"/>
                    <a:pt x="13766" y="4688"/>
                  </a:cubicBezTo>
                  <a:lnTo>
                    <a:pt x="13933" y="4521"/>
                  </a:lnTo>
                  <a:cubicBezTo>
                    <a:pt x="14066" y="4388"/>
                    <a:pt x="13899" y="4187"/>
                    <a:pt x="13599" y="4087"/>
                  </a:cubicBezTo>
                  <a:cubicBezTo>
                    <a:pt x="13576" y="4083"/>
                    <a:pt x="13554" y="4081"/>
                    <a:pt x="13531" y="4081"/>
                  </a:cubicBezTo>
                  <a:cubicBezTo>
                    <a:pt x="13387" y="4081"/>
                    <a:pt x="13243" y="4163"/>
                    <a:pt x="13099" y="4221"/>
                  </a:cubicBezTo>
                  <a:cubicBezTo>
                    <a:pt x="12932" y="4187"/>
                    <a:pt x="13099" y="3820"/>
                    <a:pt x="12932" y="3720"/>
                  </a:cubicBezTo>
                  <a:lnTo>
                    <a:pt x="12799" y="3720"/>
                  </a:lnTo>
                  <a:cubicBezTo>
                    <a:pt x="12548" y="3795"/>
                    <a:pt x="12298" y="3833"/>
                    <a:pt x="12048" y="3833"/>
                  </a:cubicBezTo>
                  <a:cubicBezTo>
                    <a:pt x="11965" y="3833"/>
                    <a:pt x="11881" y="3829"/>
                    <a:pt x="11798" y="3820"/>
                  </a:cubicBezTo>
                  <a:cubicBezTo>
                    <a:pt x="11464" y="3754"/>
                    <a:pt x="11131" y="3654"/>
                    <a:pt x="10864" y="3554"/>
                  </a:cubicBezTo>
                  <a:cubicBezTo>
                    <a:pt x="10764" y="3554"/>
                    <a:pt x="10630" y="3520"/>
                    <a:pt x="10530" y="3487"/>
                  </a:cubicBezTo>
                  <a:cubicBezTo>
                    <a:pt x="10397" y="3420"/>
                    <a:pt x="10230" y="3387"/>
                    <a:pt x="10097" y="3353"/>
                  </a:cubicBezTo>
                  <a:cubicBezTo>
                    <a:pt x="8562" y="2920"/>
                    <a:pt x="6427" y="2219"/>
                    <a:pt x="4359" y="718"/>
                  </a:cubicBezTo>
                  <a:cubicBezTo>
                    <a:pt x="3665" y="210"/>
                    <a:pt x="3045" y="0"/>
                    <a:pt x="2515" y="0"/>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9"/>
            <p:cNvSpPr/>
            <p:nvPr/>
          </p:nvSpPr>
          <p:spPr>
            <a:xfrm>
              <a:off x="8073641" y="2149960"/>
              <a:ext cx="46685" cy="61151"/>
            </a:xfrm>
            <a:custGeom>
              <a:avLst/>
              <a:gdLst/>
              <a:ahLst/>
              <a:cxnLst/>
              <a:rect l="l" t="t" r="r" b="b"/>
              <a:pathLst>
                <a:path w="2327" h="3048" extrusionOk="0">
                  <a:moveTo>
                    <a:pt x="1432" y="0"/>
                  </a:moveTo>
                  <a:cubicBezTo>
                    <a:pt x="1313" y="0"/>
                    <a:pt x="1180" y="47"/>
                    <a:pt x="1035" y="154"/>
                  </a:cubicBezTo>
                  <a:cubicBezTo>
                    <a:pt x="435" y="588"/>
                    <a:pt x="1" y="2556"/>
                    <a:pt x="835" y="3023"/>
                  </a:cubicBezTo>
                  <a:cubicBezTo>
                    <a:pt x="868" y="3040"/>
                    <a:pt x="918" y="3048"/>
                    <a:pt x="968" y="3048"/>
                  </a:cubicBezTo>
                  <a:cubicBezTo>
                    <a:pt x="1018" y="3048"/>
                    <a:pt x="1068" y="3040"/>
                    <a:pt x="1102" y="3023"/>
                  </a:cubicBezTo>
                  <a:cubicBezTo>
                    <a:pt x="1569" y="2889"/>
                    <a:pt x="1936" y="2489"/>
                    <a:pt x="2102" y="1922"/>
                  </a:cubicBezTo>
                  <a:cubicBezTo>
                    <a:pt x="2326" y="1278"/>
                    <a:pt x="2057" y="0"/>
                    <a:pt x="1432" y="0"/>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9"/>
            <p:cNvSpPr/>
            <p:nvPr/>
          </p:nvSpPr>
          <p:spPr>
            <a:xfrm>
              <a:off x="8078998" y="2177485"/>
              <a:ext cx="33404" cy="34528"/>
            </a:xfrm>
            <a:custGeom>
              <a:avLst/>
              <a:gdLst/>
              <a:ahLst/>
              <a:cxnLst/>
              <a:rect l="l" t="t" r="r" b="b"/>
              <a:pathLst>
                <a:path w="1665" h="1721" extrusionOk="0">
                  <a:moveTo>
                    <a:pt x="748" y="1"/>
                  </a:moveTo>
                  <a:cubicBezTo>
                    <a:pt x="426" y="1"/>
                    <a:pt x="134" y="116"/>
                    <a:pt x="134" y="116"/>
                  </a:cubicBezTo>
                  <a:cubicBezTo>
                    <a:pt x="1" y="984"/>
                    <a:pt x="168" y="1484"/>
                    <a:pt x="568" y="1684"/>
                  </a:cubicBezTo>
                  <a:cubicBezTo>
                    <a:pt x="614" y="1709"/>
                    <a:pt x="664" y="1720"/>
                    <a:pt x="716" y="1720"/>
                  </a:cubicBezTo>
                  <a:cubicBezTo>
                    <a:pt x="1083" y="1720"/>
                    <a:pt x="1569" y="1184"/>
                    <a:pt x="1569" y="1184"/>
                  </a:cubicBezTo>
                  <a:cubicBezTo>
                    <a:pt x="1664" y="209"/>
                    <a:pt x="1179" y="1"/>
                    <a:pt x="748" y="1"/>
                  </a:cubicBezTo>
                  <a:close/>
                </a:path>
              </a:pathLst>
            </a:custGeom>
            <a:solidFill>
              <a:srgbClr val="C187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9"/>
            <p:cNvSpPr/>
            <p:nvPr/>
          </p:nvSpPr>
          <p:spPr>
            <a:xfrm>
              <a:off x="7902989" y="2306969"/>
              <a:ext cx="188748" cy="133857"/>
            </a:xfrm>
            <a:custGeom>
              <a:avLst/>
              <a:gdLst/>
              <a:ahLst/>
              <a:cxnLst/>
              <a:rect l="l" t="t" r="r" b="b"/>
              <a:pathLst>
                <a:path w="9408" h="6672" extrusionOk="0">
                  <a:moveTo>
                    <a:pt x="8707" y="0"/>
                  </a:moveTo>
                  <a:lnTo>
                    <a:pt x="4070" y="3503"/>
                  </a:lnTo>
                  <a:lnTo>
                    <a:pt x="3270" y="5438"/>
                  </a:lnTo>
                  <a:lnTo>
                    <a:pt x="1669" y="567"/>
                  </a:lnTo>
                  <a:lnTo>
                    <a:pt x="1" y="2736"/>
                  </a:lnTo>
                  <a:lnTo>
                    <a:pt x="268" y="5438"/>
                  </a:lnTo>
                  <a:lnTo>
                    <a:pt x="1535" y="3903"/>
                  </a:lnTo>
                  <a:cubicBezTo>
                    <a:pt x="1535" y="3903"/>
                    <a:pt x="2036" y="5671"/>
                    <a:pt x="3070" y="6105"/>
                  </a:cubicBezTo>
                  <a:lnTo>
                    <a:pt x="3837" y="6205"/>
                  </a:lnTo>
                  <a:lnTo>
                    <a:pt x="5071" y="6171"/>
                  </a:lnTo>
                  <a:lnTo>
                    <a:pt x="6105" y="6672"/>
                  </a:lnTo>
                  <a:lnTo>
                    <a:pt x="9408" y="3069"/>
                  </a:lnTo>
                  <a:lnTo>
                    <a:pt x="87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9"/>
            <p:cNvSpPr/>
            <p:nvPr/>
          </p:nvSpPr>
          <p:spPr>
            <a:xfrm>
              <a:off x="8035823" y="3051809"/>
              <a:ext cx="141581" cy="125531"/>
            </a:xfrm>
            <a:custGeom>
              <a:avLst/>
              <a:gdLst/>
              <a:ahLst/>
              <a:cxnLst/>
              <a:rect l="l" t="t" r="r" b="b"/>
              <a:pathLst>
                <a:path w="7057" h="6257" extrusionOk="0">
                  <a:moveTo>
                    <a:pt x="4221" y="1"/>
                  </a:moveTo>
                  <a:lnTo>
                    <a:pt x="1419" y="1802"/>
                  </a:lnTo>
                  <a:cubicBezTo>
                    <a:pt x="1" y="2627"/>
                    <a:pt x="637" y="5506"/>
                    <a:pt x="1587" y="5506"/>
                  </a:cubicBezTo>
                  <a:cubicBezTo>
                    <a:pt x="1597" y="5506"/>
                    <a:pt x="1608" y="5506"/>
                    <a:pt x="1619" y="5505"/>
                  </a:cubicBezTo>
                  <a:cubicBezTo>
                    <a:pt x="2220" y="5505"/>
                    <a:pt x="3154" y="5938"/>
                    <a:pt x="3921" y="6172"/>
                  </a:cubicBezTo>
                  <a:cubicBezTo>
                    <a:pt x="4081" y="6230"/>
                    <a:pt x="4243" y="6256"/>
                    <a:pt x="4403" y="6256"/>
                  </a:cubicBezTo>
                  <a:cubicBezTo>
                    <a:pt x="5076" y="6256"/>
                    <a:pt x="5700" y="5779"/>
                    <a:pt x="5889" y="5105"/>
                  </a:cubicBezTo>
                  <a:lnTo>
                    <a:pt x="7056" y="1402"/>
                  </a:lnTo>
                  <a:lnTo>
                    <a:pt x="4221" y="1"/>
                  </a:ln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9"/>
            <p:cNvSpPr/>
            <p:nvPr/>
          </p:nvSpPr>
          <p:spPr>
            <a:xfrm>
              <a:off x="8080342" y="3117394"/>
              <a:ext cx="22109" cy="45542"/>
            </a:xfrm>
            <a:custGeom>
              <a:avLst/>
              <a:gdLst/>
              <a:ahLst/>
              <a:cxnLst/>
              <a:rect l="l" t="t" r="r" b="b"/>
              <a:pathLst>
                <a:path w="1102" h="2270" fill="none" extrusionOk="0">
                  <a:moveTo>
                    <a:pt x="1101" y="1"/>
                  </a:moveTo>
                  <a:cubicBezTo>
                    <a:pt x="1101" y="1"/>
                    <a:pt x="1" y="1202"/>
                    <a:pt x="601" y="2269"/>
                  </a:cubicBezTo>
                </a:path>
              </a:pathLst>
            </a:custGeom>
            <a:noFill/>
            <a:ln w="10850" cap="rnd" cmpd="sng">
              <a:solidFill>
                <a:srgbClr val="B5745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9"/>
            <p:cNvSpPr/>
            <p:nvPr/>
          </p:nvSpPr>
          <p:spPr>
            <a:xfrm>
              <a:off x="8108449" y="3128107"/>
              <a:ext cx="15408" cy="43516"/>
            </a:xfrm>
            <a:custGeom>
              <a:avLst/>
              <a:gdLst/>
              <a:ahLst/>
              <a:cxnLst/>
              <a:rect l="l" t="t" r="r" b="b"/>
              <a:pathLst>
                <a:path w="768" h="2169" fill="none" extrusionOk="0">
                  <a:moveTo>
                    <a:pt x="768" y="1"/>
                  </a:moveTo>
                  <a:cubicBezTo>
                    <a:pt x="768" y="1"/>
                    <a:pt x="1" y="1468"/>
                    <a:pt x="367" y="2169"/>
                  </a:cubicBezTo>
                </a:path>
              </a:pathLst>
            </a:custGeom>
            <a:noFill/>
            <a:ln w="10850" cap="rnd" cmpd="sng">
              <a:solidFill>
                <a:srgbClr val="B5745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9"/>
            <p:cNvSpPr/>
            <p:nvPr/>
          </p:nvSpPr>
          <p:spPr>
            <a:xfrm>
              <a:off x="8091717" y="2388001"/>
              <a:ext cx="267052" cy="703311"/>
            </a:xfrm>
            <a:custGeom>
              <a:avLst/>
              <a:gdLst/>
              <a:ahLst/>
              <a:cxnLst/>
              <a:rect l="l" t="t" r="r" b="b"/>
              <a:pathLst>
                <a:path w="13311" h="35056" extrusionOk="0">
                  <a:moveTo>
                    <a:pt x="3438" y="0"/>
                  </a:moveTo>
                  <a:cubicBezTo>
                    <a:pt x="2813" y="0"/>
                    <a:pt x="2345" y="216"/>
                    <a:pt x="2002" y="364"/>
                  </a:cubicBezTo>
                  <a:cubicBezTo>
                    <a:pt x="1302" y="698"/>
                    <a:pt x="1" y="2499"/>
                    <a:pt x="1368" y="5034"/>
                  </a:cubicBezTo>
                  <a:cubicBezTo>
                    <a:pt x="1368" y="5034"/>
                    <a:pt x="5271" y="15242"/>
                    <a:pt x="7139" y="17710"/>
                  </a:cubicBezTo>
                  <a:lnTo>
                    <a:pt x="801" y="32754"/>
                  </a:lnTo>
                  <a:cubicBezTo>
                    <a:pt x="801" y="32754"/>
                    <a:pt x="1802" y="34756"/>
                    <a:pt x="4537" y="35056"/>
                  </a:cubicBezTo>
                  <a:cubicBezTo>
                    <a:pt x="4537" y="35056"/>
                    <a:pt x="10808" y="22747"/>
                    <a:pt x="11609" y="21680"/>
                  </a:cubicBezTo>
                  <a:cubicBezTo>
                    <a:pt x="12376" y="20579"/>
                    <a:pt x="13310" y="18878"/>
                    <a:pt x="13310" y="18077"/>
                  </a:cubicBezTo>
                  <a:cubicBezTo>
                    <a:pt x="13310" y="17310"/>
                    <a:pt x="8940" y="3700"/>
                    <a:pt x="6539" y="1532"/>
                  </a:cubicBezTo>
                  <a:cubicBezTo>
                    <a:pt x="5227" y="332"/>
                    <a:pt x="4213" y="0"/>
                    <a:pt x="343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9"/>
            <p:cNvSpPr/>
            <p:nvPr/>
          </p:nvSpPr>
          <p:spPr>
            <a:xfrm>
              <a:off x="8095068" y="2388784"/>
              <a:ext cx="142564" cy="646313"/>
            </a:xfrm>
            <a:custGeom>
              <a:avLst/>
              <a:gdLst/>
              <a:ahLst/>
              <a:cxnLst/>
              <a:rect l="l" t="t" r="r" b="b"/>
              <a:pathLst>
                <a:path w="7106" h="32215" extrusionOk="0">
                  <a:moveTo>
                    <a:pt x="2335" y="0"/>
                  </a:moveTo>
                  <a:cubicBezTo>
                    <a:pt x="2310" y="0"/>
                    <a:pt x="2285" y="9"/>
                    <a:pt x="2269" y="25"/>
                  </a:cubicBezTo>
                  <a:cubicBezTo>
                    <a:pt x="0" y="2093"/>
                    <a:pt x="1068" y="4862"/>
                    <a:pt x="1568" y="6196"/>
                  </a:cubicBezTo>
                  <a:cubicBezTo>
                    <a:pt x="1668" y="6430"/>
                    <a:pt x="1735" y="6630"/>
                    <a:pt x="1802" y="6763"/>
                  </a:cubicBezTo>
                  <a:cubicBezTo>
                    <a:pt x="2035" y="7664"/>
                    <a:pt x="6438" y="16804"/>
                    <a:pt x="6839" y="17638"/>
                  </a:cubicBezTo>
                  <a:lnTo>
                    <a:pt x="834" y="32015"/>
                  </a:lnTo>
                  <a:cubicBezTo>
                    <a:pt x="801" y="32115"/>
                    <a:pt x="834" y="32148"/>
                    <a:pt x="934" y="32182"/>
                  </a:cubicBezTo>
                  <a:cubicBezTo>
                    <a:pt x="868" y="32215"/>
                    <a:pt x="934" y="32215"/>
                    <a:pt x="934" y="32215"/>
                  </a:cubicBezTo>
                  <a:cubicBezTo>
                    <a:pt x="968" y="32215"/>
                    <a:pt x="1001" y="32182"/>
                    <a:pt x="1034" y="32148"/>
                  </a:cubicBezTo>
                  <a:lnTo>
                    <a:pt x="7105" y="17705"/>
                  </a:lnTo>
                  <a:lnTo>
                    <a:pt x="7105" y="17605"/>
                  </a:lnTo>
                  <a:cubicBezTo>
                    <a:pt x="7039" y="17504"/>
                    <a:pt x="2302" y="7631"/>
                    <a:pt x="2035" y="6663"/>
                  </a:cubicBezTo>
                  <a:cubicBezTo>
                    <a:pt x="2002" y="6497"/>
                    <a:pt x="1902" y="6330"/>
                    <a:pt x="1835" y="6096"/>
                  </a:cubicBezTo>
                  <a:cubicBezTo>
                    <a:pt x="1301" y="4695"/>
                    <a:pt x="301" y="2127"/>
                    <a:pt x="2402" y="192"/>
                  </a:cubicBezTo>
                  <a:cubicBezTo>
                    <a:pt x="2469" y="159"/>
                    <a:pt x="2469" y="92"/>
                    <a:pt x="2402" y="25"/>
                  </a:cubicBezTo>
                  <a:cubicBezTo>
                    <a:pt x="2385" y="9"/>
                    <a:pt x="2360" y="0"/>
                    <a:pt x="23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9"/>
            <p:cNvSpPr/>
            <p:nvPr/>
          </p:nvSpPr>
          <p:spPr>
            <a:xfrm>
              <a:off x="8235605" y="2741342"/>
              <a:ext cx="85687" cy="21387"/>
            </a:xfrm>
            <a:custGeom>
              <a:avLst/>
              <a:gdLst/>
              <a:ahLst/>
              <a:cxnLst/>
              <a:rect l="l" t="t" r="r" b="b"/>
              <a:pathLst>
                <a:path w="4271" h="1066" extrusionOk="0">
                  <a:moveTo>
                    <a:pt x="787" y="0"/>
                  </a:moveTo>
                  <a:cubicBezTo>
                    <a:pt x="568" y="0"/>
                    <a:pt x="349" y="10"/>
                    <a:pt x="134" y="32"/>
                  </a:cubicBezTo>
                  <a:cubicBezTo>
                    <a:pt x="34" y="32"/>
                    <a:pt x="0" y="98"/>
                    <a:pt x="0" y="132"/>
                  </a:cubicBezTo>
                  <a:cubicBezTo>
                    <a:pt x="0" y="232"/>
                    <a:pt x="100" y="265"/>
                    <a:pt x="134" y="265"/>
                  </a:cubicBezTo>
                  <a:cubicBezTo>
                    <a:pt x="358" y="243"/>
                    <a:pt x="583" y="232"/>
                    <a:pt x="807" y="232"/>
                  </a:cubicBezTo>
                  <a:cubicBezTo>
                    <a:pt x="1922" y="232"/>
                    <a:pt x="3032" y="505"/>
                    <a:pt x="4003" y="1032"/>
                  </a:cubicBezTo>
                  <a:cubicBezTo>
                    <a:pt x="4037" y="1066"/>
                    <a:pt x="4103" y="1066"/>
                    <a:pt x="4103" y="1066"/>
                  </a:cubicBezTo>
                  <a:cubicBezTo>
                    <a:pt x="4137" y="1066"/>
                    <a:pt x="4170" y="999"/>
                    <a:pt x="4203" y="966"/>
                  </a:cubicBezTo>
                  <a:cubicBezTo>
                    <a:pt x="4270" y="899"/>
                    <a:pt x="4203" y="865"/>
                    <a:pt x="4170" y="799"/>
                  </a:cubicBezTo>
                  <a:cubicBezTo>
                    <a:pt x="3159" y="293"/>
                    <a:pt x="1958" y="0"/>
                    <a:pt x="7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9"/>
            <p:cNvSpPr/>
            <p:nvPr/>
          </p:nvSpPr>
          <p:spPr>
            <a:xfrm>
              <a:off x="8248987" y="2733939"/>
              <a:ext cx="43516" cy="5377"/>
            </a:xfrm>
            <a:custGeom>
              <a:avLst/>
              <a:gdLst/>
              <a:ahLst/>
              <a:cxnLst/>
              <a:rect l="l" t="t" r="r" b="b"/>
              <a:pathLst>
                <a:path w="2169" h="268" extrusionOk="0">
                  <a:moveTo>
                    <a:pt x="134" y="0"/>
                  </a:moveTo>
                  <a:cubicBezTo>
                    <a:pt x="34" y="0"/>
                    <a:pt x="1" y="67"/>
                    <a:pt x="1" y="134"/>
                  </a:cubicBezTo>
                  <a:cubicBezTo>
                    <a:pt x="1" y="167"/>
                    <a:pt x="34" y="267"/>
                    <a:pt x="134" y="267"/>
                  </a:cubicBezTo>
                  <a:lnTo>
                    <a:pt x="2035" y="267"/>
                  </a:lnTo>
                  <a:cubicBezTo>
                    <a:pt x="2135" y="267"/>
                    <a:pt x="2169" y="200"/>
                    <a:pt x="2169" y="134"/>
                  </a:cubicBezTo>
                  <a:cubicBezTo>
                    <a:pt x="2169" y="67"/>
                    <a:pt x="2135" y="0"/>
                    <a:pt x="20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9"/>
            <p:cNvSpPr/>
            <p:nvPr/>
          </p:nvSpPr>
          <p:spPr>
            <a:xfrm>
              <a:off x="8248987" y="2756690"/>
              <a:ext cx="18758" cy="6701"/>
            </a:xfrm>
            <a:custGeom>
              <a:avLst/>
              <a:gdLst/>
              <a:ahLst/>
              <a:cxnLst/>
              <a:rect l="l" t="t" r="r" b="b"/>
              <a:pathLst>
                <a:path w="935" h="334" extrusionOk="0">
                  <a:moveTo>
                    <a:pt x="134" y="0"/>
                  </a:moveTo>
                  <a:cubicBezTo>
                    <a:pt x="34" y="0"/>
                    <a:pt x="1" y="100"/>
                    <a:pt x="1" y="134"/>
                  </a:cubicBezTo>
                  <a:cubicBezTo>
                    <a:pt x="1" y="201"/>
                    <a:pt x="34" y="267"/>
                    <a:pt x="134" y="267"/>
                  </a:cubicBezTo>
                  <a:cubicBezTo>
                    <a:pt x="172" y="261"/>
                    <a:pt x="209" y="258"/>
                    <a:pt x="246" y="258"/>
                  </a:cubicBezTo>
                  <a:cubicBezTo>
                    <a:pt x="401" y="258"/>
                    <a:pt x="552" y="307"/>
                    <a:pt x="768" y="334"/>
                  </a:cubicBezTo>
                  <a:cubicBezTo>
                    <a:pt x="801" y="334"/>
                    <a:pt x="868" y="301"/>
                    <a:pt x="868" y="267"/>
                  </a:cubicBezTo>
                  <a:cubicBezTo>
                    <a:pt x="935" y="167"/>
                    <a:pt x="868" y="134"/>
                    <a:pt x="801" y="100"/>
                  </a:cubicBezTo>
                  <a:cubicBezTo>
                    <a:pt x="601" y="0"/>
                    <a:pt x="334" y="0"/>
                    <a:pt x="134" y="0"/>
                  </a:cubicBezTo>
                  <a:close/>
                </a:path>
              </a:pathLst>
            </a:custGeom>
            <a:solidFill>
              <a:srgbClr val="6B7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9"/>
            <p:cNvSpPr/>
            <p:nvPr/>
          </p:nvSpPr>
          <p:spPr>
            <a:xfrm>
              <a:off x="8092379" y="2401323"/>
              <a:ext cx="28810" cy="120475"/>
            </a:xfrm>
            <a:custGeom>
              <a:avLst/>
              <a:gdLst/>
              <a:ahLst/>
              <a:cxnLst/>
              <a:rect l="l" t="t" r="r" b="b"/>
              <a:pathLst>
                <a:path w="1436" h="6005" extrusionOk="0">
                  <a:moveTo>
                    <a:pt x="435" y="1"/>
                  </a:moveTo>
                  <a:cubicBezTo>
                    <a:pt x="335" y="1"/>
                    <a:pt x="301" y="34"/>
                    <a:pt x="268" y="134"/>
                  </a:cubicBezTo>
                  <a:cubicBezTo>
                    <a:pt x="1" y="1835"/>
                    <a:pt x="168" y="3537"/>
                    <a:pt x="768" y="5171"/>
                  </a:cubicBezTo>
                  <a:cubicBezTo>
                    <a:pt x="835" y="5405"/>
                    <a:pt x="968" y="5671"/>
                    <a:pt x="1135" y="5905"/>
                  </a:cubicBezTo>
                  <a:cubicBezTo>
                    <a:pt x="1168" y="5972"/>
                    <a:pt x="1235" y="6005"/>
                    <a:pt x="1269" y="6005"/>
                  </a:cubicBezTo>
                  <a:cubicBezTo>
                    <a:pt x="1302" y="6005"/>
                    <a:pt x="1302" y="6005"/>
                    <a:pt x="1335" y="5972"/>
                  </a:cubicBezTo>
                  <a:cubicBezTo>
                    <a:pt x="1402" y="5905"/>
                    <a:pt x="1435" y="5838"/>
                    <a:pt x="1402" y="5805"/>
                  </a:cubicBezTo>
                  <a:cubicBezTo>
                    <a:pt x="1269" y="5571"/>
                    <a:pt x="1135" y="5338"/>
                    <a:pt x="1068" y="5071"/>
                  </a:cubicBezTo>
                  <a:cubicBezTo>
                    <a:pt x="468" y="3503"/>
                    <a:pt x="301" y="1835"/>
                    <a:pt x="568" y="167"/>
                  </a:cubicBezTo>
                  <a:cubicBezTo>
                    <a:pt x="568" y="67"/>
                    <a:pt x="501" y="34"/>
                    <a:pt x="4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9"/>
            <p:cNvSpPr/>
            <p:nvPr/>
          </p:nvSpPr>
          <p:spPr>
            <a:xfrm>
              <a:off x="7967249" y="2346191"/>
              <a:ext cx="121137" cy="81253"/>
            </a:xfrm>
            <a:custGeom>
              <a:avLst/>
              <a:gdLst/>
              <a:ahLst/>
              <a:cxnLst/>
              <a:rect l="l" t="t" r="r" b="b"/>
              <a:pathLst>
                <a:path w="6038" h="4050" extrusionOk="0">
                  <a:moveTo>
                    <a:pt x="5884" y="0"/>
                  </a:moveTo>
                  <a:cubicBezTo>
                    <a:pt x="5851" y="0"/>
                    <a:pt x="5823" y="25"/>
                    <a:pt x="5804" y="80"/>
                  </a:cubicBezTo>
                  <a:cubicBezTo>
                    <a:pt x="4804" y="1481"/>
                    <a:pt x="2969" y="2982"/>
                    <a:pt x="2502" y="3316"/>
                  </a:cubicBezTo>
                  <a:lnTo>
                    <a:pt x="1535" y="1948"/>
                  </a:lnTo>
                  <a:cubicBezTo>
                    <a:pt x="1501" y="1915"/>
                    <a:pt x="1468" y="1915"/>
                    <a:pt x="1401" y="1915"/>
                  </a:cubicBezTo>
                  <a:cubicBezTo>
                    <a:pt x="1368" y="1915"/>
                    <a:pt x="1334" y="1948"/>
                    <a:pt x="1301" y="1948"/>
                  </a:cubicBezTo>
                  <a:lnTo>
                    <a:pt x="34" y="3816"/>
                  </a:lnTo>
                  <a:cubicBezTo>
                    <a:pt x="0" y="3883"/>
                    <a:pt x="0" y="3950"/>
                    <a:pt x="67" y="3983"/>
                  </a:cubicBezTo>
                  <a:cubicBezTo>
                    <a:pt x="134" y="4050"/>
                    <a:pt x="134" y="4050"/>
                    <a:pt x="167" y="4050"/>
                  </a:cubicBezTo>
                  <a:cubicBezTo>
                    <a:pt x="200" y="4050"/>
                    <a:pt x="234" y="4050"/>
                    <a:pt x="300" y="3983"/>
                  </a:cubicBezTo>
                  <a:lnTo>
                    <a:pt x="1468" y="2282"/>
                  </a:lnTo>
                  <a:lnTo>
                    <a:pt x="2369" y="3616"/>
                  </a:lnTo>
                  <a:cubicBezTo>
                    <a:pt x="2369" y="3649"/>
                    <a:pt x="2402" y="3649"/>
                    <a:pt x="2469" y="3649"/>
                  </a:cubicBezTo>
                  <a:cubicBezTo>
                    <a:pt x="2502" y="3649"/>
                    <a:pt x="2535" y="3649"/>
                    <a:pt x="2535" y="3616"/>
                  </a:cubicBezTo>
                  <a:cubicBezTo>
                    <a:pt x="2569" y="3616"/>
                    <a:pt x="4837" y="1881"/>
                    <a:pt x="6004" y="214"/>
                  </a:cubicBezTo>
                  <a:cubicBezTo>
                    <a:pt x="6038" y="147"/>
                    <a:pt x="6038" y="80"/>
                    <a:pt x="5971" y="47"/>
                  </a:cubicBezTo>
                  <a:cubicBezTo>
                    <a:pt x="5941" y="17"/>
                    <a:pt x="5911" y="0"/>
                    <a:pt x="58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9"/>
            <p:cNvSpPr/>
            <p:nvPr/>
          </p:nvSpPr>
          <p:spPr>
            <a:xfrm>
              <a:off x="7902989" y="2359834"/>
              <a:ext cx="60930" cy="69617"/>
            </a:xfrm>
            <a:custGeom>
              <a:avLst/>
              <a:gdLst/>
              <a:ahLst/>
              <a:cxnLst/>
              <a:rect l="l" t="t" r="r" b="b"/>
              <a:pathLst>
                <a:path w="3037" h="3470" extrusionOk="0">
                  <a:moveTo>
                    <a:pt x="101" y="1"/>
                  </a:moveTo>
                  <a:cubicBezTo>
                    <a:pt x="34" y="67"/>
                    <a:pt x="1" y="101"/>
                    <a:pt x="34" y="201"/>
                  </a:cubicBezTo>
                  <a:lnTo>
                    <a:pt x="902" y="2803"/>
                  </a:lnTo>
                  <a:cubicBezTo>
                    <a:pt x="902" y="2869"/>
                    <a:pt x="935" y="2903"/>
                    <a:pt x="1002" y="2903"/>
                  </a:cubicBezTo>
                  <a:cubicBezTo>
                    <a:pt x="1035" y="2903"/>
                    <a:pt x="1068" y="2903"/>
                    <a:pt x="1102" y="2869"/>
                  </a:cubicBezTo>
                  <a:lnTo>
                    <a:pt x="2102" y="1802"/>
                  </a:lnTo>
                  <a:lnTo>
                    <a:pt x="2770" y="3436"/>
                  </a:lnTo>
                  <a:cubicBezTo>
                    <a:pt x="2836" y="3436"/>
                    <a:pt x="2870" y="3470"/>
                    <a:pt x="2903" y="3470"/>
                  </a:cubicBezTo>
                  <a:lnTo>
                    <a:pt x="2936" y="3470"/>
                  </a:lnTo>
                  <a:cubicBezTo>
                    <a:pt x="3036" y="3436"/>
                    <a:pt x="3036" y="3403"/>
                    <a:pt x="3036" y="3303"/>
                  </a:cubicBezTo>
                  <a:lnTo>
                    <a:pt x="2336" y="1502"/>
                  </a:lnTo>
                  <a:cubicBezTo>
                    <a:pt x="2336" y="1468"/>
                    <a:pt x="2269" y="1435"/>
                    <a:pt x="2236" y="1435"/>
                  </a:cubicBezTo>
                  <a:cubicBezTo>
                    <a:pt x="2202" y="1435"/>
                    <a:pt x="2169" y="1435"/>
                    <a:pt x="2102" y="1468"/>
                  </a:cubicBezTo>
                  <a:lnTo>
                    <a:pt x="1102" y="2502"/>
                  </a:lnTo>
                  <a:lnTo>
                    <a:pt x="268" y="101"/>
                  </a:lnTo>
                  <a:cubicBezTo>
                    <a:pt x="234" y="1"/>
                    <a:pt x="201" y="1"/>
                    <a:pt x="1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9"/>
            <p:cNvSpPr/>
            <p:nvPr/>
          </p:nvSpPr>
          <p:spPr>
            <a:xfrm>
              <a:off x="7928429" y="2432119"/>
              <a:ext cx="40165" cy="588273"/>
            </a:xfrm>
            <a:custGeom>
              <a:avLst/>
              <a:gdLst/>
              <a:ahLst/>
              <a:cxnLst/>
              <a:rect l="l" t="t" r="r" b="b"/>
              <a:pathLst>
                <a:path w="2002" h="29322" extrusionOk="0">
                  <a:moveTo>
                    <a:pt x="1935" y="0"/>
                  </a:moveTo>
                  <a:cubicBezTo>
                    <a:pt x="1835" y="0"/>
                    <a:pt x="1802" y="33"/>
                    <a:pt x="1768" y="100"/>
                  </a:cubicBezTo>
                  <a:cubicBezTo>
                    <a:pt x="1768" y="134"/>
                    <a:pt x="301" y="5537"/>
                    <a:pt x="834" y="11475"/>
                  </a:cubicBezTo>
                  <a:cubicBezTo>
                    <a:pt x="1401" y="17546"/>
                    <a:pt x="1001" y="26186"/>
                    <a:pt x="101" y="29188"/>
                  </a:cubicBezTo>
                  <a:cubicBezTo>
                    <a:pt x="0" y="29188"/>
                    <a:pt x="67" y="29288"/>
                    <a:pt x="167" y="29321"/>
                  </a:cubicBezTo>
                  <a:cubicBezTo>
                    <a:pt x="234" y="29321"/>
                    <a:pt x="301" y="29288"/>
                    <a:pt x="301" y="29221"/>
                  </a:cubicBezTo>
                  <a:cubicBezTo>
                    <a:pt x="1268" y="26186"/>
                    <a:pt x="1635" y="17513"/>
                    <a:pt x="1101" y="11442"/>
                  </a:cubicBezTo>
                  <a:cubicBezTo>
                    <a:pt x="568" y="5604"/>
                    <a:pt x="2002" y="200"/>
                    <a:pt x="2002" y="167"/>
                  </a:cubicBezTo>
                  <a:cubicBezTo>
                    <a:pt x="2002" y="100"/>
                    <a:pt x="1969" y="33"/>
                    <a:pt x="19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9"/>
            <p:cNvSpPr/>
            <p:nvPr/>
          </p:nvSpPr>
          <p:spPr>
            <a:xfrm>
              <a:off x="7988656" y="2551230"/>
              <a:ext cx="109782" cy="26783"/>
            </a:xfrm>
            <a:custGeom>
              <a:avLst/>
              <a:gdLst/>
              <a:ahLst/>
              <a:cxnLst/>
              <a:rect l="l" t="t" r="r" b="b"/>
              <a:pathLst>
                <a:path w="5472" h="1335" extrusionOk="0">
                  <a:moveTo>
                    <a:pt x="334" y="268"/>
                  </a:moveTo>
                  <a:lnTo>
                    <a:pt x="5171" y="334"/>
                  </a:lnTo>
                  <a:lnTo>
                    <a:pt x="5171" y="1068"/>
                  </a:lnTo>
                  <a:lnTo>
                    <a:pt x="267" y="1035"/>
                  </a:lnTo>
                  <a:lnTo>
                    <a:pt x="334" y="268"/>
                  </a:lnTo>
                  <a:close/>
                  <a:moveTo>
                    <a:pt x="234" y="1"/>
                  </a:moveTo>
                  <a:cubicBezTo>
                    <a:pt x="134" y="1"/>
                    <a:pt x="101" y="34"/>
                    <a:pt x="101" y="101"/>
                  </a:cubicBezTo>
                  <a:lnTo>
                    <a:pt x="1" y="1168"/>
                  </a:lnTo>
                  <a:cubicBezTo>
                    <a:pt x="1" y="1168"/>
                    <a:pt x="1" y="1202"/>
                    <a:pt x="67" y="1235"/>
                  </a:cubicBezTo>
                  <a:cubicBezTo>
                    <a:pt x="67" y="1268"/>
                    <a:pt x="101" y="1268"/>
                    <a:pt x="134" y="1268"/>
                  </a:cubicBezTo>
                  <a:lnTo>
                    <a:pt x="5338" y="1335"/>
                  </a:lnTo>
                  <a:cubicBezTo>
                    <a:pt x="5404" y="1335"/>
                    <a:pt x="5438" y="1335"/>
                    <a:pt x="5438" y="1268"/>
                  </a:cubicBezTo>
                  <a:cubicBezTo>
                    <a:pt x="5471" y="1268"/>
                    <a:pt x="5471" y="1235"/>
                    <a:pt x="5471" y="1202"/>
                  </a:cubicBezTo>
                  <a:lnTo>
                    <a:pt x="5471" y="167"/>
                  </a:lnTo>
                  <a:cubicBezTo>
                    <a:pt x="5471" y="67"/>
                    <a:pt x="5438" y="34"/>
                    <a:pt x="5338" y="34"/>
                  </a:cubicBezTo>
                  <a:lnTo>
                    <a:pt x="2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9"/>
            <p:cNvSpPr/>
            <p:nvPr/>
          </p:nvSpPr>
          <p:spPr>
            <a:xfrm>
              <a:off x="7774509" y="2423753"/>
              <a:ext cx="64922" cy="306856"/>
            </a:xfrm>
            <a:custGeom>
              <a:avLst/>
              <a:gdLst/>
              <a:ahLst/>
              <a:cxnLst/>
              <a:rect l="l" t="t" r="r" b="b"/>
              <a:pathLst>
                <a:path w="3236" h="15295" extrusionOk="0">
                  <a:moveTo>
                    <a:pt x="3098" y="0"/>
                  </a:moveTo>
                  <a:cubicBezTo>
                    <a:pt x="3069" y="0"/>
                    <a:pt x="3036" y="17"/>
                    <a:pt x="3002" y="50"/>
                  </a:cubicBezTo>
                  <a:cubicBezTo>
                    <a:pt x="2469" y="651"/>
                    <a:pt x="2002" y="1885"/>
                    <a:pt x="1101" y="4220"/>
                  </a:cubicBezTo>
                  <a:lnTo>
                    <a:pt x="968" y="4553"/>
                  </a:lnTo>
                  <a:cubicBezTo>
                    <a:pt x="0" y="7089"/>
                    <a:pt x="601" y="14894"/>
                    <a:pt x="634" y="15228"/>
                  </a:cubicBezTo>
                  <a:cubicBezTo>
                    <a:pt x="601" y="15261"/>
                    <a:pt x="634" y="15294"/>
                    <a:pt x="734" y="15294"/>
                  </a:cubicBezTo>
                  <a:cubicBezTo>
                    <a:pt x="801" y="15294"/>
                    <a:pt x="834" y="15228"/>
                    <a:pt x="834" y="15161"/>
                  </a:cubicBezTo>
                  <a:cubicBezTo>
                    <a:pt x="834" y="15094"/>
                    <a:pt x="234" y="7089"/>
                    <a:pt x="1168" y="4620"/>
                  </a:cubicBezTo>
                  <a:lnTo>
                    <a:pt x="1301" y="4287"/>
                  </a:lnTo>
                  <a:cubicBezTo>
                    <a:pt x="2169" y="2052"/>
                    <a:pt x="2636" y="784"/>
                    <a:pt x="3169" y="217"/>
                  </a:cubicBezTo>
                  <a:cubicBezTo>
                    <a:pt x="3236" y="150"/>
                    <a:pt x="3236" y="84"/>
                    <a:pt x="3169" y="50"/>
                  </a:cubicBezTo>
                  <a:cubicBezTo>
                    <a:pt x="3153" y="17"/>
                    <a:pt x="3128" y="0"/>
                    <a:pt x="30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9"/>
            <p:cNvSpPr/>
            <p:nvPr/>
          </p:nvSpPr>
          <p:spPr>
            <a:xfrm>
              <a:off x="8127188" y="3011403"/>
              <a:ext cx="74312" cy="41770"/>
            </a:xfrm>
            <a:custGeom>
              <a:avLst/>
              <a:gdLst/>
              <a:ahLst/>
              <a:cxnLst/>
              <a:rect l="l" t="t" r="r" b="b"/>
              <a:pathLst>
                <a:path w="3704" h="2082" extrusionOk="0">
                  <a:moveTo>
                    <a:pt x="106" y="0"/>
                  </a:moveTo>
                  <a:cubicBezTo>
                    <a:pt x="90" y="0"/>
                    <a:pt x="76" y="5"/>
                    <a:pt x="67" y="13"/>
                  </a:cubicBezTo>
                  <a:cubicBezTo>
                    <a:pt x="34" y="80"/>
                    <a:pt x="1" y="147"/>
                    <a:pt x="34" y="180"/>
                  </a:cubicBezTo>
                  <a:cubicBezTo>
                    <a:pt x="67" y="280"/>
                    <a:pt x="901" y="1314"/>
                    <a:pt x="3570" y="2082"/>
                  </a:cubicBezTo>
                  <a:cubicBezTo>
                    <a:pt x="3603" y="2082"/>
                    <a:pt x="3703" y="2015"/>
                    <a:pt x="3703" y="1982"/>
                  </a:cubicBezTo>
                  <a:cubicBezTo>
                    <a:pt x="3703" y="1915"/>
                    <a:pt x="3670" y="1848"/>
                    <a:pt x="3603" y="1815"/>
                  </a:cubicBezTo>
                  <a:cubicBezTo>
                    <a:pt x="1068" y="1114"/>
                    <a:pt x="234" y="114"/>
                    <a:pt x="234" y="80"/>
                  </a:cubicBezTo>
                  <a:cubicBezTo>
                    <a:pt x="210" y="31"/>
                    <a:pt x="149" y="0"/>
                    <a:pt x="106" y="0"/>
                  </a:cubicBezTo>
                  <a:close/>
                </a:path>
              </a:pathLst>
            </a:custGeom>
            <a:solidFill>
              <a:srgbClr val="AFB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9"/>
            <p:cNvSpPr/>
            <p:nvPr/>
          </p:nvSpPr>
          <p:spPr>
            <a:xfrm>
              <a:off x="7951179" y="3181654"/>
              <a:ext cx="109782" cy="19421"/>
            </a:xfrm>
            <a:custGeom>
              <a:avLst/>
              <a:gdLst/>
              <a:ahLst/>
              <a:cxnLst/>
              <a:rect l="l" t="t" r="r" b="b"/>
              <a:pathLst>
                <a:path w="5472" h="968" extrusionOk="0">
                  <a:moveTo>
                    <a:pt x="167" y="0"/>
                  </a:moveTo>
                  <a:cubicBezTo>
                    <a:pt x="101" y="0"/>
                    <a:pt x="34" y="34"/>
                    <a:pt x="1" y="67"/>
                  </a:cubicBezTo>
                  <a:cubicBezTo>
                    <a:pt x="1" y="167"/>
                    <a:pt x="34" y="200"/>
                    <a:pt x="101" y="234"/>
                  </a:cubicBezTo>
                  <a:cubicBezTo>
                    <a:pt x="167" y="267"/>
                    <a:pt x="2202" y="667"/>
                    <a:pt x="5338" y="968"/>
                  </a:cubicBezTo>
                  <a:cubicBezTo>
                    <a:pt x="5438" y="968"/>
                    <a:pt x="5471" y="901"/>
                    <a:pt x="5471" y="834"/>
                  </a:cubicBezTo>
                  <a:cubicBezTo>
                    <a:pt x="5471" y="734"/>
                    <a:pt x="5438" y="701"/>
                    <a:pt x="5338" y="701"/>
                  </a:cubicBezTo>
                  <a:cubicBezTo>
                    <a:pt x="2202" y="400"/>
                    <a:pt x="167" y="0"/>
                    <a:pt x="167" y="0"/>
                  </a:cubicBezTo>
                  <a:close/>
                </a:path>
              </a:pathLst>
            </a:custGeom>
            <a:solidFill>
              <a:srgbClr val="3F4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9"/>
            <p:cNvSpPr/>
            <p:nvPr/>
          </p:nvSpPr>
          <p:spPr>
            <a:xfrm>
              <a:off x="8051572" y="3097993"/>
              <a:ext cx="36815" cy="60248"/>
            </a:xfrm>
            <a:custGeom>
              <a:avLst/>
              <a:gdLst/>
              <a:ahLst/>
              <a:cxnLst/>
              <a:rect l="l" t="t" r="r" b="b"/>
              <a:pathLst>
                <a:path w="1835" h="3003" fill="none" extrusionOk="0">
                  <a:moveTo>
                    <a:pt x="1835" y="1"/>
                  </a:moveTo>
                  <a:cubicBezTo>
                    <a:pt x="1835" y="1"/>
                    <a:pt x="0" y="201"/>
                    <a:pt x="934" y="3003"/>
                  </a:cubicBezTo>
                </a:path>
              </a:pathLst>
            </a:custGeom>
            <a:noFill/>
            <a:ln w="10850" cap="rnd" cmpd="sng">
              <a:solidFill>
                <a:srgbClr val="B5745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9"/>
            <p:cNvSpPr/>
            <p:nvPr/>
          </p:nvSpPr>
          <p:spPr>
            <a:xfrm>
              <a:off x="6025139" y="4060351"/>
              <a:ext cx="677290" cy="157952"/>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9"/>
            <p:cNvSpPr/>
            <p:nvPr/>
          </p:nvSpPr>
          <p:spPr>
            <a:xfrm>
              <a:off x="6082699" y="4074395"/>
              <a:ext cx="28790" cy="129182"/>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9"/>
            <p:cNvSpPr/>
            <p:nvPr/>
          </p:nvSpPr>
          <p:spPr>
            <a:xfrm>
              <a:off x="6171696" y="40743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9"/>
            <p:cNvSpPr/>
            <p:nvPr/>
          </p:nvSpPr>
          <p:spPr>
            <a:xfrm>
              <a:off x="6260713" y="40743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9"/>
            <p:cNvSpPr/>
            <p:nvPr/>
          </p:nvSpPr>
          <p:spPr>
            <a:xfrm>
              <a:off x="6349048" y="40743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9"/>
            <p:cNvSpPr/>
            <p:nvPr/>
          </p:nvSpPr>
          <p:spPr>
            <a:xfrm>
              <a:off x="6438066" y="40743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9"/>
            <p:cNvSpPr/>
            <p:nvPr/>
          </p:nvSpPr>
          <p:spPr>
            <a:xfrm>
              <a:off x="6527725" y="4074395"/>
              <a:ext cx="28810" cy="129182"/>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9"/>
            <p:cNvSpPr/>
            <p:nvPr/>
          </p:nvSpPr>
          <p:spPr>
            <a:xfrm>
              <a:off x="6616080" y="40743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9"/>
            <p:cNvSpPr/>
            <p:nvPr/>
          </p:nvSpPr>
          <p:spPr>
            <a:xfrm>
              <a:off x="6055253" y="4074395"/>
              <a:ext cx="187404" cy="128520"/>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9"/>
            <p:cNvSpPr/>
            <p:nvPr/>
          </p:nvSpPr>
          <p:spPr>
            <a:xfrm>
              <a:off x="6025139" y="4060351"/>
              <a:ext cx="677290" cy="14064"/>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9"/>
            <p:cNvSpPr/>
            <p:nvPr/>
          </p:nvSpPr>
          <p:spPr>
            <a:xfrm>
              <a:off x="5978975" y="3901075"/>
              <a:ext cx="676608" cy="157952"/>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9"/>
            <p:cNvSpPr/>
            <p:nvPr/>
          </p:nvSpPr>
          <p:spPr>
            <a:xfrm>
              <a:off x="6035853" y="3915119"/>
              <a:ext cx="28790" cy="129844"/>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9"/>
            <p:cNvSpPr/>
            <p:nvPr/>
          </p:nvSpPr>
          <p:spPr>
            <a:xfrm>
              <a:off x="6124188" y="39151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9"/>
            <p:cNvSpPr/>
            <p:nvPr/>
          </p:nvSpPr>
          <p:spPr>
            <a:xfrm>
              <a:off x="6213867" y="39151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9"/>
            <p:cNvSpPr/>
            <p:nvPr/>
          </p:nvSpPr>
          <p:spPr>
            <a:xfrm>
              <a:off x="6302202" y="39151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9"/>
            <p:cNvSpPr/>
            <p:nvPr/>
          </p:nvSpPr>
          <p:spPr>
            <a:xfrm>
              <a:off x="6391220" y="39151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9"/>
            <p:cNvSpPr/>
            <p:nvPr/>
          </p:nvSpPr>
          <p:spPr>
            <a:xfrm>
              <a:off x="6479555" y="39151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9"/>
            <p:cNvSpPr/>
            <p:nvPr/>
          </p:nvSpPr>
          <p:spPr>
            <a:xfrm>
              <a:off x="6569234" y="39151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9"/>
            <p:cNvSpPr/>
            <p:nvPr/>
          </p:nvSpPr>
          <p:spPr>
            <a:xfrm>
              <a:off x="6009089" y="3915119"/>
              <a:ext cx="187404" cy="129182"/>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9"/>
            <p:cNvSpPr/>
            <p:nvPr/>
          </p:nvSpPr>
          <p:spPr>
            <a:xfrm>
              <a:off x="5978975" y="3901075"/>
              <a:ext cx="676608" cy="14064"/>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9"/>
            <p:cNvSpPr/>
            <p:nvPr/>
          </p:nvSpPr>
          <p:spPr>
            <a:xfrm>
              <a:off x="7052399" y="4060351"/>
              <a:ext cx="677290" cy="157952"/>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9"/>
            <p:cNvSpPr/>
            <p:nvPr/>
          </p:nvSpPr>
          <p:spPr>
            <a:xfrm>
              <a:off x="7109297" y="4074395"/>
              <a:ext cx="29472" cy="129182"/>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9"/>
            <p:cNvSpPr/>
            <p:nvPr/>
          </p:nvSpPr>
          <p:spPr>
            <a:xfrm>
              <a:off x="7198294" y="40743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9"/>
            <p:cNvSpPr/>
            <p:nvPr/>
          </p:nvSpPr>
          <p:spPr>
            <a:xfrm>
              <a:off x="7287973" y="40743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9"/>
            <p:cNvSpPr/>
            <p:nvPr/>
          </p:nvSpPr>
          <p:spPr>
            <a:xfrm>
              <a:off x="7376309" y="4074395"/>
              <a:ext cx="29472" cy="129182"/>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9"/>
            <p:cNvSpPr/>
            <p:nvPr/>
          </p:nvSpPr>
          <p:spPr>
            <a:xfrm>
              <a:off x="7465326" y="40743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9"/>
            <p:cNvSpPr/>
            <p:nvPr/>
          </p:nvSpPr>
          <p:spPr>
            <a:xfrm>
              <a:off x="7553661" y="40743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9"/>
            <p:cNvSpPr/>
            <p:nvPr/>
          </p:nvSpPr>
          <p:spPr>
            <a:xfrm>
              <a:off x="7643340" y="40743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9"/>
            <p:cNvSpPr/>
            <p:nvPr/>
          </p:nvSpPr>
          <p:spPr>
            <a:xfrm>
              <a:off x="7083195" y="4074395"/>
              <a:ext cx="187404" cy="128520"/>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9"/>
            <p:cNvSpPr/>
            <p:nvPr/>
          </p:nvSpPr>
          <p:spPr>
            <a:xfrm>
              <a:off x="7083195" y="4074395"/>
              <a:ext cx="187404" cy="128520"/>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9"/>
            <p:cNvSpPr/>
            <p:nvPr/>
          </p:nvSpPr>
          <p:spPr>
            <a:xfrm>
              <a:off x="7052399" y="4060351"/>
              <a:ext cx="677290" cy="14064"/>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9"/>
            <p:cNvSpPr/>
            <p:nvPr/>
          </p:nvSpPr>
          <p:spPr>
            <a:xfrm>
              <a:off x="6786050" y="3901737"/>
              <a:ext cx="676608" cy="158634"/>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9"/>
            <p:cNvSpPr/>
            <p:nvPr/>
          </p:nvSpPr>
          <p:spPr>
            <a:xfrm>
              <a:off x="6842947" y="3915119"/>
              <a:ext cx="29452" cy="129844"/>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9"/>
            <p:cNvSpPr/>
            <p:nvPr/>
          </p:nvSpPr>
          <p:spPr>
            <a:xfrm>
              <a:off x="6931944" y="39151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9"/>
            <p:cNvSpPr/>
            <p:nvPr/>
          </p:nvSpPr>
          <p:spPr>
            <a:xfrm>
              <a:off x="7020962" y="39151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9"/>
            <p:cNvSpPr/>
            <p:nvPr/>
          </p:nvSpPr>
          <p:spPr>
            <a:xfrm>
              <a:off x="7109297" y="39151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9"/>
            <p:cNvSpPr/>
            <p:nvPr/>
          </p:nvSpPr>
          <p:spPr>
            <a:xfrm>
              <a:off x="7198294" y="39151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9"/>
            <p:cNvSpPr/>
            <p:nvPr/>
          </p:nvSpPr>
          <p:spPr>
            <a:xfrm>
              <a:off x="7287973" y="39151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9"/>
            <p:cNvSpPr/>
            <p:nvPr/>
          </p:nvSpPr>
          <p:spPr>
            <a:xfrm>
              <a:off x="7376309" y="39151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9"/>
            <p:cNvSpPr/>
            <p:nvPr/>
          </p:nvSpPr>
          <p:spPr>
            <a:xfrm>
              <a:off x="6816164" y="3915119"/>
              <a:ext cx="187404" cy="129182"/>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9"/>
            <p:cNvSpPr/>
            <p:nvPr/>
          </p:nvSpPr>
          <p:spPr>
            <a:xfrm>
              <a:off x="6786050" y="3901075"/>
              <a:ext cx="676608" cy="14064"/>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9"/>
            <p:cNvSpPr/>
            <p:nvPr/>
          </p:nvSpPr>
          <p:spPr>
            <a:xfrm>
              <a:off x="7077177" y="3745129"/>
              <a:ext cx="677270" cy="158634"/>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9"/>
            <p:cNvSpPr/>
            <p:nvPr/>
          </p:nvSpPr>
          <p:spPr>
            <a:xfrm>
              <a:off x="7134716" y="3759193"/>
              <a:ext cx="29472" cy="129182"/>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9"/>
            <p:cNvSpPr/>
            <p:nvPr/>
          </p:nvSpPr>
          <p:spPr>
            <a:xfrm>
              <a:off x="7223733" y="3759193"/>
              <a:ext cx="28790" cy="129182"/>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9"/>
            <p:cNvSpPr/>
            <p:nvPr/>
          </p:nvSpPr>
          <p:spPr>
            <a:xfrm>
              <a:off x="7401086" y="3759193"/>
              <a:ext cx="28790" cy="129182"/>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9"/>
            <p:cNvSpPr/>
            <p:nvPr/>
          </p:nvSpPr>
          <p:spPr>
            <a:xfrm>
              <a:off x="7490083" y="3759193"/>
              <a:ext cx="29472" cy="129182"/>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9"/>
            <p:cNvSpPr/>
            <p:nvPr/>
          </p:nvSpPr>
          <p:spPr>
            <a:xfrm>
              <a:off x="7579100" y="37591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9"/>
            <p:cNvSpPr/>
            <p:nvPr/>
          </p:nvSpPr>
          <p:spPr>
            <a:xfrm>
              <a:off x="7667435" y="37591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9"/>
            <p:cNvSpPr/>
            <p:nvPr/>
          </p:nvSpPr>
          <p:spPr>
            <a:xfrm>
              <a:off x="7107290" y="3759193"/>
              <a:ext cx="187404" cy="128520"/>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9"/>
            <p:cNvSpPr/>
            <p:nvPr/>
          </p:nvSpPr>
          <p:spPr>
            <a:xfrm>
              <a:off x="7107290" y="3759193"/>
              <a:ext cx="187404" cy="128520"/>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9"/>
            <p:cNvSpPr/>
            <p:nvPr/>
          </p:nvSpPr>
          <p:spPr>
            <a:xfrm>
              <a:off x="7077177" y="3744467"/>
              <a:ext cx="677270" cy="14746"/>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9"/>
            <p:cNvSpPr/>
            <p:nvPr/>
          </p:nvSpPr>
          <p:spPr>
            <a:xfrm>
              <a:off x="7130041" y="3170940"/>
              <a:ext cx="577559" cy="560426"/>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9"/>
            <p:cNvSpPr/>
            <p:nvPr/>
          </p:nvSpPr>
          <p:spPr>
            <a:xfrm>
              <a:off x="7116660" y="3152202"/>
              <a:ext cx="598966" cy="598986"/>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9"/>
            <p:cNvSpPr/>
            <p:nvPr/>
          </p:nvSpPr>
          <p:spPr>
            <a:xfrm>
              <a:off x="7123340" y="3164019"/>
              <a:ext cx="592285" cy="575794"/>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9"/>
            <p:cNvSpPr/>
            <p:nvPr/>
          </p:nvSpPr>
          <p:spPr>
            <a:xfrm>
              <a:off x="7314075" y="3294084"/>
              <a:ext cx="212843" cy="344674"/>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9"/>
            <p:cNvSpPr/>
            <p:nvPr/>
          </p:nvSpPr>
          <p:spPr>
            <a:xfrm>
              <a:off x="7166856" y="3206872"/>
              <a:ext cx="423640" cy="422516"/>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9"/>
            <p:cNvSpPr/>
            <p:nvPr/>
          </p:nvSpPr>
          <p:spPr>
            <a:xfrm>
              <a:off x="7687498" y="629671"/>
              <a:ext cx="419627" cy="41896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9"/>
            <p:cNvSpPr/>
            <p:nvPr/>
          </p:nvSpPr>
          <p:spPr>
            <a:xfrm>
              <a:off x="8108449" y="546692"/>
              <a:ext cx="239606" cy="241613"/>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9"/>
            <p:cNvSpPr/>
            <p:nvPr/>
          </p:nvSpPr>
          <p:spPr>
            <a:xfrm>
              <a:off x="8107787" y="839805"/>
              <a:ext cx="351355" cy="351375"/>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9"/>
            <p:cNvSpPr/>
            <p:nvPr/>
          </p:nvSpPr>
          <p:spPr>
            <a:xfrm>
              <a:off x="5094239" y="769078"/>
              <a:ext cx="542109" cy="542089"/>
            </a:xfrm>
            <a:custGeom>
              <a:avLst/>
              <a:gdLst/>
              <a:ahLst/>
              <a:cxnLst/>
              <a:rect l="l" t="t" r="r" b="b"/>
              <a:pathLst>
                <a:path w="27021" h="27020" extrusionOk="0">
                  <a:moveTo>
                    <a:pt x="13511" y="3403"/>
                  </a:moveTo>
                  <a:cubicBezTo>
                    <a:pt x="19081" y="3403"/>
                    <a:pt x="23618" y="7906"/>
                    <a:pt x="23618" y="13510"/>
                  </a:cubicBezTo>
                  <a:cubicBezTo>
                    <a:pt x="23618" y="19047"/>
                    <a:pt x="19115" y="23617"/>
                    <a:pt x="13511" y="23617"/>
                  </a:cubicBezTo>
                  <a:cubicBezTo>
                    <a:pt x="7973" y="23617"/>
                    <a:pt x="3437" y="19114"/>
                    <a:pt x="3437" y="13510"/>
                  </a:cubicBezTo>
                  <a:cubicBezTo>
                    <a:pt x="3437" y="7973"/>
                    <a:pt x="7940" y="3403"/>
                    <a:pt x="13511" y="3403"/>
                  </a:cubicBezTo>
                  <a:close/>
                  <a:moveTo>
                    <a:pt x="13511" y="0"/>
                  </a:moveTo>
                  <a:cubicBezTo>
                    <a:pt x="6072" y="0"/>
                    <a:pt x="1" y="6038"/>
                    <a:pt x="1" y="13510"/>
                  </a:cubicBezTo>
                  <a:cubicBezTo>
                    <a:pt x="1" y="20982"/>
                    <a:pt x="6072" y="27020"/>
                    <a:pt x="13511" y="27020"/>
                  </a:cubicBezTo>
                  <a:cubicBezTo>
                    <a:pt x="20983" y="27020"/>
                    <a:pt x="27020" y="20982"/>
                    <a:pt x="27020" y="13510"/>
                  </a:cubicBezTo>
                  <a:cubicBezTo>
                    <a:pt x="27020" y="6038"/>
                    <a:pt x="20983" y="0"/>
                    <a:pt x="13511"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9"/>
            <p:cNvSpPr/>
            <p:nvPr/>
          </p:nvSpPr>
          <p:spPr>
            <a:xfrm>
              <a:off x="5228096" y="902915"/>
              <a:ext cx="275739" cy="274415"/>
            </a:xfrm>
            <a:custGeom>
              <a:avLst/>
              <a:gdLst/>
              <a:ahLst/>
              <a:cxnLst/>
              <a:rect l="l" t="t" r="r" b="b"/>
              <a:pathLst>
                <a:path w="13744" h="13678" extrusionOk="0">
                  <a:moveTo>
                    <a:pt x="6839" y="3837"/>
                  </a:moveTo>
                  <a:cubicBezTo>
                    <a:pt x="8506" y="3837"/>
                    <a:pt x="9907" y="5171"/>
                    <a:pt x="9907" y="6872"/>
                  </a:cubicBezTo>
                  <a:cubicBezTo>
                    <a:pt x="9907" y="8507"/>
                    <a:pt x="8506" y="9875"/>
                    <a:pt x="6839" y="9875"/>
                  </a:cubicBezTo>
                  <a:cubicBezTo>
                    <a:pt x="5171" y="9875"/>
                    <a:pt x="3836" y="8540"/>
                    <a:pt x="3836" y="6872"/>
                  </a:cubicBezTo>
                  <a:cubicBezTo>
                    <a:pt x="3836" y="5205"/>
                    <a:pt x="5171" y="3837"/>
                    <a:pt x="6839" y="3837"/>
                  </a:cubicBezTo>
                  <a:close/>
                  <a:moveTo>
                    <a:pt x="6839" y="1"/>
                  </a:moveTo>
                  <a:cubicBezTo>
                    <a:pt x="3069" y="1"/>
                    <a:pt x="0" y="3103"/>
                    <a:pt x="0" y="6839"/>
                  </a:cubicBezTo>
                  <a:cubicBezTo>
                    <a:pt x="0" y="10642"/>
                    <a:pt x="3069" y="13677"/>
                    <a:pt x="6839" y="13677"/>
                  </a:cubicBezTo>
                  <a:cubicBezTo>
                    <a:pt x="10641" y="13677"/>
                    <a:pt x="13677" y="10575"/>
                    <a:pt x="13677" y="6839"/>
                  </a:cubicBezTo>
                  <a:cubicBezTo>
                    <a:pt x="13744" y="3036"/>
                    <a:pt x="10641" y="1"/>
                    <a:pt x="6839"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9"/>
            <p:cNvSpPr/>
            <p:nvPr/>
          </p:nvSpPr>
          <p:spPr>
            <a:xfrm>
              <a:off x="5357259" y="754192"/>
              <a:ext cx="290465" cy="291970"/>
            </a:xfrm>
            <a:custGeom>
              <a:avLst/>
              <a:gdLst/>
              <a:ahLst/>
              <a:cxnLst/>
              <a:rect l="l" t="t" r="r" b="b"/>
              <a:pathLst>
                <a:path w="14478" h="14553" extrusionOk="0">
                  <a:moveTo>
                    <a:pt x="14227" y="0"/>
                  </a:moveTo>
                  <a:cubicBezTo>
                    <a:pt x="14177" y="0"/>
                    <a:pt x="14127" y="25"/>
                    <a:pt x="14077" y="75"/>
                  </a:cubicBezTo>
                  <a:lnTo>
                    <a:pt x="67" y="14219"/>
                  </a:lnTo>
                  <a:cubicBezTo>
                    <a:pt x="0" y="14285"/>
                    <a:pt x="0" y="14419"/>
                    <a:pt x="67" y="14519"/>
                  </a:cubicBezTo>
                  <a:cubicBezTo>
                    <a:pt x="134" y="14552"/>
                    <a:pt x="200" y="14552"/>
                    <a:pt x="234" y="14552"/>
                  </a:cubicBezTo>
                  <a:cubicBezTo>
                    <a:pt x="267" y="14552"/>
                    <a:pt x="334" y="14552"/>
                    <a:pt x="367" y="14519"/>
                  </a:cubicBezTo>
                  <a:lnTo>
                    <a:pt x="14377" y="376"/>
                  </a:lnTo>
                  <a:cubicBezTo>
                    <a:pt x="14477" y="275"/>
                    <a:pt x="14477" y="142"/>
                    <a:pt x="14377" y="75"/>
                  </a:cubicBezTo>
                  <a:cubicBezTo>
                    <a:pt x="14327" y="25"/>
                    <a:pt x="14277" y="0"/>
                    <a:pt x="14227"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9"/>
            <p:cNvSpPr/>
            <p:nvPr/>
          </p:nvSpPr>
          <p:spPr>
            <a:xfrm>
              <a:off x="5606214" y="736276"/>
              <a:ext cx="59566" cy="59586"/>
            </a:xfrm>
            <a:custGeom>
              <a:avLst/>
              <a:gdLst/>
              <a:ahLst/>
              <a:cxnLst/>
              <a:rect l="l" t="t" r="r" b="b"/>
              <a:pathLst>
                <a:path w="2969" h="2970" extrusionOk="0">
                  <a:moveTo>
                    <a:pt x="234" y="1"/>
                  </a:moveTo>
                  <a:cubicBezTo>
                    <a:pt x="100" y="1"/>
                    <a:pt x="0" y="101"/>
                    <a:pt x="0" y="201"/>
                  </a:cubicBezTo>
                  <a:lnTo>
                    <a:pt x="0" y="2970"/>
                  </a:lnTo>
                  <a:lnTo>
                    <a:pt x="2769" y="2836"/>
                  </a:lnTo>
                  <a:cubicBezTo>
                    <a:pt x="2902" y="2836"/>
                    <a:pt x="2969" y="2770"/>
                    <a:pt x="2969" y="2636"/>
                  </a:cubicBezTo>
                  <a:cubicBezTo>
                    <a:pt x="2969" y="2503"/>
                    <a:pt x="2902" y="2436"/>
                    <a:pt x="2769" y="2436"/>
                  </a:cubicBezTo>
                  <a:lnTo>
                    <a:pt x="434" y="2569"/>
                  </a:lnTo>
                  <a:lnTo>
                    <a:pt x="434" y="201"/>
                  </a:lnTo>
                  <a:cubicBezTo>
                    <a:pt x="434" y="101"/>
                    <a:pt x="334" y="1"/>
                    <a:pt x="234" y="1"/>
                  </a:cubicBezTo>
                  <a:close/>
                </a:path>
              </a:pathLst>
            </a:custGeom>
            <a:solidFill>
              <a:srgbClr val="CDDE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9"/>
            <p:cNvSpPr/>
            <p:nvPr/>
          </p:nvSpPr>
          <p:spPr>
            <a:xfrm>
              <a:off x="5632316" y="710857"/>
              <a:ext cx="56897" cy="58241"/>
            </a:xfrm>
            <a:custGeom>
              <a:avLst/>
              <a:gdLst/>
              <a:ahLst/>
              <a:cxnLst/>
              <a:rect l="l" t="t" r="r" b="b"/>
              <a:pathLst>
                <a:path w="2836" h="2903" extrusionOk="0">
                  <a:moveTo>
                    <a:pt x="434" y="0"/>
                  </a:moveTo>
                  <a:cubicBezTo>
                    <a:pt x="334" y="0"/>
                    <a:pt x="200" y="67"/>
                    <a:pt x="200" y="201"/>
                  </a:cubicBezTo>
                  <a:lnTo>
                    <a:pt x="0" y="2902"/>
                  </a:lnTo>
                  <a:lnTo>
                    <a:pt x="0" y="2902"/>
                  </a:lnTo>
                  <a:lnTo>
                    <a:pt x="2635" y="2702"/>
                  </a:lnTo>
                  <a:cubicBezTo>
                    <a:pt x="2769" y="2702"/>
                    <a:pt x="2835" y="2602"/>
                    <a:pt x="2835" y="2502"/>
                  </a:cubicBezTo>
                  <a:cubicBezTo>
                    <a:pt x="2835" y="2369"/>
                    <a:pt x="2769" y="2269"/>
                    <a:pt x="2635" y="2269"/>
                  </a:cubicBezTo>
                  <a:lnTo>
                    <a:pt x="434" y="2402"/>
                  </a:lnTo>
                  <a:lnTo>
                    <a:pt x="634" y="201"/>
                  </a:lnTo>
                  <a:cubicBezTo>
                    <a:pt x="634" y="100"/>
                    <a:pt x="534" y="0"/>
                    <a:pt x="434"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9"/>
            <p:cNvSpPr/>
            <p:nvPr/>
          </p:nvSpPr>
          <p:spPr>
            <a:xfrm>
              <a:off x="8378150" y="3327548"/>
              <a:ext cx="66949" cy="66929"/>
            </a:xfrm>
            <a:custGeom>
              <a:avLst/>
              <a:gdLst/>
              <a:ahLst/>
              <a:cxnLst/>
              <a:rect l="l" t="t" r="r" b="b"/>
              <a:pathLst>
                <a:path w="3337" h="3336" extrusionOk="0">
                  <a:moveTo>
                    <a:pt x="0" y="0"/>
                  </a:moveTo>
                  <a:lnTo>
                    <a:pt x="0" y="3336"/>
                  </a:lnTo>
                  <a:lnTo>
                    <a:pt x="3336" y="3336"/>
                  </a:lnTo>
                  <a:lnTo>
                    <a:pt x="3336"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9"/>
            <p:cNvSpPr/>
            <p:nvPr/>
          </p:nvSpPr>
          <p:spPr>
            <a:xfrm>
              <a:off x="8470497" y="3286039"/>
              <a:ext cx="66949" cy="108438"/>
            </a:xfrm>
            <a:custGeom>
              <a:avLst/>
              <a:gdLst/>
              <a:ahLst/>
              <a:cxnLst/>
              <a:rect l="l" t="t" r="r" b="b"/>
              <a:pathLst>
                <a:path w="3337" h="5405" extrusionOk="0">
                  <a:moveTo>
                    <a:pt x="1" y="1"/>
                  </a:moveTo>
                  <a:lnTo>
                    <a:pt x="1" y="5405"/>
                  </a:lnTo>
                  <a:lnTo>
                    <a:pt x="3336" y="5405"/>
                  </a:lnTo>
                  <a:lnTo>
                    <a:pt x="3336"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9"/>
            <p:cNvSpPr/>
            <p:nvPr/>
          </p:nvSpPr>
          <p:spPr>
            <a:xfrm>
              <a:off x="8564189" y="3231830"/>
              <a:ext cx="66949" cy="161323"/>
            </a:xfrm>
            <a:custGeom>
              <a:avLst/>
              <a:gdLst/>
              <a:ahLst/>
              <a:cxnLst/>
              <a:rect l="l" t="t" r="r" b="b"/>
              <a:pathLst>
                <a:path w="3337" h="8041" extrusionOk="0">
                  <a:moveTo>
                    <a:pt x="1" y="1"/>
                  </a:moveTo>
                  <a:lnTo>
                    <a:pt x="1" y="8040"/>
                  </a:lnTo>
                  <a:lnTo>
                    <a:pt x="3337" y="8040"/>
                  </a:lnTo>
                  <a:lnTo>
                    <a:pt x="3337"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9"/>
            <p:cNvSpPr/>
            <p:nvPr/>
          </p:nvSpPr>
          <p:spPr>
            <a:xfrm>
              <a:off x="8657219" y="3154208"/>
              <a:ext cx="66949" cy="239606"/>
            </a:xfrm>
            <a:custGeom>
              <a:avLst/>
              <a:gdLst/>
              <a:ahLst/>
              <a:cxnLst/>
              <a:rect l="l" t="t" r="r" b="b"/>
              <a:pathLst>
                <a:path w="3337" h="11943" extrusionOk="0">
                  <a:moveTo>
                    <a:pt x="0" y="1"/>
                  </a:moveTo>
                  <a:lnTo>
                    <a:pt x="0" y="11942"/>
                  </a:lnTo>
                  <a:lnTo>
                    <a:pt x="3336" y="11942"/>
                  </a:lnTo>
                  <a:lnTo>
                    <a:pt x="3336"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40"/>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 OF THIS TEMPLATE</a:t>
            </a:r>
            <a:endParaRPr/>
          </a:p>
        </p:txBody>
      </p:sp>
      <p:sp>
        <p:nvSpPr>
          <p:cNvPr id="550" name="Google Shape;550;p40"/>
          <p:cNvSpPr txBox="1">
            <a:spLocks noGrp="1"/>
          </p:cNvSpPr>
          <p:nvPr>
            <p:ph type="body" idx="1"/>
          </p:nvPr>
        </p:nvSpPr>
        <p:spPr>
          <a:xfrm>
            <a:off x="720000" y="1152475"/>
            <a:ext cx="7704000" cy="3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delete this slide when you’re done editing the presentation</a:t>
            </a:r>
            <a:endParaRPr/>
          </a:p>
          <a:p>
            <a:pPr marL="0" lvl="0" indent="0" algn="l" rtl="0">
              <a:spcBef>
                <a:spcPts val="0"/>
              </a:spcBef>
              <a:spcAft>
                <a:spcPts val="0"/>
              </a:spcAft>
              <a:buNone/>
            </a:pPr>
            <a:endParaRPr/>
          </a:p>
        </p:txBody>
      </p:sp>
      <p:graphicFrame>
        <p:nvGraphicFramePr>
          <p:cNvPr id="551" name="Google Shape;551;p40"/>
          <p:cNvGraphicFramePr/>
          <p:nvPr/>
        </p:nvGraphicFramePr>
        <p:xfrm>
          <a:off x="720000" y="1767225"/>
          <a:ext cx="3000000" cy="3000000"/>
        </p:xfrm>
        <a:graphic>
          <a:graphicData uri="http://schemas.openxmlformats.org/drawingml/2006/table">
            <a:tbl>
              <a:tblPr>
                <a:noFill/>
                <a:tableStyleId>{01218D19-3E45-4FC9-88E4-429F69E19A02}</a:tableStyleId>
              </a:tblPr>
              <a:tblGrid>
                <a:gridCol w="2454400">
                  <a:extLst>
                    <a:ext uri="{9D8B030D-6E8A-4147-A177-3AD203B41FA5}">
                      <a16:colId xmlns:a16="http://schemas.microsoft.com/office/drawing/2014/main" val="20000"/>
                    </a:ext>
                  </a:extLst>
                </a:gridCol>
                <a:gridCol w="5249600">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 sz="1100" b="1">
                          <a:solidFill>
                            <a:schemeClr val="lt1"/>
                          </a:solidFill>
                          <a:uFill>
                            <a:noFill/>
                          </a:uFill>
                          <a:latin typeface="Cairo"/>
                          <a:ea typeface="Cairo"/>
                          <a:cs typeface="Cairo"/>
                          <a:sym typeface="Cair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Fonts</a:t>
                      </a:r>
                      <a:endParaRPr sz="1100" b="1">
                        <a:solidFill>
                          <a:schemeClr val="lt1"/>
                        </a:solidFill>
                        <a:latin typeface="Cairo"/>
                        <a:ea typeface="Cairo"/>
                        <a:cs typeface="Cairo"/>
                        <a:sym typeface="Cairo"/>
                      </a:endParaRPr>
                    </a:p>
                  </a:txBody>
                  <a:tcPr marL="91425" marR="91425" marT="91425" marB="91425">
                    <a:lnL w="9525" cap="flat" cmpd="sng">
                      <a:solidFill>
                        <a:schemeClr val="accent3"/>
                      </a:solidFill>
                      <a:prstDash val="solid"/>
                      <a:round/>
                      <a:headEnd type="none" w="sm" len="sm"/>
                      <a:tailEnd type="none" w="sm" len="sm"/>
                    </a:lnL>
                    <a:lnR w="9525" cap="flat" cmpd="sng">
                      <a:solidFill>
                        <a:schemeClr val="accent3"/>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3"/>
                    </a:solidFill>
                  </a:tcPr>
                </a:tc>
                <a:tc>
                  <a:txBody>
                    <a:bodyPr/>
                    <a:lstStyle/>
                    <a:p>
                      <a:pPr marL="0" lvl="0" indent="0" algn="l" rtl="0">
                        <a:spcBef>
                          <a:spcPts val="0"/>
                        </a:spcBef>
                        <a:spcAft>
                          <a:spcPts val="1600"/>
                        </a:spcAft>
                        <a:buNone/>
                      </a:pPr>
                      <a:r>
                        <a:rPr lang="en" sz="1000">
                          <a:solidFill>
                            <a:schemeClr val="dk1"/>
                          </a:solidFill>
                          <a:latin typeface="Cairo"/>
                          <a:ea typeface="Cairo"/>
                          <a:cs typeface="Cairo"/>
                          <a:sym typeface="Cairo"/>
                        </a:rPr>
                        <a:t>To view this template correctly in PowerPoint, download and install the fonts we used</a:t>
                      </a:r>
                      <a:endParaRPr sz="1000">
                        <a:solidFill>
                          <a:schemeClr val="dk1"/>
                        </a:solidFill>
                        <a:latin typeface="Cairo"/>
                        <a:ea typeface="Cairo"/>
                        <a:cs typeface="Cairo"/>
                        <a:sym typeface="Cairo"/>
                      </a:endParaRPr>
                    </a:p>
                  </a:txBody>
                  <a:tcPr marL="91425" marR="91425" marT="91425" marB="91425">
                    <a:lnL w="9525" cap="flat" cmpd="sng">
                      <a:solidFill>
                        <a:schemeClr val="accent3"/>
                      </a:solidFill>
                      <a:prstDash val="solid"/>
                      <a:round/>
                      <a:headEnd type="none" w="sm" len="sm"/>
                      <a:tailEnd type="none" w="sm" len="sm"/>
                    </a:lnL>
                    <a:lnR w="9525" cap="flat" cmpd="sng">
                      <a:solidFill>
                        <a:schemeClr val="accent3"/>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accent3"/>
                      </a:solidFill>
                      <a:prstDash val="solid"/>
                      <a:round/>
                      <a:headEnd type="none" w="sm" len="sm"/>
                      <a:tailEnd type="none" w="sm" len="sm"/>
                    </a:lnB>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 sz="1100" b="1">
                          <a:solidFill>
                            <a:schemeClr val="lt1"/>
                          </a:solidFill>
                          <a:uFill>
                            <a:noFill/>
                          </a:uFill>
                          <a:latin typeface="Cairo"/>
                          <a:ea typeface="Cairo"/>
                          <a:cs typeface="Cairo"/>
                          <a:sym typeface="Cair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Used</a:t>
                      </a:r>
                      <a:r>
                        <a:rPr lang="en" sz="1100" b="1">
                          <a:solidFill>
                            <a:schemeClr val="lt1"/>
                          </a:solidFill>
                          <a:latin typeface="Cairo"/>
                          <a:ea typeface="Cairo"/>
                          <a:cs typeface="Cairo"/>
                          <a:sym typeface="Cairo"/>
                        </a:rPr>
                        <a:t> and </a:t>
                      </a:r>
                      <a:r>
                        <a:rPr lang="en" sz="1100" b="1">
                          <a:solidFill>
                            <a:schemeClr val="lt1"/>
                          </a:solidFill>
                          <a:uFill>
                            <a:noFill/>
                          </a:uFill>
                          <a:latin typeface="Cairo"/>
                          <a:ea typeface="Cairo"/>
                          <a:cs typeface="Cairo"/>
                          <a:sym typeface="Cair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alternative</a:t>
                      </a:r>
                      <a:r>
                        <a:rPr lang="en" sz="1100" b="1">
                          <a:solidFill>
                            <a:schemeClr val="lt1"/>
                          </a:solidFill>
                          <a:uFill>
                            <a:noFill/>
                          </a:uFill>
                          <a:latin typeface="Cairo"/>
                          <a:ea typeface="Cairo"/>
                          <a:cs typeface="Cairo"/>
                          <a:sym typeface="Cair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resources</a:t>
                      </a:r>
                      <a:endParaRPr sz="1100" b="1">
                        <a:solidFill>
                          <a:schemeClr val="lt1"/>
                        </a:solidFill>
                        <a:latin typeface="Cairo"/>
                        <a:ea typeface="Cairo"/>
                        <a:cs typeface="Cairo"/>
                        <a:sym typeface="Cairo"/>
                      </a:endParaRPr>
                    </a:p>
                  </a:txBody>
                  <a:tcPr marL="91425" marR="91425" marT="91425" marB="91425">
                    <a:lnL w="9525" cap="flat" cmpd="sng">
                      <a:solidFill>
                        <a:schemeClr val="accent3"/>
                      </a:solidFill>
                      <a:prstDash val="solid"/>
                      <a:round/>
                      <a:headEnd type="none" w="sm" len="sm"/>
                      <a:tailEnd type="none" w="sm" len="sm"/>
                    </a:lnL>
                    <a:lnR w="9525" cap="flat" cmpd="sng">
                      <a:solidFill>
                        <a:schemeClr val="accent3"/>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3"/>
                    </a:solidFill>
                  </a:tcPr>
                </a:tc>
                <a:tc>
                  <a:txBody>
                    <a:bodyPr/>
                    <a:lstStyle/>
                    <a:p>
                      <a:pPr marL="0" marR="0" lvl="0" indent="0" algn="l" rtl="0">
                        <a:lnSpc>
                          <a:spcPct val="100000"/>
                        </a:lnSpc>
                        <a:spcBef>
                          <a:spcPts val="0"/>
                        </a:spcBef>
                        <a:spcAft>
                          <a:spcPts val="1600"/>
                        </a:spcAft>
                        <a:buNone/>
                      </a:pPr>
                      <a:r>
                        <a:rPr lang="en" sz="1000">
                          <a:solidFill>
                            <a:schemeClr val="dk1"/>
                          </a:solidFill>
                          <a:latin typeface="Cairo"/>
                          <a:ea typeface="Cairo"/>
                          <a:cs typeface="Cairo"/>
                          <a:sym typeface="Cairo"/>
                        </a:rPr>
                        <a:t>An assortment of graphic resources that are suitable for use in this presentation</a:t>
                      </a:r>
                      <a:endParaRPr sz="1000">
                        <a:solidFill>
                          <a:schemeClr val="dk1"/>
                        </a:solidFill>
                        <a:latin typeface="Cairo"/>
                        <a:ea typeface="Cairo"/>
                        <a:cs typeface="Cairo"/>
                        <a:sym typeface="Cairo"/>
                      </a:endParaRPr>
                    </a:p>
                  </a:txBody>
                  <a:tcPr marL="91425" marR="91425" marT="91425" marB="91425">
                    <a:lnL w="9525" cap="flat" cmpd="sng">
                      <a:solidFill>
                        <a:schemeClr val="accent3"/>
                      </a:solidFill>
                      <a:prstDash val="solid"/>
                      <a:round/>
                      <a:headEnd type="none" w="sm" len="sm"/>
                      <a:tailEnd type="none" w="sm" len="sm"/>
                    </a:lnL>
                    <a:lnR w="9525" cap="flat" cmpd="sng">
                      <a:solidFill>
                        <a:schemeClr val="accent3"/>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accent3"/>
                      </a:solidFill>
                      <a:prstDash val="solid"/>
                      <a:round/>
                      <a:headEnd type="none" w="sm" len="sm"/>
                      <a:tailEnd type="none" w="sm" len="sm"/>
                    </a:lnB>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en" sz="1100" b="1">
                          <a:solidFill>
                            <a:schemeClr val="lt1"/>
                          </a:solidFill>
                          <a:uFill>
                            <a:noFill/>
                          </a:uFill>
                          <a:latin typeface="Cairo"/>
                          <a:ea typeface="Cairo"/>
                          <a:cs typeface="Cairo"/>
                          <a:sym typeface="Cairo"/>
                          <a:hlinkClick r:id="rId3"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Thanks slide</a:t>
                      </a:r>
                      <a:endParaRPr sz="1100" b="1">
                        <a:solidFill>
                          <a:schemeClr val="lt1"/>
                        </a:solidFill>
                        <a:latin typeface="Cairo"/>
                        <a:ea typeface="Cairo"/>
                        <a:cs typeface="Cairo"/>
                        <a:sym typeface="Cairo"/>
                      </a:endParaRPr>
                    </a:p>
                  </a:txBody>
                  <a:tcPr marL="91425" marR="91425" marT="91425" marB="91425">
                    <a:lnL w="9525" cap="flat" cmpd="sng">
                      <a:solidFill>
                        <a:schemeClr val="accent3"/>
                      </a:solidFill>
                      <a:prstDash val="solid"/>
                      <a:round/>
                      <a:headEnd type="none" w="sm" len="sm"/>
                      <a:tailEnd type="none" w="sm" len="sm"/>
                    </a:lnL>
                    <a:lnR w="9525" cap="flat" cmpd="sng">
                      <a:solidFill>
                        <a:schemeClr val="accent3"/>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3"/>
                    </a:solidFill>
                  </a:tcPr>
                </a:tc>
                <a:tc>
                  <a:txBody>
                    <a:bodyPr/>
                    <a:lstStyle/>
                    <a:p>
                      <a:pPr marL="0" lvl="0" indent="0" algn="l" rtl="0">
                        <a:spcBef>
                          <a:spcPts val="0"/>
                        </a:spcBef>
                        <a:spcAft>
                          <a:spcPts val="1600"/>
                        </a:spcAft>
                        <a:buNone/>
                      </a:pPr>
                      <a:r>
                        <a:rPr lang="en" sz="1000">
                          <a:solidFill>
                            <a:schemeClr val="dk1"/>
                          </a:solidFill>
                          <a:latin typeface="Cairo"/>
                          <a:ea typeface="Cairo"/>
                          <a:cs typeface="Cairo"/>
                          <a:sym typeface="Cairo"/>
                        </a:rPr>
                        <a:t>You must keep it so that proper credits for our design are given</a:t>
                      </a:r>
                      <a:endParaRPr sz="1000">
                        <a:solidFill>
                          <a:schemeClr val="dk1"/>
                        </a:solidFill>
                        <a:latin typeface="Cairo"/>
                        <a:ea typeface="Cairo"/>
                        <a:cs typeface="Cairo"/>
                        <a:sym typeface="Cairo"/>
                      </a:endParaRPr>
                    </a:p>
                  </a:txBody>
                  <a:tcPr marL="91425" marR="91425" marT="91425" marB="91425">
                    <a:lnL w="9525" cap="flat" cmpd="sng">
                      <a:solidFill>
                        <a:schemeClr val="accent3"/>
                      </a:solidFill>
                      <a:prstDash val="solid"/>
                      <a:round/>
                      <a:headEnd type="none" w="sm" len="sm"/>
                      <a:tailEnd type="none" w="sm" len="sm"/>
                    </a:lnL>
                    <a:lnR w="9525" cap="flat" cmpd="sng">
                      <a:solidFill>
                        <a:schemeClr val="accent3"/>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accent3"/>
                      </a:solidFill>
                      <a:prstDash val="solid"/>
                      <a:round/>
                      <a:headEnd type="none" w="sm" len="sm"/>
                      <a:tailEnd type="none" w="sm" len="sm"/>
                    </a:lnB>
                  </a:tcPr>
                </a:tc>
                <a:extLst>
                  <a:ext uri="{0D108BD9-81ED-4DB2-BD59-A6C34878D82A}">
                    <a16:rowId xmlns:a16="http://schemas.microsoft.com/office/drawing/2014/main" val="10002"/>
                  </a:ext>
                </a:extLst>
              </a:tr>
              <a:tr h="350500">
                <a:tc>
                  <a:txBody>
                    <a:bodyPr/>
                    <a:lstStyle/>
                    <a:p>
                      <a:pPr marL="0" lvl="0" indent="0" algn="l" rtl="0">
                        <a:spcBef>
                          <a:spcPts val="0"/>
                        </a:spcBef>
                        <a:spcAft>
                          <a:spcPts val="0"/>
                        </a:spcAft>
                        <a:buNone/>
                      </a:pPr>
                      <a:r>
                        <a:rPr lang="en" sz="1100" b="1">
                          <a:solidFill>
                            <a:schemeClr val="lt1"/>
                          </a:solidFill>
                          <a:uFill>
                            <a:noFill/>
                          </a:uFill>
                          <a:latin typeface="Cairo"/>
                          <a:ea typeface="Cairo"/>
                          <a:cs typeface="Cairo"/>
                          <a:sym typeface="Cair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Colors</a:t>
                      </a:r>
                      <a:endParaRPr sz="1100" b="1">
                        <a:solidFill>
                          <a:schemeClr val="lt1"/>
                        </a:solidFill>
                        <a:latin typeface="Cairo"/>
                        <a:ea typeface="Cairo"/>
                        <a:cs typeface="Cairo"/>
                        <a:sym typeface="Cairo"/>
                      </a:endParaRPr>
                    </a:p>
                  </a:txBody>
                  <a:tcPr marL="91425" marR="91425" marT="91425" marB="91425">
                    <a:lnL w="9525" cap="flat" cmpd="sng">
                      <a:solidFill>
                        <a:schemeClr val="accent3"/>
                      </a:solidFill>
                      <a:prstDash val="solid"/>
                      <a:round/>
                      <a:headEnd type="none" w="sm" len="sm"/>
                      <a:tailEnd type="none" w="sm" len="sm"/>
                    </a:lnL>
                    <a:lnR w="9525" cap="flat" cmpd="sng">
                      <a:solidFill>
                        <a:schemeClr val="accent3"/>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3"/>
                    </a:solidFill>
                  </a:tcPr>
                </a:tc>
                <a:tc>
                  <a:txBody>
                    <a:bodyPr/>
                    <a:lstStyle/>
                    <a:p>
                      <a:pPr marL="0" lvl="0" indent="0" algn="l" rtl="0">
                        <a:spcBef>
                          <a:spcPts val="0"/>
                        </a:spcBef>
                        <a:spcAft>
                          <a:spcPts val="1600"/>
                        </a:spcAft>
                        <a:buNone/>
                      </a:pPr>
                      <a:r>
                        <a:rPr lang="en" sz="1000">
                          <a:solidFill>
                            <a:schemeClr val="dk1"/>
                          </a:solidFill>
                          <a:latin typeface="Cairo"/>
                          <a:ea typeface="Cairo"/>
                          <a:cs typeface="Cairo"/>
                          <a:sym typeface="Cairo"/>
                        </a:rPr>
                        <a:t>All the colors used in this presentation</a:t>
                      </a:r>
                      <a:endParaRPr sz="1000">
                        <a:solidFill>
                          <a:schemeClr val="dk1"/>
                        </a:solidFill>
                        <a:latin typeface="Cairo"/>
                        <a:ea typeface="Cairo"/>
                        <a:cs typeface="Cairo"/>
                        <a:sym typeface="Cairo"/>
                      </a:endParaRPr>
                    </a:p>
                  </a:txBody>
                  <a:tcPr marL="91425" marR="91425" marT="91425" marB="91425">
                    <a:lnL w="9525" cap="flat" cmpd="sng">
                      <a:solidFill>
                        <a:schemeClr val="accent3"/>
                      </a:solidFill>
                      <a:prstDash val="solid"/>
                      <a:round/>
                      <a:headEnd type="none" w="sm" len="sm"/>
                      <a:tailEnd type="none" w="sm" len="sm"/>
                    </a:lnL>
                    <a:lnR w="9525" cap="flat" cmpd="sng">
                      <a:solidFill>
                        <a:schemeClr val="accent3"/>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accent3"/>
                      </a:solidFill>
                      <a:prstDash val="solid"/>
                      <a:round/>
                      <a:headEnd type="none" w="sm" len="sm"/>
                      <a:tailEnd type="none" w="sm" len="sm"/>
                    </a:lnB>
                  </a:tcPr>
                </a:tc>
                <a:extLst>
                  <a:ext uri="{0D108BD9-81ED-4DB2-BD59-A6C34878D82A}">
                    <a16:rowId xmlns:a16="http://schemas.microsoft.com/office/drawing/2014/main" val="10003"/>
                  </a:ext>
                </a:extLst>
              </a:tr>
              <a:tr h="350500">
                <a:tc>
                  <a:txBody>
                    <a:bodyPr/>
                    <a:lstStyle/>
                    <a:p>
                      <a:pPr marL="0" lvl="0" indent="0" algn="l" rtl="0">
                        <a:spcBef>
                          <a:spcPts val="0"/>
                        </a:spcBef>
                        <a:spcAft>
                          <a:spcPts val="0"/>
                        </a:spcAft>
                        <a:buNone/>
                      </a:pPr>
                      <a:r>
                        <a:rPr lang="en" sz="1100" b="1">
                          <a:solidFill>
                            <a:schemeClr val="lt1"/>
                          </a:solidFill>
                          <a:uFill>
                            <a:noFill/>
                          </a:uFill>
                          <a:latin typeface="Cairo"/>
                          <a:ea typeface="Cairo"/>
                          <a:cs typeface="Cairo"/>
                          <a:sym typeface="Cair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Icons</a:t>
                      </a:r>
                      <a:r>
                        <a:rPr lang="en" sz="1100" b="1">
                          <a:solidFill>
                            <a:schemeClr val="lt1"/>
                          </a:solidFill>
                          <a:latin typeface="Cairo"/>
                          <a:ea typeface="Cairo"/>
                          <a:cs typeface="Cairo"/>
                          <a:sym typeface="Cairo"/>
                        </a:rPr>
                        <a:t> and </a:t>
                      </a:r>
                      <a:r>
                        <a:rPr lang="en" sz="1100" b="1">
                          <a:solidFill>
                            <a:schemeClr val="lt1"/>
                          </a:solidFill>
                          <a:uFill>
                            <a:noFill/>
                          </a:uFill>
                          <a:latin typeface="Cairo"/>
                          <a:ea typeface="Cairo"/>
                          <a:cs typeface="Cairo"/>
                          <a:sym typeface="Cair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infographic resources</a:t>
                      </a:r>
                      <a:endParaRPr sz="1100" b="1">
                        <a:solidFill>
                          <a:schemeClr val="lt1"/>
                        </a:solidFill>
                        <a:latin typeface="Cairo"/>
                        <a:ea typeface="Cairo"/>
                        <a:cs typeface="Cairo"/>
                        <a:sym typeface="Cairo"/>
                      </a:endParaRPr>
                    </a:p>
                  </a:txBody>
                  <a:tcPr marL="91425" marR="91425" marT="91425" marB="91425">
                    <a:lnL w="9525" cap="flat" cmpd="sng">
                      <a:solidFill>
                        <a:schemeClr val="accent3"/>
                      </a:solidFill>
                      <a:prstDash val="solid"/>
                      <a:round/>
                      <a:headEnd type="none" w="sm" len="sm"/>
                      <a:tailEnd type="none" w="sm" len="sm"/>
                    </a:lnL>
                    <a:lnR w="9525" cap="flat" cmpd="sng">
                      <a:solidFill>
                        <a:schemeClr val="accent3"/>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3"/>
                    </a:solidFill>
                  </a:tcPr>
                </a:tc>
                <a:tc>
                  <a:txBody>
                    <a:bodyPr/>
                    <a:lstStyle/>
                    <a:p>
                      <a:pPr marL="0" lvl="0" indent="0" algn="l" rtl="0">
                        <a:spcBef>
                          <a:spcPts val="0"/>
                        </a:spcBef>
                        <a:spcAft>
                          <a:spcPts val="0"/>
                        </a:spcAft>
                        <a:buNone/>
                      </a:pPr>
                      <a:r>
                        <a:rPr lang="en" sz="1000">
                          <a:solidFill>
                            <a:schemeClr val="dk1"/>
                          </a:solidFill>
                          <a:latin typeface="Cairo"/>
                          <a:ea typeface="Cairo"/>
                          <a:cs typeface="Cairo"/>
                          <a:sym typeface="Cairo"/>
                        </a:rPr>
                        <a:t>These can be used in the template, and their size and color can be edited</a:t>
                      </a:r>
                      <a:endParaRPr sz="1000">
                        <a:solidFill>
                          <a:schemeClr val="dk1"/>
                        </a:solidFill>
                        <a:latin typeface="Cairo"/>
                        <a:ea typeface="Cairo"/>
                        <a:cs typeface="Cairo"/>
                        <a:sym typeface="Cairo"/>
                      </a:endParaRPr>
                    </a:p>
                  </a:txBody>
                  <a:tcPr marL="91425" marR="91425" marT="91425" marB="91425">
                    <a:lnL w="9525" cap="flat" cmpd="sng">
                      <a:solidFill>
                        <a:schemeClr val="accent3"/>
                      </a:solidFill>
                      <a:prstDash val="solid"/>
                      <a:round/>
                      <a:headEnd type="none" w="sm" len="sm"/>
                      <a:tailEnd type="none" w="sm" len="sm"/>
                    </a:lnL>
                    <a:lnR w="9525" cap="flat" cmpd="sng">
                      <a:solidFill>
                        <a:schemeClr val="accent3"/>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accent3"/>
                      </a:solidFill>
                      <a:prstDash val="solid"/>
                      <a:round/>
                      <a:headEnd type="none" w="sm" len="sm"/>
                      <a:tailEnd type="none" w="sm" len="sm"/>
                    </a:lnB>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en" sz="1100" b="1">
                          <a:solidFill>
                            <a:schemeClr val="lt1"/>
                          </a:solidFill>
                          <a:latin typeface="Cairo"/>
                          <a:ea typeface="Cairo"/>
                          <a:cs typeface="Cairo"/>
                          <a:sym typeface="Cairo"/>
                        </a:rPr>
                        <a:t>Editable presentation theme </a:t>
                      </a:r>
                      <a:endParaRPr sz="1100" b="1">
                        <a:solidFill>
                          <a:schemeClr val="lt1"/>
                        </a:solidFill>
                        <a:latin typeface="Cairo"/>
                        <a:ea typeface="Cairo"/>
                        <a:cs typeface="Cairo"/>
                        <a:sym typeface="Cairo"/>
                      </a:endParaRPr>
                    </a:p>
                  </a:txBody>
                  <a:tcPr marL="91425" marR="91425" marT="91425" marB="91425">
                    <a:lnL w="9525" cap="flat" cmpd="sng">
                      <a:solidFill>
                        <a:schemeClr val="accent3"/>
                      </a:solidFill>
                      <a:prstDash val="solid"/>
                      <a:round/>
                      <a:headEnd type="none" w="sm" len="sm"/>
                      <a:tailEnd type="none" w="sm" len="sm"/>
                    </a:lnL>
                    <a:lnR w="9525" cap="flat" cmpd="sng">
                      <a:solidFill>
                        <a:schemeClr val="accent3"/>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accent3"/>
                      </a:solidFill>
                      <a:prstDash val="solid"/>
                      <a:round/>
                      <a:headEnd type="none" w="sm" len="sm"/>
                      <a:tailEnd type="none" w="sm" len="sm"/>
                    </a:lnB>
                    <a:solidFill>
                      <a:schemeClr val="accent3"/>
                    </a:solidFill>
                  </a:tcPr>
                </a:tc>
                <a:tc>
                  <a:txBody>
                    <a:bodyPr/>
                    <a:lstStyle/>
                    <a:p>
                      <a:pPr marL="0" lvl="0" indent="0" algn="l" rtl="0">
                        <a:spcBef>
                          <a:spcPts val="0"/>
                        </a:spcBef>
                        <a:spcAft>
                          <a:spcPts val="1600"/>
                        </a:spcAft>
                        <a:buNone/>
                      </a:pPr>
                      <a:r>
                        <a:rPr lang="en" sz="1000">
                          <a:solidFill>
                            <a:schemeClr val="dk1"/>
                          </a:solidFill>
                          <a:latin typeface="Cairo"/>
                          <a:ea typeface="Cairo"/>
                          <a:cs typeface="Cairo"/>
                          <a:sym typeface="Cairo"/>
                        </a:rPr>
                        <a:t>You can edit the master slides easily. For more info, click </a:t>
                      </a:r>
                      <a:r>
                        <a:rPr lang="en" sz="1000" u="sng">
                          <a:solidFill>
                            <a:schemeClr val="dk1"/>
                          </a:solidFill>
                          <a:latin typeface="Cairo"/>
                          <a:ea typeface="Cairo"/>
                          <a:cs typeface="Cairo"/>
                          <a:sym typeface="Cairo"/>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a:solidFill>
                          <a:schemeClr val="dk1"/>
                        </a:solidFill>
                        <a:latin typeface="Cairo"/>
                        <a:ea typeface="Cairo"/>
                        <a:cs typeface="Cairo"/>
                        <a:sym typeface="Cairo"/>
                      </a:endParaRPr>
                    </a:p>
                  </a:txBody>
                  <a:tcPr marL="91425" marR="91425" marT="91425" marB="91425">
                    <a:lnL w="9525" cap="flat" cmpd="sng">
                      <a:solidFill>
                        <a:schemeClr val="accent3"/>
                      </a:solidFill>
                      <a:prstDash val="solid"/>
                      <a:round/>
                      <a:headEnd type="none" w="sm" len="sm"/>
                      <a:tailEnd type="none" w="sm" len="sm"/>
                    </a:lnL>
                    <a:lnR w="9525" cap="flat" cmpd="sng">
                      <a:solidFill>
                        <a:schemeClr val="accent3"/>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accent3"/>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552" name="Google Shape;552;p40"/>
          <p:cNvSpPr txBox="1"/>
          <p:nvPr/>
        </p:nvSpPr>
        <p:spPr>
          <a:xfrm>
            <a:off x="1196026" y="3995400"/>
            <a:ext cx="30000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chemeClr val="dk1"/>
                </a:solidFill>
                <a:latin typeface="Cairo"/>
                <a:ea typeface="Cairo"/>
                <a:cs typeface="Cairo"/>
                <a:sym typeface="Cairo"/>
              </a:rPr>
              <a:t>For more info:</a:t>
            </a:r>
            <a:r>
              <a:rPr lang="en" sz="800">
                <a:solidFill>
                  <a:schemeClr val="dk1"/>
                </a:solidFill>
                <a:latin typeface="Cairo"/>
                <a:ea typeface="Cairo"/>
                <a:cs typeface="Cairo"/>
                <a:sym typeface="Cairo"/>
              </a:rPr>
              <a:t/>
            </a:r>
            <a:br>
              <a:rPr lang="en" sz="800">
                <a:solidFill>
                  <a:schemeClr val="dk1"/>
                </a:solidFill>
                <a:latin typeface="Cairo"/>
                <a:ea typeface="Cairo"/>
                <a:cs typeface="Cairo"/>
                <a:sym typeface="Cairo"/>
              </a:rPr>
            </a:br>
            <a:r>
              <a:rPr lang="en" sz="1000" b="1">
                <a:solidFill>
                  <a:schemeClr val="dk1"/>
                </a:solidFill>
                <a:uFill>
                  <a:noFill/>
                </a:uFill>
                <a:latin typeface="Cairo"/>
                <a:ea typeface="Cairo"/>
                <a:cs typeface="Cairo"/>
                <a:sym typeface="Cairo"/>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t>
            </a:r>
            <a:r>
              <a:rPr lang="en" sz="1000" b="1">
                <a:solidFill>
                  <a:schemeClr val="dk1"/>
                </a:solidFill>
                <a:latin typeface="Cairo"/>
                <a:ea typeface="Cairo"/>
                <a:cs typeface="Cairo"/>
                <a:sym typeface="Cairo"/>
              </a:rPr>
              <a:t>| </a:t>
            </a:r>
            <a:r>
              <a:rPr lang="en" sz="1000" b="1">
                <a:solidFill>
                  <a:schemeClr val="hlink"/>
                </a:solidFill>
                <a:uFill>
                  <a:noFill/>
                </a:uFill>
                <a:latin typeface="Cairo"/>
                <a:ea typeface="Cairo"/>
                <a:cs typeface="Cairo"/>
                <a:sym typeface="Cairo"/>
                <a:hlinkClick r:id="rId6"/>
              </a:rPr>
              <a:t>OUR BLOG</a:t>
            </a:r>
            <a:r>
              <a:rPr lang="en" sz="1000" b="1">
                <a:solidFill>
                  <a:schemeClr val="dk1"/>
                </a:solidFill>
                <a:latin typeface="Cairo"/>
                <a:ea typeface="Cairo"/>
                <a:cs typeface="Cairo"/>
                <a:sym typeface="Cairo"/>
              </a:rPr>
              <a:t> | </a:t>
            </a:r>
            <a:r>
              <a:rPr lang="en" sz="1000" b="1">
                <a:solidFill>
                  <a:schemeClr val="dk1"/>
                </a:solidFill>
                <a:uFill>
                  <a:noFill/>
                </a:uFill>
                <a:latin typeface="Cairo"/>
                <a:ea typeface="Cairo"/>
                <a:cs typeface="Cairo"/>
                <a:sym typeface="Cairo"/>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a:t>
            </a:r>
            <a:r>
              <a:rPr lang="en" sz="1000" b="1">
                <a:solidFill>
                  <a:schemeClr val="dk1"/>
                </a:solidFill>
                <a:latin typeface="Cairo"/>
                <a:ea typeface="Cairo"/>
                <a:cs typeface="Cairo"/>
                <a:sym typeface="Cairo"/>
              </a:rPr>
              <a:t>s</a:t>
            </a:r>
            <a:endParaRPr sz="1000" b="1">
              <a:solidFill>
                <a:schemeClr val="dk1"/>
              </a:solidFill>
              <a:latin typeface="Cairo"/>
              <a:ea typeface="Cairo"/>
              <a:cs typeface="Cairo"/>
              <a:sym typeface="Cairo"/>
            </a:endParaRPr>
          </a:p>
        </p:txBody>
      </p:sp>
      <p:sp>
        <p:nvSpPr>
          <p:cNvPr id="553" name="Google Shape;553;p40"/>
          <p:cNvSpPr txBox="1"/>
          <p:nvPr/>
        </p:nvSpPr>
        <p:spPr>
          <a:xfrm>
            <a:off x="4683215" y="3995400"/>
            <a:ext cx="32631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chemeClr val="dk1"/>
                </a:solidFill>
                <a:latin typeface="Cairo"/>
                <a:ea typeface="Cairo"/>
                <a:cs typeface="Cairo"/>
                <a:sym typeface="Cairo"/>
              </a:rPr>
              <a:t>You can visit our sister projects:</a:t>
            </a:r>
            <a:r>
              <a:rPr lang="en" sz="800">
                <a:solidFill>
                  <a:schemeClr val="dk1"/>
                </a:solidFill>
                <a:latin typeface="Cairo"/>
                <a:ea typeface="Cairo"/>
                <a:cs typeface="Cairo"/>
                <a:sym typeface="Cairo"/>
              </a:rPr>
              <a:t/>
            </a:r>
            <a:br>
              <a:rPr lang="en" sz="800">
                <a:solidFill>
                  <a:schemeClr val="dk1"/>
                </a:solidFill>
                <a:latin typeface="Cairo"/>
                <a:ea typeface="Cairo"/>
                <a:cs typeface="Cairo"/>
                <a:sym typeface="Cairo"/>
              </a:rPr>
            </a:br>
            <a:r>
              <a:rPr lang="en" sz="1000" b="1">
                <a:solidFill>
                  <a:schemeClr val="dk1"/>
                </a:solidFill>
                <a:uFill>
                  <a:noFill/>
                </a:uFill>
                <a:latin typeface="Cairo"/>
                <a:ea typeface="Cairo"/>
                <a:cs typeface="Cairo"/>
                <a:sym typeface="Cairo"/>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b="1">
                <a:solidFill>
                  <a:schemeClr val="dk1"/>
                </a:solidFill>
                <a:latin typeface="Cairo"/>
                <a:ea typeface="Cairo"/>
                <a:cs typeface="Cairo"/>
                <a:sym typeface="Cairo"/>
              </a:rPr>
              <a:t> | </a:t>
            </a:r>
            <a:r>
              <a:rPr lang="en" sz="1000" b="1">
                <a:solidFill>
                  <a:schemeClr val="dk1"/>
                </a:solidFill>
                <a:uFill>
                  <a:noFill/>
                </a:uFill>
                <a:latin typeface="Cairo"/>
                <a:ea typeface="Cairo"/>
                <a:cs typeface="Cairo"/>
                <a:sym typeface="Cairo"/>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b="1">
                <a:solidFill>
                  <a:schemeClr val="dk1"/>
                </a:solidFill>
                <a:latin typeface="Cairo"/>
                <a:ea typeface="Cairo"/>
                <a:cs typeface="Cairo"/>
                <a:sym typeface="Cairo"/>
              </a:rPr>
              <a:t> | </a:t>
            </a:r>
            <a:r>
              <a:rPr lang="en" sz="1000" b="1">
                <a:solidFill>
                  <a:schemeClr val="dk1"/>
                </a:solidFill>
                <a:uFill>
                  <a:noFill/>
                </a:uFill>
                <a:latin typeface="Cairo"/>
                <a:ea typeface="Cairo"/>
                <a:cs typeface="Cairo"/>
                <a:sym typeface="Cairo"/>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b="1">
                <a:solidFill>
                  <a:schemeClr val="dk1"/>
                </a:solidFill>
                <a:latin typeface="Cairo"/>
                <a:ea typeface="Cairo"/>
                <a:cs typeface="Cairo"/>
                <a:sym typeface="Cairo"/>
              </a:rPr>
              <a:t> | </a:t>
            </a:r>
            <a:r>
              <a:rPr lang="en" sz="1000" b="1">
                <a:solidFill>
                  <a:schemeClr val="dk1"/>
                </a:solidFill>
                <a:uFill>
                  <a:noFill/>
                </a:uFill>
                <a:latin typeface="Cairo"/>
                <a:ea typeface="Cairo"/>
                <a:cs typeface="Cairo"/>
                <a:sym typeface="Cairo"/>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 </a:t>
            </a:r>
            <a:r>
              <a:rPr lang="en" sz="1000" b="1">
                <a:solidFill>
                  <a:schemeClr val="dk1"/>
                </a:solidFill>
                <a:latin typeface="Cairo"/>
                <a:ea typeface="Cairo"/>
                <a:cs typeface="Cairo"/>
                <a:sym typeface="Cairo"/>
              </a:rPr>
              <a:t>| </a:t>
            </a:r>
            <a:r>
              <a:rPr lang="en" sz="1000" b="1">
                <a:solidFill>
                  <a:schemeClr val="dk1"/>
                </a:solidFill>
                <a:uFill>
                  <a:noFill/>
                </a:uFill>
                <a:latin typeface="Cairo"/>
                <a:ea typeface="Cairo"/>
                <a:cs typeface="Cairo"/>
                <a:sym typeface="Cairo"/>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600" b="1">
              <a:solidFill>
                <a:schemeClr val="dk1"/>
              </a:solidFill>
              <a:latin typeface="Cairo"/>
              <a:ea typeface="Cairo"/>
              <a:cs typeface="Cairo"/>
              <a:sym typeface="Cairo"/>
            </a:endParaRPr>
          </a:p>
        </p:txBody>
      </p:sp>
      <p:grpSp>
        <p:nvGrpSpPr>
          <p:cNvPr id="554" name="Google Shape;554;p40"/>
          <p:cNvGrpSpPr/>
          <p:nvPr/>
        </p:nvGrpSpPr>
        <p:grpSpPr>
          <a:xfrm>
            <a:off x="184448" y="218767"/>
            <a:ext cx="771644" cy="644488"/>
            <a:chOff x="7687498" y="546692"/>
            <a:chExt cx="771644" cy="644488"/>
          </a:xfrm>
        </p:grpSpPr>
        <p:sp>
          <p:nvSpPr>
            <p:cNvPr id="555" name="Google Shape;555;p40"/>
            <p:cNvSpPr/>
            <p:nvPr/>
          </p:nvSpPr>
          <p:spPr>
            <a:xfrm>
              <a:off x="7687498" y="629671"/>
              <a:ext cx="419627" cy="41896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40"/>
            <p:cNvSpPr/>
            <p:nvPr/>
          </p:nvSpPr>
          <p:spPr>
            <a:xfrm>
              <a:off x="8108449" y="546692"/>
              <a:ext cx="239606" cy="241613"/>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40"/>
            <p:cNvSpPr/>
            <p:nvPr/>
          </p:nvSpPr>
          <p:spPr>
            <a:xfrm>
              <a:off x="8107787" y="839805"/>
              <a:ext cx="351355" cy="351375"/>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8" name="Google Shape;558;p40"/>
          <p:cNvGrpSpPr/>
          <p:nvPr/>
        </p:nvGrpSpPr>
        <p:grpSpPr>
          <a:xfrm>
            <a:off x="7946328" y="2524023"/>
            <a:ext cx="1147784" cy="2410977"/>
            <a:chOff x="7946328" y="2524023"/>
            <a:chExt cx="1147784" cy="2410977"/>
          </a:xfrm>
        </p:grpSpPr>
        <p:sp>
          <p:nvSpPr>
            <p:cNvPr id="559" name="Google Shape;559;p40"/>
            <p:cNvSpPr/>
            <p:nvPr/>
          </p:nvSpPr>
          <p:spPr>
            <a:xfrm>
              <a:off x="8191113" y="4793400"/>
              <a:ext cx="903000" cy="1416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0" name="Google Shape;560;p40"/>
            <p:cNvGrpSpPr/>
            <p:nvPr/>
          </p:nvGrpSpPr>
          <p:grpSpPr>
            <a:xfrm>
              <a:off x="8441179" y="4632092"/>
              <a:ext cx="402873" cy="227929"/>
              <a:chOff x="6174384" y="3385087"/>
              <a:chExt cx="1445543" cy="817828"/>
            </a:xfrm>
          </p:grpSpPr>
          <p:sp>
            <p:nvSpPr>
              <p:cNvPr id="561" name="Google Shape;561;p40"/>
              <p:cNvSpPr/>
              <p:nvPr/>
            </p:nvSpPr>
            <p:spPr>
              <a:xfrm>
                <a:off x="6174384" y="3478779"/>
                <a:ext cx="1445543" cy="724136"/>
              </a:xfrm>
              <a:custGeom>
                <a:avLst/>
                <a:gdLst/>
                <a:ahLst/>
                <a:cxnLst/>
                <a:rect l="l" t="t" r="r" b="b"/>
                <a:pathLst>
                  <a:path w="72052" h="36094" extrusionOk="0">
                    <a:moveTo>
                      <a:pt x="0" y="1"/>
                    </a:moveTo>
                    <a:lnTo>
                      <a:pt x="0" y="31423"/>
                    </a:lnTo>
                    <a:cubicBezTo>
                      <a:pt x="0" y="34025"/>
                      <a:pt x="16145" y="36093"/>
                      <a:pt x="36026" y="36093"/>
                    </a:cubicBezTo>
                    <a:cubicBezTo>
                      <a:pt x="55907" y="36093"/>
                      <a:pt x="72052" y="34025"/>
                      <a:pt x="72052" y="31423"/>
                    </a:cubicBezTo>
                    <a:lnTo>
                      <a:pt x="720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0"/>
              <p:cNvSpPr/>
              <p:nvPr/>
            </p:nvSpPr>
            <p:spPr>
              <a:xfrm>
                <a:off x="6174384" y="3385087"/>
                <a:ext cx="1445543" cy="187404"/>
              </a:xfrm>
              <a:custGeom>
                <a:avLst/>
                <a:gdLst/>
                <a:ahLst/>
                <a:cxnLst/>
                <a:rect l="l" t="t" r="r" b="b"/>
                <a:pathLst>
                  <a:path w="72052" h="9341" extrusionOk="0">
                    <a:moveTo>
                      <a:pt x="36026" y="1"/>
                    </a:moveTo>
                    <a:cubicBezTo>
                      <a:pt x="16145" y="1"/>
                      <a:pt x="0" y="2069"/>
                      <a:pt x="0" y="4671"/>
                    </a:cubicBezTo>
                    <a:cubicBezTo>
                      <a:pt x="0" y="7239"/>
                      <a:pt x="16145" y="9341"/>
                      <a:pt x="36026" y="9341"/>
                    </a:cubicBezTo>
                    <a:cubicBezTo>
                      <a:pt x="55907" y="9341"/>
                      <a:pt x="72052" y="7239"/>
                      <a:pt x="72052" y="4671"/>
                    </a:cubicBezTo>
                    <a:cubicBezTo>
                      <a:pt x="72052" y="2069"/>
                      <a:pt x="55907" y="1"/>
                      <a:pt x="360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40"/>
              <p:cNvSpPr/>
              <p:nvPr/>
            </p:nvSpPr>
            <p:spPr>
              <a:xfrm>
                <a:off x="6606711" y="3441303"/>
                <a:ext cx="580910" cy="74974"/>
              </a:xfrm>
              <a:custGeom>
                <a:avLst/>
                <a:gdLst/>
                <a:ahLst/>
                <a:cxnLst/>
                <a:rect l="l" t="t" r="r" b="b"/>
                <a:pathLst>
                  <a:path w="28955" h="3737" extrusionOk="0">
                    <a:moveTo>
                      <a:pt x="14477" y="1"/>
                    </a:moveTo>
                    <a:cubicBezTo>
                      <a:pt x="6471" y="1"/>
                      <a:pt x="0" y="835"/>
                      <a:pt x="0" y="1869"/>
                    </a:cubicBezTo>
                    <a:cubicBezTo>
                      <a:pt x="0" y="2903"/>
                      <a:pt x="6471" y="3737"/>
                      <a:pt x="14477" y="3737"/>
                    </a:cubicBezTo>
                    <a:cubicBezTo>
                      <a:pt x="22483" y="3737"/>
                      <a:pt x="28954" y="2903"/>
                      <a:pt x="28954" y="1869"/>
                    </a:cubicBezTo>
                    <a:cubicBezTo>
                      <a:pt x="28954" y="835"/>
                      <a:pt x="22483" y="1"/>
                      <a:pt x="144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4" name="Google Shape;564;p40"/>
            <p:cNvGrpSpPr/>
            <p:nvPr/>
          </p:nvGrpSpPr>
          <p:grpSpPr>
            <a:xfrm>
              <a:off x="7946328" y="2524023"/>
              <a:ext cx="712760" cy="2108087"/>
              <a:chOff x="5519203" y="1070898"/>
              <a:chExt cx="712760" cy="2108087"/>
            </a:xfrm>
          </p:grpSpPr>
          <p:sp>
            <p:nvSpPr>
              <p:cNvPr id="565" name="Google Shape;565;p40"/>
              <p:cNvSpPr/>
              <p:nvPr/>
            </p:nvSpPr>
            <p:spPr>
              <a:xfrm>
                <a:off x="5519203" y="1234187"/>
                <a:ext cx="490568" cy="229936"/>
              </a:xfrm>
              <a:custGeom>
                <a:avLst/>
                <a:gdLst/>
                <a:ahLst/>
                <a:cxnLst/>
                <a:rect l="l" t="t" r="r" b="b"/>
                <a:pathLst>
                  <a:path w="24452" h="11461" extrusionOk="0">
                    <a:moveTo>
                      <a:pt x="21516" y="1"/>
                    </a:moveTo>
                    <a:cubicBezTo>
                      <a:pt x="20749" y="1135"/>
                      <a:pt x="19281" y="468"/>
                      <a:pt x="12576" y="1835"/>
                    </a:cubicBezTo>
                    <a:cubicBezTo>
                      <a:pt x="5905" y="3270"/>
                      <a:pt x="1" y="8874"/>
                      <a:pt x="1" y="8874"/>
                    </a:cubicBezTo>
                    <a:cubicBezTo>
                      <a:pt x="1049" y="8463"/>
                      <a:pt x="2373" y="8296"/>
                      <a:pt x="3842" y="8296"/>
                    </a:cubicBezTo>
                    <a:cubicBezTo>
                      <a:pt x="9526" y="8296"/>
                      <a:pt x="17383" y="10785"/>
                      <a:pt x="19848" y="11209"/>
                    </a:cubicBezTo>
                    <a:cubicBezTo>
                      <a:pt x="20893" y="11398"/>
                      <a:pt x="21753" y="11461"/>
                      <a:pt x="22435" y="11461"/>
                    </a:cubicBezTo>
                    <a:cubicBezTo>
                      <a:pt x="23799" y="11461"/>
                      <a:pt x="24452" y="11209"/>
                      <a:pt x="24452" y="11209"/>
                    </a:cubicBezTo>
                    <a:cubicBezTo>
                      <a:pt x="23684" y="5838"/>
                      <a:pt x="21516" y="1"/>
                      <a:pt x="215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40"/>
              <p:cNvSpPr/>
              <p:nvPr/>
            </p:nvSpPr>
            <p:spPr>
              <a:xfrm>
                <a:off x="5861189" y="1076094"/>
                <a:ext cx="370775" cy="347623"/>
              </a:xfrm>
              <a:custGeom>
                <a:avLst/>
                <a:gdLst/>
                <a:ahLst/>
                <a:cxnLst/>
                <a:rect l="l" t="t" r="r" b="b"/>
                <a:pathLst>
                  <a:path w="18481" h="17327" extrusionOk="0">
                    <a:moveTo>
                      <a:pt x="12823" y="0"/>
                    </a:moveTo>
                    <a:cubicBezTo>
                      <a:pt x="11663" y="0"/>
                      <a:pt x="10358" y="75"/>
                      <a:pt x="8940" y="275"/>
                    </a:cubicBezTo>
                    <a:cubicBezTo>
                      <a:pt x="3269" y="1109"/>
                      <a:pt x="0" y="3611"/>
                      <a:pt x="0" y="3945"/>
                    </a:cubicBezTo>
                    <a:cubicBezTo>
                      <a:pt x="0" y="4278"/>
                      <a:pt x="3469" y="17187"/>
                      <a:pt x="3603" y="17321"/>
                    </a:cubicBezTo>
                    <a:cubicBezTo>
                      <a:pt x="3608" y="17325"/>
                      <a:pt x="3613" y="17326"/>
                      <a:pt x="3619" y="17326"/>
                    </a:cubicBezTo>
                    <a:cubicBezTo>
                      <a:pt x="3750" y="17326"/>
                      <a:pt x="4094" y="16358"/>
                      <a:pt x="7196" y="16358"/>
                    </a:cubicBezTo>
                    <a:cubicBezTo>
                      <a:pt x="7495" y="16358"/>
                      <a:pt x="7820" y="16367"/>
                      <a:pt x="8173" y="16387"/>
                    </a:cubicBezTo>
                    <a:cubicBezTo>
                      <a:pt x="10800" y="16550"/>
                      <a:pt x="12846" y="16603"/>
                      <a:pt x="14397" y="16603"/>
                    </a:cubicBezTo>
                    <a:cubicBezTo>
                      <a:pt x="17277" y="16603"/>
                      <a:pt x="18447" y="16420"/>
                      <a:pt x="18447" y="16420"/>
                    </a:cubicBezTo>
                    <a:lnTo>
                      <a:pt x="18447" y="676"/>
                    </a:lnTo>
                    <a:lnTo>
                      <a:pt x="18480" y="676"/>
                    </a:lnTo>
                    <a:cubicBezTo>
                      <a:pt x="18480" y="676"/>
                      <a:pt x="16304" y="0"/>
                      <a:pt x="128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0"/>
              <p:cNvSpPr/>
              <p:nvPr/>
            </p:nvSpPr>
            <p:spPr>
              <a:xfrm>
                <a:off x="6231944" y="1070898"/>
                <a:ext cx="20" cy="2108087"/>
              </a:xfrm>
              <a:custGeom>
                <a:avLst/>
                <a:gdLst/>
                <a:ahLst/>
                <a:cxnLst/>
                <a:rect l="l" t="t" r="r" b="b"/>
                <a:pathLst>
                  <a:path w="1" h="105076" fill="none" extrusionOk="0">
                    <a:moveTo>
                      <a:pt x="0" y="1"/>
                    </a:moveTo>
                    <a:lnTo>
                      <a:pt x="0" y="105076"/>
                    </a:lnTo>
                  </a:path>
                </a:pathLst>
              </a:custGeom>
              <a:noFill/>
              <a:ln w="14175"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41"/>
          <p:cNvSpPr/>
          <p:nvPr/>
        </p:nvSpPr>
        <p:spPr>
          <a:xfrm>
            <a:off x="1823400" y="3899275"/>
            <a:ext cx="2025300" cy="3306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41"/>
          <p:cNvSpPr/>
          <p:nvPr/>
        </p:nvSpPr>
        <p:spPr>
          <a:xfrm>
            <a:off x="1017700" y="4194225"/>
            <a:ext cx="1622400" cy="3306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4" name="Google Shape;574;p41"/>
          <p:cNvGrpSpPr/>
          <p:nvPr/>
        </p:nvGrpSpPr>
        <p:grpSpPr>
          <a:xfrm>
            <a:off x="462644" y="538690"/>
            <a:ext cx="961539" cy="952419"/>
            <a:chOff x="8613198" y="598525"/>
            <a:chExt cx="1210853" cy="1199368"/>
          </a:xfrm>
        </p:grpSpPr>
        <p:sp>
          <p:nvSpPr>
            <p:cNvPr id="575" name="Google Shape;575;p41"/>
            <p:cNvSpPr/>
            <p:nvPr/>
          </p:nvSpPr>
          <p:spPr>
            <a:xfrm>
              <a:off x="8613198" y="694711"/>
              <a:ext cx="1210853" cy="1103182"/>
            </a:xfrm>
            <a:custGeom>
              <a:avLst/>
              <a:gdLst/>
              <a:ahLst/>
              <a:cxnLst/>
              <a:rect l="l" t="t" r="r" b="b"/>
              <a:pathLst>
                <a:path w="73053" h="66557" extrusionOk="0">
                  <a:moveTo>
                    <a:pt x="36527" y="0"/>
                  </a:moveTo>
                  <a:cubicBezTo>
                    <a:pt x="28012" y="0"/>
                    <a:pt x="19498" y="3252"/>
                    <a:pt x="13010" y="9757"/>
                  </a:cubicBezTo>
                  <a:cubicBezTo>
                    <a:pt x="1" y="22733"/>
                    <a:pt x="1" y="43815"/>
                    <a:pt x="13010" y="56824"/>
                  </a:cubicBezTo>
                  <a:cubicBezTo>
                    <a:pt x="19498" y="63312"/>
                    <a:pt x="28012" y="66556"/>
                    <a:pt x="36527" y="66556"/>
                  </a:cubicBezTo>
                  <a:cubicBezTo>
                    <a:pt x="45041" y="66556"/>
                    <a:pt x="53556" y="63312"/>
                    <a:pt x="60044" y="56824"/>
                  </a:cubicBezTo>
                  <a:cubicBezTo>
                    <a:pt x="73053" y="43815"/>
                    <a:pt x="73053" y="22733"/>
                    <a:pt x="60044" y="9757"/>
                  </a:cubicBezTo>
                  <a:cubicBezTo>
                    <a:pt x="53556" y="3252"/>
                    <a:pt x="45041" y="0"/>
                    <a:pt x="365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1"/>
            <p:cNvSpPr/>
            <p:nvPr/>
          </p:nvSpPr>
          <p:spPr>
            <a:xfrm>
              <a:off x="9218615" y="828225"/>
              <a:ext cx="602120" cy="846502"/>
            </a:xfrm>
            <a:custGeom>
              <a:avLst/>
              <a:gdLst/>
              <a:ahLst/>
              <a:cxnLst/>
              <a:rect l="l" t="t" r="r" b="b"/>
              <a:pathLst>
                <a:path w="36327" h="51071" extrusionOk="0">
                  <a:moveTo>
                    <a:pt x="25986" y="1"/>
                  </a:moveTo>
                  <a:lnTo>
                    <a:pt x="23884" y="2036"/>
                  </a:lnTo>
                  <a:lnTo>
                    <a:pt x="1" y="25219"/>
                  </a:lnTo>
                  <a:lnTo>
                    <a:pt x="23351" y="49003"/>
                  </a:lnTo>
                  <a:lnTo>
                    <a:pt x="25386" y="51071"/>
                  </a:lnTo>
                  <a:cubicBezTo>
                    <a:pt x="31990" y="44566"/>
                    <a:pt x="36127" y="35593"/>
                    <a:pt x="36227" y="25586"/>
                  </a:cubicBezTo>
                  <a:cubicBezTo>
                    <a:pt x="36327" y="15679"/>
                    <a:pt x="32457" y="6572"/>
                    <a:pt x="259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1"/>
            <p:cNvSpPr/>
            <p:nvPr/>
          </p:nvSpPr>
          <p:spPr>
            <a:xfrm>
              <a:off x="9213095" y="598525"/>
              <a:ext cx="470531" cy="647701"/>
            </a:xfrm>
            <a:custGeom>
              <a:avLst/>
              <a:gdLst/>
              <a:ahLst/>
              <a:cxnLst/>
              <a:rect l="l" t="t" r="r" b="b"/>
              <a:pathLst>
                <a:path w="28388" h="39077" extrusionOk="0">
                  <a:moveTo>
                    <a:pt x="258" y="1"/>
                  </a:moveTo>
                  <a:cubicBezTo>
                    <a:pt x="174" y="1"/>
                    <a:pt x="89" y="4"/>
                    <a:pt x="0" y="16"/>
                  </a:cubicBezTo>
                  <a:lnTo>
                    <a:pt x="34" y="2884"/>
                  </a:lnTo>
                  <a:lnTo>
                    <a:pt x="100" y="5820"/>
                  </a:lnTo>
                  <a:lnTo>
                    <a:pt x="367" y="39077"/>
                  </a:lnTo>
                  <a:lnTo>
                    <a:pt x="24284" y="15894"/>
                  </a:lnTo>
                  <a:lnTo>
                    <a:pt x="26352" y="13859"/>
                  </a:lnTo>
                  <a:lnTo>
                    <a:pt x="28387" y="11857"/>
                  </a:lnTo>
                  <a:cubicBezTo>
                    <a:pt x="21382" y="4652"/>
                    <a:pt x="11642" y="82"/>
                    <a:pt x="767" y="16"/>
                  </a:cubicBezTo>
                  <a:cubicBezTo>
                    <a:pt x="590" y="16"/>
                    <a:pt x="426" y="1"/>
                    <a:pt x="2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8" name="Google Shape;578;p41"/>
          <p:cNvSpPr txBox="1">
            <a:spLocks noGrp="1"/>
          </p:cNvSpPr>
          <p:nvPr>
            <p:ph type="title"/>
          </p:nvPr>
        </p:nvSpPr>
        <p:spPr>
          <a:xfrm>
            <a:off x="4225800" y="1049725"/>
            <a:ext cx="4198200" cy="124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WHOA!</a:t>
            </a:r>
            <a:endParaRPr/>
          </a:p>
        </p:txBody>
      </p:sp>
      <p:sp>
        <p:nvSpPr>
          <p:cNvPr id="579" name="Google Shape;579;p41"/>
          <p:cNvSpPr txBox="1">
            <a:spLocks noGrp="1"/>
          </p:cNvSpPr>
          <p:nvPr>
            <p:ph type="subTitle" idx="1"/>
          </p:nvPr>
        </p:nvSpPr>
        <p:spPr>
          <a:xfrm>
            <a:off x="4585350" y="2182830"/>
            <a:ext cx="3479100" cy="9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can be the part of the presentation where you can introduce yourself, write your email...</a:t>
            </a:r>
            <a:endParaRPr/>
          </a:p>
        </p:txBody>
      </p:sp>
      <p:grpSp>
        <p:nvGrpSpPr>
          <p:cNvPr id="580" name="Google Shape;580;p41"/>
          <p:cNvGrpSpPr/>
          <p:nvPr/>
        </p:nvGrpSpPr>
        <p:grpSpPr>
          <a:xfrm>
            <a:off x="2226918" y="665541"/>
            <a:ext cx="1555694" cy="3391727"/>
            <a:chOff x="6301325" y="600875"/>
            <a:chExt cx="1798075" cy="3920165"/>
          </a:xfrm>
        </p:grpSpPr>
        <p:sp>
          <p:nvSpPr>
            <p:cNvPr id="581" name="Google Shape;581;p41"/>
            <p:cNvSpPr/>
            <p:nvPr/>
          </p:nvSpPr>
          <p:spPr>
            <a:xfrm>
              <a:off x="6488968" y="2454704"/>
              <a:ext cx="1000725" cy="2066302"/>
            </a:xfrm>
            <a:custGeom>
              <a:avLst/>
              <a:gdLst/>
              <a:ahLst/>
              <a:cxnLst/>
              <a:rect l="l" t="t" r="r" b="b"/>
              <a:pathLst>
                <a:path w="40029" h="100440" extrusionOk="0">
                  <a:moveTo>
                    <a:pt x="0" y="0"/>
                  </a:moveTo>
                  <a:lnTo>
                    <a:pt x="0" y="95069"/>
                  </a:lnTo>
                  <a:lnTo>
                    <a:pt x="32523" y="100439"/>
                  </a:lnTo>
                  <a:lnTo>
                    <a:pt x="40029" y="95069"/>
                  </a:lnTo>
                  <a:lnTo>
                    <a:pt x="4002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41"/>
            <p:cNvSpPr/>
            <p:nvPr/>
          </p:nvSpPr>
          <p:spPr>
            <a:xfrm>
              <a:off x="6301334" y="2588980"/>
              <a:ext cx="1000750" cy="1932060"/>
            </a:xfrm>
            <a:custGeom>
              <a:avLst/>
              <a:gdLst/>
              <a:ahLst/>
              <a:cxnLst/>
              <a:rect l="l" t="t" r="r" b="b"/>
              <a:pathLst>
                <a:path w="40030" h="95070" extrusionOk="0">
                  <a:moveTo>
                    <a:pt x="1" y="1"/>
                  </a:moveTo>
                  <a:lnTo>
                    <a:pt x="1" y="95069"/>
                  </a:lnTo>
                  <a:lnTo>
                    <a:pt x="40029" y="95069"/>
                  </a:lnTo>
                  <a:lnTo>
                    <a:pt x="400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41"/>
            <p:cNvSpPr/>
            <p:nvPr/>
          </p:nvSpPr>
          <p:spPr>
            <a:xfrm>
              <a:off x="6301325" y="2454700"/>
              <a:ext cx="1188375" cy="134275"/>
            </a:xfrm>
            <a:custGeom>
              <a:avLst/>
              <a:gdLst/>
              <a:ahLst/>
              <a:cxnLst/>
              <a:rect l="l" t="t" r="r" b="b"/>
              <a:pathLst>
                <a:path w="47535" h="5371" extrusionOk="0">
                  <a:moveTo>
                    <a:pt x="7506" y="0"/>
                  </a:moveTo>
                  <a:lnTo>
                    <a:pt x="1" y="5371"/>
                  </a:lnTo>
                  <a:lnTo>
                    <a:pt x="40029" y="5371"/>
                  </a:lnTo>
                  <a:lnTo>
                    <a:pt x="475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1"/>
            <p:cNvSpPr/>
            <p:nvPr/>
          </p:nvSpPr>
          <p:spPr>
            <a:xfrm>
              <a:off x="6855050" y="600875"/>
              <a:ext cx="47575" cy="1919725"/>
            </a:xfrm>
            <a:custGeom>
              <a:avLst/>
              <a:gdLst/>
              <a:ahLst/>
              <a:cxnLst/>
              <a:rect l="l" t="t" r="r" b="b"/>
              <a:pathLst>
                <a:path w="1903" h="76789" extrusionOk="0">
                  <a:moveTo>
                    <a:pt x="1" y="0"/>
                  </a:moveTo>
                  <a:lnTo>
                    <a:pt x="1" y="76789"/>
                  </a:lnTo>
                  <a:lnTo>
                    <a:pt x="1902" y="76789"/>
                  </a:lnTo>
                  <a:lnTo>
                    <a:pt x="19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41"/>
            <p:cNvSpPr/>
            <p:nvPr/>
          </p:nvSpPr>
          <p:spPr>
            <a:xfrm>
              <a:off x="6855050" y="614225"/>
              <a:ext cx="1244350" cy="681600"/>
            </a:xfrm>
            <a:custGeom>
              <a:avLst/>
              <a:gdLst/>
              <a:ahLst/>
              <a:cxnLst/>
              <a:rect l="l" t="t" r="r" b="b"/>
              <a:pathLst>
                <a:path w="49774" h="27264" extrusionOk="0">
                  <a:moveTo>
                    <a:pt x="46167" y="0"/>
                  </a:moveTo>
                  <a:cubicBezTo>
                    <a:pt x="46167" y="0"/>
                    <a:pt x="43879" y="1357"/>
                    <a:pt x="35092" y="1357"/>
                  </a:cubicBezTo>
                  <a:cubicBezTo>
                    <a:pt x="32601" y="1357"/>
                    <a:pt x="29586" y="1248"/>
                    <a:pt x="25953" y="967"/>
                  </a:cubicBezTo>
                  <a:cubicBezTo>
                    <a:pt x="21911" y="648"/>
                    <a:pt x="18290" y="528"/>
                    <a:pt x="15128" y="528"/>
                  </a:cubicBezTo>
                  <a:cubicBezTo>
                    <a:pt x="5397" y="528"/>
                    <a:pt x="1" y="1668"/>
                    <a:pt x="1" y="1668"/>
                  </a:cubicBezTo>
                  <a:lnTo>
                    <a:pt x="1" y="27153"/>
                  </a:lnTo>
                  <a:cubicBezTo>
                    <a:pt x="1304" y="26384"/>
                    <a:pt x="5086" y="26124"/>
                    <a:pt x="10021" y="26124"/>
                  </a:cubicBezTo>
                  <a:cubicBezTo>
                    <a:pt x="20348" y="26124"/>
                    <a:pt x="35723" y="27263"/>
                    <a:pt x="43987" y="27263"/>
                  </a:cubicBezTo>
                  <a:cubicBezTo>
                    <a:pt x="47536" y="27263"/>
                    <a:pt x="49774" y="27053"/>
                    <a:pt x="49736" y="26452"/>
                  </a:cubicBezTo>
                  <a:cubicBezTo>
                    <a:pt x="49570" y="23784"/>
                    <a:pt x="44066" y="14977"/>
                    <a:pt x="42898" y="12142"/>
                  </a:cubicBezTo>
                  <a:cubicBezTo>
                    <a:pt x="41731" y="9307"/>
                    <a:pt x="46167" y="1"/>
                    <a:pt x="46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41"/>
            <p:cNvSpPr/>
            <p:nvPr/>
          </p:nvSpPr>
          <p:spPr>
            <a:xfrm>
              <a:off x="6921775" y="652575"/>
              <a:ext cx="1109050" cy="607500"/>
            </a:xfrm>
            <a:custGeom>
              <a:avLst/>
              <a:gdLst/>
              <a:ahLst/>
              <a:cxnLst/>
              <a:rect l="l" t="t" r="r" b="b"/>
              <a:pathLst>
                <a:path w="44362" h="24300" extrusionOk="0">
                  <a:moveTo>
                    <a:pt x="41163" y="1"/>
                  </a:moveTo>
                  <a:cubicBezTo>
                    <a:pt x="41163" y="1"/>
                    <a:pt x="39126" y="1202"/>
                    <a:pt x="31232" y="1202"/>
                  </a:cubicBezTo>
                  <a:cubicBezTo>
                    <a:pt x="29024" y="1202"/>
                    <a:pt x="26358" y="1108"/>
                    <a:pt x="23150" y="868"/>
                  </a:cubicBezTo>
                  <a:cubicBezTo>
                    <a:pt x="19534" y="588"/>
                    <a:pt x="16297" y="483"/>
                    <a:pt x="13471" y="483"/>
                  </a:cubicBezTo>
                  <a:cubicBezTo>
                    <a:pt x="4827" y="483"/>
                    <a:pt x="34" y="1468"/>
                    <a:pt x="34" y="1468"/>
                  </a:cubicBezTo>
                  <a:lnTo>
                    <a:pt x="0" y="1468"/>
                  </a:lnTo>
                  <a:lnTo>
                    <a:pt x="0" y="24185"/>
                  </a:lnTo>
                  <a:cubicBezTo>
                    <a:pt x="1158" y="23501"/>
                    <a:pt x="4511" y="23270"/>
                    <a:pt x="8887" y="23270"/>
                  </a:cubicBezTo>
                  <a:cubicBezTo>
                    <a:pt x="18116" y="23270"/>
                    <a:pt x="31899" y="24300"/>
                    <a:pt x="39263" y="24300"/>
                  </a:cubicBezTo>
                  <a:cubicBezTo>
                    <a:pt x="42392" y="24300"/>
                    <a:pt x="44362" y="24114"/>
                    <a:pt x="44332" y="23584"/>
                  </a:cubicBezTo>
                  <a:cubicBezTo>
                    <a:pt x="44199" y="21216"/>
                    <a:pt x="39229" y="13310"/>
                    <a:pt x="38228" y="10808"/>
                  </a:cubicBezTo>
                  <a:cubicBezTo>
                    <a:pt x="37227" y="8307"/>
                    <a:pt x="41163" y="1"/>
                    <a:pt x="41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1"/>
            <p:cNvSpPr/>
            <p:nvPr/>
          </p:nvSpPr>
          <p:spPr>
            <a:xfrm>
              <a:off x="7176950" y="700325"/>
              <a:ext cx="473700" cy="431575"/>
            </a:xfrm>
            <a:custGeom>
              <a:avLst/>
              <a:gdLst/>
              <a:ahLst/>
              <a:cxnLst/>
              <a:rect l="l" t="t" r="r" b="b"/>
              <a:pathLst>
                <a:path w="18948" h="17263" extrusionOk="0">
                  <a:moveTo>
                    <a:pt x="9474" y="0"/>
                  </a:moveTo>
                  <a:cubicBezTo>
                    <a:pt x="7264" y="0"/>
                    <a:pt x="5054" y="843"/>
                    <a:pt x="3370" y="2527"/>
                  </a:cubicBezTo>
                  <a:cubicBezTo>
                    <a:pt x="1" y="5896"/>
                    <a:pt x="1" y="11367"/>
                    <a:pt x="3370" y="14736"/>
                  </a:cubicBezTo>
                  <a:cubicBezTo>
                    <a:pt x="5054" y="16420"/>
                    <a:pt x="7264" y="17263"/>
                    <a:pt x="9474" y="17263"/>
                  </a:cubicBezTo>
                  <a:cubicBezTo>
                    <a:pt x="11684" y="17263"/>
                    <a:pt x="13894" y="16420"/>
                    <a:pt x="15579" y="14736"/>
                  </a:cubicBezTo>
                  <a:cubicBezTo>
                    <a:pt x="18948" y="11367"/>
                    <a:pt x="18948" y="5896"/>
                    <a:pt x="15579" y="2527"/>
                  </a:cubicBezTo>
                  <a:cubicBezTo>
                    <a:pt x="13894" y="843"/>
                    <a:pt x="11684" y="0"/>
                    <a:pt x="94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1"/>
            <p:cNvSpPr/>
            <p:nvPr/>
          </p:nvSpPr>
          <p:spPr>
            <a:xfrm>
              <a:off x="7309550" y="757650"/>
              <a:ext cx="211000" cy="338600"/>
            </a:xfrm>
            <a:custGeom>
              <a:avLst/>
              <a:gdLst/>
              <a:ahLst/>
              <a:cxnLst/>
              <a:rect l="l" t="t" r="r" b="b"/>
              <a:pathLst>
                <a:path w="8440" h="13544" extrusionOk="0">
                  <a:moveTo>
                    <a:pt x="3636" y="3503"/>
                  </a:moveTo>
                  <a:lnTo>
                    <a:pt x="3636" y="5538"/>
                  </a:lnTo>
                  <a:cubicBezTo>
                    <a:pt x="3003" y="5371"/>
                    <a:pt x="2536" y="5071"/>
                    <a:pt x="2536" y="4570"/>
                  </a:cubicBezTo>
                  <a:cubicBezTo>
                    <a:pt x="2536" y="4070"/>
                    <a:pt x="2869" y="3670"/>
                    <a:pt x="3636" y="3503"/>
                  </a:cubicBezTo>
                  <a:close/>
                  <a:moveTo>
                    <a:pt x="5037" y="8040"/>
                  </a:moveTo>
                  <a:cubicBezTo>
                    <a:pt x="5671" y="8240"/>
                    <a:pt x="6105" y="8540"/>
                    <a:pt x="6105" y="9040"/>
                  </a:cubicBezTo>
                  <a:cubicBezTo>
                    <a:pt x="6105" y="9474"/>
                    <a:pt x="5805" y="9874"/>
                    <a:pt x="5037" y="10041"/>
                  </a:cubicBezTo>
                  <a:lnTo>
                    <a:pt x="5037" y="8040"/>
                  </a:lnTo>
                  <a:close/>
                  <a:moveTo>
                    <a:pt x="3570" y="1"/>
                  </a:moveTo>
                  <a:lnTo>
                    <a:pt x="3570" y="1568"/>
                  </a:lnTo>
                  <a:cubicBezTo>
                    <a:pt x="1335" y="1835"/>
                    <a:pt x="201" y="3103"/>
                    <a:pt x="201" y="4671"/>
                  </a:cubicBezTo>
                  <a:cubicBezTo>
                    <a:pt x="201" y="6705"/>
                    <a:pt x="2002" y="7239"/>
                    <a:pt x="3570" y="7606"/>
                  </a:cubicBezTo>
                  <a:lnTo>
                    <a:pt x="3570" y="10041"/>
                  </a:lnTo>
                  <a:cubicBezTo>
                    <a:pt x="2536" y="9941"/>
                    <a:pt x="1502" y="9574"/>
                    <a:pt x="801" y="9040"/>
                  </a:cubicBezTo>
                  <a:lnTo>
                    <a:pt x="1" y="10775"/>
                  </a:lnTo>
                  <a:cubicBezTo>
                    <a:pt x="801" y="11409"/>
                    <a:pt x="2169" y="11876"/>
                    <a:pt x="3603" y="11942"/>
                  </a:cubicBezTo>
                  <a:lnTo>
                    <a:pt x="3603" y="13544"/>
                  </a:lnTo>
                  <a:lnTo>
                    <a:pt x="5037" y="13544"/>
                  </a:lnTo>
                  <a:lnTo>
                    <a:pt x="5037" y="11909"/>
                  </a:lnTo>
                  <a:cubicBezTo>
                    <a:pt x="7339" y="11609"/>
                    <a:pt x="8440" y="10308"/>
                    <a:pt x="8407" y="8840"/>
                  </a:cubicBezTo>
                  <a:cubicBezTo>
                    <a:pt x="8373" y="6839"/>
                    <a:pt x="6639" y="6272"/>
                    <a:pt x="5037" y="5905"/>
                  </a:cubicBezTo>
                  <a:lnTo>
                    <a:pt x="5037" y="3436"/>
                  </a:lnTo>
                  <a:cubicBezTo>
                    <a:pt x="5738" y="3536"/>
                    <a:pt x="6505" y="3770"/>
                    <a:pt x="7239" y="4204"/>
                  </a:cubicBezTo>
                  <a:lnTo>
                    <a:pt x="7973" y="2436"/>
                  </a:lnTo>
                  <a:cubicBezTo>
                    <a:pt x="7172" y="1935"/>
                    <a:pt x="6138" y="1668"/>
                    <a:pt x="5037" y="1568"/>
                  </a:cubicBezTo>
                  <a:lnTo>
                    <a:pt x="503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9" name="Google Shape;589;p41"/>
          <p:cNvGrpSpPr/>
          <p:nvPr/>
        </p:nvGrpSpPr>
        <p:grpSpPr>
          <a:xfrm>
            <a:off x="3264250" y="1734525"/>
            <a:ext cx="961550" cy="803100"/>
            <a:chOff x="1428800" y="3101325"/>
            <a:chExt cx="961550" cy="803100"/>
          </a:xfrm>
        </p:grpSpPr>
        <p:sp>
          <p:nvSpPr>
            <p:cNvPr id="590" name="Google Shape;590;p41"/>
            <p:cNvSpPr/>
            <p:nvPr/>
          </p:nvSpPr>
          <p:spPr>
            <a:xfrm>
              <a:off x="1428800" y="3204725"/>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1"/>
            <p:cNvSpPr/>
            <p:nvPr/>
          </p:nvSpPr>
          <p:spPr>
            <a:xfrm>
              <a:off x="1953350" y="3101325"/>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1"/>
            <p:cNvSpPr/>
            <p:nvPr/>
          </p:nvSpPr>
          <p:spPr>
            <a:xfrm>
              <a:off x="1952525" y="3466575"/>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 name="Google Shape;593;p41"/>
          <p:cNvGrpSpPr/>
          <p:nvPr/>
        </p:nvGrpSpPr>
        <p:grpSpPr>
          <a:xfrm>
            <a:off x="1352749" y="1368812"/>
            <a:ext cx="1354010" cy="3032986"/>
            <a:chOff x="3797350" y="709175"/>
            <a:chExt cx="1690400" cy="3786499"/>
          </a:xfrm>
        </p:grpSpPr>
        <p:sp>
          <p:nvSpPr>
            <p:cNvPr id="594" name="Google Shape;594;p41"/>
            <p:cNvSpPr/>
            <p:nvPr/>
          </p:nvSpPr>
          <p:spPr>
            <a:xfrm>
              <a:off x="3984999" y="3541566"/>
              <a:ext cx="1000725" cy="954082"/>
            </a:xfrm>
            <a:custGeom>
              <a:avLst/>
              <a:gdLst/>
              <a:ahLst/>
              <a:cxnLst/>
              <a:rect l="l" t="t" r="r" b="b"/>
              <a:pathLst>
                <a:path w="40029" h="58043" extrusionOk="0">
                  <a:moveTo>
                    <a:pt x="0" y="0"/>
                  </a:moveTo>
                  <a:lnTo>
                    <a:pt x="0" y="52672"/>
                  </a:lnTo>
                  <a:lnTo>
                    <a:pt x="32523" y="58042"/>
                  </a:lnTo>
                  <a:lnTo>
                    <a:pt x="40029" y="52672"/>
                  </a:lnTo>
                  <a:lnTo>
                    <a:pt x="4002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1"/>
            <p:cNvSpPr/>
            <p:nvPr/>
          </p:nvSpPr>
          <p:spPr>
            <a:xfrm>
              <a:off x="3797352" y="3675834"/>
              <a:ext cx="1000750" cy="819840"/>
            </a:xfrm>
            <a:custGeom>
              <a:avLst/>
              <a:gdLst/>
              <a:ahLst/>
              <a:cxnLst/>
              <a:rect l="l" t="t" r="r" b="b"/>
              <a:pathLst>
                <a:path w="40030" h="52672" extrusionOk="0">
                  <a:moveTo>
                    <a:pt x="1" y="0"/>
                  </a:moveTo>
                  <a:lnTo>
                    <a:pt x="1" y="52671"/>
                  </a:lnTo>
                  <a:lnTo>
                    <a:pt x="40029" y="52671"/>
                  </a:lnTo>
                  <a:lnTo>
                    <a:pt x="4002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1"/>
            <p:cNvSpPr/>
            <p:nvPr/>
          </p:nvSpPr>
          <p:spPr>
            <a:xfrm>
              <a:off x="3797350" y="3541568"/>
              <a:ext cx="1188375" cy="134275"/>
            </a:xfrm>
            <a:custGeom>
              <a:avLst/>
              <a:gdLst/>
              <a:ahLst/>
              <a:cxnLst/>
              <a:rect l="l" t="t" r="r" b="b"/>
              <a:pathLst>
                <a:path w="47535" h="5371" extrusionOk="0">
                  <a:moveTo>
                    <a:pt x="7506" y="0"/>
                  </a:moveTo>
                  <a:lnTo>
                    <a:pt x="1" y="5371"/>
                  </a:lnTo>
                  <a:lnTo>
                    <a:pt x="40029" y="5371"/>
                  </a:lnTo>
                  <a:lnTo>
                    <a:pt x="475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1"/>
            <p:cNvSpPr/>
            <p:nvPr/>
          </p:nvSpPr>
          <p:spPr>
            <a:xfrm>
              <a:off x="5280925" y="727275"/>
              <a:ext cx="206825" cy="215525"/>
            </a:xfrm>
            <a:custGeom>
              <a:avLst/>
              <a:gdLst/>
              <a:ahLst/>
              <a:cxnLst/>
              <a:rect l="l" t="t" r="r" b="b"/>
              <a:pathLst>
                <a:path w="8273" h="8621" extrusionOk="0">
                  <a:moveTo>
                    <a:pt x="7990" y="0"/>
                  </a:moveTo>
                  <a:cubicBezTo>
                    <a:pt x="7198" y="0"/>
                    <a:pt x="4104" y="1962"/>
                    <a:pt x="3369" y="2550"/>
                  </a:cubicBezTo>
                  <a:cubicBezTo>
                    <a:pt x="2535" y="3217"/>
                    <a:pt x="0" y="5285"/>
                    <a:pt x="0" y="5285"/>
                  </a:cubicBezTo>
                  <a:lnTo>
                    <a:pt x="2269" y="8621"/>
                  </a:lnTo>
                  <a:cubicBezTo>
                    <a:pt x="2269" y="8621"/>
                    <a:pt x="3336" y="7086"/>
                    <a:pt x="6038" y="5619"/>
                  </a:cubicBezTo>
                  <a:cubicBezTo>
                    <a:pt x="8239" y="4451"/>
                    <a:pt x="5838" y="2283"/>
                    <a:pt x="6038" y="1983"/>
                  </a:cubicBezTo>
                  <a:cubicBezTo>
                    <a:pt x="6338" y="1616"/>
                    <a:pt x="8273" y="782"/>
                    <a:pt x="8173" y="115"/>
                  </a:cubicBezTo>
                  <a:cubicBezTo>
                    <a:pt x="8161" y="36"/>
                    <a:pt x="8096" y="0"/>
                    <a:pt x="7990" y="0"/>
                  </a:cubicBezTo>
                  <a:close/>
                </a:path>
              </a:pathLst>
            </a:custGeom>
            <a:solidFill>
              <a:srgbClr val="905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1"/>
            <p:cNvSpPr/>
            <p:nvPr/>
          </p:nvSpPr>
          <p:spPr>
            <a:xfrm>
              <a:off x="4023350" y="1808900"/>
              <a:ext cx="96775" cy="22875"/>
            </a:xfrm>
            <a:custGeom>
              <a:avLst/>
              <a:gdLst/>
              <a:ahLst/>
              <a:cxnLst/>
              <a:rect l="l" t="t" r="r" b="b"/>
              <a:pathLst>
                <a:path w="3871" h="915" extrusionOk="0">
                  <a:moveTo>
                    <a:pt x="3701" y="0"/>
                  </a:moveTo>
                  <a:cubicBezTo>
                    <a:pt x="3679" y="0"/>
                    <a:pt x="3656" y="4"/>
                    <a:pt x="3637" y="14"/>
                  </a:cubicBezTo>
                  <a:cubicBezTo>
                    <a:pt x="2977" y="479"/>
                    <a:pt x="2230" y="607"/>
                    <a:pt x="1601" y="607"/>
                  </a:cubicBezTo>
                  <a:cubicBezTo>
                    <a:pt x="831" y="607"/>
                    <a:pt x="238" y="414"/>
                    <a:pt x="201" y="414"/>
                  </a:cubicBezTo>
                  <a:cubicBezTo>
                    <a:pt x="184" y="406"/>
                    <a:pt x="165" y="402"/>
                    <a:pt x="147" y="402"/>
                  </a:cubicBezTo>
                  <a:cubicBezTo>
                    <a:pt x="90" y="402"/>
                    <a:pt x="34" y="439"/>
                    <a:pt x="34" y="514"/>
                  </a:cubicBezTo>
                  <a:cubicBezTo>
                    <a:pt x="1" y="581"/>
                    <a:pt x="34" y="681"/>
                    <a:pt x="134" y="681"/>
                  </a:cubicBezTo>
                  <a:cubicBezTo>
                    <a:pt x="167" y="748"/>
                    <a:pt x="768" y="915"/>
                    <a:pt x="1535" y="915"/>
                  </a:cubicBezTo>
                  <a:cubicBezTo>
                    <a:pt x="2202" y="915"/>
                    <a:pt x="3036" y="815"/>
                    <a:pt x="3803" y="247"/>
                  </a:cubicBezTo>
                  <a:cubicBezTo>
                    <a:pt x="3837" y="214"/>
                    <a:pt x="3870" y="147"/>
                    <a:pt x="3837" y="47"/>
                  </a:cubicBezTo>
                  <a:cubicBezTo>
                    <a:pt x="3813" y="24"/>
                    <a:pt x="3756" y="0"/>
                    <a:pt x="3701" y="0"/>
                  </a:cubicBezTo>
                  <a:close/>
                </a:path>
              </a:pathLst>
            </a:custGeom>
            <a:solidFill>
              <a:srgbClr val="464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1"/>
            <p:cNvSpPr/>
            <p:nvPr/>
          </p:nvSpPr>
          <p:spPr>
            <a:xfrm>
              <a:off x="4469500" y="3490450"/>
              <a:ext cx="305250" cy="162475"/>
            </a:xfrm>
            <a:custGeom>
              <a:avLst/>
              <a:gdLst/>
              <a:ahLst/>
              <a:cxnLst/>
              <a:rect l="l" t="t" r="r" b="b"/>
              <a:pathLst>
                <a:path w="12210" h="6499" extrusionOk="0">
                  <a:moveTo>
                    <a:pt x="4604" y="0"/>
                  </a:moveTo>
                  <a:lnTo>
                    <a:pt x="201" y="167"/>
                  </a:lnTo>
                  <a:cubicBezTo>
                    <a:pt x="201" y="167"/>
                    <a:pt x="1" y="2469"/>
                    <a:pt x="168" y="3269"/>
                  </a:cubicBezTo>
                  <a:cubicBezTo>
                    <a:pt x="334" y="4036"/>
                    <a:pt x="1368" y="4103"/>
                    <a:pt x="2302" y="4270"/>
                  </a:cubicBezTo>
                  <a:cubicBezTo>
                    <a:pt x="3203" y="4437"/>
                    <a:pt x="3637" y="5471"/>
                    <a:pt x="5538" y="6038"/>
                  </a:cubicBezTo>
                  <a:cubicBezTo>
                    <a:pt x="6710" y="6404"/>
                    <a:pt x="7440" y="6499"/>
                    <a:pt x="8157" y="6499"/>
                  </a:cubicBezTo>
                  <a:cubicBezTo>
                    <a:pt x="8747" y="6499"/>
                    <a:pt x="9329" y="6435"/>
                    <a:pt x="10141" y="6405"/>
                  </a:cubicBezTo>
                  <a:cubicBezTo>
                    <a:pt x="11909" y="6371"/>
                    <a:pt x="12209" y="4437"/>
                    <a:pt x="9674" y="3769"/>
                  </a:cubicBezTo>
                  <a:cubicBezTo>
                    <a:pt x="7306" y="3136"/>
                    <a:pt x="4604" y="0"/>
                    <a:pt x="46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1"/>
            <p:cNvSpPr/>
            <p:nvPr/>
          </p:nvSpPr>
          <p:spPr>
            <a:xfrm>
              <a:off x="4161775" y="3487100"/>
              <a:ext cx="174925" cy="186250"/>
            </a:xfrm>
            <a:custGeom>
              <a:avLst/>
              <a:gdLst/>
              <a:ahLst/>
              <a:cxnLst/>
              <a:rect l="l" t="t" r="r" b="b"/>
              <a:pathLst>
                <a:path w="6997" h="7450" extrusionOk="0">
                  <a:moveTo>
                    <a:pt x="1435" y="1"/>
                  </a:moveTo>
                  <a:cubicBezTo>
                    <a:pt x="1435" y="1"/>
                    <a:pt x="1602" y="2136"/>
                    <a:pt x="802" y="4604"/>
                  </a:cubicBezTo>
                  <a:cubicBezTo>
                    <a:pt x="1" y="7072"/>
                    <a:pt x="2936" y="7273"/>
                    <a:pt x="5005" y="7439"/>
                  </a:cubicBezTo>
                  <a:cubicBezTo>
                    <a:pt x="5088" y="7446"/>
                    <a:pt x="5167" y="7449"/>
                    <a:pt x="5240" y="7449"/>
                  </a:cubicBezTo>
                  <a:cubicBezTo>
                    <a:pt x="6996" y="7449"/>
                    <a:pt x="5694" y="5562"/>
                    <a:pt x="5438" y="3737"/>
                  </a:cubicBezTo>
                  <a:cubicBezTo>
                    <a:pt x="5171" y="1802"/>
                    <a:pt x="5171" y="634"/>
                    <a:pt x="5171" y="468"/>
                  </a:cubicBezTo>
                  <a:lnTo>
                    <a:pt x="14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1"/>
            <p:cNvSpPr/>
            <p:nvPr/>
          </p:nvSpPr>
          <p:spPr>
            <a:xfrm>
              <a:off x="4168450" y="1952350"/>
              <a:ext cx="497900" cy="1571750"/>
            </a:xfrm>
            <a:custGeom>
              <a:avLst/>
              <a:gdLst/>
              <a:ahLst/>
              <a:cxnLst/>
              <a:rect l="l" t="t" r="r" b="b"/>
              <a:pathLst>
                <a:path w="19916" h="62870" extrusionOk="0">
                  <a:moveTo>
                    <a:pt x="9987" y="0"/>
                  </a:moveTo>
                  <a:cubicBezTo>
                    <a:pt x="4995" y="0"/>
                    <a:pt x="36" y="480"/>
                    <a:pt x="1" y="480"/>
                  </a:cubicBezTo>
                  <a:lnTo>
                    <a:pt x="134" y="62158"/>
                  </a:lnTo>
                  <a:cubicBezTo>
                    <a:pt x="1224" y="62692"/>
                    <a:pt x="2280" y="62870"/>
                    <a:pt x="3204" y="62870"/>
                  </a:cubicBezTo>
                  <a:cubicBezTo>
                    <a:pt x="5053" y="62870"/>
                    <a:pt x="6372" y="62158"/>
                    <a:pt x="6372" y="62158"/>
                  </a:cubicBezTo>
                  <a:lnTo>
                    <a:pt x="9875" y="14891"/>
                  </a:lnTo>
                  <a:lnTo>
                    <a:pt x="11576" y="62058"/>
                  </a:lnTo>
                  <a:cubicBezTo>
                    <a:pt x="12399" y="62447"/>
                    <a:pt x="13347" y="62577"/>
                    <a:pt x="14247" y="62577"/>
                  </a:cubicBezTo>
                  <a:cubicBezTo>
                    <a:pt x="16046" y="62577"/>
                    <a:pt x="17647" y="62058"/>
                    <a:pt x="17647" y="62058"/>
                  </a:cubicBezTo>
                  <a:lnTo>
                    <a:pt x="19915" y="1781"/>
                  </a:lnTo>
                  <a:cubicBezTo>
                    <a:pt x="18821" y="374"/>
                    <a:pt x="14391" y="0"/>
                    <a:pt x="99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1"/>
            <p:cNvSpPr/>
            <p:nvPr/>
          </p:nvSpPr>
          <p:spPr>
            <a:xfrm>
              <a:off x="4402800" y="2121625"/>
              <a:ext cx="75900" cy="213025"/>
            </a:xfrm>
            <a:custGeom>
              <a:avLst/>
              <a:gdLst/>
              <a:ahLst/>
              <a:cxnLst/>
              <a:rect l="l" t="t" r="r" b="b"/>
              <a:pathLst>
                <a:path w="3036" h="8521" extrusionOk="0">
                  <a:moveTo>
                    <a:pt x="2855" y="1"/>
                  </a:moveTo>
                  <a:cubicBezTo>
                    <a:pt x="2838" y="1"/>
                    <a:pt x="2820" y="5"/>
                    <a:pt x="2802" y="14"/>
                  </a:cubicBezTo>
                  <a:cubicBezTo>
                    <a:pt x="2769" y="14"/>
                    <a:pt x="2702" y="81"/>
                    <a:pt x="2702" y="147"/>
                  </a:cubicBezTo>
                  <a:cubicBezTo>
                    <a:pt x="2702" y="481"/>
                    <a:pt x="1668" y="6886"/>
                    <a:pt x="1334" y="8086"/>
                  </a:cubicBezTo>
                  <a:lnTo>
                    <a:pt x="300" y="8220"/>
                  </a:lnTo>
                  <a:cubicBezTo>
                    <a:pt x="434" y="7086"/>
                    <a:pt x="1134" y="1248"/>
                    <a:pt x="1101" y="214"/>
                  </a:cubicBezTo>
                  <a:cubicBezTo>
                    <a:pt x="1101" y="156"/>
                    <a:pt x="1026" y="74"/>
                    <a:pt x="985" y="74"/>
                  </a:cubicBezTo>
                  <a:cubicBezTo>
                    <a:pt x="978" y="74"/>
                    <a:pt x="972" y="76"/>
                    <a:pt x="968" y="81"/>
                  </a:cubicBezTo>
                  <a:cubicBezTo>
                    <a:pt x="867" y="81"/>
                    <a:pt x="834" y="181"/>
                    <a:pt x="834" y="214"/>
                  </a:cubicBezTo>
                  <a:cubicBezTo>
                    <a:pt x="867" y="1348"/>
                    <a:pt x="0" y="8253"/>
                    <a:pt x="0" y="8353"/>
                  </a:cubicBezTo>
                  <a:cubicBezTo>
                    <a:pt x="0" y="8387"/>
                    <a:pt x="0" y="8420"/>
                    <a:pt x="34" y="8487"/>
                  </a:cubicBezTo>
                  <a:cubicBezTo>
                    <a:pt x="34" y="8520"/>
                    <a:pt x="100" y="8520"/>
                    <a:pt x="134" y="8520"/>
                  </a:cubicBezTo>
                  <a:lnTo>
                    <a:pt x="1468" y="8353"/>
                  </a:lnTo>
                  <a:cubicBezTo>
                    <a:pt x="1501" y="8353"/>
                    <a:pt x="1535" y="8320"/>
                    <a:pt x="1601" y="8253"/>
                  </a:cubicBezTo>
                  <a:cubicBezTo>
                    <a:pt x="1835" y="7486"/>
                    <a:pt x="3036" y="247"/>
                    <a:pt x="2969" y="81"/>
                  </a:cubicBezTo>
                  <a:cubicBezTo>
                    <a:pt x="2945" y="32"/>
                    <a:pt x="2902" y="1"/>
                    <a:pt x="2855" y="1"/>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1"/>
            <p:cNvSpPr/>
            <p:nvPr/>
          </p:nvSpPr>
          <p:spPr>
            <a:xfrm>
              <a:off x="4336900" y="2316275"/>
              <a:ext cx="144300" cy="26700"/>
            </a:xfrm>
            <a:custGeom>
              <a:avLst/>
              <a:gdLst/>
              <a:ahLst/>
              <a:cxnLst/>
              <a:rect l="l" t="t" r="r" b="b"/>
              <a:pathLst>
                <a:path w="5772" h="1068" extrusionOk="0">
                  <a:moveTo>
                    <a:pt x="5605" y="0"/>
                  </a:moveTo>
                  <a:cubicBezTo>
                    <a:pt x="5572" y="0"/>
                    <a:pt x="3437" y="467"/>
                    <a:pt x="134" y="767"/>
                  </a:cubicBezTo>
                  <a:cubicBezTo>
                    <a:pt x="68" y="767"/>
                    <a:pt x="1" y="834"/>
                    <a:pt x="1" y="934"/>
                  </a:cubicBezTo>
                  <a:cubicBezTo>
                    <a:pt x="1" y="1034"/>
                    <a:pt x="68" y="1068"/>
                    <a:pt x="134" y="1068"/>
                  </a:cubicBezTo>
                  <a:cubicBezTo>
                    <a:pt x="3437" y="767"/>
                    <a:pt x="5605" y="300"/>
                    <a:pt x="5638" y="300"/>
                  </a:cubicBezTo>
                  <a:cubicBezTo>
                    <a:pt x="5738" y="300"/>
                    <a:pt x="5772" y="234"/>
                    <a:pt x="5772" y="134"/>
                  </a:cubicBezTo>
                  <a:cubicBezTo>
                    <a:pt x="5772" y="67"/>
                    <a:pt x="5672" y="0"/>
                    <a:pt x="5605" y="0"/>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1"/>
            <p:cNvSpPr/>
            <p:nvPr/>
          </p:nvSpPr>
          <p:spPr>
            <a:xfrm>
              <a:off x="3981650" y="2302925"/>
              <a:ext cx="25875" cy="78425"/>
            </a:xfrm>
            <a:custGeom>
              <a:avLst/>
              <a:gdLst/>
              <a:ahLst/>
              <a:cxnLst/>
              <a:rect l="l" t="t" r="r" b="b"/>
              <a:pathLst>
                <a:path w="1035" h="3137" extrusionOk="0">
                  <a:moveTo>
                    <a:pt x="1002" y="0"/>
                  </a:moveTo>
                  <a:lnTo>
                    <a:pt x="1" y="234"/>
                  </a:lnTo>
                  <a:lnTo>
                    <a:pt x="301" y="3136"/>
                  </a:lnTo>
                  <a:lnTo>
                    <a:pt x="635" y="3103"/>
                  </a:lnTo>
                  <a:lnTo>
                    <a:pt x="334" y="501"/>
                  </a:lnTo>
                  <a:cubicBezTo>
                    <a:pt x="334" y="501"/>
                    <a:pt x="1002" y="401"/>
                    <a:pt x="1035" y="401"/>
                  </a:cubicBezTo>
                  <a:lnTo>
                    <a:pt x="1002" y="0"/>
                  </a:lnTo>
                  <a:close/>
                </a:path>
              </a:pathLst>
            </a:custGeom>
            <a:solidFill>
              <a:srgbClr val="E8AE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1"/>
            <p:cNvSpPr/>
            <p:nvPr/>
          </p:nvSpPr>
          <p:spPr>
            <a:xfrm>
              <a:off x="3836550" y="2342125"/>
              <a:ext cx="545425" cy="497875"/>
            </a:xfrm>
            <a:custGeom>
              <a:avLst/>
              <a:gdLst/>
              <a:ahLst/>
              <a:cxnLst/>
              <a:rect l="l" t="t" r="r" b="b"/>
              <a:pathLst>
                <a:path w="21817" h="19915" extrusionOk="0">
                  <a:moveTo>
                    <a:pt x="17613" y="0"/>
                  </a:moveTo>
                  <a:lnTo>
                    <a:pt x="1" y="2269"/>
                  </a:lnTo>
                  <a:lnTo>
                    <a:pt x="134" y="17746"/>
                  </a:lnTo>
                  <a:lnTo>
                    <a:pt x="17680" y="19915"/>
                  </a:lnTo>
                  <a:lnTo>
                    <a:pt x="21649" y="19381"/>
                  </a:lnTo>
                  <a:lnTo>
                    <a:pt x="21816" y="334"/>
                  </a:lnTo>
                  <a:lnTo>
                    <a:pt x="17613" y="0"/>
                  </a:lnTo>
                  <a:close/>
                </a:path>
              </a:pathLst>
            </a:custGeom>
            <a:solidFill>
              <a:srgbClr val="1E1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41"/>
            <p:cNvSpPr/>
            <p:nvPr/>
          </p:nvSpPr>
          <p:spPr>
            <a:xfrm>
              <a:off x="3836550" y="2342125"/>
              <a:ext cx="442000" cy="497875"/>
            </a:xfrm>
            <a:custGeom>
              <a:avLst/>
              <a:gdLst/>
              <a:ahLst/>
              <a:cxnLst/>
              <a:rect l="l" t="t" r="r" b="b"/>
              <a:pathLst>
                <a:path w="17680" h="19915" extrusionOk="0">
                  <a:moveTo>
                    <a:pt x="17613" y="0"/>
                  </a:moveTo>
                  <a:lnTo>
                    <a:pt x="1" y="2269"/>
                  </a:lnTo>
                  <a:lnTo>
                    <a:pt x="134" y="17746"/>
                  </a:lnTo>
                  <a:lnTo>
                    <a:pt x="17680" y="19915"/>
                  </a:lnTo>
                  <a:lnTo>
                    <a:pt x="17613" y="0"/>
                  </a:lnTo>
                  <a:close/>
                </a:path>
              </a:pathLst>
            </a:custGeom>
            <a:solidFill>
              <a:srgbClr val="292A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1"/>
            <p:cNvSpPr/>
            <p:nvPr/>
          </p:nvSpPr>
          <p:spPr>
            <a:xfrm>
              <a:off x="3994175" y="2190050"/>
              <a:ext cx="128450" cy="175875"/>
            </a:xfrm>
            <a:custGeom>
              <a:avLst/>
              <a:gdLst/>
              <a:ahLst/>
              <a:cxnLst/>
              <a:rect l="l" t="t" r="r" b="b"/>
              <a:pathLst>
                <a:path w="5138" h="7035" extrusionOk="0">
                  <a:moveTo>
                    <a:pt x="2682" y="0"/>
                  </a:moveTo>
                  <a:cubicBezTo>
                    <a:pt x="2303" y="0"/>
                    <a:pt x="1933" y="44"/>
                    <a:pt x="1601" y="146"/>
                  </a:cubicBezTo>
                  <a:cubicBezTo>
                    <a:pt x="1301" y="980"/>
                    <a:pt x="968" y="1680"/>
                    <a:pt x="534" y="2447"/>
                  </a:cubicBezTo>
                  <a:cubicBezTo>
                    <a:pt x="300" y="2948"/>
                    <a:pt x="0" y="3481"/>
                    <a:pt x="0" y="4082"/>
                  </a:cubicBezTo>
                  <a:cubicBezTo>
                    <a:pt x="0" y="4682"/>
                    <a:pt x="367" y="5249"/>
                    <a:pt x="767" y="5750"/>
                  </a:cubicBezTo>
                  <a:cubicBezTo>
                    <a:pt x="1101" y="6150"/>
                    <a:pt x="1468" y="6584"/>
                    <a:pt x="1968" y="6817"/>
                  </a:cubicBezTo>
                  <a:cubicBezTo>
                    <a:pt x="2216" y="6959"/>
                    <a:pt x="2502" y="7035"/>
                    <a:pt x="2785" y="7035"/>
                  </a:cubicBezTo>
                  <a:cubicBezTo>
                    <a:pt x="3035" y="7035"/>
                    <a:pt x="3284" y="6976"/>
                    <a:pt x="3503" y="6850"/>
                  </a:cubicBezTo>
                  <a:cubicBezTo>
                    <a:pt x="3803" y="6750"/>
                    <a:pt x="4003" y="6417"/>
                    <a:pt x="3970" y="6083"/>
                  </a:cubicBezTo>
                  <a:cubicBezTo>
                    <a:pt x="3936" y="5850"/>
                    <a:pt x="3770" y="5683"/>
                    <a:pt x="3636" y="5483"/>
                  </a:cubicBezTo>
                  <a:cubicBezTo>
                    <a:pt x="3303" y="5016"/>
                    <a:pt x="3169" y="4415"/>
                    <a:pt x="3269" y="3815"/>
                  </a:cubicBezTo>
                  <a:cubicBezTo>
                    <a:pt x="3325" y="3769"/>
                    <a:pt x="3388" y="3748"/>
                    <a:pt x="3451" y="3748"/>
                  </a:cubicBezTo>
                  <a:cubicBezTo>
                    <a:pt x="3618" y="3748"/>
                    <a:pt x="3788" y="3889"/>
                    <a:pt x="3836" y="4082"/>
                  </a:cubicBezTo>
                  <a:cubicBezTo>
                    <a:pt x="3936" y="4315"/>
                    <a:pt x="3836" y="4582"/>
                    <a:pt x="3836" y="4816"/>
                  </a:cubicBezTo>
                  <a:cubicBezTo>
                    <a:pt x="3870" y="5083"/>
                    <a:pt x="4003" y="5349"/>
                    <a:pt x="4270" y="5349"/>
                  </a:cubicBezTo>
                  <a:cubicBezTo>
                    <a:pt x="4470" y="5349"/>
                    <a:pt x="4637" y="5149"/>
                    <a:pt x="4704" y="4982"/>
                  </a:cubicBezTo>
                  <a:cubicBezTo>
                    <a:pt x="4970" y="4515"/>
                    <a:pt x="5137" y="4015"/>
                    <a:pt x="5004" y="3581"/>
                  </a:cubicBezTo>
                  <a:cubicBezTo>
                    <a:pt x="4970" y="3315"/>
                    <a:pt x="4804" y="3081"/>
                    <a:pt x="4637" y="2814"/>
                  </a:cubicBezTo>
                  <a:cubicBezTo>
                    <a:pt x="4270" y="2180"/>
                    <a:pt x="4203" y="1513"/>
                    <a:pt x="3936" y="779"/>
                  </a:cubicBezTo>
                  <a:cubicBezTo>
                    <a:pt x="3870" y="579"/>
                    <a:pt x="3803" y="312"/>
                    <a:pt x="3603" y="179"/>
                  </a:cubicBezTo>
                  <a:cubicBezTo>
                    <a:pt x="3436" y="79"/>
                    <a:pt x="3202" y="12"/>
                    <a:pt x="3036" y="12"/>
                  </a:cubicBezTo>
                  <a:cubicBezTo>
                    <a:pt x="2918" y="4"/>
                    <a:pt x="2799" y="0"/>
                    <a:pt x="2682" y="0"/>
                  </a:cubicBezTo>
                  <a:close/>
                </a:path>
              </a:pathLst>
            </a:custGeom>
            <a:solidFill>
              <a:srgbClr val="905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41"/>
            <p:cNvSpPr/>
            <p:nvPr/>
          </p:nvSpPr>
          <p:spPr>
            <a:xfrm>
              <a:off x="4076725" y="2290425"/>
              <a:ext cx="50775" cy="73400"/>
            </a:xfrm>
            <a:custGeom>
              <a:avLst/>
              <a:gdLst/>
              <a:ahLst/>
              <a:cxnLst/>
              <a:rect l="l" t="t" r="r" b="b"/>
              <a:pathLst>
                <a:path w="2031" h="2936" extrusionOk="0">
                  <a:moveTo>
                    <a:pt x="14" y="499"/>
                  </a:moveTo>
                  <a:lnTo>
                    <a:pt x="1" y="500"/>
                  </a:lnTo>
                  <a:cubicBezTo>
                    <a:pt x="4" y="508"/>
                    <a:pt x="7" y="511"/>
                    <a:pt x="9" y="511"/>
                  </a:cubicBezTo>
                  <a:cubicBezTo>
                    <a:pt x="12" y="511"/>
                    <a:pt x="13" y="507"/>
                    <a:pt x="14" y="499"/>
                  </a:cubicBezTo>
                  <a:close/>
                  <a:moveTo>
                    <a:pt x="1568" y="0"/>
                  </a:moveTo>
                  <a:lnTo>
                    <a:pt x="1" y="167"/>
                  </a:lnTo>
                  <a:cubicBezTo>
                    <a:pt x="1" y="269"/>
                    <a:pt x="20" y="450"/>
                    <a:pt x="14" y="499"/>
                  </a:cubicBezTo>
                  <a:lnTo>
                    <a:pt x="14" y="499"/>
                  </a:lnTo>
                  <a:lnTo>
                    <a:pt x="1201" y="334"/>
                  </a:lnTo>
                  <a:lnTo>
                    <a:pt x="1535" y="2936"/>
                  </a:lnTo>
                  <a:cubicBezTo>
                    <a:pt x="1535" y="2936"/>
                    <a:pt x="1969" y="2902"/>
                    <a:pt x="2002" y="2902"/>
                  </a:cubicBezTo>
                  <a:cubicBezTo>
                    <a:pt x="2002" y="2902"/>
                    <a:pt x="2002" y="2902"/>
                    <a:pt x="2002" y="2902"/>
                  </a:cubicBezTo>
                  <a:cubicBezTo>
                    <a:pt x="2030" y="2902"/>
                    <a:pt x="1568" y="0"/>
                    <a:pt x="1568" y="0"/>
                  </a:cubicBezTo>
                  <a:close/>
                </a:path>
              </a:pathLst>
            </a:custGeom>
            <a:solidFill>
              <a:srgbClr val="E8AE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1"/>
            <p:cNvSpPr/>
            <p:nvPr/>
          </p:nvSpPr>
          <p:spPr>
            <a:xfrm>
              <a:off x="3978325" y="1273025"/>
              <a:ext cx="185150" cy="954050"/>
            </a:xfrm>
            <a:custGeom>
              <a:avLst/>
              <a:gdLst/>
              <a:ahLst/>
              <a:cxnLst/>
              <a:rect l="l" t="t" r="r" b="b"/>
              <a:pathLst>
                <a:path w="7406" h="38162" extrusionOk="0">
                  <a:moveTo>
                    <a:pt x="4003" y="0"/>
                  </a:moveTo>
                  <a:cubicBezTo>
                    <a:pt x="4003" y="0"/>
                    <a:pt x="1835" y="2802"/>
                    <a:pt x="1068" y="9741"/>
                  </a:cubicBezTo>
                  <a:cubicBezTo>
                    <a:pt x="301" y="16646"/>
                    <a:pt x="0" y="28387"/>
                    <a:pt x="301" y="31990"/>
                  </a:cubicBezTo>
                  <a:cubicBezTo>
                    <a:pt x="601" y="35626"/>
                    <a:pt x="1401" y="38128"/>
                    <a:pt x="1401" y="38128"/>
                  </a:cubicBezTo>
                  <a:cubicBezTo>
                    <a:pt x="1401" y="38128"/>
                    <a:pt x="1807" y="38162"/>
                    <a:pt x="2377" y="38162"/>
                  </a:cubicBezTo>
                  <a:cubicBezTo>
                    <a:pt x="3184" y="38162"/>
                    <a:pt x="4322" y="38093"/>
                    <a:pt x="5104" y="37761"/>
                  </a:cubicBezTo>
                  <a:cubicBezTo>
                    <a:pt x="5104" y="37761"/>
                    <a:pt x="5471" y="30255"/>
                    <a:pt x="5771" y="27487"/>
                  </a:cubicBezTo>
                  <a:cubicBezTo>
                    <a:pt x="6005" y="24751"/>
                    <a:pt x="6005" y="15111"/>
                    <a:pt x="7406" y="10841"/>
                  </a:cubicBezTo>
                  <a:cubicBezTo>
                    <a:pt x="7339" y="10841"/>
                    <a:pt x="6638" y="4103"/>
                    <a:pt x="40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1"/>
            <p:cNvSpPr/>
            <p:nvPr/>
          </p:nvSpPr>
          <p:spPr>
            <a:xfrm>
              <a:off x="4078400" y="1146350"/>
              <a:ext cx="715525" cy="1002325"/>
            </a:xfrm>
            <a:custGeom>
              <a:avLst/>
              <a:gdLst/>
              <a:ahLst/>
              <a:cxnLst/>
              <a:rect l="l" t="t" r="r" b="b"/>
              <a:pathLst>
                <a:path w="28621" h="40093" extrusionOk="0">
                  <a:moveTo>
                    <a:pt x="21188" y="1"/>
                  </a:moveTo>
                  <a:cubicBezTo>
                    <a:pt x="19073" y="1"/>
                    <a:pt x="16701" y="8"/>
                    <a:pt x="14344" y="30"/>
                  </a:cubicBezTo>
                  <a:cubicBezTo>
                    <a:pt x="7239" y="130"/>
                    <a:pt x="0" y="5067"/>
                    <a:pt x="0" y="5067"/>
                  </a:cubicBezTo>
                  <a:cubicBezTo>
                    <a:pt x="0" y="5067"/>
                    <a:pt x="2969" y="14908"/>
                    <a:pt x="3136" y="19878"/>
                  </a:cubicBezTo>
                  <a:cubicBezTo>
                    <a:pt x="3236" y="22680"/>
                    <a:pt x="3269" y="25415"/>
                    <a:pt x="3303" y="28217"/>
                  </a:cubicBezTo>
                  <a:cubicBezTo>
                    <a:pt x="3336" y="31486"/>
                    <a:pt x="3403" y="34722"/>
                    <a:pt x="2969" y="37924"/>
                  </a:cubicBezTo>
                  <a:cubicBezTo>
                    <a:pt x="2902" y="38591"/>
                    <a:pt x="2802" y="39359"/>
                    <a:pt x="3503" y="39559"/>
                  </a:cubicBezTo>
                  <a:cubicBezTo>
                    <a:pt x="3803" y="39659"/>
                    <a:pt x="4137" y="39592"/>
                    <a:pt x="4437" y="39659"/>
                  </a:cubicBezTo>
                  <a:cubicBezTo>
                    <a:pt x="5337" y="39725"/>
                    <a:pt x="6271" y="39826"/>
                    <a:pt x="7172" y="39859"/>
                  </a:cubicBezTo>
                  <a:cubicBezTo>
                    <a:pt x="9807" y="40026"/>
                    <a:pt x="12442" y="40092"/>
                    <a:pt x="15078" y="40092"/>
                  </a:cubicBezTo>
                  <a:cubicBezTo>
                    <a:pt x="16679" y="40059"/>
                    <a:pt x="18313" y="40026"/>
                    <a:pt x="19948" y="39859"/>
                  </a:cubicBezTo>
                  <a:cubicBezTo>
                    <a:pt x="20748" y="39759"/>
                    <a:pt x="21516" y="39692"/>
                    <a:pt x="22316" y="39559"/>
                  </a:cubicBezTo>
                  <a:cubicBezTo>
                    <a:pt x="23484" y="39359"/>
                    <a:pt x="24017" y="39158"/>
                    <a:pt x="24017" y="37924"/>
                  </a:cubicBezTo>
                  <a:lnTo>
                    <a:pt x="24017" y="35556"/>
                  </a:lnTo>
                  <a:cubicBezTo>
                    <a:pt x="24017" y="33354"/>
                    <a:pt x="24017" y="31153"/>
                    <a:pt x="24084" y="28918"/>
                  </a:cubicBezTo>
                  <a:cubicBezTo>
                    <a:pt x="24117" y="25916"/>
                    <a:pt x="23951" y="22813"/>
                    <a:pt x="24284" y="19845"/>
                  </a:cubicBezTo>
                  <a:cubicBezTo>
                    <a:pt x="24584" y="17409"/>
                    <a:pt x="26919" y="3833"/>
                    <a:pt x="28621" y="30"/>
                  </a:cubicBezTo>
                  <a:cubicBezTo>
                    <a:pt x="28621" y="30"/>
                    <a:pt x="25418" y="1"/>
                    <a:pt x="21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41"/>
            <p:cNvSpPr/>
            <p:nvPr/>
          </p:nvSpPr>
          <p:spPr>
            <a:xfrm>
              <a:off x="4263525" y="1147100"/>
              <a:ext cx="268550" cy="546250"/>
            </a:xfrm>
            <a:custGeom>
              <a:avLst/>
              <a:gdLst/>
              <a:ahLst/>
              <a:cxnLst/>
              <a:rect l="l" t="t" r="r" b="b"/>
              <a:pathLst>
                <a:path w="10742" h="21850" extrusionOk="0">
                  <a:moveTo>
                    <a:pt x="6872" y="0"/>
                  </a:moveTo>
                  <a:cubicBezTo>
                    <a:pt x="4504" y="34"/>
                    <a:pt x="2102" y="634"/>
                    <a:pt x="1" y="1368"/>
                  </a:cubicBezTo>
                  <a:lnTo>
                    <a:pt x="7272" y="21849"/>
                  </a:lnTo>
                  <a:cubicBezTo>
                    <a:pt x="7272" y="21849"/>
                    <a:pt x="10708" y="6839"/>
                    <a:pt x="10742" y="534"/>
                  </a:cubicBezTo>
                  <a:cubicBezTo>
                    <a:pt x="9541" y="201"/>
                    <a:pt x="8240" y="0"/>
                    <a:pt x="6872" y="0"/>
                  </a:cubicBezTo>
                  <a:close/>
                </a:path>
              </a:pathLst>
            </a:custGeom>
            <a:solidFill>
              <a:srgbClr val="DADD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41"/>
            <p:cNvSpPr/>
            <p:nvPr/>
          </p:nvSpPr>
          <p:spPr>
            <a:xfrm>
              <a:off x="4080050" y="1278175"/>
              <a:ext cx="75925" cy="315100"/>
            </a:xfrm>
            <a:custGeom>
              <a:avLst/>
              <a:gdLst/>
              <a:ahLst/>
              <a:cxnLst/>
              <a:rect l="l" t="t" r="r" b="b"/>
              <a:pathLst>
                <a:path w="3037" h="12604" extrusionOk="0">
                  <a:moveTo>
                    <a:pt x="173" y="0"/>
                  </a:moveTo>
                  <a:cubicBezTo>
                    <a:pt x="154" y="0"/>
                    <a:pt x="130" y="8"/>
                    <a:pt x="101" y="28"/>
                  </a:cubicBezTo>
                  <a:cubicBezTo>
                    <a:pt x="34" y="61"/>
                    <a:pt x="1" y="95"/>
                    <a:pt x="34" y="195"/>
                  </a:cubicBezTo>
                  <a:cubicBezTo>
                    <a:pt x="68" y="261"/>
                    <a:pt x="2536" y="8400"/>
                    <a:pt x="2770" y="12470"/>
                  </a:cubicBezTo>
                  <a:cubicBezTo>
                    <a:pt x="2770" y="12537"/>
                    <a:pt x="2836" y="12603"/>
                    <a:pt x="2903" y="12603"/>
                  </a:cubicBezTo>
                  <a:cubicBezTo>
                    <a:pt x="3003" y="12603"/>
                    <a:pt x="3036" y="12537"/>
                    <a:pt x="3036" y="12437"/>
                  </a:cubicBezTo>
                  <a:cubicBezTo>
                    <a:pt x="2736" y="8367"/>
                    <a:pt x="268" y="161"/>
                    <a:pt x="268" y="95"/>
                  </a:cubicBezTo>
                  <a:cubicBezTo>
                    <a:pt x="244" y="47"/>
                    <a:pt x="221" y="0"/>
                    <a:pt x="173" y="0"/>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41"/>
            <p:cNvSpPr/>
            <p:nvPr/>
          </p:nvSpPr>
          <p:spPr>
            <a:xfrm>
              <a:off x="4678825" y="1274000"/>
              <a:ext cx="29200" cy="201700"/>
            </a:xfrm>
            <a:custGeom>
              <a:avLst/>
              <a:gdLst/>
              <a:ahLst/>
              <a:cxnLst/>
              <a:rect l="l" t="t" r="r" b="b"/>
              <a:pathLst>
                <a:path w="1168" h="8068" extrusionOk="0">
                  <a:moveTo>
                    <a:pt x="192" y="0"/>
                  </a:moveTo>
                  <a:cubicBezTo>
                    <a:pt x="173" y="0"/>
                    <a:pt x="153" y="8"/>
                    <a:pt x="134" y="28"/>
                  </a:cubicBezTo>
                  <a:cubicBezTo>
                    <a:pt x="67" y="61"/>
                    <a:pt x="0" y="95"/>
                    <a:pt x="67" y="195"/>
                  </a:cubicBezTo>
                  <a:cubicBezTo>
                    <a:pt x="934" y="2630"/>
                    <a:pt x="734" y="7867"/>
                    <a:pt x="734" y="7900"/>
                  </a:cubicBezTo>
                  <a:cubicBezTo>
                    <a:pt x="668" y="8034"/>
                    <a:pt x="768" y="8067"/>
                    <a:pt x="834" y="8067"/>
                  </a:cubicBezTo>
                  <a:cubicBezTo>
                    <a:pt x="934" y="8067"/>
                    <a:pt x="968" y="8034"/>
                    <a:pt x="968" y="7934"/>
                  </a:cubicBezTo>
                  <a:cubicBezTo>
                    <a:pt x="968" y="7734"/>
                    <a:pt x="1168" y="2630"/>
                    <a:pt x="301" y="95"/>
                  </a:cubicBezTo>
                  <a:cubicBezTo>
                    <a:pt x="277" y="48"/>
                    <a:pt x="237" y="0"/>
                    <a:pt x="192" y="0"/>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1"/>
            <p:cNvSpPr/>
            <p:nvPr/>
          </p:nvSpPr>
          <p:spPr>
            <a:xfrm>
              <a:off x="4056700" y="1775725"/>
              <a:ext cx="63425" cy="36875"/>
            </a:xfrm>
            <a:custGeom>
              <a:avLst/>
              <a:gdLst/>
              <a:ahLst/>
              <a:cxnLst/>
              <a:rect l="l" t="t" r="r" b="b"/>
              <a:pathLst>
                <a:path w="2537" h="1475" extrusionOk="0">
                  <a:moveTo>
                    <a:pt x="1856" y="1"/>
                  </a:moveTo>
                  <a:cubicBezTo>
                    <a:pt x="1272" y="1"/>
                    <a:pt x="690" y="106"/>
                    <a:pt x="134" y="340"/>
                  </a:cubicBezTo>
                  <a:cubicBezTo>
                    <a:pt x="34" y="374"/>
                    <a:pt x="1" y="474"/>
                    <a:pt x="34" y="507"/>
                  </a:cubicBezTo>
                  <a:cubicBezTo>
                    <a:pt x="101" y="574"/>
                    <a:pt x="168" y="574"/>
                    <a:pt x="201" y="574"/>
                  </a:cubicBezTo>
                  <a:cubicBezTo>
                    <a:pt x="802" y="340"/>
                    <a:pt x="1435" y="240"/>
                    <a:pt x="2036" y="240"/>
                  </a:cubicBezTo>
                  <a:cubicBezTo>
                    <a:pt x="1535" y="374"/>
                    <a:pt x="968" y="674"/>
                    <a:pt x="268" y="1174"/>
                  </a:cubicBezTo>
                  <a:cubicBezTo>
                    <a:pt x="168" y="1208"/>
                    <a:pt x="168" y="1308"/>
                    <a:pt x="201" y="1374"/>
                  </a:cubicBezTo>
                  <a:cubicBezTo>
                    <a:pt x="168" y="1474"/>
                    <a:pt x="201" y="1474"/>
                    <a:pt x="268" y="1474"/>
                  </a:cubicBezTo>
                  <a:cubicBezTo>
                    <a:pt x="301" y="1474"/>
                    <a:pt x="301" y="1474"/>
                    <a:pt x="335" y="1408"/>
                  </a:cubicBezTo>
                  <a:cubicBezTo>
                    <a:pt x="1168" y="841"/>
                    <a:pt x="1869" y="540"/>
                    <a:pt x="2436" y="474"/>
                  </a:cubicBezTo>
                  <a:cubicBezTo>
                    <a:pt x="2469" y="474"/>
                    <a:pt x="2503" y="407"/>
                    <a:pt x="2503" y="407"/>
                  </a:cubicBezTo>
                  <a:cubicBezTo>
                    <a:pt x="2536" y="374"/>
                    <a:pt x="2536" y="340"/>
                    <a:pt x="2536" y="340"/>
                  </a:cubicBezTo>
                  <a:cubicBezTo>
                    <a:pt x="2536" y="140"/>
                    <a:pt x="2336" y="40"/>
                    <a:pt x="2102" y="7"/>
                  </a:cubicBezTo>
                  <a:cubicBezTo>
                    <a:pt x="2020" y="3"/>
                    <a:pt x="1938" y="1"/>
                    <a:pt x="1856" y="1"/>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1"/>
            <p:cNvSpPr/>
            <p:nvPr/>
          </p:nvSpPr>
          <p:spPr>
            <a:xfrm>
              <a:off x="4315400" y="1003650"/>
              <a:ext cx="182475" cy="250250"/>
            </a:xfrm>
            <a:custGeom>
              <a:avLst/>
              <a:gdLst/>
              <a:ahLst/>
              <a:cxnLst/>
              <a:rect l="l" t="t" r="r" b="b"/>
              <a:pathLst>
                <a:path w="7299" h="10010" extrusionOk="0">
                  <a:moveTo>
                    <a:pt x="27" y="1"/>
                  </a:moveTo>
                  <a:lnTo>
                    <a:pt x="294" y="7173"/>
                  </a:lnTo>
                  <a:cubicBezTo>
                    <a:pt x="294" y="7173"/>
                    <a:pt x="0" y="10009"/>
                    <a:pt x="4313" y="10009"/>
                  </a:cubicBezTo>
                  <a:cubicBezTo>
                    <a:pt x="4363" y="10009"/>
                    <a:pt x="4413" y="10009"/>
                    <a:pt x="4464" y="10008"/>
                  </a:cubicBezTo>
                  <a:cubicBezTo>
                    <a:pt x="4464" y="10008"/>
                    <a:pt x="7299" y="9608"/>
                    <a:pt x="7199" y="6839"/>
                  </a:cubicBezTo>
                  <a:lnTo>
                    <a:pt x="7132" y="368"/>
                  </a:lnTo>
                  <a:lnTo>
                    <a:pt x="27" y="1"/>
                  </a:lnTo>
                  <a:close/>
                </a:path>
              </a:pathLst>
            </a:custGeom>
            <a:solidFill>
              <a:srgbClr val="905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1"/>
            <p:cNvSpPr/>
            <p:nvPr/>
          </p:nvSpPr>
          <p:spPr>
            <a:xfrm>
              <a:off x="4316075" y="1025350"/>
              <a:ext cx="178475" cy="114425"/>
            </a:xfrm>
            <a:custGeom>
              <a:avLst/>
              <a:gdLst/>
              <a:ahLst/>
              <a:cxnLst/>
              <a:rect l="l" t="t" r="r" b="b"/>
              <a:pathLst>
                <a:path w="7139" h="4577" extrusionOk="0">
                  <a:moveTo>
                    <a:pt x="0" y="0"/>
                  </a:moveTo>
                  <a:lnTo>
                    <a:pt x="67" y="734"/>
                  </a:lnTo>
                  <a:cubicBezTo>
                    <a:pt x="1426" y="3761"/>
                    <a:pt x="3217" y="4576"/>
                    <a:pt x="4750" y="4576"/>
                  </a:cubicBezTo>
                  <a:cubicBezTo>
                    <a:pt x="5700" y="4576"/>
                    <a:pt x="6551" y="4263"/>
                    <a:pt x="7138" y="3970"/>
                  </a:cubicBezTo>
                  <a:lnTo>
                    <a:pt x="7105" y="400"/>
                  </a:lnTo>
                  <a:lnTo>
                    <a:pt x="7072" y="367"/>
                  </a:lnTo>
                  <a:lnTo>
                    <a:pt x="0" y="0"/>
                  </a:ln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1"/>
            <p:cNvSpPr/>
            <p:nvPr/>
          </p:nvSpPr>
          <p:spPr>
            <a:xfrm>
              <a:off x="4267700" y="770300"/>
              <a:ext cx="275225" cy="355700"/>
            </a:xfrm>
            <a:custGeom>
              <a:avLst/>
              <a:gdLst/>
              <a:ahLst/>
              <a:cxnLst/>
              <a:rect l="l" t="t" r="r" b="b"/>
              <a:pathLst>
                <a:path w="11009" h="14228" extrusionOk="0">
                  <a:moveTo>
                    <a:pt x="5846" y="0"/>
                  </a:moveTo>
                  <a:cubicBezTo>
                    <a:pt x="4017" y="0"/>
                    <a:pt x="2151" y="636"/>
                    <a:pt x="1068" y="2163"/>
                  </a:cubicBezTo>
                  <a:cubicBezTo>
                    <a:pt x="734" y="2597"/>
                    <a:pt x="501" y="3164"/>
                    <a:pt x="334" y="3731"/>
                  </a:cubicBezTo>
                  <a:cubicBezTo>
                    <a:pt x="0" y="5232"/>
                    <a:pt x="334" y="7100"/>
                    <a:pt x="834" y="8668"/>
                  </a:cubicBezTo>
                  <a:cubicBezTo>
                    <a:pt x="1401" y="10436"/>
                    <a:pt x="2535" y="12304"/>
                    <a:pt x="4170" y="13405"/>
                  </a:cubicBezTo>
                  <a:cubicBezTo>
                    <a:pt x="4919" y="13930"/>
                    <a:pt x="5828" y="14228"/>
                    <a:pt x="6718" y="14228"/>
                  </a:cubicBezTo>
                  <a:cubicBezTo>
                    <a:pt x="7692" y="14228"/>
                    <a:pt x="8643" y="13872"/>
                    <a:pt x="9340" y="13071"/>
                  </a:cubicBezTo>
                  <a:cubicBezTo>
                    <a:pt x="10074" y="12204"/>
                    <a:pt x="10408" y="11003"/>
                    <a:pt x="10541" y="9835"/>
                  </a:cubicBezTo>
                  <a:cubicBezTo>
                    <a:pt x="10575" y="9201"/>
                    <a:pt x="10575" y="8601"/>
                    <a:pt x="10675" y="8001"/>
                  </a:cubicBezTo>
                  <a:cubicBezTo>
                    <a:pt x="10741" y="7500"/>
                    <a:pt x="10875" y="7033"/>
                    <a:pt x="10908" y="6533"/>
                  </a:cubicBezTo>
                  <a:cubicBezTo>
                    <a:pt x="11008" y="5899"/>
                    <a:pt x="11008" y="5265"/>
                    <a:pt x="10941" y="4665"/>
                  </a:cubicBezTo>
                  <a:cubicBezTo>
                    <a:pt x="10908" y="3698"/>
                    <a:pt x="10708" y="2697"/>
                    <a:pt x="10174" y="1863"/>
                  </a:cubicBezTo>
                  <a:cubicBezTo>
                    <a:pt x="9607" y="996"/>
                    <a:pt x="8740" y="429"/>
                    <a:pt x="7739" y="228"/>
                  </a:cubicBezTo>
                  <a:cubicBezTo>
                    <a:pt x="7137" y="80"/>
                    <a:pt x="6494" y="0"/>
                    <a:pt x="5846" y="0"/>
                  </a:cubicBezTo>
                  <a:close/>
                </a:path>
              </a:pathLst>
            </a:custGeom>
            <a:solidFill>
              <a:srgbClr val="905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1"/>
            <p:cNvSpPr/>
            <p:nvPr/>
          </p:nvSpPr>
          <p:spPr>
            <a:xfrm>
              <a:off x="4202650" y="709175"/>
              <a:ext cx="353600" cy="275875"/>
            </a:xfrm>
            <a:custGeom>
              <a:avLst/>
              <a:gdLst/>
              <a:ahLst/>
              <a:cxnLst/>
              <a:rect l="l" t="t" r="r" b="b"/>
              <a:pathLst>
                <a:path w="14144" h="11035" extrusionOk="0">
                  <a:moveTo>
                    <a:pt x="7773" y="1"/>
                  </a:moveTo>
                  <a:cubicBezTo>
                    <a:pt x="7751" y="1"/>
                    <a:pt x="7729" y="2"/>
                    <a:pt x="7706" y="5"/>
                  </a:cubicBezTo>
                  <a:cubicBezTo>
                    <a:pt x="7472" y="5"/>
                    <a:pt x="7239" y="172"/>
                    <a:pt x="7172" y="438"/>
                  </a:cubicBezTo>
                  <a:cubicBezTo>
                    <a:pt x="6972" y="272"/>
                    <a:pt x="6739" y="105"/>
                    <a:pt x="6505" y="105"/>
                  </a:cubicBezTo>
                  <a:cubicBezTo>
                    <a:pt x="6474" y="97"/>
                    <a:pt x="6442" y="93"/>
                    <a:pt x="6411" y="93"/>
                  </a:cubicBezTo>
                  <a:cubicBezTo>
                    <a:pt x="6179" y="93"/>
                    <a:pt x="5971" y="299"/>
                    <a:pt x="5971" y="505"/>
                  </a:cubicBezTo>
                  <a:cubicBezTo>
                    <a:pt x="5849" y="359"/>
                    <a:pt x="5656" y="266"/>
                    <a:pt x="5443" y="266"/>
                  </a:cubicBezTo>
                  <a:cubicBezTo>
                    <a:pt x="5365" y="266"/>
                    <a:pt x="5285" y="278"/>
                    <a:pt x="5204" y="305"/>
                  </a:cubicBezTo>
                  <a:cubicBezTo>
                    <a:pt x="4971" y="372"/>
                    <a:pt x="4737" y="605"/>
                    <a:pt x="4670" y="839"/>
                  </a:cubicBezTo>
                  <a:cubicBezTo>
                    <a:pt x="4404" y="672"/>
                    <a:pt x="4137" y="539"/>
                    <a:pt x="3837" y="539"/>
                  </a:cubicBezTo>
                  <a:cubicBezTo>
                    <a:pt x="3536" y="605"/>
                    <a:pt x="3236" y="872"/>
                    <a:pt x="3370" y="1172"/>
                  </a:cubicBezTo>
                  <a:cubicBezTo>
                    <a:pt x="3125" y="1075"/>
                    <a:pt x="2881" y="1013"/>
                    <a:pt x="2650" y="1013"/>
                  </a:cubicBezTo>
                  <a:cubicBezTo>
                    <a:pt x="2565" y="1013"/>
                    <a:pt x="2483" y="1021"/>
                    <a:pt x="2402" y="1039"/>
                  </a:cubicBezTo>
                  <a:cubicBezTo>
                    <a:pt x="2069" y="1139"/>
                    <a:pt x="1835" y="1539"/>
                    <a:pt x="2002" y="1839"/>
                  </a:cubicBezTo>
                  <a:cubicBezTo>
                    <a:pt x="1989" y="1839"/>
                    <a:pt x="1976" y="1838"/>
                    <a:pt x="1963" y="1838"/>
                  </a:cubicBezTo>
                  <a:cubicBezTo>
                    <a:pt x="1516" y="1838"/>
                    <a:pt x="1207" y="2385"/>
                    <a:pt x="1401" y="2773"/>
                  </a:cubicBezTo>
                  <a:cubicBezTo>
                    <a:pt x="868" y="2874"/>
                    <a:pt x="467" y="3541"/>
                    <a:pt x="668" y="4108"/>
                  </a:cubicBezTo>
                  <a:cubicBezTo>
                    <a:pt x="367" y="4308"/>
                    <a:pt x="167" y="4608"/>
                    <a:pt x="67" y="4942"/>
                  </a:cubicBezTo>
                  <a:cubicBezTo>
                    <a:pt x="0" y="5275"/>
                    <a:pt x="134" y="5642"/>
                    <a:pt x="367" y="5842"/>
                  </a:cubicBezTo>
                  <a:cubicBezTo>
                    <a:pt x="167" y="6042"/>
                    <a:pt x="67" y="6343"/>
                    <a:pt x="134" y="6643"/>
                  </a:cubicBezTo>
                  <a:cubicBezTo>
                    <a:pt x="201" y="6943"/>
                    <a:pt x="401" y="7143"/>
                    <a:pt x="668" y="7210"/>
                  </a:cubicBezTo>
                  <a:cubicBezTo>
                    <a:pt x="367" y="7443"/>
                    <a:pt x="234" y="7810"/>
                    <a:pt x="367" y="8144"/>
                  </a:cubicBezTo>
                  <a:cubicBezTo>
                    <a:pt x="467" y="8478"/>
                    <a:pt x="801" y="8711"/>
                    <a:pt x="1135" y="8711"/>
                  </a:cubicBezTo>
                  <a:cubicBezTo>
                    <a:pt x="868" y="8878"/>
                    <a:pt x="801" y="9278"/>
                    <a:pt x="901" y="9512"/>
                  </a:cubicBezTo>
                  <a:cubicBezTo>
                    <a:pt x="1035" y="9812"/>
                    <a:pt x="1335" y="9979"/>
                    <a:pt x="1635" y="9979"/>
                  </a:cubicBezTo>
                  <a:cubicBezTo>
                    <a:pt x="1502" y="10179"/>
                    <a:pt x="1468" y="10446"/>
                    <a:pt x="1635" y="10612"/>
                  </a:cubicBezTo>
                  <a:cubicBezTo>
                    <a:pt x="1687" y="10700"/>
                    <a:pt x="1803" y="10750"/>
                    <a:pt x="1921" y="10750"/>
                  </a:cubicBezTo>
                  <a:cubicBezTo>
                    <a:pt x="2029" y="10750"/>
                    <a:pt x="2138" y="10708"/>
                    <a:pt x="2202" y="10612"/>
                  </a:cubicBezTo>
                  <a:lnTo>
                    <a:pt x="2202" y="10612"/>
                  </a:lnTo>
                  <a:cubicBezTo>
                    <a:pt x="2135" y="10713"/>
                    <a:pt x="2202" y="10946"/>
                    <a:pt x="2335" y="10979"/>
                  </a:cubicBezTo>
                  <a:cubicBezTo>
                    <a:pt x="2414" y="11018"/>
                    <a:pt x="2503" y="11035"/>
                    <a:pt x="2598" y="11035"/>
                  </a:cubicBezTo>
                  <a:cubicBezTo>
                    <a:pt x="2664" y="11035"/>
                    <a:pt x="2733" y="11027"/>
                    <a:pt x="2802" y="11013"/>
                  </a:cubicBezTo>
                  <a:cubicBezTo>
                    <a:pt x="2969" y="10979"/>
                    <a:pt x="3069" y="10879"/>
                    <a:pt x="3169" y="10779"/>
                  </a:cubicBezTo>
                  <a:cubicBezTo>
                    <a:pt x="3303" y="10546"/>
                    <a:pt x="3136" y="10112"/>
                    <a:pt x="3403" y="9979"/>
                  </a:cubicBezTo>
                  <a:cubicBezTo>
                    <a:pt x="3443" y="9961"/>
                    <a:pt x="3477" y="9954"/>
                    <a:pt x="3507" y="9954"/>
                  </a:cubicBezTo>
                  <a:cubicBezTo>
                    <a:pt x="3652" y="9954"/>
                    <a:pt x="3698" y="10124"/>
                    <a:pt x="3837" y="10179"/>
                  </a:cubicBezTo>
                  <a:cubicBezTo>
                    <a:pt x="3901" y="10195"/>
                    <a:pt x="3960" y="10202"/>
                    <a:pt x="4016" y="10202"/>
                  </a:cubicBezTo>
                  <a:cubicBezTo>
                    <a:pt x="4423" y="10202"/>
                    <a:pt x="4608" y="9805"/>
                    <a:pt x="4637" y="9512"/>
                  </a:cubicBezTo>
                  <a:cubicBezTo>
                    <a:pt x="4833" y="8306"/>
                    <a:pt x="4710" y="6559"/>
                    <a:pt x="4704" y="6479"/>
                  </a:cubicBezTo>
                  <a:lnTo>
                    <a:pt x="4704" y="6479"/>
                  </a:lnTo>
                  <a:cubicBezTo>
                    <a:pt x="4706" y="6490"/>
                    <a:pt x="4718" y="6495"/>
                    <a:pt x="4739" y="6495"/>
                  </a:cubicBezTo>
                  <a:cubicBezTo>
                    <a:pt x="4944" y="6495"/>
                    <a:pt x="5978" y="6002"/>
                    <a:pt x="6038" y="5942"/>
                  </a:cubicBezTo>
                  <a:cubicBezTo>
                    <a:pt x="6372" y="5676"/>
                    <a:pt x="6605" y="5309"/>
                    <a:pt x="6672" y="4875"/>
                  </a:cubicBezTo>
                  <a:cubicBezTo>
                    <a:pt x="6672" y="4808"/>
                    <a:pt x="6672" y="4541"/>
                    <a:pt x="6705" y="4508"/>
                  </a:cubicBezTo>
                  <a:cubicBezTo>
                    <a:pt x="6734" y="4470"/>
                    <a:pt x="6768" y="4456"/>
                    <a:pt x="6805" y="4456"/>
                  </a:cubicBezTo>
                  <a:cubicBezTo>
                    <a:pt x="6898" y="4456"/>
                    <a:pt x="7010" y="4541"/>
                    <a:pt x="7106" y="4541"/>
                  </a:cubicBezTo>
                  <a:cubicBezTo>
                    <a:pt x="7231" y="4579"/>
                    <a:pt x="7356" y="4598"/>
                    <a:pt x="7477" y="4598"/>
                  </a:cubicBezTo>
                  <a:cubicBezTo>
                    <a:pt x="7680" y="4598"/>
                    <a:pt x="7873" y="4546"/>
                    <a:pt x="8040" y="4441"/>
                  </a:cubicBezTo>
                  <a:lnTo>
                    <a:pt x="8306" y="4308"/>
                  </a:lnTo>
                  <a:cubicBezTo>
                    <a:pt x="8373" y="4308"/>
                    <a:pt x="8473" y="4341"/>
                    <a:pt x="8540" y="4375"/>
                  </a:cubicBezTo>
                  <a:cubicBezTo>
                    <a:pt x="8775" y="4501"/>
                    <a:pt x="9030" y="4559"/>
                    <a:pt x="9277" y="4559"/>
                  </a:cubicBezTo>
                  <a:cubicBezTo>
                    <a:pt x="9486" y="4559"/>
                    <a:pt x="9691" y="4518"/>
                    <a:pt x="9874" y="4441"/>
                  </a:cubicBezTo>
                  <a:cubicBezTo>
                    <a:pt x="9974" y="4375"/>
                    <a:pt x="10008" y="4375"/>
                    <a:pt x="10074" y="4375"/>
                  </a:cubicBezTo>
                  <a:cubicBezTo>
                    <a:pt x="10174" y="4375"/>
                    <a:pt x="10208" y="4441"/>
                    <a:pt x="10274" y="4475"/>
                  </a:cubicBezTo>
                  <a:cubicBezTo>
                    <a:pt x="10434" y="4554"/>
                    <a:pt x="10608" y="4596"/>
                    <a:pt x="10779" y="4596"/>
                  </a:cubicBezTo>
                  <a:cubicBezTo>
                    <a:pt x="10967" y="4596"/>
                    <a:pt x="11152" y="4546"/>
                    <a:pt x="11309" y="4441"/>
                  </a:cubicBezTo>
                  <a:cubicBezTo>
                    <a:pt x="11440" y="4347"/>
                    <a:pt x="11487" y="4306"/>
                    <a:pt x="11545" y="4306"/>
                  </a:cubicBezTo>
                  <a:cubicBezTo>
                    <a:pt x="11589" y="4306"/>
                    <a:pt x="11640" y="4331"/>
                    <a:pt x="11742" y="4375"/>
                  </a:cubicBezTo>
                  <a:cubicBezTo>
                    <a:pt x="11842" y="4425"/>
                    <a:pt x="11942" y="4450"/>
                    <a:pt x="12038" y="4450"/>
                  </a:cubicBezTo>
                  <a:cubicBezTo>
                    <a:pt x="12134" y="4450"/>
                    <a:pt x="12226" y="4425"/>
                    <a:pt x="12309" y="4375"/>
                  </a:cubicBezTo>
                  <a:cubicBezTo>
                    <a:pt x="12336" y="4560"/>
                    <a:pt x="12489" y="4662"/>
                    <a:pt x="12668" y="4662"/>
                  </a:cubicBezTo>
                  <a:cubicBezTo>
                    <a:pt x="12714" y="4662"/>
                    <a:pt x="12762" y="4655"/>
                    <a:pt x="12810" y="4641"/>
                  </a:cubicBezTo>
                  <a:cubicBezTo>
                    <a:pt x="12976" y="4708"/>
                    <a:pt x="13076" y="4875"/>
                    <a:pt x="13143" y="5042"/>
                  </a:cubicBezTo>
                  <a:cubicBezTo>
                    <a:pt x="13177" y="5175"/>
                    <a:pt x="13143" y="5342"/>
                    <a:pt x="13177" y="5475"/>
                  </a:cubicBezTo>
                  <a:cubicBezTo>
                    <a:pt x="13206" y="5591"/>
                    <a:pt x="13335" y="5682"/>
                    <a:pt x="13456" y="5682"/>
                  </a:cubicBezTo>
                  <a:cubicBezTo>
                    <a:pt x="13474" y="5682"/>
                    <a:pt x="13493" y="5680"/>
                    <a:pt x="13510" y="5676"/>
                  </a:cubicBezTo>
                  <a:lnTo>
                    <a:pt x="13510" y="5676"/>
                  </a:lnTo>
                  <a:cubicBezTo>
                    <a:pt x="13377" y="5809"/>
                    <a:pt x="13510" y="6042"/>
                    <a:pt x="13710" y="6042"/>
                  </a:cubicBezTo>
                  <a:cubicBezTo>
                    <a:pt x="13877" y="6042"/>
                    <a:pt x="14044" y="5876"/>
                    <a:pt x="14111" y="5709"/>
                  </a:cubicBezTo>
                  <a:cubicBezTo>
                    <a:pt x="14144" y="5509"/>
                    <a:pt x="14044" y="5309"/>
                    <a:pt x="13844" y="5275"/>
                  </a:cubicBezTo>
                  <a:cubicBezTo>
                    <a:pt x="14010" y="5175"/>
                    <a:pt x="14111" y="4975"/>
                    <a:pt x="14044" y="4775"/>
                  </a:cubicBezTo>
                  <a:cubicBezTo>
                    <a:pt x="14010" y="4541"/>
                    <a:pt x="13844" y="4441"/>
                    <a:pt x="13644" y="4375"/>
                  </a:cubicBezTo>
                  <a:cubicBezTo>
                    <a:pt x="13777" y="4208"/>
                    <a:pt x="13710" y="3974"/>
                    <a:pt x="13610" y="3841"/>
                  </a:cubicBezTo>
                  <a:cubicBezTo>
                    <a:pt x="13519" y="3727"/>
                    <a:pt x="13366" y="3675"/>
                    <a:pt x="13224" y="3675"/>
                  </a:cubicBezTo>
                  <a:cubicBezTo>
                    <a:pt x="13159" y="3675"/>
                    <a:pt x="13096" y="3686"/>
                    <a:pt x="13043" y="3707"/>
                  </a:cubicBezTo>
                  <a:cubicBezTo>
                    <a:pt x="13143" y="3507"/>
                    <a:pt x="13043" y="3207"/>
                    <a:pt x="12876" y="3107"/>
                  </a:cubicBezTo>
                  <a:cubicBezTo>
                    <a:pt x="12763" y="2994"/>
                    <a:pt x="12588" y="2927"/>
                    <a:pt x="12425" y="2927"/>
                  </a:cubicBezTo>
                  <a:cubicBezTo>
                    <a:pt x="12348" y="2927"/>
                    <a:pt x="12273" y="2942"/>
                    <a:pt x="12209" y="2974"/>
                  </a:cubicBezTo>
                  <a:cubicBezTo>
                    <a:pt x="12376" y="2773"/>
                    <a:pt x="12309" y="2440"/>
                    <a:pt x="12176" y="2173"/>
                  </a:cubicBezTo>
                  <a:cubicBezTo>
                    <a:pt x="12109" y="1940"/>
                    <a:pt x="12042" y="1773"/>
                    <a:pt x="11742" y="1673"/>
                  </a:cubicBezTo>
                  <a:cubicBezTo>
                    <a:pt x="11717" y="1660"/>
                    <a:pt x="11630" y="1647"/>
                    <a:pt x="11531" y="1647"/>
                  </a:cubicBezTo>
                  <a:cubicBezTo>
                    <a:pt x="11369" y="1647"/>
                    <a:pt x="11175" y="1682"/>
                    <a:pt x="11175" y="1806"/>
                  </a:cubicBezTo>
                  <a:cubicBezTo>
                    <a:pt x="11108" y="1473"/>
                    <a:pt x="11008" y="1139"/>
                    <a:pt x="10708" y="939"/>
                  </a:cubicBezTo>
                  <a:cubicBezTo>
                    <a:pt x="10620" y="850"/>
                    <a:pt x="10498" y="810"/>
                    <a:pt x="10373" y="810"/>
                  </a:cubicBezTo>
                  <a:cubicBezTo>
                    <a:pt x="10169" y="810"/>
                    <a:pt x="9957" y="919"/>
                    <a:pt x="9874" y="1106"/>
                  </a:cubicBezTo>
                  <a:cubicBezTo>
                    <a:pt x="9874" y="705"/>
                    <a:pt x="9641" y="338"/>
                    <a:pt x="9307" y="205"/>
                  </a:cubicBezTo>
                  <a:cubicBezTo>
                    <a:pt x="9193" y="148"/>
                    <a:pt x="9064" y="122"/>
                    <a:pt x="8932" y="122"/>
                  </a:cubicBezTo>
                  <a:cubicBezTo>
                    <a:pt x="8678" y="122"/>
                    <a:pt x="8415" y="218"/>
                    <a:pt x="8240" y="372"/>
                  </a:cubicBezTo>
                  <a:cubicBezTo>
                    <a:pt x="8179" y="158"/>
                    <a:pt x="8006" y="1"/>
                    <a:pt x="7773" y="1"/>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1"/>
            <p:cNvSpPr/>
            <p:nvPr/>
          </p:nvSpPr>
          <p:spPr>
            <a:xfrm>
              <a:off x="4254600" y="912850"/>
              <a:ext cx="61500" cy="80625"/>
            </a:xfrm>
            <a:custGeom>
              <a:avLst/>
              <a:gdLst/>
              <a:ahLst/>
              <a:cxnLst/>
              <a:rect l="l" t="t" r="r" b="b"/>
              <a:pathLst>
                <a:path w="2460" h="3225" extrusionOk="0">
                  <a:moveTo>
                    <a:pt x="923" y="1"/>
                  </a:moveTo>
                  <a:cubicBezTo>
                    <a:pt x="292" y="1"/>
                    <a:pt x="0" y="1333"/>
                    <a:pt x="224" y="2032"/>
                  </a:cubicBezTo>
                  <a:cubicBezTo>
                    <a:pt x="391" y="2565"/>
                    <a:pt x="791" y="3032"/>
                    <a:pt x="1292" y="3199"/>
                  </a:cubicBezTo>
                  <a:cubicBezTo>
                    <a:pt x="1342" y="3216"/>
                    <a:pt x="1400" y="3224"/>
                    <a:pt x="1454" y="3224"/>
                  </a:cubicBezTo>
                  <a:cubicBezTo>
                    <a:pt x="1508" y="3224"/>
                    <a:pt x="1558" y="3216"/>
                    <a:pt x="1592" y="3199"/>
                  </a:cubicBezTo>
                  <a:cubicBezTo>
                    <a:pt x="2459" y="2732"/>
                    <a:pt x="1992" y="664"/>
                    <a:pt x="1325" y="164"/>
                  </a:cubicBezTo>
                  <a:cubicBezTo>
                    <a:pt x="1179" y="50"/>
                    <a:pt x="1045" y="1"/>
                    <a:pt x="923" y="1"/>
                  </a:cubicBezTo>
                  <a:close/>
                </a:path>
              </a:pathLst>
            </a:custGeom>
            <a:solidFill>
              <a:srgbClr val="905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1"/>
            <p:cNvSpPr/>
            <p:nvPr/>
          </p:nvSpPr>
          <p:spPr>
            <a:xfrm>
              <a:off x="4294525" y="931950"/>
              <a:ext cx="244225" cy="194375"/>
            </a:xfrm>
            <a:custGeom>
              <a:avLst/>
              <a:gdLst/>
              <a:ahLst/>
              <a:cxnLst/>
              <a:rect l="l" t="t" r="r" b="b"/>
              <a:pathLst>
                <a:path w="9769" h="7775" extrusionOk="0">
                  <a:moveTo>
                    <a:pt x="995" y="0"/>
                  </a:moveTo>
                  <a:lnTo>
                    <a:pt x="262" y="134"/>
                  </a:lnTo>
                  <a:cubicBezTo>
                    <a:pt x="0" y="6148"/>
                    <a:pt x="3519" y="7774"/>
                    <a:pt x="6171" y="7774"/>
                  </a:cubicBezTo>
                  <a:cubicBezTo>
                    <a:pt x="6225" y="7774"/>
                    <a:pt x="6279" y="7774"/>
                    <a:pt x="6333" y="7772"/>
                  </a:cubicBezTo>
                  <a:cubicBezTo>
                    <a:pt x="8968" y="7739"/>
                    <a:pt x="9502" y="4637"/>
                    <a:pt x="9635" y="3970"/>
                  </a:cubicBezTo>
                  <a:cubicBezTo>
                    <a:pt x="9768" y="3336"/>
                    <a:pt x="9468" y="2168"/>
                    <a:pt x="9468" y="2168"/>
                  </a:cubicBezTo>
                  <a:cubicBezTo>
                    <a:pt x="9335" y="3303"/>
                    <a:pt x="8968" y="4470"/>
                    <a:pt x="8968" y="4470"/>
                  </a:cubicBezTo>
                  <a:cubicBezTo>
                    <a:pt x="8968" y="4470"/>
                    <a:pt x="8934" y="3603"/>
                    <a:pt x="7267" y="3436"/>
                  </a:cubicBezTo>
                  <a:cubicBezTo>
                    <a:pt x="7173" y="3426"/>
                    <a:pt x="7081" y="3422"/>
                    <a:pt x="6993" y="3422"/>
                  </a:cubicBezTo>
                  <a:cubicBezTo>
                    <a:pt x="5539" y="3422"/>
                    <a:pt x="4798" y="4637"/>
                    <a:pt x="4798" y="4637"/>
                  </a:cubicBezTo>
                  <a:lnTo>
                    <a:pt x="1129" y="1935"/>
                  </a:lnTo>
                  <a:lnTo>
                    <a:pt x="995" y="0"/>
                  </a:ln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1"/>
            <p:cNvSpPr/>
            <p:nvPr/>
          </p:nvSpPr>
          <p:spPr>
            <a:xfrm>
              <a:off x="4431975" y="1031900"/>
              <a:ext cx="78425" cy="50150"/>
            </a:xfrm>
            <a:custGeom>
              <a:avLst/>
              <a:gdLst/>
              <a:ahLst/>
              <a:cxnLst/>
              <a:rect l="l" t="t" r="r" b="b"/>
              <a:pathLst>
                <a:path w="3137" h="2006" extrusionOk="0">
                  <a:moveTo>
                    <a:pt x="1690" y="1"/>
                  </a:moveTo>
                  <a:cubicBezTo>
                    <a:pt x="737" y="1"/>
                    <a:pt x="1" y="906"/>
                    <a:pt x="1" y="906"/>
                  </a:cubicBezTo>
                  <a:cubicBezTo>
                    <a:pt x="143" y="1746"/>
                    <a:pt x="355" y="2005"/>
                    <a:pt x="562" y="2005"/>
                  </a:cubicBezTo>
                  <a:cubicBezTo>
                    <a:pt x="889" y="2005"/>
                    <a:pt x="1202" y="1360"/>
                    <a:pt x="1202" y="1339"/>
                  </a:cubicBezTo>
                  <a:lnTo>
                    <a:pt x="1869" y="1339"/>
                  </a:lnTo>
                  <a:cubicBezTo>
                    <a:pt x="1994" y="1733"/>
                    <a:pt x="2143" y="1877"/>
                    <a:pt x="2295" y="1877"/>
                  </a:cubicBezTo>
                  <a:cubicBezTo>
                    <a:pt x="2708" y="1877"/>
                    <a:pt x="3136" y="806"/>
                    <a:pt x="3136" y="806"/>
                  </a:cubicBezTo>
                  <a:cubicBezTo>
                    <a:pt x="2642" y="204"/>
                    <a:pt x="2142" y="1"/>
                    <a:pt x="1690" y="1"/>
                  </a:cubicBezTo>
                  <a:close/>
                </a:path>
              </a:pathLst>
            </a:custGeom>
            <a:solidFill>
              <a:srgbClr val="905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1"/>
            <p:cNvSpPr/>
            <p:nvPr/>
          </p:nvSpPr>
          <p:spPr>
            <a:xfrm>
              <a:off x="4417800" y="928725"/>
              <a:ext cx="92600" cy="93300"/>
            </a:xfrm>
            <a:custGeom>
              <a:avLst/>
              <a:gdLst/>
              <a:ahLst/>
              <a:cxnLst/>
              <a:rect l="l" t="t" r="r" b="b"/>
              <a:pathLst>
                <a:path w="3704" h="3732" extrusionOk="0">
                  <a:moveTo>
                    <a:pt x="2948" y="1"/>
                  </a:moveTo>
                  <a:cubicBezTo>
                    <a:pt x="2930" y="1"/>
                    <a:pt x="2913" y="8"/>
                    <a:pt x="2903" y="29"/>
                  </a:cubicBezTo>
                  <a:cubicBezTo>
                    <a:pt x="2869" y="29"/>
                    <a:pt x="2836" y="96"/>
                    <a:pt x="2869" y="129"/>
                  </a:cubicBezTo>
                  <a:cubicBezTo>
                    <a:pt x="3036" y="563"/>
                    <a:pt x="3203" y="1030"/>
                    <a:pt x="3270" y="1430"/>
                  </a:cubicBezTo>
                  <a:cubicBezTo>
                    <a:pt x="3403" y="1930"/>
                    <a:pt x="3503" y="2464"/>
                    <a:pt x="3203" y="2898"/>
                  </a:cubicBezTo>
                  <a:cubicBezTo>
                    <a:pt x="2941" y="3321"/>
                    <a:pt x="2449" y="3525"/>
                    <a:pt x="1952" y="3525"/>
                  </a:cubicBezTo>
                  <a:cubicBezTo>
                    <a:pt x="1627" y="3525"/>
                    <a:pt x="1299" y="3437"/>
                    <a:pt x="1035" y="3265"/>
                  </a:cubicBezTo>
                  <a:cubicBezTo>
                    <a:pt x="601" y="3031"/>
                    <a:pt x="201" y="2531"/>
                    <a:pt x="334" y="1897"/>
                  </a:cubicBezTo>
                  <a:cubicBezTo>
                    <a:pt x="334" y="1864"/>
                    <a:pt x="267" y="1797"/>
                    <a:pt x="234" y="1764"/>
                  </a:cubicBezTo>
                  <a:cubicBezTo>
                    <a:pt x="201" y="1764"/>
                    <a:pt x="167" y="1797"/>
                    <a:pt x="101" y="1864"/>
                  </a:cubicBezTo>
                  <a:cubicBezTo>
                    <a:pt x="1" y="2431"/>
                    <a:pt x="334" y="3065"/>
                    <a:pt x="901" y="3398"/>
                  </a:cubicBezTo>
                  <a:cubicBezTo>
                    <a:pt x="1268" y="3665"/>
                    <a:pt x="1602" y="3732"/>
                    <a:pt x="2002" y="3732"/>
                  </a:cubicBezTo>
                  <a:cubicBezTo>
                    <a:pt x="2536" y="3732"/>
                    <a:pt x="3103" y="3532"/>
                    <a:pt x="3403" y="3031"/>
                  </a:cubicBezTo>
                  <a:cubicBezTo>
                    <a:pt x="3703" y="2564"/>
                    <a:pt x="3603" y="1997"/>
                    <a:pt x="3503" y="1397"/>
                  </a:cubicBezTo>
                  <a:cubicBezTo>
                    <a:pt x="3403" y="930"/>
                    <a:pt x="3236" y="529"/>
                    <a:pt x="3036" y="62"/>
                  </a:cubicBezTo>
                  <a:cubicBezTo>
                    <a:pt x="3036" y="39"/>
                    <a:pt x="2988" y="1"/>
                    <a:pt x="2948" y="1"/>
                  </a:cubicBez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1"/>
            <p:cNvSpPr/>
            <p:nvPr/>
          </p:nvSpPr>
          <p:spPr>
            <a:xfrm>
              <a:off x="4274375" y="922150"/>
              <a:ext cx="26700" cy="54850"/>
            </a:xfrm>
            <a:custGeom>
              <a:avLst/>
              <a:gdLst/>
              <a:ahLst/>
              <a:cxnLst/>
              <a:rect l="l" t="t" r="r" b="b"/>
              <a:pathLst>
                <a:path w="1068" h="2194" extrusionOk="0">
                  <a:moveTo>
                    <a:pt x="117" y="0"/>
                  </a:moveTo>
                  <a:cubicBezTo>
                    <a:pt x="100" y="0"/>
                    <a:pt x="84" y="9"/>
                    <a:pt x="67" y="25"/>
                  </a:cubicBezTo>
                  <a:cubicBezTo>
                    <a:pt x="0" y="92"/>
                    <a:pt x="0" y="125"/>
                    <a:pt x="67" y="159"/>
                  </a:cubicBezTo>
                  <a:cubicBezTo>
                    <a:pt x="100" y="192"/>
                    <a:pt x="834" y="926"/>
                    <a:pt x="501" y="2060"/>
                  </a:cubicBezTo>
                  <a:cubicBezTo>
                    <a:pt x="467" y="2127"/>
                    <a:pt x="501" y="2160"/>
                    <a:pt x="601" y="2193"/>
                  </a:cubicBezTo>
                  <a:cubicBezTo>
                    <a:pt x="634" y="2193"/>
                    <a:pt x="667" y="2160"/>
                    <a:pt x="667" y="2127"/>
                  </a:cubicBezTo>
                  <a:cubicBezTo>
                    <a:pt x="1068" y="859"/>
                    <a:pt x="167" y="25"/>
                    <a:pt x="167" y="25"/>
                  </a:cubicBezTo>
                  <a:cubicBezTo>
                    <a:pt x="150" y="9"/>
                    <a:pt x="134" y="0"/>
                    <a:pt x="117" y="0"/>
                  </a:cubicBez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1"/>
            <p:cNvSpPr/>
            <p:nvPr/>
          </p:nvSpPr>
          <p:spPr>
            <a:xfrm>
              <a:off x="4266850" y="938275"/>
              <a:ext cx="23375" cy="27875"/>
            </a:xfrm>
            <a:custGeom>
              <a:avLst/>
              <a:gdLst/>
              <a:ahLst/>
              <a:cxnLst/>
              <a:rect l="l" t="t" r="r" b="b"/>
              <a:pathLst>
                <a:path w="935" h="1115" extrusionOk="0">
                  <a:moveTo>
                    <a:pt x="804" y="0"/>
                  </a:moveTo>
                  <a:cubicBezTo>
                    <a:pt x="791" y="0"/>
                    <a:pt x="778" y="4"/>
                    <a:pt x="768" y="14"/>
                  </a:cubicBezTo>
                  <a:cubicBezTo>
                    <a:pt x="735" y="14"/>
                    <a:pt x="1" y="348"/>
                    <a:pt x="101" y="1015"/>
                  </a:cubicBezTo>
                  <a:cubicBezTo>
                    <a:pt x="134" y="1048"/>
                    <a:pt x="201" y="1115"/>
                    <a:pt x="234" y="1115"/>
                  </a:cubicBezTo>
                  <a:cubicBezTo>
                    <a:pt x="301" y="1115"/>
                    <a:pt x="301" y="1048"/>
                    <a:pt x="301" y="981"/>
                  </a:cubicBezTo>
                  <a:cubicBezTo>
                    <a:pt x="234" y="448"/>
                    <a:pt x="802" y="181"/>
                    <a:pt x="868" y="181"/>
                  </a:cubicBezTo>
                  <a:cubicBezTo>
                    <a:pt x="902" y="147"/>
                    <a:pt x="935" y="81"/>
                    <a:pt x="902" y="47"/>
                  </a:cubicBezTo>
                  <a:cubicBezTo>
                    <a:pt x="878" y="24"/>
                    <a:pt x="838" y="0"/>
                    <a:pt x="804" y="0"/>
                  </a:cubicBez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1"/>
            <p:cNvSpPr/>
            <p:nvPr/>
          </p:nvSpPr>
          <p:spPr>
            <a:xfrm>
              <a:off x="4401950" y="916925"/>
              <a:ext cx="25050" cy="25050"/>
            </a:xfrm>
            <a:custGeom>
              <a:avLst/>
              <a:gdLst/>
              <a:ahLst/>
              <a:cxnLst/>
              <a:rect l="l" t="t" r="r" b="b"/>
              <a:pathLst>
                <a:path w="1002" h="1002" extrusionOk="0">
                  <a:moveTo>
                    <a:pt x="501" y="1"/>
                  </a:moveTo>
                  <a:cubicBezTo>
                    <a:pt x="234" y="1"/>
                    <a:pt x="1" y="234"/>
                    <a:pt x="1" y="501"/>
                  </a:cubicBezTo>
                  <a:cubicBezTo>
                    <a:pt x="1" y="735"/>
                    <a:pt x="201" y="1001"/>
                    <a:pt x="501" y="1001"/>
                  </a:cubicBezTo>
                  <a:cubicBezTo>
                    <a:pt x="735" y="1001"/>
                    <a:pt x="1002" y="801"/>
                    <a:pt x="1002" y="501"/>
                  </a:cubicBezTo>
                  <a:cubicBezTo>
                    <a:pt x="1002" y="234"/>
                    <a:pt x="801" y="1"/>
                    <a:pt x="501" y="1"/>
                  </a:cubicBezTo>
                  <a:close/>
                </a:path>
              </a:pathLst>
            </a:custGeom>
            <a:solidFill>
              <a:srgbClr val="232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1"/>
            <p:cNvSpPr/>
            <p:nvPr/>
          </p:nvSpPr>
          <p:spPr>
            <a:xfrm>
              <a:off x="4502025" y="916925"/>
              <a:ext cx="25050" cy="25050"/>
            </a:xfrm>
            <a:custGeom>
              <a:avLst/>
              <a:gdLst/>
              <a:ahLst/>
              <a:cxnLst/>
              <a:rect l="l" t="t" r="r" b="b"/>
              <a:pathLst>
                <a:path w="1002" h="1002" extrusionOk="0">
                  <a:moveTo>
                    <a:pt x="501" y="1"/>
                  </a:moveTo>
                  <a:cubicBezTo>
                    <a:pt x="201" y="1"/>
                    <a:pt x="1" y="234"/>
                    <a:pt x="1" y="501"/>
                  </a:cubicBezTo>
                  <a:cubicBezTo>
                    <a:pt x="1" y="735"/>
                    <a:pt x="201" y="1001"/>
                    <a:pt x="501" y="1001"/>
                  </a:cubicBezTo>
                  <a:cubicBezTo>
                    <a:pt x="735" y="1001"/>
                    <a:pt x="1001" y="801"/>
                    <a:pt x="1001" y="501"/>
                  </a:cubicBezTo>
                  <a:cubicBezTo>
                    <a:pt x="1001" y="234"/>
                    <a:pt x="801" y="1"/>
                    <a:pt x="501" y="1"/>
                  </a:cubicBezTo>
                  <a:close/>
                </a:path>
              </a:pathLst>
            </a:custGeom>
            <a:solidFill>
              <a:srgbClr val="232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1"/>
            <p:cNvSpPr/>
            <p:nvPr/>
          </p:nvSpPr>
          <p:spPr>
            <a:xfrm>
              <a:off x="4376100" y="882600"/>
              <a:ext cx="52575" cy="23525"/>
            </a:xfrm>
            <a:custGeom>
              <a:avLst/>
              <a:gdLst/>
              <a:ahLst/>
              <a:cxnLst/>
              <a:rect l="l" t="t" r="r" b="b"/>
              <a:pathLst>
                <a:path w="2103" h="941" extrusionOk="0">
                  <a:moveTo>
                    <a:pt x="1428" y="0"/>
                  </a:moveTo>
                  <a:cubicBezTo>
                    <a:pt x="1140" y="0"/>
                    <a:pt x="821" y="82"/>
                    <a:pt x="601" y="173"/>
                  </a:cubicBezTo>
                  <a:cubicBezTo>
                    <a:pt x="301" y="240"/>
                    <a:pt x="67" y="406"/>
                    <a:pt x="34" y="707"/>
                  </a:cubicBezTo>
                  <a:cubicBezTo>
                    <a:pt x="1" y="773"/>
                    <a:pt x="34" y="873"/>
                    <a:pt x="67" y="907"/>
                  </a:cubicBezTo>
                  <a:cubicBezTo>
                    <a:pt x="101" y="940"/>
                    <a:pt x="201" y="940"/>
                    <a:pt x="234" y="940"/>
                  </a:cubicBezTo>
                  <a:cubicBezTo>
                    <a:pt x="735" y="940"/>
                    <a:pt x="1202" y="907"/>
                    <a:pt x="1669" y="773"/>
                  </a:cubicBezTo>
                  <a:cubicBezTo>
                    <a:pt x="1835" y="740"/>
                    <a:pt x="1935" y="707"/>
                    <a:pt x="2036" y="573"/>
                  </a:cubicBezTo>
                  <a:cubicBezTo>
                    <a:pt x="2102" y="440"/>
                    <a:pt x="2069" y="273"/>
                    <a:pt x="2002" y="206"/>
                  </a:cubicBezTo>
                  <a:cubicBezTo>
                    <a:pt x="1882" y="55"/>
                    <a:pt x="1666" y="0"/>
                    <a:pt x="1428" y="0"/>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1"/>
            <p:cNvSpPr/>
            <p:nvPr/>
          </p:nvSpPr>
          <p:spPr>
            <a:xfrm>
              <a:off x="4487025" y="885550"/>
              <a:ext cx="53400" cy="23900"/>
            </a:xfrm>
            <a:custGeom>
              <a:avLst/>
              <a:gdLst/>
              <a:ahLst/>
              <a:cxnLst/>
              <a:rect l="l" t="t" r="r" b="b"/>
              <a:pathLst>
                <a:path w="2136" h="956" extrusionOk="0">
                  <a:moveTo>
                    <a:pt x="779" y="0"/>
                  </a:moveTo>
                  <a:cubicBezTo>
                    <a:pt x="525" y="0"/>
                    <a:pt x="279" y="60"/>
                    <a:pt x="134" y="222"/>
                  </a:cubicBezTo>
                  <a:cubicBezTo>
                    <a:pt x="67" y="288"/>
                    <a:pt x="0" y="455"/>
                    <a:pt x="100" y="589"/>
                  </a:cubicBezTo>
                  <a:cubicBezTo>
                    <a:pt x="167" y="722"/>
                    <a:pt x="300" y="755"/>
                    <a:pt x="467" y="789"/>
                  </a:cubicBezTo>
                  <a:cubicBezTo>
                    <a:pt x="934" y="922"/>
                    <a:pt x="1401" y="956"/>
                    <a:pt x="1902" y="956"/>
                  </a:cubicBezTo>
                  <a:cubicBezTo>
                    <a:pt x="1935" y="956"/>
                    <a:pt x="2002" y="956"/>
                    <a:pt x="2068" y="922"/>
                  </a:cubicBezTo>
                  <a:cubicBezTo>
                    <a:pt x="2102" y="889"/>
                    <a:pt x="2135" y="789"/>
                    <a:pt x="2102" y="722"/>
                  </a:cubicBezTo>
                  <a:cubicBezTo>
                    <a:pt x="2068" y="422"/>
                    <a:pt x="1802" y="255"/>
                    <a:pt x="1501" y="155"/>
                  </a:cubicBezTo>
                  <a:cubicBezTo>
                    <a:pt x="1329" y="69"/>
                    <a:pt x="1050" y="0"/>
                    <a:pt x="779" y="0"/>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1"/>
            <p:cNvSpPr/>
            <p:nvPr/>
          </p:nvSpPr>
          <p:spPr>
            <a:xfrm>
              <a:off x="4440325" y="1045475"/>
              <a:ext cx="61725" cy="11575"/>
            </a:xfrm>
            <a:custGeom>
              <a:avLst/>
              <a:gdLst/>
              <a:ahLst/>
              <a:cxnLst/>
              <a:rect l="l" t="t" r="r" b="b"/>
              <a:pathLst>
                <a:path w="2469" h="463" extrusionOk="0">
                  <a:moveTo>
                    <a:pt x="2334" y="1"/>
                  </a:moveTo>
                  <a:cubicBezTo>
                    <a:pt x="2323" y="1"/>
                    <a:pt x="2312" y="8"/>
                    <a:pt x="2302" y="29"/>
                  </a:cubicBezTo>
                  <a:cubicBezTo>
                    <a:pt x="2302" y="29"/>
                    <a:pt x="1813" y="266"/>
                    <a:pt x="1180" y="266"/>
                  </a:cubicBezTo>
                  <a:cubicBezTo>
                    <a:pt x="864" y="266"/>
                    <a:pt x="512" y="207"/>
                    <a:pt x="167" y="29"/>
                  </a:cubicBezTo>
                  <a:cubicBezTo>
                    <a:pt x="157" y="19"/>
                    <a:pt x="148" y="15"/>
                    <a:pt x="137" y="15"/>
                  </a:cubicBezTo>
                  <a:cubicBezTo>
                    <a:pt x="111" y="15"/>
                    <a:pt x="81" y="39"/>
                    <a:pt x="34" y="62"/>
                  </a:cubicBezTo>
                  <a:cubicBezTo>
                    <a:pt x="0" y="96"/>
                    <a:pt x="34" y="163"/>
                    <a:pt x="100" y="196"/>
                  </a:cubicBezTo>
                  <a:cubicBezTo>
                    <a:pt x="467" y="429"/>
                    <a:pt x="834" y="463"/>
                    <a:pt x="1201" y="463"/>
                  </a:cubicBezTo>
                  <a:cubicBezTo>
                    <a:pt x="1868" y="463"/>
                    <a:pt x="2335" y="229"/>
                    <a:pt x="2369" y="196"/>
                  </a:cubicBezTo>
                  <a:cubicBezTo>
                    <a:pt x="2435" y="163"/>
                    <a:pt x="2469" y="96"/>
                    <a:pt x="2435" y="62"/>
                  </a:cubicBezTo>
                  <a:cubicBezTo>
                    <a:pt x="2389" y="39"/>
                    <a:pt x="2359" y="1"/>
                    <a:pt x="2334" y="1"/>
                  </a:cubicBez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1"/>
            <p:cNvSpPr/>
            <p:nvPr/>
          </p:nvSpPr>
          <p:spPr>
            <a:xfrm>
              <a:off x="4297725" y="1130425"/>
              <a:ext cx="216000" cy="139875"/>
            </a:xfrm>
            <a:custGeom>
              <a:avLst/>
              <a:gdLst/>
              <a:ahLst/>
              <a:cxnLst/>
              <a:rect l="l" t="t" r="r" b="b"/>
              <a:pathLst>
                <a:path w="8640" h="5595" extrusionOk="0">
                  <a:moveTo>
                    <a:pt x="8173" y="0"/>
                  </a:moveTo>
                  <a:lnTo>
                    <a:pt x="5738" y="2102"/>
                  </a:lnTo>
                  <a:lnTo>
                    <a:pt x="4804" y="4437"/>
                  </a:lnTo>
                  <a:lnTo>
                    <a:pt x="3669" y="2168"/>
                  </a:lnTo>
                  <a:lnTo>
                    <a:pt x="701" y="100"/>
                  </a:lnTo>
                  <a:lnTo>
                    <a:pt x="0" y="1935"/>
                  </a:lnTo>
                  <a:cubicBezTo>
                    <a:pt x="934" y="4621"/>
                    <a:pt x="2405" y="5595"/>
                    <a:pt x="4234" y="5595"/>
                  </a:cubicBezTo>
                  <a:cubicBezTo>
                    <a:pt x="4494" y="5595"/>
                    <a:pt x="4762" y="5575"/>
                    <a:pt x="5037" y="5538"/>
                  </a:cubicBezTo>
                  <a:cubicBezTo>
                    <a:pt x="7305" y="5271"/>
                    <a:pt x="8640" y="2669"/>
                    <a:pt x="8640" y="2669"/>
                  </a:cubicBezTo>
                  <a:lnTo>
                    <a:pt x="8173" y="0"/>
                  </a:lnTo>
                  <a:close/>
                </a:path>
              </a:pathLst>
            </a:custGeom>
            <a:solidFill>
              <a:srgbClr val="DADD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1"/>
            <p:cNvSpPr/>
            <p:nvPr/>
          </p:nvSpPr>
          <p:spPr>
            <a:xfrm>
              <a:off x="4297725" y="1167400"/>
              <a:ext cx="89250" cy="99800"/>
            </a:xfrm>
            <a:custGeom>
              <a:avLst/>
              <a:gdLst/>
              <a:ahLst/>
              <a:cxnLst/>
              <a:rect l="l" t="t" r="r" b="b"/>
              <a:pathLst>
                <a:path w="3570" h="3992" extrusionOk="0">
                  <a:moveTo>
                    <a:pt x="176" y="0"/>
                  </a:moveTo>
                  <a:cubicBezTo>
                    <a:pt x="144" y="0"/>
                    <a:pt x="108" y="8"/>
                    <a:pt x="67" y="22"/>
                  </a:cubicBezTo>
                  <a:cubicBezTo>
                    <a:pt x="0" y="56"/>
                    <a:pt x="0" y="156"/>
                    <a:pt x="34" y="222"/>
                  </a:cubicBezTo>
                  <a:cubicBezTo>
                    <a:pt x="2135" y="3658"/>
                    <a:pt x="2335" y="3992"/>
                    <a:pt x="2469" y="3992"/>
                  </a:cubicBezTo>
                  <a:cubicBezTo>
                    <a:pt x="2535" y="3958"/>
                    <a:pt x="2569" y="3892"/>
                    <a:pt x="2569" y="3858"/>
                  </a:cubicBezTo>
                  <a:cubicBezTo>
                    <a:pt x="2635" y="3725"/>
                    <a:pt x="3169" y="2157"/>
                    <a:pt x="3536" y="1190"/>
                  </a:cubicBezTo>
                  <a:cubicBezTo>
                    <a:pt x="3569" y="1123"/>
                    <a:pt x="3536" y="1023"/>
                    <a:pt x="3469" y="1023"/>
                  </a:cubicBezTo>
                  <a:cubicBezTo>
                    <a:pt x="3444" y="1015"/>
                    <a:pt x="3421" y="1010"/>
                    <a:pt x="3401" y="1010"/>
                  </a:cubicBezTo>
                  <a:cubicBezTo>
                    <a:pt x="3340" y="1010"/>
                    <a:pt x="3303" y="1048"/>
                    <a:pt x="3303" y="1123"/>
                  </a:cubicBezTo>
                  <a:cubicBezTo>
                    <a:pt x="2969" y="2024"/>
                    <a:pt x="2569" y="3058"/>
                    <a:pt x="2402" y="3558"/>
                  </a:cubicBezTo>
                  <a:cubicBezTo>
                    <a:pt x="2035" y="2991"/>
                    <a:pt x="1001" y="1290"/>
                    <a:pt x="300" y="56"/>
                  </a:cubicBezTo>
                  <a:cubicBezTo>
                    <a:pt x="261" y="17"/>
                    <a:pt x="222" y="0"/>
                    <a:pt x="176" y="0"/>
                  </a:cubicBezTo>
                  <a:close/>
                </a:path>
              </a:pathLst>
            </a:custGeom>
            <a:solidFill>
              <a:srgbClr val="AFB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1"/>
            <p:cNvSpPr/>
            <p:nvPr/>
          </p:nvSpPr>
          <p:spPr>
            <a:xfrm>
              <a:off x="4439475" y="1155950"/>
              <a:ext cx="70075" cy="92075"/>
            </a:xfrm>
            <a:custGeom>
              <a:avLst/>
              <a:gdLst/>
              <a:ahLst/>
              <a:cxnLst/>
              <a:rect l="l" t="t" r="r" b="b"/>
              <a:pathLst>
                <a:path w="2803" h="3683" extrusionOk="0">
                  <a:moveTo>
                    <a:pt x="2601" y="1"/>
                  </a:moveTo>
                  <a:cubicBezTo>
                    <a:pt x="2540" y="1"/>
                    <a:pt x="2503" y="38"/>
                    <a:pt x="2503" y="113"/>
                  </a:cubicBezTo>
                  <a:lnTo>
                    <a:pt x="1302" y="3282"/>
                  </a:lnTo>
                  <a:lnTo>
                    <a:pt x="234" y="1481"/>
                  </a:lnTo>
                  <a:cubicBezTo>
                    <a:pt x="215" y="1442"/>
                    <a:pt x="184" y="1426"/>
                    <a:pt x="148" y="1426"/>
                  </a:cubicBezTo>
                  <a:cubicBezTo>
                    <a:pt x="123" y="1426"/>
                    <a:pt x="95" y="1434"/>
                    <a:pt x="68" y="1448"/>
                  </a:cubicBezTo>
                  <a:cubicBezTo>
                    <a:pt x="1" y="1481"/>
                    <a:pt x="1" y="1581"/>
                    <a:pt x="34" y="1614"/>
                  </a:cubicBezTo>
                  <a:lnTo>
                    <a:pt x="1202" y="3649"/>
                  </a:lnTo>
                  <a:cubicBezTo>
                    <a:pt x="1235" y="3649"/>
                    <a:pt x="1302" y="3683"/>
                    <a:pt x="1335" y="3683"/>
                  </a:cubicBezTo>
                  <a:cubicBezTo>
                    <a:pt x="1402" y="3683"/>
                    <a:pt x="1469" y="3649"/>
                    <a:pt x="1469" y="3616"/>
                  </a:cubicBezTo>
                  <a:lnTo>
                    <a:pt x="2736" y="180"/>
                  </a:lnTo>
                  <a:cubicBezTo>
                    <a:pt x="2803" y="113"/>
                    <a:pt x="2736" y="13"/>
                    <a:pt x="2669" y="13"/>
                  </a:cubicBezTo>
                  <a:cubicBezTo>
                    <a:pt x="2644" y="5"/>
                    <a:pt x="2622" y="1"/>
                    <a:pt x="2601" y="1"/>
                  </a:cubicBezTo>
                  <a:close/>
                </a:path>
              </a:pathLst>
            </a:custGeom>
            <a:solidFill>
              <a:srgbClr val="AFB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41"/>
            <p:cNvSpPr/>
            <p:nvPr/>
          </p:nvSpPr>
          <p:spPr>
            <a:xfrm>
              <a:off x="4411975" y="1238825"/>
              <a:ext cx="40050" cy="452850"/>
            </a:xfrm>
            <a:custGeom>
              <a:avLst/>
              <a:gdLst/>
              <a:ahLst/>
              <a:cxnLst/>
              <a:rect l="l" t="t" r="r" b="b"/>
              <a:pathLst>
                <a:path w="1602" h="18114" extrusionOk="0">
                  <a:moveTo>
                    <a:pt x="134" y="1"/>
                  </a:moveTo>
                  <a:cubicBezTo>
                    <a:pt x="67" y="1"/>
                    <a:pt x="0" y="101"/>
                    <a:pt x="0" y="167"/>
                  </a:cubicBezTo>
                  <a:cubicBezTo>
                    <a:pt x="0" y="301"/>
                    <a:pt x="1301" y="13677"/>
                    <a:pt x="1234" y="18014"/>
                  </a:cubicBezTo>
                  <a:cubicBezTo>
                    <a:pt x="1234" y="18014"/>
                    <a:pt x="1301" y="18114"/>
                    <a:pt x="1401" y="18114"/>
                  </a:cubicBezTo>
                  <a:cubicBezTo>
                    <a:pt x="1468" y="18114"/>
                    <a:pt x="1501" y="18047"/>
                    <a:pt x="1501" y="17980"/>
                  </a:cubicBezTo>
                  <a:cubicBezTo>
                    <a:pt x="1601" y="13610"/>
                    <a:pt x="334" y="268"/>
                    <a:pt x="300" y="134"/>
                  </a:cubicBezTo>
                  <a:cubicBezTo>
                    <a:pt x="300" y="34"/>
                    <a:pt x="234" y="1"/>
                    <a:pt x="134" y="1"/>
                  </a:cubicBezTo>
                  <a:close/>
                </a:path>
              </a:pathLst>
            </a:custGeom>
            <a:solidFill>
              <a:srgbClr val="AFB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1"/>
            <p:cNvSpPr/>
            <p:nvPr/>
          </p:nvSpPr>
          <p:spPr>
            <a:xfrm>
              <a:off x="4231000" y="1180450"/>
              <a:ext cx="372800" cy="599625"/>
            </a:xfrm>
            <a:custGeom>
              <a:avLst/>
              <a:gdLst/>
              <a:ahLst/>
              <a:cxnLst/>
              <a:rect l="l" t="t" r="r" b="b"/>
              <a:pathLst>
                <a:path w="14912" h="23985" extrusionOk="0">
                  <a:moveTo>
                    <a:pt x="14277" y="1"/>
                  </a:moveTo>
                  <a:cubicBezTo>
                    <a:pt x="14211" y="1"/>
                    <a:pt x="14177" y="101"/>
                    <a:pt x="14177" y="134"/>
                  </a:cubicBezTo>
                  <a:lnTo>
                    <a:pt x="14611" y="8674"/>
                  </a:lnTo>
                  <a:lnTo>
                    <a:pt x="12443" y="9207"/>
                  </a:lnTo>
                  <a:cubicBezTo>
                    <a:pt x="12409" y="9207"/>
                    <a:pt x="12376" y="9274"/>
                    <a:pt x="12376" y="9341"/>
                  </a:cubicBezTo>
                  <a:cubicBezTo>
                    <a:pt x="12376" y="9374"/>
                    <a:pt x="12376" y="9474"/>
                    <a:pt x="12409" y="9474"/>
                  </a:cubicBezTo>
                  <a:lnTo>
                    <a:pt x="14011" y="10608"/>
                  </a:lnTo>
                  <a:lnTo>
                    <a:pt x="8874" y="23517"/>
                  </a:lnTo>
                  <a:lnTo>
                    <a:pt x="1235" y="10508"/>
                  </a:lnTo>
                  <a:lnTo>
                    <a:pt x="3036" y="9474"/>
                  </a:lnTo>
                  <a:cubicBezTo>
                    <a:pt x="3069" y="9441"/>
                    <a:pt x="3103" y="9374"/>
                    <a:pt x="3103" y="9307"/>
                  </a:cubicBezTo>
                  <a:cubicBezTo>
                    <a:pt x="3103" y="9274"/>
                    <a:pt x="3036" y="9207"/>
                    <a:pt x="3003" y="9174"/>
                  </a:cubicBezTo>
                  <a:lnTo>
                    <a:pt x="434" y="8974"/>
                  </a:lnTo>
                  <a:lnTo>
                    <a:pt x="234" y="501"/>
                  </a:lnTo>
                  <a:cubicBezTo>
                    <a:pt x="234" y="434"/>
                    <a:pt x="201" y="368"/>
                    <a:pt x="101" y="368"/>
                  </a:cubicBezTo>
                  <a:cubicBezTo>
                    <a:pt x="34" y="368"/>
                    <a:pt x="1" y="468"/>
                    <a:pt x="1" y="501"/>
                  </a:cubicBezTo>
                  <a:lnTo>
                    <a:pt x="201" y="9107"/>
                  </a:lnTo>
                  <a:cubicBezTo>
                    <a:pt x="201" y="9174"/>
                    <a:pt x="234" y="9207"/>
                    <a:pt x="334" y="9207"/>
                  </a:cubicBezTo>
                  <a:lnTo>
                    <a:pt x="2569" y="9374"/>
                  </a:lnTo>
                  <a:lnTo>
                    <a:pt x="1035" y="10308"/>
                  </a:lnTo>
                  <a:cubicBezTo>
                    <a:pt x="935" y="10341"/>
                    <a:pt x="935" y="10441"/>
                    <a:pt x="1001" y="10475"/>
                  </a:cubicBezTo>
                  <a:lnTo>
                    <a:pt x="8840" y="23851"/>
                  </a:lnTo>
                  <a:cubicBezTo>
                    <a:pt x="8807" y="23984"/>
                    <a:pt x="8840" y="23984"/>
                    <a:pt x="8874" y="23984"/>
                  </a:cubicBezTo>
                  <a:cubicBezTo>
                    <a:pt x="8940" y="23984"/>
                    <a:pt x="9007" y="23951"/>
                    <a:pt x="9007" y="23884"/>
                  </a:cubicBezTo>
                  <a:lnTo>
                    <a:pt x="14311" y="10608"/>
                  </a:lnTo>
                  <a:cubicBezTo>
                    <a:pt x="14344" y="10542"/>
                    <a:pt x="14311" y="10475"/>
                    <a:pt x="14244" y="10441"/>
                  </a:cubicBezTo>
                  <a:lnTo>
                    <a:pt x="12843" y="9441"/>
                  </a:lnTo>
                  <a:lnTo>
                    <a:pt x="14778" y="8940"/>
                  </a:lnTo>
                  <a:cubicBezTo>
                    <a:pt x="14878" y="8940"/>
                    <a:pt x="14911" y="8840"/>
                    <a:pt x="14878" y="8807"/>
                  </a:cubicBezTo>
                  <a:lnTo>
                    <a:pt x="14411" y="134"/>
                  </a:lnTo>
                  <a:cubicBezTo>
                    <a:pt x="14411" y="34"/>
                    <a:pt x="14344" y="1"/>
                    <a:pt x="14277" y="1"/>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41"/>
            <p:cNvSpPr/>
            <p:nvPr/>
          </p:nvSpPr>
          <p:spPr>
            <a:xfrm>
              <a:off x="4184300" y="2127475"/>
              <a:ext cx="473700" cy="27875"/>
            </a:xfrm>
            <a:custGeom>
              <a:avLst/>
              <a:gdLst/>
              <a:ahLst/>
              <a:cxnLst/>
              <a:rect l="l" t="t" r="r" b="b"/>
              <a:pathLst>
                <a:path w="18948" h="1115" extrusionOk="0">
                  <a:moveTo>
                    <a:pt x="18811" y="1"/>
                  </a:moveTo>
                  <a:cubicBezTo>
                    <a:pt x="18793" y="1"/>
                    <a:pt x="18772" y="5"/>
                    <a:pt x="18747" y="13"/>
                  </a:cubicBezTo>
                  <a:cubicBezTo>
                    <a:pt x="16810" y="642"/>
                    <a:pt x="13707" y="840"/>
                    <a:pt x="10586" y="840"/>
                  </a:cubicBezTo>
                  <a:cubicBezTo>
                    <a:pt x="5431" y="840"/>
                    <a:pt x="230" y="301"/>
                    <a:pt x="167" y="280"/>
                  </a:cubicBezTo>
                  <a:cubicBezTo>
                    <a:pt x="67" y="280"/>
                    <a:pt x="34" y="314"/>
                    <a:pt x="1" y="414"/>
                  </a:cubicBezTo>
                  <a:cubicBezTo>
                    <a:pt x="1" y="480"/>
                    <a:pt x="34" y="514"/>
                    <a:pt x="101" y="581"/>
                  </a:cubicBezTo>
                  <a:cubicBezTo>
                    <a:pt x="201" y="581"/>
                    <a:pt x="5438" y="1114"/>
                    <a:pt x="10608" y="1114"/>
                  </a:cubicBezTo>
                  <a:cubicBezTo>
                    <a:pt x="13744" y="1114"/>
                    <a:pt x="16879" y="914"/>
                    <a:pt x="18847" y="280"/>
                  </a:cubicBezTo>
                  <a:cubicBezTo>
                    <a:pt x="18914" y="247"/>
                    <a:pt x="18947" y="180"/>
                    <a:pt x="18914" y="114"/>
                  </a:cubicBezTo>
                  <a:cubicBezTo>
                    <a:pt x="18889" y="38"/>
                    <a:pt x="18864" y="1"/>
                    <a:pt x="18811" y="1"/>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1"/>
            <p:cNvSpPr/>
            <p:nvPr/>
          </p:nvSpPr>
          <p:spPr>
            <a:xfrm>
              <a:off x="4442825" y="1773375"/>
              <a:ext cx="22525" cy="381125"/>
            </a:xfrm>
            <a:custGeom>
              <a:avLst/>
              <a:gdLst/>
              <a:ahLst/>
              <a:cxnLst/>
              <a:rect l="l" t="t" r="r" b="b"/>
              <a:pathLst>
                <a:path w="901" h="15245" extrusionOk="0">
                  <a:moveTo>
                    <a:pt x="401" y="1"/>
                  </a:moveTo>
                  <a:cubicBezTo>
                    <a:pt x="334" y="1"/>
                    <a:pt x="267" y="101"/>
                    <a:pt x="267" y="134"/>
                  </a:cubicBezTo>
                  <a:cubicBezTo>
                    <a:pt x="267" y="201"/>
                    <a:pt x="601" y="9774"/>
                    <a:pt x="34" y="15045"/>
                  </a:cubicBezTo>
                  <a:cubicBezTo>
                    <a:pt x="0" y="15145"/>
                    <a:pt x="67" y="15245"/>
                    <a:pt x="167" y="15245"/>
                  </a:cubicBezTo>
                  <a:cubicBezTo>
                    <a:pt x="234" y="15245"/>
                    <a:pt x="267" y="15178"/>
                    <a:pt x="267" y="15111"/>
                  </a:cubicBezTo>
                  <a:cubicBezTo>
                    <a:pt x="901" y="9774"/>
                    <a:pt x="534" y="234"/>
                    <a:pt x="534" y="134"/>
                  </a:cubicBezTo>
                  <a:cubicBezTo>
                    <a:pt x="534" y="67"/>
                    <a:pt x="434" y="1"/>
                    <a:pt x="401" y="1"/>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1"/>
            <p:cNvSpPr/>
            <p:nvPr/>
          </p:nvSpPr>
          <p:spPr>
            <a:xfrm>
              <a:off x="4181800" y="1899300"/>
              <a:ext cx="156800" cy="39225"/>
            </a:xfrm>
            <a:custGeom>
              <a:avLst/>
              <a:gdLst/>
              <a:ahLst/>
              <a:cxnLst/>
              <a:rect l="l" t="t" r="r" b="b"/>
              <a:pathLst>
                <a:path w="6272" h="1569" extrusionOk="0">
                  <a:moveTo>
                    <a:pt x="5971" y="301"/>
                  </a:moveTo>
                  <a:lnTo>
                    <a:pt x="5871" y="1235"/>
                  </a:lnTo>
                  <a:lnTo>
                    <a:pt x="267" y="1301"/>
                  </a:lnTo>
                  <a:lnTo>
                    <a:pt x="334" y="401"/>
                  </a:lnTo>
                  <a:lnTo>
                    <a:pt x="5971" y="301"/>
                  </a:lnTo>
                  <a:close/>
                  <a:moveTo>
                    <a:pt x="6138" y="1"/>
                  </a:moveTo>
                  <a:lnTo>
                    <a:pt x="201" y="101"/>
                  </a:lnTo>
                  <a:cubicBezTo>
                    <a:pt x="167" y="101"/>
                    <a:pt x="101" y="134"/>
                    <a:pt x="101" y="234"/>
                  </a:cubicBezTo>
                  <a:lnTo>
                    <a:pt x="1" y="1402"/>
                  </a:lnTo>
                  <a:cubicBezTo>
                    <a:pt x="1" y="1435"/>
                    <a:pt x="1" y="1468"/>
                    <a:pt x="34" y="1535"/>
                  </a:cubicBezTo>
                  <a:cubicBezTo>
                    <a:pt x="34" y="1568"/>
                    <a:pt x="101" y="1568"/>
                    <a:pt x="134" y="1568"/>
                  </a:cubicBezTo>
                  <a:lnTo>
                    <a:pt x="6038" y="1468"/>
                  </a:lnTo>
                  <a:cubicBezTo>
                    <a:pt x="6105" y="1468"/>
                    <a:pt x="6172" y="1435"/>
                    <a:pt x="6172" y="1368"/>
                  </a:cubicBezTo>
                  <a:lnTo>
                    <a:pt x="6272" y="167"/>
                  </a:lnTo>
                  <a:cubicBezTo>
                    <a:pt x="6272" y="134"/>
                    <a:pt x="6272" y="101"/>
                    <a:pt x="6205" y="67"/>
                  </a:cubicBezTo>
                  <a:cubicBezTo>
                    <a:pt x="6205" y="1"/>
                    <a:pt x="6172" y="1"/>
                    <a:pt x="6138" y="1"/>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1"/>
            <p:cNvSpPr/>
            <p:nvPr/>
          </p:nvSpPr>
          <p:spPr>
            <a:xfrm>
              <a:off x="4552900" y="1892625"/>
              <a:ext cx="120950" cy="40900"/>
            </a:xfrm>
            <a:custGeom>
              <a:avLst/>
              <a:gdLst/>
              <a:ahLst/>
              <a:cxnLst/>
              <a:rect l="l" t="t" r="r" b="b"/>
              <a:pathLst>
                <a:path w="4838" h="1636" extrusionOk="0">
                  <a:moveTo>
                    <a:pt x="234" y="301"/>
                  </a:moveTo>
                  <a:lnTo>
                    <a:pt x="4570" y="368"/>
                  </a:lnTo>
                  <a:lnTo>
                    <a:pt x="4570" y="1368"/>
                  </a:lnTo>
                  <a:lnTo>
                    <a:pt x="234" y="1202"/>
                  </a:lnTo>
                  <a:lnTo>
                    <a:pt x="234" y="301"/>
                  </a:lnTo>
                  <a:close/>
                  <a:moveTo>
                    <a:pt x="134" y="1"/>
                  </a:moveTo>
                  <a:cubicBezTo>
                    <a:pt x="134" y="1"/>
                    <a:pt x="101" y="1"/>
                    <a:pt x="34" y="34"/>
                  </a:cubicBezTo>
                  <a:cubicBezTo>
                    <a:pt x="0" y="34"/>
                    <a:pt x="0" y="67"/>
                    <a:pt x="0" y="134"/>
                  </a:cubicBezTo>
                  <a:lnTo>
                    <a:pt x="0" y="1335"/>
                  </a:lnTo>
                  <a:cubicBezTo>
                    <a:pt x="0" y="1368"/>
                    <a:pt x="34" y="1435"/>
                    <a:pt x="134" y="1435"/>
                  </a:cubicBezTo>
                  <a:lnTo>
                    <a:pt x="4704" y="1635"/>
                  </a:lnTo>
                  <a:cubicBezTo>
                    <a:pt x="4771" y="1635"/>
                    <a:pt x="4771" y="1635"/>
                    <a:pt x="4804" y="1535"/>
                  </a:cubicBezTo>
                  <a:cubicBezTo>
                    <a:pt x="4837" y="1535"/>
                    <a:pt x="4837" y="1502"/>
                    <a:pt x="4837" y="1468"/>
                  </a:cubicBezTo>
                  <a:lnTo>
                    <a:pt x="4837" y="201"/>
                  </a:lnTo>
                  <a:cubicBezTo>
                    <a:pt x="4837" y="134"/>
                    <a:pt x="4804" y="67"/>
                    <a:pt x="4704" y="67"/>
                  </a:cubicBezTo>
                  <a:lnTo>
                    <a:pt x="134" y="1"/>
                  </a:ln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1"/>
            <p:cNvSpPr/>
            <p:nvPr/>
          </p:nvSpPr>
          <p:spPr>
            <a:xfrm>
              <a:off x="4713850" y="846875"/>
              <a:ext cx="657150" cy="613800"/>
            </a:xfrm>
            <a:custGeom>
              <a:avLst/>
              <a:gdLst/>
              <a:ahLst/>
              <a:cxnLst/>
              <a:rect l="l" t="t" r="r" b="b"/>
              <a:pathLst>
                <a:path w="26286" h="24552" extrusionOk="0">
                  <a:moveTo>
                    <a:pt x="22650" y="1"/>
                  </a:moveTo>
                  <a:cubicBezTo>
                    <a:pt x="16212" y="3370"/>
                    <a:pt x="3103" y="12009"/>
                    <a:pt x="3103" y="12009"/>
                  </a:cubicBezTo>
                  <a:cubicBezTo>
                    <a:pt x="334" y="14778"/>
                    <a:pt x="0" y="24518"/>
                    <a:pt x="0" y="24552"/>
                  </a:cubicBezTo>
                  <a:cubicBezTo>
                    <a:pt x="534" y="21616"/>
                    <a:pt x="24284" y="5972"/>
                    <a:pt x="25285" y="4270"/>
                  </a:cubicBezTo>
                  <a:cubicBezTo>
                    <a:pt x="26286" y="2536"/>
                    <a:pt x="22650" y="1"/>
                    <a:pt x="226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41"/>
            <p:cNvSpPr/>
            <p:nvPr/>
          </p:nvSpPr>
          <p:spPr>
            <a:xfrm>
              <a:off x="5404350" y="807675"/>
              <a:ext cx="48375" cy="40075"/>
            </a:xfrm>
            <a:custGeom>
              <a:avLst/>
              <a:gdLst/>
              <a:ahLst/>
              <a:cxnLst/>
              <a:rect l="l" t="t" r="r" b="b"/>
              <a:pathLst>
                <a:path w="1935" h="1603" fill="none" extrusionOk="0">
                  <a:moveTo>
                    <a:pt x="1935" y="668"/>
                  </a:moveTo>
                  <a:cubicBezTo>
                    <a:pt x="1935" y="668"/>
                    <a:pt x="667" y="1602"/>
                    <a:pt x="334" y="1068"/>
                  </a:cubicBezTo>
                  <a:cubicBezTo>
                    <a:pt x="0" y="535"/>
                    <a:pt x="1635" y="1"/>
                    <a:pt x="1635" y="1"/>
                  </a:cubicBezTo>
                </a:path>
              </a:pathLst>
            </a:custGeom>
            <a:noFill/>
            <a:ln w="8350" cap="flat" cmpd="sng">
              <a:solidFill>
                <a:srgbClr val="683D30"/>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41"/>
            <p:cNvSpPr/>
            <p:nvPr/>
          </p:nvSpPr>
          <p:spPr>
            <a:xfrm>
              <a:off x="5390175" y="784325"/>
              <a:ext cx="70075" cy="79250"/>
            </a:xfrm>
            <a:custGeom>
              <a:avLst/>
              <a:gdLst/>
              <a:ahLst/>
              <a:cxnLst/>
              <a:rect l="l" t="t" r="r" b="b"/>
              <a:pathLst>
                <a:path w="2803" h="3170" fill="none" extrusionOk="0">
                  <a:moveTo>
                    <a:pt x="1635" y="2169"/>
                  </a:moveTo>
                  <a:cubicBezTo>
                    <a:pt x="1635" y="2169"/>
                    <a:pt x="1468" y="3170"/>
                    <a:pt x="2135" y="2803"/>
                  </a:cubicBezTo>
                  <a:cubicBezTo>
                    <a:pt x="2802" y="2436"/>
                    <a:pt x="2402" y="768"/>
                    <a:pt x="1701" y="1"/>
                  </a:cubicBezTo>
                  <a:cubicBezTo>
                    <a:pt x="1701" y="1"/>
                    <a:pt x="967" y="1035"/>
                    <a:pt x="400" y="968"/>
                  </a:cubicBezTo>
                  <a:cubicBezTo>
                    <a:pt x="400" y="968"/>
                    <a:pt x="0" y="1135"/>
                    <a:pt x="400" y="1469"/>
                  </a:cubicBezTo>
                  <a:cubicBezTo>
                    <a:pt x="834" y="1802"/>
                    <a:pt x="1868" y="1002"/>
                    <a:pt x="1868" y="1002"/>
                  </a:cubicBezTo>
                </a:path>
              </a:pathLst>
            </a:custGeom>
            <a:noFill/>
            <a:ln w="8350" cap="flat" cmpd="sng">
              <a:solidFill>
                <a:srgbClr val="683D30"/>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42"/>
          <p:cNvSpPr/>
          <p:nvPr/>
        </p:nvSpPr>
        <p:spPr>
          <a:xfrm>
            <a:off x="292700" y="4606650"/>
            <a:ext cx="1136100" cy="2274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7" name="Google Shape;647;p42"/>
          <p:cNvGrpSpPr/>
          <p:nvPr/>
        </p:nvGrpSpPr>
        <p:grpSpPr>
          <a:xfrm>
            <a:off x="639796" y="1171435"/>
            <a:ext cx="1938058" cy="1263649"/>
            <a:chOff x="2358425" y="1238825"/>
            <a:chExt cx="2616875" cy="1706250"/>
          </a:xfrm>
        </p:grpSpPr>
        <p:sp>
          <p:nvSpPr>
            <p:cNvPr id="648" name="Google Shape;648;p42"/>
            <p:cNvSpPr/>
            <p:nvPr/>
          </p:nvSpPr>
          <p:spPr>
            <a:xfrm>
              <a:off x="2359250" y="1417300"/>
              <a:ext cx="2616050" cy="1526950"/>
            </a:xfrm>
            <a:custGeom>
              <a:avLst/>
              <a:gdLst/>
              <a:ahLst/>
              <a:cxnLst/>
              <a:rect l="l" t="t" r="r" b="b"/>
              <a:pathLst>
                <a:path w="104642" h="61078" extrusionOk="0">
                  <a:moveTo>
                    <a:pt x="1" y="0"/>
                  </a:moveTo>
                  <a:lnTo>
                    <a:pt x="1" y="57241"/>
                  </a:lnTo>
                  <a:cubicBezTo>
                    <a:pt x="1" y="59376"/>
                    <a:pt x="1735" y="61077"/>
                    <a:pt x="3837" y="61077"/>
                  </a:cubicBezTo>
                  <a:lnTo>
                    <a:pt x="100806" y="61077"/>
                  </a:lnTo>
                  <a:cubicBezTo>
                    <a:pt x="102907" y="61077"/>
                    <a:pt x="104642" y="59376"/>
                    <a:pt x="104642" y="57241"/>
                  </a:cubicBezTo>
                  <a:lnTo>
                    <a:pt x="1046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42"/>
            <p:cNvSpPr/>
            <p:nvPr/>
          </p:nvSpPr>
          <p:spPr>
            <a:xfrm>
              <a:off x="2358425" y="1238825"/>
              <a:ext cx="2616875" cy="178500"/>
            </a:xfrm>
            <a:custGeom>
              <a:avLst/>
              <a:gdLst/>
              <a:ahLst/>
              <a:cxnLst/>
              <a:rect l="l" t="t" r="r" b="b"/>
              <a:pathLst>
                <a:path w="104675" h="7140" extrusionOk="0">
                  <a:moveTo>
                    <a:pt x="3836" y="1"/>
                  </a:moveTo>
                  <a:cubicBezTo>
                    <a:pt x="1701" y="1"/>
                    <a:pt x="0" y="1702"/>
                    <a:pt x="0" y="3837"/>
                  </a:cubicBezTo>
                  <a:lnTo>
                    <a:pt x="0" y="7139"/>
                  </a:lnTo>
                  <a:lnTo>
                    <a:pt x="104675" y="7139"/>
                  </a:lnTo>
                  <a:lnTo>
                    <a:pt x="104675" y="3837"/>
                  </a:lnTo>
                  <a:cubicBezTo>
                    <a:pt x="104675" y="1702"/>
                    <a:pt x="102940" y="1"/>
                    <a:pt x="1007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2"/>
            <p:cNvSpPr/>
            <p:nvPr/>
          </p:nvSpPr>
          <p:spPr>
            <a:xfrm>
              <a:off x="2452650" y="1302200"/>
              <a:ext cx="45900" cy="45900"/>
            </a:xfrm>
            <a:custGeom>
              <a:avLst/>
              <a:gdLst/>
              <a:ahLst/>
              <a:cxnLst/>
              <a:rect l="l" t="t" r="r" b="b"/>
              <a:pathLst>
                <a:path w="1836" h="1836" extrusionOk="0">
                  <a:moveTo>
                    <a:pt x="901" y="1"/>
                  </a:moveTo>
                  <a:cubicBezTo>
                    <a:pt x="401" y="1"/>
                    <a:pt x="1" y="434"/>
                    <a:pt x="1" y="935"/>
                  </a:cubicBezTo>
                  <a:cubicBezTo>
                    <a:pt x="1" y="1435"/>
                    <a:pt x="401" y="1835"/>
                    <a:pt x="901" y="1835"/>
                  </a:cubicBezTo>
                  <a:cubicBezTo>
                    <a:pt x="1402" y="1835"/>
                    <a:pt x="1835" y="1435"/>
                    <a:pt x="1835" y="935"/>
                  </a:cubicBezTo>
                  <a:cubicBezTo>
                    <a:pt x="1835" y="434"/>
                    <a:pt x="1402" y="1"/>
                    <a:pt x="9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2"/>
            <p:cNvSpPr/>
            <p:nvPr/>
          </p:nvSpPr>
          <p:spPr>
            <a:xfrm>
              <a:off x="2554400" y="1302200"/>
              <a:ext cx="45875" cy="45900"/>
            </a:xfrm>
            <a:custGeom>
              <a:avLst/>
              <a:gdLst/>
              <a:ahLst/>
              <a:cxnLst/>
              <a:rect l="l" t="t" r="r" b="b"/>
              <a:pathLst>
                <a:path w="1835" h="1836" extrusionOk="0">
                  <a:moveTo>
                    <a:pt x="934" y="1"/>
                  </a:moveTo>
                  <a:cubicBezTo>
                    <a:pt x="434" y="1"/>
                    <a:pt x="0" y="434"/>
                    <a:pt x="0" y="935"/>
                  </a:cubicBezTo>
                  <a:cubicBezTo>
                    <a:pt x="0" y="1435"/>
                    <a:pt x="434" y="1835"/>
                    <a:pt x="934" y="1835"/>
                  </a:cubicBezTo>
                  <a:cubicBezTo>
                    <a:pt x="1401" y="1835"/>
                    <a:pt x="1835" y="1435"/>
                    <a:pt x="1835" y="935"/>
                  </a:cubicBezTo>
                  <a:cubicBezTo>
                    <a:pt x="1835" y="434"/>
                    <a:pt x="1401" y="1"/>
                    <a:pt x="9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2"/>
            <p:cNvSpPr/>
            <p:nvPr/>
          </p:nvSpPr>
          <p:spPr>
            <a:xfrm>
              <a:off x="2656975" y="1302200"/>
              <a:ext cx="45875" cy="45900"/>
            </a:xfrm>
            <a:custGeom>
              <a:avLst/>
              <a:gdLst/>
              <a:ahLst/>
              <a:cxnLst/>
              <a:rect l="l" t="t" r="r" b="b"/>
              <a:pathLst>
                <a:path w="1835" h="1836" extrusionOk="0">
                  <a:moveTo>
                    <a:pt x="901" y="1"/>
                  </a:moveTo>
                  <a:cubicBezTo>
                    <a:pt x="400" y="1"/>
                    <a:pt x="0" y="434"/>
                    <a:pt x="0" y="935"/>
                  </a:cubicBezTo>
                  <a:cubicBezTo>
                    <a:pt x="0" y="1435"/>
                    <a:pt x="400" y="1835"/>
                    <a:pt x="901" y="1835"/>
                  </a:cubicBezTo>
                  <a:cubicBezTo>
                    <a:pt x="1401" y="1835"/>
                    <a:pt x="1835" y="1435"/>
                    <a:pt x="1835" y="935"/>
                  </a:cubicBezTo>
                  <a:cubicBezTo>
                    <a:pt x="1835" y="434"/>
                    <a:pt x="1401" y="1"/>
                    <a:pt x="9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2"/>
            <p:cNvSpPr/>
            <p:nvPr/>
          </p:nvSpPr>
          <p:spPr>
            <a:xfrm>
              <a:off x="2537725" y="1901400"/>
              <a:ext cx="2310000" cy="1043675"/>
            </a:xfrm>
            <a:custGeom>
              <a:avLst/>
              <a:gdLst/>
              <a:ahLst/>
              <a:cxnLst/>
              <a:rect l="l" t="t" r="r" b="b"/>
              <a:pathLst>
                <a:path w="92400" h="41747" extrusionOk="0">
                  <a:moveTo>
                    <a:pt x="73233" y="0"/>
                  </a:moveTo>
                  <a:cubicBezTo>
                    <a:pt x="73128" y="0"/>
                    <a:pt x="73023" y="6"/>
                    <a:pt x="72919" y="17"/>
                  </a:cubicBezTo>
                  <a:cubicBezTo>
                    <a:pt x="63579" y="984"/>
                    <a:pt x="56707" y="30205"/>
                    <a:pt x="50203" y="31406"/>
                  </a:cubicBezTo>
                  <a:cubicBezTo>
                    <a:pt x="49901" y="31460"/>
                    <a:pt x="49608" y="31486"/>
                    <a:pt x="49323" y="31486"/>
                  </a:cubicBezTo>
                  <a:cubicBezTo>
                    <a:pt x="43565" y="31486"/>
                    <a:pt x="40710" y="21048"/>
                    <a:pt x="33843" y="21048"/>
                  </a:cubicBezTo>
                  <a:cubicBezTo>
                    <a:pt x="33684" y="21048"/>
                    <a:pt x="33522" y="21053"/>
                    <a:pt x="33357" y="21065"/>
                  </a:cubicBezTo>
                  <a:cubicBezTo>
                    <a:pt x="25718" y="21632"/>
                    <a:pt x="26486" y="32640"/>
                    <a:pt x="19314" y="36142"/>
                  </a:cubicBezTo>
                  <a:cubicBezTo>
                    <a:pt x="17527" y="37015"/>
                    <a:pt x="16174" y="37341"/>
                    <a:pt x="15097" y="37341"/>
                  </a:cubicBezTo>
                  <a:cubicBezTo>
                    <a:pt x="11919" y="37341"/>
                    <a:pt x="11135" y="34504"/>
                    <a:pt x="8634" y="34504"/>
                  </a:cubicBezTo>
                  <a:cubicBezTo>
                    <a:pt x="8581" y="34504"/>
                    <a:pt x="8527" y="34505"/>
                    <a:pt x="8473" y="34508"/>
                  </a:cubicBezTo>
                  <a:cubicBezTo>
                    <a:pt x="4970" y="34675"/>
                    <a:pt x="0" y="41713"/>
                    <a:pt x="0" y="41713"/>
                  </a:cubicBezTo>
                  <a:lnTo>
                    <a:pt x="0" y="41747"/>
                  </a:lnTo>
                  <a:lnTo>
                    <a:pt x="92399" y="41747"/>
                  </a:lnTo>
                  <a:cubicBezTo>
                    <a:pt x="92399" y="41747"/>
                    <a:pt x="82485" y="0"/>
                    <a:pt x="732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2"/>
            <p:cNvSpPr/>
            <p:nvPr/>
          </p:nvSpPr>
          <p:spPr>
            <a:xfrm>
              <a:off x="2486850" y="1564900"/>
              <a:ext cx="1843000" cy="1292600"/>
            </a:xfrm>
            <a:custGeom>
              <a:avLst/>
              <a:gdLst/>
              <a:ahLst/>
              <a:cxnLst/>
              <a:rect l="l" t="t" r="r" b="b"/>
              <a:pathLst>
                <a:path w="73720" h="51704" extrusionOk="0">
                  <a:moveTo>
                    <a:pt x="70784" y="0"/>
                  </a:moveTo>
                  <a:lnTo>
                    <a:pt x="59209" y="3503"/>
                  </a:lnTo>
                  <a:lnTo>
                    <a:pt x="63712" y="5971"/>
                  </a:lnTo>
                  <a:lnTo>
                    <a:pt x="48535" y="29355"/>
                  </a:lnTo>
                  <a:lnTo>
                    <a:pt x="36493" y="18313"/>
                  </a:lnTo>
                  <a:lnTo>
                    <a:pt x="17546" y="42631"/>
                  </a:lnTo>
                  <a:lnTo>
                    <a:pt x="8706" y="38361"/>
                  </a:lnTo>
                  <a:lnTo>
                    <a:pt x="0" y="51704"/>
                  </a:lnTo>
                  <a:cubicBezTo>
                    <a:pt x="734" y="51270"/>
                    <a:pt x="9140" y="43465"/>
                    <a:pt x="9140" y="43465"/>
                  </a:cubicBezTo>
                  <a:lnTo>
                    <a:pt x="18313" y="48101"/>
                  </a:lnTo>
                  <a:lnTo>
                    <a:pt x="36426" y="26019"/>
                  </a:lnTo>
                  <a:lnTo>
                    <a:pt x="50003" y="39495"/>
                  </a:lnTo>
                  <a:lnTo>
                    <a:pt x="69416" y="8807"/>
                  </a:lnTo>
                  <a:lnTo>
                    <a:pt x="73720" y="11408"/>
                  </a:lnTo>
                  <a:lnTo>
                    <a:pt x="707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2"/>
            <p:cNvSpPr/>
            <p:nvPr/>
          </p:nvSpPr>
          <p:spPr>
            <a:xfrm>
              <a:off x="3262400" y="2006625"/>
              <a:ext cx="274375" cy="242375"/>
            </a:xfrm>
            <a:custGeom>
              <a:avLst/>
              <a:gdLst/>
              <a:ahLst/>
              <a:cxnLst/>
              <a:rect l="l" t="t" r="r" b="b"/>
              <a:pathLst>
                <a:path w="10975" h="9695" extrusionOk="0">
                  <a:moveTo>
                    <a:pt x="5469" y="1"/>
                  </a:moveTo>
                  <a:cubicBezTo>
                    <a:pt x="4847" y="1"/>
                    <a:pt x="4214" y="122"/>
                    <a:pt x="3603" y="378"/>
                  </a:cubicBezTo>
                  <a:cubicBezTo>
                    <a:pt x="1168" y="1412"/>
                    <a:pt x="0" y="4247"/>
                    <a:pt x="1034" y="6715"/>
                  </a:cubicBezTo>
                  <a:cubicBezTo>
                    <a:pt x="1788" y="8573"/>
                    <a:pt x="3580" y="9694"/>
                    <a:pt x="5473" y="9694"/>
                  </a:cubicBezTo>
                  <a:cubicBezTo>
                    <a:pt x="6095" y="9694"/>
                    <a:pt x="6728" y="9573"/>
                    <a:pt x="7339" y="9317"/>
                  </a:cubicBezTo>
                  <a:cubicBezTo>
                    <a:pt x="9807" y="8283"/>
                    <a:pt x="10975" y="5448"/>
                    <a:pt x="9941" y="2979"/>
                  </a:cubicBezTo>
                  <a:cubicBezTo>
                    <a:pt x="9163" y="1122"/>
                    <a:pt x="7364" y="1"/>
                    <a:pt x="54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42"/>
            <p:cNvSpPr/>
            <p:nvPr/>
          </p:nvSpPr>
          <p:spPr>
            <a:xfrm>
              <a:off x="3575125" y="2272900"/>
              <a:ext cx="300225" cy="300250"/>
            </a:xfrm>
            <a:custGeom>
              <a:avLst/>
              <a:gdLst/>
              <a:ahLst/>
              <a:cxnLst/>
              <a:rect l="l" t="t" r="r" b="b"/>
              <a:pathLst>
                <a:path w="12009" h="12010" extrusionOk="0">
                  <a:moveTo>
                    <a:pt x="6005" y="1"/>
                  </a:moveTo>
                  <a:cubicBezTo>
                    <a:pt x="2669" y="1"/>
                    <a:pt x="0" y="2703"/>
                    <a:pt x="0" y="6005"/>
                  </a:cubicBezTo>
                  <a:cubicBezTo>
                    <a:pt x="0" y="9307"/>
                    <a:pt x="2669" y="12009"/>
                    <a:pt x="6005" y="12009"/>
                  </a:cubicBezTo>
                  <a:cubicBezTo>
                    <a:pt x="9307" y="12009"/>
                    <a:pt x="12009" y="9307"/>
                    <a:pt x="12009" y="6005"/>
                  </a:cubicBezTo>
                  <a:cubicBezTo>
                    <a:pt x="12009" y="2703"/>
                    <a:pt x="9307" y="1"/>
                    <a:pt x="60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42"/>
            <p:cNvSpPr/>
            <p:nvPr/>
          </p:nvSpPr>
          <p:spPr>
            <a:xfrm>
              <a:off x="2471000" y="1496100"/>
              <a:ext cx="254375" cy="418225"/>
            </a:xfrm>
            <a:custGeom>
              <a:avLst/>
              <a:gdLst/>
              <a:ahLst/>
              <a:cxnLst/>
              <a:rect l="l" t="t" r="r" b="b"/>
              <a:pathLst>
                <a:path w="10175" h="16729" extrusionOk="0">
                  <a:moveTo>
                    <a:pt x="5087" y="0"/>
                  </a:moveTo>
                  <a:cubicBezTo>
                    <a:pt x="5054" y="0"/>
                    <a:pt x="5021" y="17"/>
                    <a:pt x="5004" y="50"/>
                  </a:cubicBezTo>
                  <a:lnTo>
                    <a:pt x="67" y="7889"/>
                  </a:lnTo>
                  <a:cubicBezTo>
                    <a:pt x="0" y="8056"/>
                    <a:pt x="34" y="8323"/>
                    <a:pt x="167" y="8323"/>
                  </a:cubicBezTo>
                  <a:lnTo>
                    <a:pt x="1969" y="8323"/>
                  </a:lnTo>
                  <a:cubicBezTo>
                    <a:pt x="2035" y="8323"/>
                    <a:pt x="2069" y="8423"/>
                    <a:pt x="2069" y="8556"/>
                  </a:cubicBezTo>
                  <a:lnTo>
                    <a:pt x="2069" y="16462"/>
                  </a:lnTo>
                  <a:cubicBezTo>
                    <a:pt x="2069" y="16596"/>
                    <a:pt x="2135" y="16729"/>
                    <a:pt x="2202" y="16729"/>
                  </a:cubicBezTo>
                  <a:lnTo>
                    <a:pt x="7973" y="16729"/>
                  </a:lnTo>
                  <a:cubicBezTo>
                    <a:pt x="8040" y="16729"/>
                    <a:pt x="8106" y="16596"/>
                    <a:pt x="8106" y="16462"/>
                  </a:cubicBezTo>
                  <a:lnTo>
                    <a:pt x="8106" y="8556"/>
                  </a:lnTo>
                  <a:cubicBezTo>
                    <a:pt x="8106" y="8423"/>
                    <a:pt x="8140" y="8323"/>
                    <a:pt x="8206" y="8323"/>
                  </a:cubicBezTo>
                  <a:lnTo>
                    <a:pt x="10008" y="8323"/>
                  </a:lnTo>
                  <a:cubicBezTo>
                    <a:pt x="10141" y="8323"/>
                    <a:pt x="10174" y="8023"/>
                    <a:pt x="10074" y="7889"/>
                  </a:cubicBezTo>
                  <a:lnTo>
                    <a:pt x="5171" y="50"/>
                  </a:lnTo>
                  <a:cubicBezTo>
                    <a:pt x="5154" y="17"/>
                    <a:pt x="5121" y="0"/>
                    <a:pt x="50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2"/>
            <p:cNvSpPr/>
            <p:nvPr/>
          </p:nvSpPr>
          <p:spPr>
            <a:xfrm>
              <a:off x="2826250" y="1494000"/>
              <a:ext cx="254375" cy="418875"/>
            </a:xfrm>
            <a:custGeom>
              <a:avLst/>
              <a:gdLst/>
              <a:ahLst/>
              <a:cxnLst/>
              <a:rect l="l" t="t" r="r" b="b"/>
              <a:pathLst>
                <a:path w="10175" h="16755" extrusionOk="0">
                  <a:moveTo>
                    <a:pt x="2236" y="1"/>
                  </a:moveTo>
                  <a:cubicBezTo>
                    <a:pt x="2135" y="1"/>
                    <a:pt x="2102" y="134"/>
                    <a:pt x="2102" y="268"/>
                  </a:cubicBezTo>
                  <a:lnTo>
                    <a:pt x="2102" y="8173"/>
                  </a:lnTo>
                  <a:cubicBezTo>
                    <a:pt x="2102" y="8307"/>
                    <a:pt x="2069" y="8440"/>
                    <a:pt x="1969" y="8440"/>
                  </a:cubicBezTo>
                  <a:lnTo>
                    <a:pt x="167" y="8440"/>
                  </a:lnTo>
                  <a:cubicBezTo>
                    <a:pt x="67" y="8440"/>
                    <a:pt x="1" y="8741"/>
                    <a:pt x="101" y="8841"/>
                  </a:cubicBezTo>
                  <a:lnTo>
                    <a:pt x="5004" y="16680"/>
                  </a:lnTo>
                  <a:cubicBezTo>
                    <a:pt x="5038" y="16730"/>
                    <a:pt x="5071" y="16755"/>
                    <a:pt x="5100" y="16755"/>
                  </a:cubicBezTo>
                  <a:cubicBezTo>
                    <a:pt x="5129" y="16755"/>
                    <a:pt x="5154" y="16730"/>
                    <a:pt x="5171" y="16680"/>
                  </a:cubicBezTo>
                  <a:lnTo>
                    <a:pt x="10108" y="8841"/>
                  </a:lnTo>
                  <a:cubicBezTo>
                    <a:pt x="10175" y="8674"/>
                    <a:pt x="10141" y="8440"/>
                    <a:pt x="10008" y="8440"/>
                  </a:cubicBezTo>
                  <a:lnTo>
                    <a:pt x="8240" y="8440"/>
                  </a:lnTo>
                  <a:cubicBezTo>
                    <a:pt x="8140" y="8440"/>
                    <a:pt x="8106" y="8307"/>
                    <a:pt x="8106" y="8173"/>
                  </a:cubicBezTo>
                  <a:lnTo>
                    <a:pt x="8106" y="268"/>
                  </a:lnTo>
                  <a:cubicBezTo>
                    <a:pt x="8106" y="134"/>
                    <a:pt x="8073" y="1"/>
                    <a:pt x="79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9" name="Google Shape;659;p42"/>
          <p:cNvSpPr txBox="1">
            <a:spLocks noGrp="1"/>
          </p:cNvSpPr>
          <p:nvPr>
            <p:ph type="subTitle" idx="1"/>
          </p:nvPr>
        </p:nvSpPr>
        <p:spPr>
          <a:xfrm>
            <a:off x="2695778" y="2171214"/>
            <a:ext cx="28227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describe the topic of the section here</a:t>
            </a:r>
            <a:endParaRPr/>
          </a:p>
        </p:txBody>
      </p:sp>
      <p:sp>
        <p:nvSpPr>
          <p:cNvPr id="660" name="Google Shape;660;p42"/>
          <p:cNvSpPr txBox="1">
            <a:spLocks noGrp="1"/>
          </p:cNvSpPr>
          <p:nvPr>
            <p:ph type="title"/>
          </p:nvPr>
        </p:nvSpPr>
        <p:spPr>
          <a:xfrm>
            <a:off x="2695778" y="1786700"/>
            <a:ext cx="28227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a:p>
        </p:txBody>
      </p:sp>
      <p:sp>
        <p:nvSpPr>
          <p:cNvPr id="661" name="Google Shape;661;p42"/>
          <p:cNvSpPr txBox="1">
            <a:spLocks noGrp="1"/>
          </p:cNvSpPr>
          <p:nvPr>
            <p:ph type="title" idx="2"/>
          </p:nvPr>
        </p:nvSpPr>
        <p:spPr>
          <a:xfrm>
            <a:off x="3469478" y="1212477"/>
            <a:ext cx="1275300" cy="41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662" name="Google Shape;662;p42"/>
          <p:cNvSpPr txBox="1">
            <a:spLocks noGrp="1"/>
          </p:cNvSpPr>
          <p:nvPr>
            <p:ph type="title" idx="3"/>
          </p:nvPr>
        </p:nvSpPr>
        <p:spPr>
          <a:xfrm>
            <a:off x="5600731" y="1786700"/>
            <a:ext cx="28227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IMPROVEMENT</a:t>
            </a:r>
            <a:endParaRPr/>
          </a:p>
        </p:txBody>
      </p:sp>
      <p:sp>
        <p:nvSpPr>
          <p:cNvPr id="663" name="Google Shape;663;p42"/>
          <p:cNvSpPr txBox="1">
            <a:spLocks noGrp="1"/>
          </p:cNvSpPr>
          <p:nvPr>
            <p:ph type="title" idx="4"/>
          </p:nvPr>
        </p:nvSpPr>
        <p:spPr>
          <a:xfrm>
            <a:off x="6374431" y="1212477"/>
            <a:ext cx="1275300" cy="41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664" name="Google Shape;664;p42"/>
          <p:cNvSpPr txBox="1">
            <a:spLocks noGrp="1"/>
          </p:cNvSpPr>
          <p:nvPr>
            <p:ph type="subTitle" idx="5"/>
          </p:nvPr>
        </p:nvSpPr>
        <p:spPr>
          <a:xfrm>
            <a:off x="5600731" y="2171208"/>
            <a:ext cx="28227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You can describe the topic of the section here</a:t>
            </a:r>
            <a:endParaRPr/>
          </a:p>
        </p:txBody>
      </p:sp>
      <p:sp>
        <p:nvSpPr>
          <p:cNvPr id="665" name="Google Shape;665;p42"/>
          <p:cNvSpPr txBox="1">
            <a:spLocks noGrp="1"/>
          </p:cNvSpPr>
          <p:nvPr>
            <p:ph type="title" idx="6"/>
          </p:nvPr>
        </p:nvSpPr>
        <p:spPr>
          <a:xfrm>
            <a:off x="2695778" y="3532175"/>
            <a:ext cx="28227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UNDERSTANDING</a:t>
            </a:r>
            <a:endParaRPr/>
          </a:p>
        </p:txBody>
      </p:sp>
      <p:sp>
        <p:nvSpPr>
          <p:cNvPr id="666" name="Google Shape;666;p42"/>
          <p:cNvSpPr txBox="1">
            <a:spLocks noGrp="1"/>
          </p:cNvSpPr>
          <p:nvPr>
            <p:ph type="title" idx="7"/>
          </p:nvPr>
        </p:nvSpPr>
        <p:spPr>
          <a:xfrm>
            <a:off x="3469478" y="2958000"/>
            <a:ext cx="1275300" cy="41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667" name="Google Shape;667;p42"/>
          <p:cNvSpPr txBox="1">
            <a:spLocks noGrp="1"/>
          </p:cNvSpPr>
          <p:nvPr>
            <p:ph type="subTitle" idx="8"/>
          </p:nvPr>
        </p:nvSpPr>
        <p:spPr>
          <a:xfrm>
            <a:off x="2695778" y="3916681"/>
            <a:ext cx="28227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You can describe the topic of the section here</a:t>
            </a:r>
            <a:endParaRPr/>
          </a:p>
        </p:txBody>
      </p:sp>
      <p:sp>
        <p:nvSpPr>
          <p:cNvPr id="668" name="Google Shape;668;p42"/>
          <p:cNvSpPr txBox="1">
            <a:spLocks noGrp="1"/>
          </p:cNvSpPr>
          <p:nvPr>
            <p:ph type="title" idx="9"/>
          </p:nvPr>
        </p:nvSpPr>
        <p:spPr>
          <a:xfrm>
            <a:off x="5600731" y="3532175"/>
            <a:ext cx="28227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ACTION PLAN</a:t>
            </a:r>
            <a:endParaRPr/>
          </a:p>
        </p:txBody>
      </p:sp>
      <p:sp>
        <p:nvSpPr>
          <p:cNvPr id="669" name="Google Shape;669;p42"/>
          <p:cNvSpPr txBox="1">
            <a:spLocks noGrp="1"/>
          </p:cNvSpPr>
          <p:nvPr>
            <p:ph type="title" idx="13"/>
          </p:nvPr>
        </p:nvSpPr>
        <p:spPr>
          <a:xfrm>
            <a:off x="6374431" y="2958000"/>
            <a:ext cx="1275300" cy="41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670" name="Google Shape;670;p42"/>
          <p:cNvSpPr txBox="1">
            <a:spLocks noGrp="1"/>
          </p:cNvSpPr>
          <p:nvPr>
            <p:ph type="subTitle" idx="14"/>
          </p:nvPr>
        </p:nvSpPr>
        <p:spPr>
          <a:xfrm>
            <a:off x="5600731" y="3916681"/>
            <a:ext cx="28227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You can describe the topic of the section here</a:t>
            </a:r>
            <a:endParaRPr/>
          </a:p>
        </p:txBody>
      </p:sp>
      <p:sp>
        <p:nvSpPr>
          <p:cNvPr id="671" name="Google Shape;671;p42"/>
          <p:cNvSpPr txBox="1">
            <a:spLocks noGrp="1"/>
          </p:cNvSpPr>
          <p:nvPr>
            <p:ph type="title" idx="15"/>
          </p:nvPr>
        </p:nvSpPr>
        <p:spPr>
          <a:xfrm>
            <a:off x="2695775" y="466550"/>
            <a:ext cx="572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grpSp>
        <p:nvGrpSpPr>
          <p:cNvPr id="672" name="Google Shape;672;p42"/>
          <p:cNvGrpSpPr/>
          <p:nvPr/>
        </p:nvGrpSpPr>
        <p:grpSpPr>
          <a:xfrm>
            <a:off x="445863" y="1824512"/>
            <a:ext cx="1177525" cy="2914750"/>
            <a:chOff x="-1136775" y="1435900"/>
            <a:chExt cx="1177525" cy="2914750"/>
          </a:xfrm>
        </p:grpSpPr>
        <p:sp>
          <p:nvSpPr>
            <p:cNvPr id="673" name="Google Shape;673;p42"/>
            <p:cNvSpPr/>
            <p:nvPr/>
          </p:nvSpPr>
          <p:spPr>
            <a:xfrm>
              <a:off x="-282000" y="2228700"/>
              <a:ext cx="322750" cy="157650"/>
            </a:xfrm>
            <a:custGeom>
              <a:avLst/>
              <a:gdLst/>
              <a:ahLst/>
              <a:cxnLst/>
              <a:rect l="l" t="t" r="r" b="b"/>
              <a:pathLst>
                <a:path w="12910" h="6306" extrusionOk="0">
                  <a:moveTo>
                    <a:pt x="6839" y="1"/>
                  </a:moveTo>
                  <a:cubicBezTo>
                    <a:pt x="6505" y="434"/>
                    <a:pt x="6105" y="735"/>
                    <a:pt x="5638" y="835"/>
                  </a:cubicBezTo>
                  <a:cubicBezTo>
                    <a:pt x="4804" y="1101"/>
                    <a:pt x="4270" y="1268"/>
                    <a:pt x="3770" y="2069"/>
                  </a:cubicBezTo>
                  <a:cubicBezTo>
                    <a:pt x="3636" y="2269"/>
                    <a:pt x="3570" y="2469"/>
                    <a:pt x="3403" y="2636"/>
                  </a:cubicBezTo>
                  <a:cubicBezTo>
                    <a:pt x="3236" y="2803"/>
                    <a:pt x="3003" y="2936"/>
                    <a:pt x="2769" y="3036"/>
                  </a:cubicBezTo>
                  <a:cubicBezTo>
                    <a:pt x="2736" y="3070"/>
                    <a:pt x="2736" y="3070"/>
                    <a:pt x="2636" y="3070"/>
                  </a:cubicBezTo>
                  <a:cubicBezTo>
                    <a:pt x="2135" y="3270"/>
                    <a:pt x="1602" y="3470"/>
                    <a:pt x="1101" y="3703"/>
                  </a:cubicBezTo>
                  <a:cubicBezTo>
                    <a:pt x="935" y="3770"/>
                    <a:pt x="701" y="3870"/>
                    <a:pt x="534" y="3970"/>
                  </a:cubicBezTo>
                  <a:cubicBezTo>
                    <a:pt x="1" y="4404"/>
                    <a:pt x="401" y="5071"/>
                    <a:pt x="668" y="5538"/>
                  </a:cubicBezTo>
                  <a:cubicBezTo>
                    <a:pt x="801" y="5771"/>
                    <a:pt x="968" y="5972"/>
                    <a:pt x="1235" y="6072"/>
                  </a:cubicBezTo>
                  <a:cubicBezTo>
                    <a:pt x="1318" y="6088"/>
                    <a:pt x="1385" y="6097"/>
                    <a:pt x="1452" y="6097"/>
                  </a:cubicBezTo>
                  <a:cubicBezTo>
                    <a:pt x="1518" y="6097"/>
                    <a:pt x="1585" y="6088"/>
                    <a:pt x="1668" y="6072"/>
                  </a:cubicBezTo>
                  <a:cubicBezTo>
                    <a:pt x="2135" y="5972"/>
                    <a:pt x="2636" y="5905"/>
                    <a:pt x="3103" y="5805"/>
                  </a:cubicBezTo>
                  <a:cubicBezTo>
                    <a:pt x="3238" y="5786"/>
                    <a:pt x="3383" y="5766"/>
                    <a:pt x="3528" y="5766"/>
                  </a:cubicBezTo>
                  <a:cubicBezTo>
                    <a:pt x="3633" y="5766"/>
                    <a:pt x="3738" y="5777"/>
                    <a:pt x="3837" y="5805"/>
                  </a:cubicBezTo>
                  <a:cubicBezTo>
                    <a:pt x="3970" y="5872"/>
                    <a:pt x="4103" y="5938"/>
                    <a:pt x="4237" y="6038"/>
                  </a:cubicBezTo>
                  <a:cubicBezTo>
                    <a:pt x="4593" y="6216"/>
                    <a:pt x="4993" y="6305"/>
                    <a:pt x="5388" y="6305"/>
                  </a:cubicBezTo>
                  <a:cubicBezTo>
                    <a:pt x="5586" y="6305"/>
                    <a:pt x="5782" y="6283"/>
                    <a:pt x="5971" y="6238"/>
                  </a:cubicBezTo>
                  <a:cubicBezTo>
                    <a:pt x="6605" y="6105"/>
                    <a:pt x="7139" y="5872"/>
                    <a:pt x="7673" y="5638"/>
                  </a:cubicBezTo>
                  <a:cubicBezTo>
                    <a:pt x="8773" y="5238"/>
                    <a:pt x="9908" y="4904"/>
                    <a:pt x="10908" y="4304"/>
                  </a:cubicBezTo>
                  <a:cubicBezTo>
                    <a:pt x="11909" y="3737"/>
                    <a:pt x="12776" y="2803"/>
                    <a:pt x="12910" y="1635"/>
                  </a:cubicBezTo>
                  <a:cubicBezTo>
                    <a:pt x="12910" y="1535"/>
                    <a:pt x="12910" y="1402"/>
                    <a:pt x="12843" y="1268"/>
                  </a:cubicBezTo>
                  <a:cubicBezTo>
                    <a:pt x="12776" y="1101"/>
                    <a:pt x="12610" y="1001"/>
                    <a:pt x="12443" y="935"/>
                  </a:cubicBezTo>
                  <a:cubicBezTo>
                    <a:pt x="12077" y="782"/>
                    <a:pt x="11676" y="720"/>
                    <a:pt x="11270" y="720"/>
                  </a:cubicBezTo>
                  <a:cubicBezTo>
                    <a:pt x="10786" y="720"/>
                    <a:pt x="10294" y="808"/>
                    <a:pt x="9841" y="935"/>
                  </a:cubicBezTo>
                  <a:cubicBezTo>
                    <a:pt x="8840" y="1235"/>
                    <a:pt x="7806" y="1535"/>
                    <a:pt x="6805" y="1802"/>
                  </a:cubicBezTo>
                  <a:cubicBezTo>
                    <a:pt x="6772" y="1819"/>
                    <a:pt x="6739" y="1827"/>
                    <a:pt x="6709" y="1827"/>
                  </a:cubicBezTo>
                  <a:cubicBezTo>
                    <a:pt x="6680" y="1827"/>
                    <a:pt x="6655" y="1819"/>
                    <a:pt x="6639" y="1802"/>
                  </a:cubicBezTo>
                  <a:cubicBezTo>
                    <a:pt x="6605" y="1769"/>
                    <a:pt x="6639" y="1735"/>
                    <a:pt x="6639" y="1669"/>
                  </a:cubicBezTo>
                  <a:cubicBezTo>
                    <a:pt x="6739" y="1402"/>
                    <a:pt x="6972" y="1135"/>
                    <a:pt x="7072" y="835"/>
                  </a:cubicBezTo>
                  <a:cubicBezTo>
                    <a:pt x="7139" y="568"/>
                    <a:pt x="7139" y="134"/>
                    <a:pt x="6839" y="1"/>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2"/>
            <p:cNvSpPr/>
            <p:nvPr/>
          </p:nvSpPr>
          <p:spPr>
            <a:xfrm>
              <a:off x="-103550" y="2278400"/>
              <a:ext cx="34225" cy="77075"/>
            </a:xfrm>
            <a:custGeom>
              <a:avLst/>
              <a:gdLst/>
              <a:ahLst/>
              <a:cxnLst/>
              <a:rect l="l" t="t" r="r" b="b"/>
              <a:pathLst>
                <a:path w="1369" h="3083" extrusionOk="0">
                  <a:moveTo>
                    <a:pt x="216" y="1"/>
                  </a:moveTo>
                  <a:cubicBezTo>
                    <a:pt x="174" y="1"/>
                    <a:pt x="131" y="17"/>
                    <a:pt x="101" y="47"/>
                  </a:cubicBezTo>
                  <a:cubicBezTo>
                    <a:pt x="1" y="81"/>
                    <a:pt x="1" y="214"/>
                    <a:pt x="34" y="281"/>
                  </a:cubicBezTo>
                  <a:cubicBezTo>
                    <a:pt x="34" y="281"/>
                    <a:pt x="868" y="1448"/>
                    <a:pt x="1002" y="2916"/>
                  </a:cubicBezTo>
                  <a:cubicBezTo>
                    <a:pt x="968" y="2983"/>
                    <a:pt x="1035" y="3083"/>
                    <a:pt x="1168" y="3083"/>
                  </a:cubicBezTo>
                  <a:cubicBezTo>
                    <a:pt x="1302" y="3083"/>
                    <a:pt x="1369" y="2983"/>
                    <a:pt x="1335" y="2883"/>
                  </a:cubicBezTo>
                  <a:cubicBezTo>
                    <a:pt x="1202" y="1315"/>
                    <a:pt x="368" y="114"/>
                    <a:pt x="335" y="81"/>
                  </a:cubicBezTo>
                  <a:cubicBezTo>
                    <a:pt x="316" y="26"/>
                    <a:pt x="267" y="1"/>
                    <a:pt x="216"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2"/>
            <p:cNvSpPr/>
            <p:nvPr/>
          </p:nvSpPr>
          <p:spPr>
            <a:xfrm>
              <a:off x="-94375" y="2248400"/>
              <a:ext cx="120950" cy="52875"/>
            </a:xfrm>
            <a:custGeom>
              <a:avLst/>
              <a:gdLst/>
              <a:ahLst/>
              <a:cxnLst/>
              <a:rect l="l" t="t" r="r" b="b"/>
              <a:pathLst>
                <a:path w="4838" h="2115" extrusionOk="0">
                  <a:moveTo>
                    <a:pt x="4631" y="1"/>
                  </a:moveTo>
                  <a:cubicBezTo>
                    <a:pt x="4602" y="1"/>
                    <a:pt x="4571" y="5"/>
                    <a:pt x="4537" y="13"/>
                  </a:cubicBezTo>
                  <a:lnTo>
                    <a:pt x="134" y="1781"/>
                  </a:lnTo>
                  <a:cubicBezTo>
                    <a:pt x="68" y="1815"/>
                    <a:pt x="1" y="1915"/>
                    <a:pt x="68" y="2015"/>
                  </a:cubicBezTo>
                  <a:cubicBezTo>
                    <a:pt x="101" y="2081"/>
                    <a:pt x="134" y="2115"/>
                    <a:pt x="234" y="2115"/>
                  </a:cubicBezTo>
                  <a:lnTo>
                    <a:pt x="301" y="2115"/>
                  </a:lnTo>
                  <a:lnTo>
                    <a:pt x="4738" y="347"/>
                  </a:lnTo>
                  <a:cubicBezTo>
                    <a:pt x="4804" y="313"/>
                    <a:pt x="4838" y="247"/>
                    <a:pt x="4804" y="113"/>
                  </a:cubicBezTo>
                  <a:cubicBezTo>
                    <a:pt x="4779" y="38"/>
                    <a:pt x="4717" y="1"/>
                    <a:pt x="4631"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2"/>
            <p:cNvSpPr/>
            <p:nvPr/>
          </p:nvSpPr>
          <p:spPr>
            <a:xfrm>
              <a:off x="-82700" y="2270550"/>
              <a:ext cx="120950" cy="52425"/>
            </a:xfrm>
            <a:custGeom>
              <a:avLst/>
              <a:gdLst/>
              <a:ahLst/>
              <a:cxnLst/>
              <a:rect l="l" t="t" r="r" b="b"/>
              <a:pathLst>
                <a:path w="4838" h="2097" extrusionOk="0">
                  <a:moveTo>
                    <a:pt x="4639" y="0"/>
                  </a:moveTo>
                  <a:cubicBezTo>
                    <a:pt x="4610" y="0"/>
                    <a:pt x="4577" y="8"/>
                    <a:pt x="4537" y="28"/>
                  </a:cubicBezTo>
                  <a:lnTo>
                    <a:pt x="134" y="1762"/>
                  </a:lnTo>
                  <a:cubicBezTo>
                    <a:pt x="34" y="1796"/>
                    <a:pt x="1" y="1896"/>
                    <a:pt x="34" y="2029"/>
                  </a:cubicBezTo>
                  <a:cubicBezTo>
                    <a:pt x="101" y="2063"/>
                    <a:pt x="168" y="2096"/>
                    <a:pt x="201" y="2096"/>
                  </a:cubicBezTo>
                  <a:lnTo>
                    <a:pt x="301" y="2096"/>
                  </a:lnTo>
                  <a:lnTo>
                    <a:pt x="4704" y="361"/>
                  </a:lnTo>
                  <a:cubicBezTo>
                    <a:pt x="4804" y="295"/>
                    <a:pt x="4838" y="228"/>
                    <a:pt x="4804" y="95"/>
                  </a:cubicBezTo>
                  <a:cubicBezTo>
                    <a:pt x="4757" y="47"/>
                    <a:pt x="4710" y="0"/>
                    <a:pt x="4639" y="0"/>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2"/>
            <p:cNvSpPr/>
            <p:nvPr/>
          </p:nvSpPr>
          <p:spPr>
            <a:xfrm>
              <a:off x="-78525" y="2300425"/>
              <a:ext cx="103425" cy="44225"/>
            </a:xfrm>
            <a:custGeom>
              <a:avLst/>
              <a:gdLst/>
              <a:ahLst/>
              <a:cxnLst/>
              <a:rect l="l" t="t" r="r" b="b"/>
              <a:pathLst>
                <a:path w="4137" h="1769" extrusionOk="0">
                  <a:moveTo>
                    <a:pt x="3870" y="0"/>
                  </a:moveTo>
                  <a:lnTo>
                    <a:pt x="134" y="1401"/>
                  </a:lnTo>
                  <a:cubicBezTo>
                    <a:pt x="34" y="1435"/>
                    <a:pt x="1" y="1535"/>
                    <a:pt x="1" y="1668"/>
                  </a:cubicBezTo>
                  <a:cubicBezTo>
                    <a:pt x="1" y="1735"/>
                    <a:pt x="101" y="1768"/>
                    <a:pt x="167" y="1768"/>
                  </a:cubicBezTo>
                  <a:lnTo>
                    <a:pt x="268" y="1768"/>
                  </a:lnTo>
                  <a:lnTo>
                    <a:pt x="4004" y="367"/>
                  </a:lnTo>
                  <a:cubicBezTo>
                    <a:pt x="4104" y="334"/>
                    <a:pt x="4137" y="234"/>
                    <a:pt x="4137" y="100"/>
                  </a:cubicBezTo>
                  <a:cubicBezTo>
                    <a:pt x="4104" y="34"/>
                    <a:pt x="4004" y="0"/>
                    <a:pt x="3870" y="0"/>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2"/>
            <p:cNvSpPr/>
            <p:nvPr/>
          </p:nvSpPr>
          <p:spPr>
            <a:xfrm>
              <a:off x="-175250" y="2271775"/>
              <a:ext cx="64225" cy="59525"/>
            </a:xfrm>
            <a:custGeom>
              <a:avLst/>
              <a:gdLst/>
              <a:ahLst/>
              <a:cxnLst/>
              <a:rect l="l" t="t" r="r" b="b"/>
              <a:pathLst>
                <a:path w="2569" h="2381" extrusionOk="0">
                  <a:moveTo>
                    <a:pt x="2346" y="0"/>
                  </a:moveTo>
                  <a:cubicBezTo>
                    <a:pt x="2278" y="0"/>
                    <a:pt x="2194" y="44"/>
                    <a:pt x="2168" y="146"/>
                  </a:cubicBezTo>
                  <a:cubicBezTo>
                    <a:pt x="1868" y="1046"/>
                    <a:pt x="1068" y="1747"/>
                    <a:pt x="167" y="2047"/>
                  </a:cubicBezTo>
                  <a:cubicBezTo>
                    <a:pt x="67" y="2080"/>
                    <a:pt x="0" y="2180"/>
                    <a:pt x="34" y="2247"/>
                  </a:cubicBezTo>
                  <a:cubicBezTo>
                    <a:pt x="134" y="2347"/>
                    <a:pt x="200" y="2381"/>
                    <a:pt x="300" y="2381"/>
                  </a:cubicBezTo>
                  <a:lnTo>
                    <a:pt x="334" y="2381"/>
                  </a:lnTo>
                  <a:cubicBezTo>
                    <a:pt x="1368" y="2080"/>
                    <a:pt x="2202" y="1246"/>
                    <a:pt x="2535" y="246"/>
                  </a:cubicBezTo>
                  <a:cubicBezTo>
                    <a:pt x="2569" y="179"/>
                    <a:pt x="2535" y="46"/>
                    <a:pt x="2402" y="12"/>
                  </a:cubicBezTo>
                  <a:cubicBezTo>
                    <a:pt x="2386" y="4"/>
                    <a:pt x="2367" y="0"/>
                    <a:pt x="2346" y="0"/>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2"/>
            <p:cNvSpPr/>
            <p:nvPr/>
          </p:nvSpPr>
          <p:spPr>
            <a:xfrm>
              <a:off x="-962475" y="1476350"/>
              <a:ext cx="438650" cy="604775"/>
            </a:xfrm>
            <a:custGeom>
              <a:avLst/>
              <a:gdLst/>
              <a:ahLst/>
              <a:cxnLst/>
              <a:rect l="l" t="t" r="r" b="b"/>
              <a:pathLst>
                <a:path w="17546" h="24191" extrusionOk="0">
                  <a:moveTo>
                    <a:pt x="7252" y="1"/>
                  </a:moveTo>
                  <a:cubicBezTo>
                    <a:pt x="6513" y="1"/>
                    <a:pt x="5764" y="115"/>
                    <a:pt x="5037" y="307"/>
                  </a:cubicBezTo>
                  <a:cubicBezTo>
                    <a:pt x="3102" y="807"/>
                    <a:pt x="1168" y="2008"/>
                    <a:pt x="500" y="3909"/>
                  </a:cubicBezTo>
                  <a:cubicBezTo>
                    <a:pt x="267" y="4710"/>
                    <a:pt x="167" y="5510"/>
                    <a:pt x="134" y="6344"/>
                  </a:cubicBezTo>
                  <a:cubicBezTo>
                    <a:pt x="33" y="7212"/>
                    <a:pt x="0" y="8146"/>
                    <a:pt x="434" y="8913"/>
                  </a:cubicBezTo>
                  <a:cubicBezTo>
                    <a:pt x="667" y="9380"/>
                    <a:pt x="1134" y="9847"/>
                    <a:pt x="1134" y="10381"/>
                  </a:cubicBezTo>
                  <a:cubicBezTo>
                    <a:pt x="1134" y="10814"/>
                    <a:pt x="867" y="11181"/>
                    <a:pt x="801" y="11615"/>
                  </a:cubicBezTo>
                  <a:cubicBezTo>
                    <a:pt x="601" y="12449"/>
                    <a:pt x="1001" y="13316"/>
                    <a:pt x="1701" y="13716"/>
                  </a:cubicBezTo>
                  <a:cubicBezTo>
                    <a:pt x="2102" y="13916"/>
                    <a:pt x="2602" y="14050"/>
                    <a:pt x="2769" y="14483"/>
                  </a:cubicBezTo>
                  <a:cubicBezTo>
                    <a:pt x="2835" y="14684"/>
                    <a:pt x="2802" y="14850"/>
                    <a:pt x="2835" y="15051"/>
                  </a:cubicBezTo>
                  <a:cubicBezTo>
                    <a:pt x="2969" y="16018"/>
                    <a:pt x="4270" y="16318"/>
                    <a:pt x="4770" y="17152"/>
                  </a:cubicBezTo>
                  <a:cubicBezTo>
                    <a:pt x="4870" y="17386"/>
                    <a:pt x="4970" y="17686"/>
                    <a:pt x="5170" y="17853"/>
                  </a:cubicBezTo>
                  <a:cubicBezTo>
                    <a:pt x="5437" y="18053"/>
                    <a:pt x="5771" y="18086"/>
                    <a:pt x="6104" y="18086"/>
                  </a:cubicBezTo>
                  <a:cubicBezTo>
                    <a:pt x="6538" y="18153"/>
                    <a:pt x="7038" y="18153"/>
                    <a:pt x="7505" y="18186"/>
                  </a:cubicBezTo>
                  <a:cubicBezTo>
                    <a:pt x="7585" y="18192"/>
                    <a:pt x="7669" y="18196"/>
                    <a:pt x="7756" y="18196"/>
                  </a:cubicBezTo>
                  <a:cubicBezTo>
                    <a:pt x="8176" y="18196"/>
                    <a:pt x="8640" y="18107"/>
                    <a:pt x="8806" y="17719"/>
                  </a:cubicBezTo>
                  <a:cubicBezTo>
                    <a:pt x="9007" y="19220"/>
                    <a:pt x="9807" y="20621"/>
                    <a:pt x="10608" y="21889"/>
                  </a:cubicBezTo>
                  <a:cubicBezTo>
                    <a:pt x="10774" y="22189"/>
                    <a:pt x="10941" y="22456"/>
                    <a:pt x="11141" y="22689"/>
                  </a:cubicBezTo>
                  <a:cubicBezTo>
                    <a:pt x="11542" y="23123"/>
                    <a:pt x="12142" y="23357"/>
                    <a:pt x="12709" y="23557"/>
                  </a:cubicBezTo>
                  <a:cubicBezTo>
                    <a:pt x="14043" y="23990"/>
                    <a:pt x="15411" y="24190"/>
                    <a:pt x="16812" y="24190"/>
                  </a:cubicBezTo>
                  <a:cubicBezTo>
                    <a:pt x="16445" y="23857"/>
                    <a:pt x="16378" y="23256"/>
                    <a:pt x="16545" y="22756"/>
                  </a:cubicBezTo>
                  <a:cubicBezTo>
                    <a:pt x="16712" y="22256"/>
                    <a:pt x="17012" y="21855"/>
                    <a:pt x="17179" y="21355"/>
                  </a:cubicBezTo>
                  <a:cubicBezTo>
                    <a:pt x="17546" y="20254"/>
                    <a:pt x="17279" y="19020"/>
                    <a:pt x="16445" y="18219"/>
                  </a:cubicBezTo>
                  <a:cubicBezTo>
                    <a:pt x="15978" y="17752"/>
                    <a:pt x="15311" y="17352"/>
                    <a:pt x="15344" y="16718"/>
                  </a:cubicBezTo>
                  <a:cubicBezTo>
                    <a:pt x="15378" y="16485"/>
                    <a:pt x="15511" y="16251"/>
                    <a:pt x="15645" y="16051"/>
                  </a:cubicBezTo>
                  <a:cubicBezTo>
                    <a:pt x="16445" y="14483"/>
                    <a:pt x="15945" y="12315"/>
                    <a:pt x="14510" y="11248"/>
                  </a:cubicBezTo>
                  <a:cubicBezTo>
                    <a:pt x="14310" y="11148"/>
                    <a:pt x="14110" y="10981"/>
                    <a:pt x="13977" y="10781"/>
                  </a:cubicBezTo>
                  <a:cubicBezTo>
                    <a:pt x="13810" y="10381"/>
                    <a:pt x="14010" y="9947"/>
                    <a:pt x="14144" y="9513"/>
                  </a:cubicBezTo>
                  <a:cubicBezTo>
                    <a:pt x="14344" y="8813"/>
                    <a:pt x="14177" y="7979"/>
                    <a:pt x="13710" y="7378"/>
                  </a:cubicBezTo>
                  <a:cubicBezTo>
                    <a:pt x="13610" y="7212"/>
                    <a:pt x="13443" y="7045"/>
                    <a:pt x="13343" y="6845"/>
                  </a:cubicBezTo>
                  <a:cubicBezTo>
                    <a:pt x="13176" y="6411"/>
                    <a:pt x="13310" y="5977"/>
                    <a:pt x="13376" y="5544"/>
                  </a:cubicBezTo>
                  <a:cubicBezTo>
                    <a:pt x="13710" y="3209"/>
                    <a:pt x="10875" y="774"/>
                    <a:pt x="8873" y="207"/>
                  </a:cubicBezTo>
                  <a:cubicBezTo>
                    <a:pt x="8347" y="64"/>
                    <a:pt x="7802" y="1"/>
                    <a:pt x="72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2"/>
            <p:cNvSpPr/>
            <p:nvPr/>
          </p:nvSpPr>
          <p:spPr>
            <a:xfrm>
              <a:off x="-673950" y="1934325"/>
              <a:ext cx="472875" cy="573325"/>
            </a:xfrm>
            <a:custGeom>
              <a:avLst/>
              <a:gdLst/>
              <a:ahLst/>
              <a:cxnLst/>
              <a:rect l="l" t="t" r="r" b="b"/>
              <a:pathLst>
                <a:path w="18915" h="22933" extrusionOk="0">
                  <a:moveTo>
                    <a:pt x="2269" y="1"/>
                  </a:moveTo>
                  <a:cubicBezTo>
                    <a:pt x="2269" y="1"/>
                    <a:pt x="1" y="1201"/>
                    <a:pt x="501" y="6172"/>
                  </a:cubicBezTo>
                  <a:cubicBezTo>
                    <a:pt x="1001" y="11142"/>
                    <a:pt x="3637" y="18414"/>
                    <a:pt x="4170" y="20315"/>
                  </a:cubicBezTo>
                  <a:cubicBezTo>
                    <a:pt x="4581" y="21668"/>
                    <a:pt x="4992" y="22933"/>
                    <a:pt x="7010" y="22933"/>
                  </a:cubicBezTo>
                  <a:cubicBezTo>
                    <a:pt x="7780" y="22933"/>
                    <a:pt x="8783" y="22749"/>
                    <a:pt x="10108" y="22317"/>
                  </a:cubicBezTo>
                  <a:cubicBezTo>
                    <a:pt x="14911" y="20715"/>
                    <a:pt x="18914" y="17647"/>
                    <a:pt x="18914" y="17647"/>
                  </a:cubicBezTo>
                  <a:lnTo>
                    <a:pt x="18014" y="14978"/>
                  </a:lnTo>
                  <a:cubicBezTo>
                    <a:pt x="18014" y="14978"/>
                    <a:pt x="12109" y="15845"/>
                    <a:pt x="10975" y="16012"/>
                  </a:cubicBezTo>
                  <a:cubicBezTo>
                    <a:pt x="9841" y="16179"/>
                    <a:pt x="8307" y="16412"/>
                    <a:pt x="8307" y="16412"/>
                  </a:cubicBezTo>
                  <a:cubicBezTo>
                    <a:pt x="8307" y="16412"/>
                    <a:pt x="6439" y="7373"/>
                    <a:pt x="5872" y="5671"/>
                  </a:cubicBezTo>
                  <a:cubicBezTo>
                    <a:pt x="5405" y="4037"/>
                    <a:pt x="4104" y="701"/>
                    <a:pt x="22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2"/>
            <p:cNvSpPr/>
            <p:nvPr/>
          </p:nvSpPr>
          <p:spPr>
            <a:xfrm>
              <a:off x="-994175" y="3483775"/>
              <a:ext cx="228050" cy="847300"/>
            </a:xfrm>
            <a:custGeom>
              <a:avLst/>
              <a:gdLst/>
              <a:ahLst/>
              <a:cxnLst/>
              <a:rect l="l" t="t" r="r" b="b"/>
              <a:pathLst>
                <a:path w="9122" h="33892" extrusionOk="0">
                  <a:moveTo>
                    <a:pt x="935" y="0"/>
                  </a:moveTo>
                  <a:cubicBezTo>
                    <a:pt x="1" y="9874"/>
                    <a:pt x="3236" y="23784"/>
                    <a:pt x="3737" y="25785"/>
                  </a:cubicBezTo>
                  <a:cubicBezTo>
                    <a:pt x="4237" y="27753"/>
                    <a:pt x="3570" y="28421"/>
                    <a:pt x="3737" y="29822"/>
                  </a:cubicBezTo>
                  <a:cubicBezTo>
                    <a:pt x="3903" y="31223"/>
                    <a:pt x="5738" y="33791"/>
                    <a:pt x="7439" y="33891"/>
                  </a:cubicBezTo>
                  <a:cubicBezTo>
                    <a:pt x="7456" y="33892"/>
                    <a:pt x="7472" y="33892"/>
                    <a:pt x="7489" y="33892"/>
                  </a:cubicBezTo>
                  <a:cubicBezTo>
                    <a:pt x="9122" y="33892"/>
                    <a:pt x="8199" y="32246"/>
                    <a:pt x="7439" y="31223"/>
                  </a:cubicBezTo>
                  <a:cubicBezTo>
                    <a:pt x="6705" y="30155"/>
                    <a:pt x="6405" y="26319"/>
                    <a:pt x="6405" y="22049"/>
                  </a:cubicBezTo>
                  <a:cubicBezTo>
                    <a:pt x="6405" y="17746"/>
                    <a:pt x="6238" y="300"/>
                    <a:pt x="6238"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2"/>
            <p:cNvSpPr/>
            <p:nvPr/>
          </p:nvSpPr>
          <p:spPr>
            <a:xfrm>
              <a:off x="-921625" y="4172600"/>
              <a:ext cx="186825" cy="178050"/>
            </a:xfrm>
            <a:custGeom>
              <a:avLst/>
              <a:gdLst/>
              <a:ahLst/>
              <a:cxnLst/>
              <a:rect l="l" t="t" r="r" b="b"/>
              <a:pathLst>
                <a:path w="7473" h="7122" extrusionOk="0">
                  <a:moveTo>
                    <a:pt x="968" y="0"/>
                  </a:moveTo>
                  <a:cubicBezTo>
                    <a:pt x="968" y="0"/>
                    <a:pt x="1" y="267"/>
                    <a:pt x="1" y="1335"/>
                  </a:cubicBezTo>
                  <a:cubicBezTo>
                    <a:pt x="1" y="2369"/>
                    <a:pt x="67" y="4403"/>
                    <a:pt x="67" y="4403"/>
                  </a:cubicBezTo>
                  <a:lnTo>
                    <a:pt x="734" y="4237"/>
                  </a:lnTo>
                  <a:lnTo>
                    <a:pt x="668" y="3369"/>
                  </a:lnTo>
                  <a:lnTo>
                    <a:pt x="668" y="3369"/>
                  </a:lnTo>
                  <a:cubicBezTo>
                    <a:pt x="668" y="3370"/>
                    <a:pt x="2590" y="7121"/>
                    <a:pt x="4821" y="7121"/>
                  </a:cubicBezTo>
                  <a:cubicBezTo>
                    <a:pt x="4904" y="7121"/>
                    <a:pt x="4987" y="7116"/>
                    <a:pt x="5071" y="7105"/>
                  </a:cubicBezTo>
                  <a:cubicBezTo>
                    <a:pt x="7473" y="6872"/>
                    <a:pt x="5171" y="4570"/>
                    <a:pt x="5171" y="4570"/>
                  </a:cubicBezTo>
                  <a:lnTo>
                    <a:pt x="5171" y="4570"/>
                  </a:lnTo>
                  <a:lnTo>
                    <a:pt x="2302" y="4870"/>
                  </a:lnTo>
                  <a:cubicBezTo>
                    <a:pt x="2302" y="4870"/>
                    <a:pt x="301" y="3036"/>
                    <a:pt x="9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2"/>
            <p:cNvSpPr/>
            <p:nvPr/>
          </p:nvSpPr>
          <p:spPr>
            <a:xfrm>
              <a:off x="-818225" y="3483775"/>
              <a:ext cx="227225" cy="847300"/>
            </a:xfrm>
            <a:custGeom>
              <a:avLst/>
              <a:gdLst/>
              <a:ahLst/>
              <a:cxnLst/>
              <a:rect l="l" t="t" r="r" b="b"/>
              <a:pathLst>
                <a:path w="9089" h="33892" extrusionOk="0">
                  <a:moveTo>
                    <a:pt x="902" y="0"/>
                  </a:moveTo>
                  <a:cubicBezTo>
                    <a:pt x="1" y="9874"/>
                    <a:pt x="3203" y="23784"/>
                    <a:pt x="3704" y="25785"/>
                  </a:cubicBezTo>
                  <a:cubicBezTo>
                    <a:pt x="4204" y="27753"/>
                    <a:pt x="3537" y="28421"/>
                    <a:pt x="3704" y="29822"/>
                  </a:cubicBezTo>
                  <a:cubicBezTo>
                    <a:pt x="3870" y="31223"/>
                    <a:pt x="5705" y="33791"/>
                    <a:pt x="7406" y="33891"/>
                  </a:cubicBezTo>
                  <a:cubicBezTo>
                    <a:pt x="7423" y="33892"/>
                    <a:pt x="7439" y="33892"/>
                    <a:pt x="7456" y="33892"/>
                  </a:cubicBezTo>
                  <a:cubicBezTo>
                    <a:pt x="9089" y="33892"/>
                    <a:pt x="8166" y="32246"/>
                    <a:pt x="7406" y="31223"/>
                  </a:cubicBezTo>
                  <a:cubicBezTo>
                    <a:pt x="6672" y="30155"/>
                    <a:pt x="6372" y="26319"/>
                    <a:pt x="6372" y="22049"/>
                  </a:cubicBezTo>
                  <a:cubicBezTo>
                    <a:pt x="6372" y="17746"/>
                    <a:pt x="6205" y="300"/>
                    <a:pt x="6205"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2"/>
            <p:cNvSpPr/>
            <p:nvPr/>
          </p:nvSpPr>
          <p:spPr>
            <a:xfrm>
              <a:off x="-746500" y="4172600"/>
              <a:ext cx="186825" cy="178050"/>
            </a:xfrm>
            <a:custGeom>
              <a:avLst/>
              <a:gdLst/>
              <a:ahLst/>
              <a:cxnLst/>
              <a:rect l="l" t="t" r="r" b="b"/>
              <a:pathLst>
                <a:path w="7473" h="7122" extrusionOk="0">
                  <a:moveTo>
                    <a:pt x="935" y="0"/>
                  </a:moveTo>
                  <a:cubicBezTo>
                    <a:pt x="934" y="0"/>
                    <a:pt x="1" y="267"/>
                    <a:pt x="1" y="1335"/>
                  </a:cubicBezTo>
                  <a:cubicBezTo>
                    <a:pt x="1" y="2369"/>
                    <a:pt x="67" y="4403"/>
                    <a:pt x="67" y="4403"/>
                  </a:cubicBezTo>
                  <a:lnTo>
                    <a:pt x="734" y="4237"/>
                  </a:lnTo>
                  <a:lnTo>
                    <a:pt x="668" y="3369"/>
                  </a:lnTo>
                  <a:lnTo>
                    <a:pt x="668" y="3369"/>
                  </a:lnTo>
                  <a:cubicBezTo>
                    <a:pt x="668" y="3370"/>
                    <a:pt x="2590" y="7121"/>
                    <a:pt x="4821" y="7121"/>
                  </a:cubicBezTo>
                  <a:cubicBezTo>
                    <a:pt x="4904" y="7121"/>
                    <a:pt x="4987" y="7116"/>
                    <a:pt x="5071" y="7105"/>
                  </a:cubicBezTo>
                  <a:cubicBezTo>
                    <a:pt x="7473" y="6872"/>
                    <a:pt x="5171" y="4570"/>
                    <a:pt x="5171" y="4570"/>
                  </a:cubicBezTo>
                  <a:lnTo>
                    <a:pt x="5171" y="4570"/>
                  </a:lnTo>
                  <a:lnTo>
                    <a:pt x="2302" y="4870"/>
                  </a:lnTo>
                  <a:cubicBezTo>
                    <a:pt x="2302" y="4870"/>
                    <a:pt x="301" y="3036"/>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2"/>
            <p:cNvSpPr/>
            <p:nvPr/>
          </p:nvSpPr>
          <p:spPr>
            <a:xfrm>
              <a:off x="-1136775" y="1889300"/>
              <a:ext cx="663825" cy="1741450"/>
            </a:xfrm>
            <a:custGeom>
              <a:avLst/>
              <a:gdLst/>
              <a:ahLst/>
              <a:cxnLst/>
              <a:rect l="l" t="t" r="r" b="b"/>
              <a:pathLst>
                <a:path w="26553" h="69658" extrusionOk="0">
                  <a:moveTo>
                    <a:pt x="12643" y="0"/>
                  </a:moveTo>
                  <a:cubicBezTo>
                    <a:pt x="0" y="868"/>
                    <a:pt x="4437" y="7873"/>
                    <a:pt x="6338" y="15211"/>
                  </a:cubicBezTo>
                  <a:cubicBezTo>
                    <a:pt x="8273" y="22550"/>
                    <a:pt x="6505" y="23984"/>
                    <a:pt x="5137" y="26719"/>
                  </a:cubicBezTo>
                  <a:cubicBezTo>
                    <a:pt x="3770" y="29488"/>
                    <a:pt x="1502" y="34692"/>
                    <a:pt x="1668" y="40830"/>
                  </a:cubicBezTo>
                  <a:cubicBezTo>
                    <a:pt x="1835" y="47001"/>
                    <a:pt x="4337" y="68883"/>
                    <a:pt x="4337" y="68883"/>
                  </a:cubicBezTo>
                  <a:cubicBezTo>
                    <a:pt x="7325" y="69460"/>
                    <a:pt x="10263" y="69657"/>
                    <a:pt x="12888" y="69657"/>
                  </a:cubicBezTo>
                  <a:cubicBezTo>
                    <a:pt x="18615" y="69657"/>
                    <a:pt x="22850" y="68716"/>
                    <a:pt x="22850" y="68716"/>
                  </a:cubicBezTo>
                  <a:cubicBezTo>
                    <a:pt x="24952" y="58075"/>
                    <a:pt x="26553" y="33491"/>
                    <a:pt x="24051" y="29621"/>
                  </a:cubicBezTo>
                  <a:cubicBezTo>
                    <a:pt x="21549" y="25719"/>
                    <a:pt x="22183" y="22950"/>
                    <a:pt x="23717" y="18180"/>
                  </a:cubicBezTo>
                  <a:cubicBezTo>
                    <a:pt x="25319" y="13443"/>
                    <a:pt x="23851" y="12209"/>
                    <a:pt x="23217" y="8673"/>
                  </a:cubicBezTo>
                  <a:cubicBezTo>
                    <a:pt x="22617" y="5104"/>
                    <a:pt x="23584" y="4670"/>
                    <a:pt x="21416" y="2335"/>
                  </a:cubicBezTo>
                  <a:cubicBezTo>
                    <a:pt x="19248" y="0"/>
                    <a:pt x="12643" y="0"/>
                    <a:pt x="126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2"/>
            <p:cNvSpPr/>
            <p:nvPr/>
          </p:nvSpPr>
          <p:spPr>
            <a:xfrm>
              <a:off x="-1001675" y="2558250"/>
              <a:ext cx="429500" cy="43250"/>
            </a:xfrm>
            <a:custGeom>
              <a:avLst/>
              <a:gdLst/>
              <a:ahLst/>
              <a:cxnLst/>
              <a:rect l="l" t="t" r="r" b="b"/>
              <a:pathLst>
                <a:path w="17180" h="1730" extrusionOk="0">
                  <a:moveTo>
                    <a:pt x="16989" y="0"/>
                  </a:moveTo>
                  <a:cubicBezTo>
                    <a:pt x="16971" y="0"/>
                    <a:pt x="16956" y="9"/>
                    <a:pt x="16946" y="28"/>
                  </a:cubicBezTo>
                  <a:cubicBezTo>
                    <a:pt x="16899" y="51"/>
                    <a:pt x="13394" y="1478"/>
                    <a:pt x="8016" y="1478"/>
                  </a:cubicBezTo>
                  <a:cubicBezTo>
                    <a:pt x="5704" y="1478"/>
                    <a:pt x="3046" y="1214"/>
                    <a:pt x="167" y="462"/>
                  </a:cubicBezTo>
                  <a:cubicBezTo>
                    <a:pt x="153" y="457"/>
                    <a:pt x="140" y="455"/>
                    <a:pt x="127" y="455"/>
                  </a:cubicBezTo>
                  <a:cubicBezTo>
                    <a:pt x="50" y="455"/>
                    <a:pt x="0" y="533"/>
                    <a:pt x="0" y="562"/>
                  </a:cubicBezTo>
                  <a:cubicBezTo>
                    <a:pt x="0" y="629"/>
                    <a:pt x="34" y="729"/>
                    <a:pt x="67" y="729"/>
                  </a:cubicBezTo>
                  <a:cubicBezTo>
                    <a:pt x="2936" y="1429"/>
                    <a:pt x="5604" y="1729"/>
                    <a:pt x="7939" y="1729"/>
                  </a:cubicBezTo>
                  <a:cubicBezTo>
                    <a:pt x="13410" y="1729"/>
                    <a:pt x="16979" y="262"/>
                    <a:pt x="17046" y="262"/>
                  </a:cubicBezTo>
                  <a:cubicBezTo>
                    <a:pt x="17113" y="228"/>
                    <a:pt x="17179" y="128"/>
                    <a:pt x="17113" y="95"/>
                  </a:cubicBezTo>
                  <a:cubicBezTo>
                    <a:pt x="17089" y="48"/>
                    <a:pt x="17032" y="0"/>
                    <a:pt x="169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2"/>
            <p:cNvSpPr/>
            <p:nvPr/>
          </p:nvSpPr>
          <p:spPr>
            <a:xfrm>
              <a:off x="-940650" y="1889300"/>
              <a:ext cx="329275" cy="130775"/>
            </a:xfrm>
            <a:custGeom>
              <a:avLst/>
              <a:gdLst/>
              <a:ahLst/>
              <a:cxnLst/>
              <a:rect l="l" t="t" r="r" b="b"/>
              <a:pathLst>
                <a:path w="13171" h="5231" extrusionOk="0">
                  <a:moveTo>
                    <a:pt x="4831" y="0"/>
                  </a:moveTo>
                  <a:cubicBezTo>
                    <a:pt x="3130" y="134"/>
                    <a:pt x="1762" y="334"/>
                    <a:pt x="628" y="667"/>
                  </a:cubicBezTo>
                  <a:cubicBezTo>
                    <a:pt x="1" y="3052"/>
                    <a:pt x="819" y="5230"/>
                    <a:pt x="5806" y="5230"/>
                  </a:cubicBezTo>
                  <a:cubicBezTo>
                    <a:pt x="6120" y="5230"/>
                    <a:pt x="6451" y="5222"/>
                    <a:pt x="6799" y="5204"/>
                  </a:cubicBezTo>
                  <a:cubicBezTo>
                    <a:pt x="13170" y="4870"/>
                    <a:pt x="9901" y="667"/>
                    <a:pt x="9935" y="667"/>
                  </a:cubicBezTo>
                  <a:lnTo>
                    <a:pt x="9835" y="601"/>
                  </a:lnTo>
                  <a:cubicBezTo>
                    <a:pt x="7366" y="0"/>
                    <a:pt x="4831" y="0"/>
                    <a:pt x="4831"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2"/>
            <p:cNvSpPr/>
            <p:nvPr/>
          </p:nvSpPr>
          <p:spPr>
            <a:xfrm>
              <a:off x="-886600" y="1757525"/>
              <a:ext cx="156800" cy="227700"/>
            </a:xfrm>
            <a:custGeom>
              <a:avLst/>
              <a:gdLst/>
              <a:ahLst/>
              <a:cxnLst/>
              <a:rect l="l" t="t" r="r" b="b"/>
              <a:pathLst>
                <a:path w="6272" h="9108" extrusionOk="0">
                  <a:moveTo>
                    <a:pt x="1168" y="1"/>
                  </a:moveTo>
                  <a:lnTo>
                    <a:pt x="1035" y="5638"/>
                  </a:lnTo>
                  <a:cubicBezTo>
                    <a:pt x="1035" y="5638"/>
                    <a:pt x="1" y="9107"/>
                    <a:pt x="3136" y="9107"/>
                  </a:cubicBezTo>
                  <a:cubicBezTo>
                    <a:pt x="6272" y="9107"/>
                    <a:pt x="5805" y="7339"/>
                    <a:pt x="5805" y="7339"/>
                  </a:cubicBezTo>
                  <a:lnTo>
                    <a:pt x="5905" y="1635"/>
                  </a:lnTo>
                  <a:lnTo>
                    <a:pt x="1168" y="1"/>
                  </a:ln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2"/>
            <p:cNvSpPr/>
            <p:nvPr/>
          </p:nvSpPr>
          <p:spPr>
            <a:xfrm>
              <a:off x="-858250" y="1758375"/>
              <a:ext cx="117625" cy="84300"/>
            </a:xfrm>
            <a:custGeom>
              <a:avLst/>
              <a:gdLst/>
              <a:ahLst/>
              <a:cxnLst/>
              <a:rect l="l" t="t" r="r" b="b"/>
              <a:pathLst>
                <a:path w="4705" h="3372" extrusionOk="0">
                  <a:moveTo>
                    <a:pt x="1" y="0"/>
                  </a:moveTo>
                  <a:lnTo>
                    <a:pt x="1" y="667"/>
                  </a:lnTo>
                  <a:cubicBezTo>
                    <a:pt x="674" y="2944"/>
                    <a:pt x="2858" y="3371"/>
                    <a:pt x="4508" y="3371"/>
                  </a:cubicBezTo>
                  <a:cubicBezTo>
                    <a:pt x="4574" y="3371"/>
                    <a:pt x="4640" y="3371"/>
                    <a:pt x="4704" y="3369"/>
                  </a:cubicBezTo>
                  <a:lnTo>
                    <a:pt x="4704" y="1601"/>
                  </a:lnTo>
                  <a:lnTo>
                    <a:pt x="1" y="0"/>
                  </a:ln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42"/>
            <p:cNvSpPr/>
            <p:nvPr/>
          </p:nvSpPr>
          <p:spPr>
            <a:xfrm>
              <a:off x="-934975" y="1460425"/>
              <a:ext cx="286075" cy="371075"/>
            </a:xfrm>
            <a:custGeom>
              <a:avLst/>
              <a:gdLst/>
              <a:ahLst/>
              <a:cxnLst/>
              <a:rect l="l" t="t" r="r" b="b"/>
              <a:pathLst>
                <a:path w="11443" h="14843" extrusionOk="0">
                  <a:moveTo>
                    <a:pt x="6133" y="1"/>
                  </a:moveTo>
                  <a:cubicBezTo>
                    <a:pt x="4241" y="1"/>
                    <a:pt x="2298" y="655"/>
                    <a:pt x="1168" y="2178"/>
                  </a:cubicBezTo>
                  <a:cubicBezTo>
                    <a:pt x="835" y="2678"/>
                    <a:pt x="535" y="3245"/>
                    <a:pt x="401" y="3812"/>
                  </a:cubicBezTo>
                  <a:cubicBezTo>
                    <a:pt x="1" y="5480"/>
                    <a:pt x="334" y="7448"/>
                    <a:pt x="835" y="9016"/>
                  </a:cubicBezTo>
                  <a:cubicBezTo>
                    <a:pt x="1435" y="10917"/>
                    <a:pt x="2603" y="12852"/>
                    <a:pt x="4271" y="13986"/>
                  </a:cubicBezTo>
                  <a:cubicBezTo>
                    <a:pt x="5069" y="14529"/>
                    <a:pt x="6021" y="14843"/>
                    <a:pt x="6949" y="14843"/>
                  </a:cubicBezTo>
                  <a:cubicBezTo>
                    <a:pt x="7960" y="14843"/>
                    <a:pt x="8944" y="14471"/>
                    <a:pt x="9674" y="13619"/>
                  </a:cubicBezTo>
                  <a:cubicBezTo>
                    <a:pt x="10442" y="12685"/>
                    <a:pt x="10775" y="11451"/>
                    <a:pt x="10909" y="10250"/>
                  </a:cubicBezTo>
                  <a:cubicBezTo>
                    <a:pt x="10942" y="9617"/>
                    <a:pt x="10942" y="8983"/>
                    <a:pt x="11075" y="8316"/>
                  </a:cubicBezTo>
                  <a:cubicBezTo>
                    <a:pt x="11176" y="7815"/>
                    <a:pt x="11276" y="7315"/>
                    <a:pt x="11376" y="6815"/>
                  </a:cubicBezTo>
                  <a:cubicBezTo>
                    <a:pt x="11442" y="6147"/>
                    <a:pt x="11442" y="5514"/>
                    <a:pt x="11409" y="4846"/>
                  </a:cubicBezTo>
                  <a:cubicBezTo>
                    <a:pt x="11376" y="3846"/>
                    <a:pt x="11109" y="2812"/>
                    <a:pt x="10608" y="1944"/>
                  </a:cubicBezTo>
                  <a:cubicBezTo>
                    <a:pt x="10041" y="1010"/>
                    <a:pt x="9107" y="477"/>
                    <a:pt x="8107" y="243"/>
                  </a:cubicBezTo>
                  <a:cubicBezTo>
                    <a:pt x="7482" y="85"/>
                    <a:pt x="6810" y="1"/>
                    <a:pt x="6133" y="1"/>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2"/>
            <p:cNvSpPr/>
            <p:nvPr/>
          </p:nvSpPr>
          <p:spPr>
            <a:xfrm>
              <a:off x="-990000" y="1435900"/>
              <a:ext cx="350825" cy="303325"/>
            </a:xfrm>
            <a:custGeom>
              <a:avLst/>
              <a:gdLst/>
              <a:ahLst/>
              <a:cxnLst/>
              <a:rect l="l" t="t" r="r" b="b"/>
              <a:pathLst>
                <a:path w="14033" h="12133" extrusionOk="0">
                  <a:moveTo>
                    <a:pt x="8590" y="1"/>
                  </a:moveTo>
                  <a:cubicBezTo>
                    <a:pt x="7031" y="1"/>
                    <a:pt x="5384" y="495"/>
                    <a:pt x="4070" y="1258"/>
                  </a:cubicBezTo>
                  <a:cubicBezTo>
                    <a:pt x="1235" y="2892"/>
                    <a:pt x="0" y="7195"/>
                    <a:pt x="1668" y="10097"/>
                  </a:cubicBezTo>
                  <a:cubicBezTo>
                    <a:pt x="1946" y="10559"/>
                    <a:pt x="3077" y="12132"/>
                    <a:pt x="3774" y="12132"/>
                  </a:cubicBezTo>
                  <a:cubicBezTo>
                    <a:pt x="3831" y="12132"/>
                    <a:pt x="3886" y="12121"/>
                    <a:pt x="3936" y="12099"/>
                  </a:cubicBezTo>
                  <a:cubicBezTo>
                    <a:pt x="3636" y="11632"/>
                    <a:pt x="3469" y="11165"/>
                    <a:pt x="3303" y="10664"/>
                  </a:cubicBezTo>
                  <a:cubicBezTo>
                    <a:pt x="3136" y="10164"/>
                    <a:pt x="2769" y="9430"/>
                    <a:pt x="2769" y="8863"/>
                  </a:cubicBezTo>
                  <a:cubicBezTo>
                    <a:pt x="2769" y="8229"/>
                    <a:pt x="3770" y="7595"/>
                    <a:pt x="4270" y="7195"/>
                  </a:cubicBezTo>
                  <a:cubicBezTo>
                    <a:pt x="4904" y="6728"/>
                    <a:pt x="5604" y="6328"/>
                    <a:pt x="6305" y="5894"/>
                  </a:cubicBezTo>
                  <a:cubicBezTo>
                    <a:pt x="7773" y="4994"/>
                    <a:pt x="8606" y="3993"/>
                    <a:pt x="9307" y="2492"/>
                  </a:cubicBezTo>
                  <a:cubicBezTo>
                    <a:pt x="9807" y="2992"/>
                    <a:pt x="10208" y="3659"/>
                    <a:pt x="10741" y="4160"/>
                  </a:cubicBezTo>
                  <a:cubicBezTo>
                    <a:pt x="12042" y="5427"/>
                    <a:pt x="13643" y="6461"/>
                    <a:pt x="13643" y="6461"/>
                  </a:cubicBezTo>
                  <a:cubicBezTo>
                    <a:pt x="14033" y="1681"/>
                    <a:pt x="11463" y="1"/>
                    <a:pt x="85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2"/>
            <p:cNvSpPr/>
            <p:nvPr/>
          </p:nvSpPr>
          <p:spPr>
            <a:xfrm>
              <a:off x="-946525" y="1630425"/>
              <a:ext cx="64125" cy="84400"/>
            </a:xfrm>
            <a:custGeom>
              <a:avLst/>
              <a:gdLst/>
              <a:ahLst/>
              <a:cxnLst/>
              <a:rect l="l" t="t" r="r" b="b"/>
              <a:pathLst>
                <a:path w="2565" h="3376" extrusionOk="0">
                  <a:moveTo>
                    <a:pt x="950" y="0"/>
                  </a:moveTo>
                  <a:cubicBezTo>
                    <a:pt x="272" y="0"/>
                    <a:pt x="1" y="1424"/>
                    <a:pt x="196" y="2149"/>
                  </a:cubicBezTo>
                  <a:cubicBezTo>
                    <a:pt x="363" y="2716"/>
                    <a:pt x="830" y="3183"/>
                    <a:pt x="1330" y="3350"/>
                  </a:cubicBezTo>
                  <a:cubicBezTo>
                    <a:pt x="1397" y="3367"/>
                    <a:pt x="1447" y="3375"/>
                    <a:pt x="1497" y="3375"/>
                  </a:cubicBezTo>
                  <a:cubicBezTo>
                    <a:pt x="1547" y="3375"/>
                    <a:pt x="1597" y="3367"/>
                    <a:pt x="1664" y="3350"/>
                  </a:cubicBezTo>
                  <a:cubicBezTo>
                    <a:pt x="2564" y="2850"/>
                    <a:pt x="2064" y="682"/>
                    <a:pt x="1397" y="181"/>
                  </a:cubicBezTo>
                  <a:cubicBezTo>
                    <a:pt x="1233" y="55"/>
                    <a:pt x="1084" y="0"/>
                    <a:pt x="950"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2"/>
            <p:cNvSpPr/>
            <p:nvPr/>
          </p:nvSpPr>
          <p:spPr>
            <a:xfrm>
              <a:off x="-716475" y="1619100"/>
              <a:ext cx="25050" cy="25050"/>
            </a:xfrm>
            <a:custGeom>
              <a:avLst/>
              <a:gdLst/>
              <a:ahLst/>
              <a:cxnLst/>
              <a:rect l="l" t="t" r="r" b="b"/>
              <a:pathLst>
                <a:path w="1002" h="1002" extrusionOk="0">
                  <a:moveTo>
                    <a:pt x="501" y="1"/>
                  </a:moveTo>
                  <a:cubicBezTo>
                    <a:pt x="267" y="1"/>
                    <a:pt x="0" y="234"/>
                    <a:pt x="0" y="501"/>
                  </a:cubicBezTo>
                  <a:cubicBezTo>
                    <a:pt x="0" y="801"/>
                    <a:pt x="201" y="1001"/>
                    <a:pt x="501" y="1001"/>
                  </a:cubicBezTo>
                  <a:cubicBezTo>
                    <a:pt x="801" y="1001"/>
                    <a:pt x="1001" y="801"/>
                    <a:pt x="1001" y="501"/>
                  </a:cubicBezTo>
                  <a:cubicBezTo>
                    <a:pt x="1001" y="234"/>
                    <a:pt x="801" y="1"/>
                    <a:pt x="501" y="1"/>
                  </a:cubicBezTo>
                  <a:close/>
                </a:path>
              </a:pathLst>
            </a:custGeom>
            <a:solidFill>
              <a:srgbClr val="232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2"/>
            <p:cNvSpPr/>
            <p:nvPr/>
          </p:nvSpPr>
          <p:spPr>
            <a:xfrm>
              <a:off x="-804875" y="1619100"/>
              <a:ext cx="25050" cy="25050"/>
            </a:xfrm>
            <a:custGeom>
              <a:avLst/>
              <a:gdLst/>
              <a:ahLst/>
              <a:cxnLst/>
              <a:rect l="l" t="t" r="r" b="b"/>
              <a:pathLst>
                <a:path w="1002" h="1002" extrusionOk="0">
                  <a:moveTo>
                    <a:pt x="501" y="1"/>
                  </a:moveTo>
                  <a:cubicBezTo>
                    <a:pt x="234" y="1"/>
                    <a:pt x="1" y="234"/>
                    <a:pt x="1" y="501"/>
                  </a:cubicBezTo>
                  <a:cubicBezTo>
                    <a:pt x="1" y="801"/>
                    <a:pt x="201" y="1001"/>
                    <a:pt x="501" y="1001"/>
                  </a:cubicBezTo>
                  <a:cubicBezTo>
                    <a:pt x="801" y="1001"/>
                    <a:pt x="1001" y="801"/>
                    <a:pt x="1001" y="501"/>
                  </a:cubicBezTo>
                  <a:cubicBezTo>
                    <a:pt x="1001" y="234"/>
                    <a:pt x="801" y="1"/>
                    <a:pt x="501" y="1"/>
                  </a:cubicBezTo>
                  <a:close/>
                </a:path>
              </a:pathLst>
            </a:custGeom>
            <a:solidFill>
              <a:srgbClr val="232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2"/>
            <p:cNvSpPr/>
            <p:nvPr/>
          </p:nvSpPr>
          <p:spPr>
            <a:xfrm>
              <a:off x="-753175" y="1618275"/>
              <a:ext cx="27550" cy="90925"/>
            </a:xfrm>
            <a:custGeom>
              <a:avLst/>
              <a:gdLst/>
              <a:ahLst/>
              <a:cxnLst/>
              <a:rect l="l" t="t" r="r" b="b"/>
              <a:pathLst>
                <a:path w="1102" h="3637" extrusionOk="0">
                  <a:moveTo>
                    <a:pt x="468" y="0"/>
                  </a:moveTo>
                  <a:cubicBezTo>
                    <a:pt x="434" y="0"/>
                    <a:pt x="401" y="67"/>
                    <a:pt x="401" y="134"/>
                  </a:cubicBezTo>
                  <a:lnTo>
                    <a:pt x="835" y="2469"/>
                  </a:lnTo>
                  <a:cubicBezTo>
                    <a:pt x="901" y="2635"/>
                    <a:pt x="935" y="2802"/>
                    <a:pt x="901" y="2969"/>
                  </a:cubicBezTo>
                  <a:cubicBezTo>
                    <a:pt x="901" y="3136"/>
                    <a:pt x="801" y="3303"/>
                    <a:pt x="735" y="3369"/>
                  </a:cubicBezTo>
                  <a:cubicBezTo>
                    <a:pt x="656" y="3432"/>
                    <a:pt x="555" y="3466"/>
                    <a:pt x="456" y="3466"/>
                  </a:cubicBezTo>
                  <a:cubicBezTo>
                    <a:pt x="346" y="3466"/>
                    <a:pt x="238" y="3424"/>
                    <a:pt x="168" y="3336"/>
                  </a:cubicBezTo>
                  <a:cubicBezTo>
                    <a:pt x="151" y="3319"/>
                    <a:pt x="134" y="3311"/>
                    <a:pt x="117" y="3311"/>
                  </a:cubicBezTo>
                  <a:cubicBezTo>
                    <a:pt x="101" y="3311"/>
                    <a:pt x="84" y="3319"/>
                    <a:pt x="67" y="3336"/>
                  </a:cubicBezTo>
                  <a:cubicBezTo>
                    <a:pt x="1" y="3369"/>
                    <a:pt x="1" y="3403"/>
                    <a:pt x="67" y="3469"/>
                  </a:cubicBezTo>
                  <a:cubicBezTo>
                    <a:pt x="168" y="3603"/>
                    <a:pt x="301" y="3636"/>
                    <a:pt x="468" y="3636"/>
                  </a:cubicBezTo>
                  <a:cubicBezTo>
                    <a:pt x="601" y="3636"/>
                    <a:pt x="735" y="3603"/>
                    <a:pt x="835" y="3503"/>
                  </a:cubicBezTo>
                  <a:cubicBezTo>
                    <a:pt x="968" y="3369"/>
                    <a:pt x="1102" y="3169"/>
                    <a:pt x="1102" y="2969"/>
                  </a:cubicBezTo>
                  <a:cubicBezTo>
                    <a:pt x="1102" y="2735"/>
                    <a:pt x="1068" y="2569"/>
                    <a:pt x="1068" y="2402"/>
                  </a:cubicBezTo>
                  <a:lnTo>
                    <a:pt x="601" y="67"/>
                  </a:lnTo>
                  <a:cubicBezTo>
                    <a:pt x="601" y="34"/>
                    <a:pt x="501" y="0"/>
                    <a:pt x="468" y="0"/>
                  </a:cubicBez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2"/>
            <p:cNvSpPr/>
            <p:nvPr/>
          </p:nvSpPr>
          <p:spPr>
            <a:xfrm>
              <a:off x="-924950" y="1641825"/>
              <a:ext cx="30050" cy="56525"/>
            </a:xfrm>
            <a:custGeom>
              <a:avLst/>
              <a:gdLst/>
              <a:ahLst/>
              <a:cxnLst/>
              <a:rect l="l" t="t" r="r" b="b"/>
              <a:pathLst>
                <a:path w="1202" h="2261" extrusionOk="0">
                  <a:moveTo>
                    <a:pt x="113" y="1"/>
                  </a:moveTo>
                  <a:cubicBezTo>
                    <a:pt x="92" y="1"/>
                    <a:pt x="67" y="9"/>
                    <a:pt x="34" y="26"/>
                  </a:cubicBezTo>
                  <a:cubicBezTo>
                    <a:pt x="0" y="59"/>
                    <a:pt x="0" y="92"/>
                    <a:pt x="34" y="159"/>
                  </a:cubicBezTo>
                  <a:cubicBezTo>
                    <a:pt x="100" y="192"/>
                    <a:pt x="968" y="1060"/>
                    <a:pt x="467" y="2094"/>
                  </a:cubicBezTo>
                  <a:cubicBezTo>
                    <a:pt x="434" y="2127"/>
                    <a:pt x="467" y="2227"/>
                    <a:pt x="501" y="2227"/>
                  </a:cubicBezTo>
                  <a:cubicBezTo>
                    <a:pt x="501" y="2260"/>
                    <a:pt x="534" y="2260"/>
                    <a:pt x="534" y="2260"/>
                  </a:cubicBezTo>
                  <a:cubicBezTo>
                    <a:pt x="567" y="2260"/>
                    <a:pt x="634" y="2227"/>
                    <a:pt x="634" y="2227"/>
                  </a:cubicBezTo>
                  <a:cubicBezTo>
                    <a:pt x="1201" y="1060"/>
                    <a:pt x="167" y="26"/>
                    <a:pt x="167" y="26"/>
                  </a:cubicBezTo>
                  <a:cubicBezTo>
                    <a:pt x="150" y="9"/>
                    <a:pt x="134" y="1"/>
                    <a:pt x="113"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2"/>
            <p:cNvSpPr/>
            <p:nvPr/>
          </p:nvSpPr>
          <p:spPr>
            <a:xfrm>
              <a:off x="-934125" y="1663300"/>
              <a:ext cx="25025" cy="25050"/>
            </a:xfrm>
            <a:custGeom>
              <a:avLst/>
              <a:gdLst/>
              <a:ahLst/>
              <a:cxnLst/>
              <a:rect l="l" t="t" r="r" b="b"/>
              <a:pathLst>
                <a:path w="1001" h="1002" extrusionOk="0">
                  <a:moveTo>
                    <a:pt x="868" y="0"/>
                  </a:moveTo>
                  <a:cubicBezTo>
                    <a:pt x="567" y="34"/>
                    <a:pt x="367" y="134"/>
                    <a:pt x="200" y="267"/>
                  </a:cubicBezTo>
                  <a:cubicBezTo>
                    <a:pt x="0" y="534"/>
                    <a:pt x="34" y="868"/>
                    <a:pt x="34" y="868"/>
                  </a:cubicBezTo>
                  <a:cubicBezTo>
                    <a:pt x="67" y="968"/>
                    <a:pt x="134" y="1001"/>
                    <a:pt x="167" y="1001"/>
                  </a:cubicBezTo>
                  <a:cubicBezTo>
                    <a:pt x="234" y="1001"/>
                    <a:pt x="234" y="968"/>
                    <a:pt x="234" y="868"/>
                  </a:cubicBezTo>
                  <a:cubicBezTo>
                    <a:pt x="234" y="868"/>
                    <a:pt x="234" y="601"/>
                    <a:pt x="367" y="434"/>
                  </a:cubicBezTo>
                  <a:cubicBezTo>
                    <a:pt x="501" y="334"/>
                    <a:pt x="667" y="234"/>
                    <a:pt x="901" y="201"/>
                  </a:cubicBezTo>
                  <a:cubicBezTo>
                    <a:pt x="934" y="201"/>
                    <a:pt x="1001" y="167"/>
                    <a:pt x="1001" y="67"/>
                  </a:cubicBezTo>
                  <a:cubicBezTo>
                    <a:pt x="1001" y="34"/>
                    <a:pt x="968" y="0"/>
                    <a:pt x="868" y="0"/>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2"/>
            <p:cNvSpPr/>
            <p:nvPr/>
          </p:nvSpPr>
          <p:spPr>
            <a:xfrm>
              <a:off x="-924950" y="1704150"/>
              <a:ext cx="16700" cy="16725"/>
            </a:xfrm>
            <a:custGeom>
              <a:avLst/>
              <a:gdLst/>
              <a:ahLst/>
              <a:cxnLst/>
              <a:rect l="l" t="t" r="r" b="b"/>
              <a:pathLst>
                <a:path w="668" h="669" extrusionOk="0">
                  <a:moveTo>
                    <a:pt x="334" y="1"/>
                  </a:moveTo>
                  <a:cubicBezTo>
                    <a:pt x="167" y="1"/>
                    <a:pt x="0" y="168"/>
                    <a:pt x="0" y="335"/>
                  </a:cubicBezTo>
                  <a:cubicBezTo>
                    <a:pt x="0" y="501"/>
                    <a:pt x="167" y="668"/>
                    <a:pt x="334" y="668"/>
                  </a:cubicBezTo>
                  <a:cubicBezTo>
                    <a:pt x="501" y="668"/>
                    <a:pt x="667" y="501"/>
                    <a:pt x="667" y="335"/>
                  </a:cubicBezTo>
                  <a:cubicBezTo>
                    <a:pt x="667" y="168"/>
                    <a:pt x="501" y="1"/>
                    <a:pt x="334" y="1"/>
                  </a:cubicBezTo>
                  <a:close/>
                </a:path>
              </a:pathLst>
            </a:custGeom>
            <a:solidFill>
              <a:srgbClr val="F1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2"/>
            <p:cNvSpPr/>
            <p:nvPr/>
          </p:nvSpPr>
          <p:spPr>
            <a:xfrm>
              <a:off x="-834050" y="1625775"/>
              <a:ext cx="80900" cy="31050"/>
            </a:xfrm>
            <a:custGeom>
              <a:avLst/>
              <a:gdLst/>
              <a:ahLst/>
              <a:cxnLst/>
              <a:rect l="l" t="t" r="r" b="b"/>
              <a:pathLst>
                <a:path w="3236" h="1242" extrusionOk="0">
                  <a:moveTo>
                    <a:pt x="3002" y="134"/>
                  </a:moveTo>
                  <a:cubicBezTo>
                    <a:pt x="3069" y="134"/>
                    <a:pt x="3169" y="201"/>
                    <a:pt x="3169" y="301"/>
                  </a:cubicBezTo>
                  <a:lnTo>
                    <a:pt x="3169" y="1034"/>
                  </a:lnTo>
                  <a:cubicBezTo>
                    <a:pt x="3169" y="1135"/>
                    <a:pt x="3069" y="1201"/>
                    <a:pt x="3002" y="1201"/>
                  </a:cubicBezTo>
                  <a:lnTo>
                    <a:pt x="234" y="1201"/>
                  </a:lnTo>
                  <a:cubicBezTo>
                    <a:pt x="167" y="1201"/>
                    <a:pt x="67" y="1135"/>
                    <a:pt x="67" y="1034"/>
                  </a:cubicBezTo>
                  <a:lnTo>
                    <a:pt x="67" y="301"/>
                  </a:lnTo>
                  <a:cubicBezTo>
                    <a:pt x="67" y="201"/>
                    <a:pt x="167" y="134"/>
                    <a:pt x="234" y="134"/>
                  </a:cubicBezTo>
                  <a:close/>
                  <a:moveTo>
                    <a:pt x="234" y="0"/>
                  </a:moveTo>
                  <a:cubicBezTo>
                    <a:pt x="134" y="0"/>
                    <a:pt x="0" y="67"/>
                    <a:pt x="0" y="234"/>
                  </a:cubicBezTo>
                  <a:lnTo>
                    <a:pt x="0" y="1001"/>
                  </a:lnTo>
                  <a:cubicBezTo>
                    <a:pt x="0" y="1146"/>
                    <a:pt x="101" y="1241"/>
                    <a:pt x="194" y="1241"/>
                  </a:cubicBezTo>
                  <a:cubicBezTo>
                    <a:pt x="207" y="1241"/>
                    <a:pt x="221" y="1239"/>
                    <a:pt x="234" y="1235"/>
                  </a:cubicBezTo>
                  <a:lnTo>
                    <a:pt x="3002" y="1235"/>
                  </a:lnTo>
                  <a:cubicBezTo>
                    <a:pt x="3102" y="1235"/>
                    <a:pt x="3236" y="1168"/>
                    <a:pt x="3236" y="1001"/>
                  </a:cubicBezTo>
                  <a:lnTo>
                    <a:pt x="3236" y="234"/>
                  </a:lnTo>
                  <a:cubicBezTo>
                    <a:pt x="3236" y="134"/>
                    <a:pt x="3169" y="0"/>
                    <a:pt x="3002" y="0"/>
                  </a:cubicBezTo>
                  <a:close/>
                </a:path>
              </a:pathLst>
            </a:custGeom>
            <a:solidFill>
              <a:srgbClr val="F1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2"/>
            <p:cNvSpPr/>
            <p:nvPr/>
          </p:nvSpPr>
          <p:spPr>
            <a:xfrm>
              <a:off x="-728150" y="1625775"/>
              <a:ext cx="81750" cy="31050"/>
            </a:xfrm>
            <a:custGeom>
              <a:avLst/>
              <a:gdLst/>
              <a:ahLst/>
              <a:cxnLst/>
              <a:rect l="l" t="t" r="r" b="b"/>
              <a:pathLst>
                <a:path w="3270" h="1242" extrusionOk="0">
                  <a:moveTo>
                    <a:pt x="3003" y="134"/>
                  </a:moveTo>
                  <a:cubicBezTo>
                    <a:pt x="3103" y="134"/>
                    <a:pt x="3169" y="201"/>
                    <a:pt x="3169" y="301"/>
                  </a:cubicBezTo>
                  <a:lnTo>
                    <a:pt x="3169" y="1034"/>
                  </a:lnTo>
                  <a:cubicBezTo>
                    <a:pt x="3169" y="1135"/>
                    <a:pt x="3103" y="1201"/>
                    <a:pt x="3003" y="1201"/>
                  </a:cubicBezTo>
                  <a:lnTo>
                    <a:pt x="267" y="1201"/>
                  </a:lnTo>
                  <a:cubicBezTo>
                    <a:pt x="167" y="1201"/>
                    <a:pt x="101" y="1135"/>
                    <a:pt x="101" y="1034"/>
                  </a:cubicBezTo>
                  <a:lnTo>
                    <a:pt x="101" y="301"/>
                  </a:lnTo>
                  <a:cubicBezTo>
                    <a:pt x="101" y="201"/>
                    <a:pt x="167" y="134"/>
                    <a:pt x="267" y="134"/>
                  </a:cubicBezTo>
                  <a:close/>
                  <a:moveTo>
                    <a:pt x="267" y="0"/>
                  </a:moveTo>
                  <a:cubicBezTo>
                    <a:pt x="134" y="0"/>
                    <a:pt x="0" y="67"/>
                    <a:pt x="0" y="234"/>
                  </a:cubicBezTo>
                  <a:lnTo>
                    <a:pt x="0" y="1001"/>
                  </a:lnTo>
                  <a:cubicBezTo>
                    <a:pt x="0" y="1146"/>
                    <a:pt x="102" y="1241"/>
                    <a:pt x="216" y="1241"/>
                  </a:cubicBezTo>
                  <a:cubicBezTo>
                    <a:pt x="233" y="1241"/>
                    <a:pt x="250" y="1239"/>
                    <a:pt x="267" y="1235"/>
                  </a:cubicBezTo>
                  <a:lnTo>
                    <a:pt x="3003" y="1235"/>
                  </a:lnTo>
                  <a:cubicBezTo>
                    <a:pt x="3136" y="1235"/>
                    <a:pt x="3269" y="1168"/>
                    <a:pt x="3269" y="1001"/>
                  </a:cubicBezTo>
                  <a:lnTo>
                    <a:pt x="3269" y="234"/>
                  </a:lnTo>
                  <a:cubicBezTo>
                    <a:pt x="3269" y="134"/>
                    <a:pt x="3169" y="0"/>
                    <a:pt x="3003" y="0"/>
                  </a:cubicBezTo>
                  <a:close/>
                </a:path>
              </a:pathLst>
            </a:custGeom>
            <a:solidFill>
              <a:srgbClr val="F1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2"/>
            <p:cNvSpPr/>
            <p:nvPr/>
          </p:nvSpPr>
          <p:spPr>
            <a:xfrm>
              <a:off x="-754000" y="1634475"/>
              <a:ext cx="28375" cy="4675"/>
            </a:xfrm>
            <a:custGeom>
              <a:avLst/>
              <a:gdLst/>
              <a:ahLst/>
              <a:cxnLst/>
              <a:rect l="l" t="t" r="r" b="b"/>
              <a:pathLst>
                <a:path w="1135" h="187" extrusionOk="0">
                  <a:moveTo>
                    <a:pt x="591" y="1"/>
                  </a:moveTo>
                  <a:cubicBezTo>
                    <a:pt x="423" y="1"/>
                    <a:pt x="223" y="30"/>
                    <a:pt x="0" y="119"/>
                  </a:cubicBezTo>
                  <a:lnTo>
                    <a:pt x="34" y="186"/>
                  </a:lnTo>
                  <a:cubicBezTo>
                    <a:pt x="245" y="108"/>
                    <a:pt x="434" y="82"/>
                    <a:pt x="592" y="82"/>
                  </a:cubicBezTo>
                  <a:cubicBezTo>
                    <a:pt x="908" y="82"/>
                    <a:pt x="1101" y="186"/>
                    <a:pt x="1101" y="186"/>
                  </a:cubicBezTo>
                  <a:lnTo>
                    <a:pt x="1135" y="119"/>
                  </a:lnTo>
                  <a:cubicBezTo>
                    <a:pt x="1135" y="119"/>
                    <a:pt x="927" y="1"/>
                    <a:pt x="591" y="1"/>
                  </a:cubicBezTo>
                  <a:close/>
                </a:path>
              </a:pathLst>
            </a:custGeom>
            <a:solidFill>
              <a:srgbClr val="F1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2"/>
            <p:cNvSpPr/>
            <p:nvPr/>
          </p:nvSpPr>
          <p:spPr>
            <a:xfrm>
              <a:off x="-900775" y="1636625"/>
              <a:ext cx="67575" cy="3350"/>
            </a:xfrm>
            <a:custGeom>
              <a:avLst/>
              <a:gdLst/>
              <a:ahLst/>
              <a:cxnLst/>
              <a:rect l="l" t="t" r="r" b="b"/>
              <a:pathLst>
                <a:path w="2703" h="134" extrusionOk="0">
                  <a:moveTo>
                    <a:pt x="1" y="0"/>
                  </a:moveTo>
                  <a:lnTo>
                    <a:pt x="1" y="133"/>
                  </a:lnTo>
                  <a:lnTo>
                    <a:pt x="2702" y="133"/>
                  </a:lnTo>
                  <a:lnTo>
                    <a:pt x="2702" y="0"/>
                  </a:lnTo>
                  <a:close/>
                </a:path>
              </a:pathLst>
            </a:custGeom>
            <a:solidFill>
              <a:srgbClr val="F1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2"/>
            <p:cNvSpPr/>
            <p:nvPr/>
          </p:nvSpPr>
          <p:spPr>
            <a:xfrm>
              <a:off x="-803200" y="1737000"/>
              <a:ext cx="77575" cy="17650"/>
            </a:xfrm>
            <a:custGeom>
              <a:avLst/>
              <a:gdLst/>
              <a:ahLst/>
              <a:cxnLst/>
              <a:rect l="l" t="t" r="r" b="b"/>
              <a:pathLst>
                <a:path w="3103" h="706" extrusionOk="0">
                  <a:moveTo>
                    <a:pt x="1588" y="0"/>
                  </a:moveTo>
                  <a:cubicBezTo>
                    <a:pt x="1170" y="0"/>
                    <a:pt x="648" y="69"/>
                    <a:pt x="0" y="255"/>
                  </a:cubicBezTo>
                  <a:cubicBezTo>
                    <a:pt x="0" y="255"/>
                    <a:pt x="563" y="705"/>
                    <a:pt x="1731" y="705"/>
                  </a:cubicBezTo>
                  <a:cubicBezTo>
                    <a:pt x="2121" y="705"/>
                    <a:pt x="2577" y="655"/>
                    <a:pt x="3103" y="522"/>
                  </a:cubicBezTo>
                  <a:cubicBezTo>
                    <a:pt x="3103" y="522"/>
                    <a:pt x="2743" y="0"/>
                    <a:pt x="158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2"/>
            <p:cNvSpPr/>
            <p:nvPr/>
          </p:nvSpPr>
          <p:spPr>
            <a:xfrm>
              <a:off x="-803200" y="1743350"/>
              <a:ext cx="77575" cy="24400"/>
            </a:xfrm>
            <a:custGeom>
              <a:avLst/>
              <a:gdLst/>
              <a:ahLst/>
              <a:cxnLst/>
              <a:rect l="l" t="t" r="r" b="b"/>
              <a:pathLst>
                <a:path w="3103" h="976" extrusionOk="0">
                  <a:moveTo>
                    <a:pt x="0" y="1"/>
                  </a:moveTo>
                  <a:cubicBezTo>
                    <a:pt x="0" y="1"/>
                    <a:pt x="646" y="969"/>
                    <a:pt x="2000" y="969"/>
                  </a:cubicBezTo>
                  <a:cubicBezTo>
                    <a:pt x="2023" y="969"/>
                    <a:pt x="2045" y="969"/>
                    <a:pt x="2068" y="968"/>
                  </a:cubicBezTo>
                  <a:cubicBezTo>
                    <a:pt x="2068" y="968"/>
                    <a:pt x="2104" y="976"/>
                    <a:pt x="2163" y="976"/>
                  </a:cubicBezTo>
                  <a:cubicBezTo>
                    <a:pt x="2350" y="976"/>
                    <a:pt x="2774" y="899"/>
                    <a:pt x="3103" y="268"/>
                  </a:cubicBezTo>
                  <a:lnTo>
                    <a:pt x="3103" y="268"/>
                  </a:lnTo>
                  <a:cubicBezTo>
                    <a:pt x="3102" y="268"/>
                    <a:pt x="2762" y="299"/>
                    <a:pt x="2270" y="299"/>
                  </a:cubicBezTo>
                  <a:cubicBezTo>
                    <a:pt x="1631" y="299"/>
                    <a:pt x="736" y="246"/>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2"/>
            <p:cNvSpPr/>
            <p:nvPr/>
          </p:nvSpPr>
          <p:spPr>
            <a:xfrm>
              <a:off x="-837400" y="1582575"/>
              <a:ext cx="62575" cy="23200"/>
            </a:xfrm>
            <a:custGeom>
              <a:avLst/>
              <a:gdLst/>
              <a:ahLst/>
              <a:cxnLst/>
              <a:rect l="l" t="t" r="r" b="b"/>
              <a:pathLst>
                <a:path w="2503" h="928" extrusionOk="0">
                  <a:moveTo>
                    <a:pt x="1856" y="0"/>
                  </a:moveTo>
                  <a:cubicBezTo>
                    <a:pt x="1437" y="0"/>
                    <a:pt x="953" y="152"/>
                    <a:pt x="601" y="261"/>
                  </a:cubicBezTo>
                  <a:cubicBezTo>
                    <a:pt x="334" y="327"/>
                    <a:pt x="101" y="461"/>
                    <a:pt x="1" y="694"/>
                  </a:cubicBezTo>
                  <a:lnTo>
                    <a:pt x="1" y="794"/>
                  </a:lnTo>
                  <a:cubicBezTo>
                    <a:pt x="34" y="928"/>
                    <a:pt x="167" y="928"/>
                    <a:pt x="301" y="928"/>
                  </a:cubicBezTo>
                  <a:cubicBezTo>
                    <a:pt x="801" y="894"/>
                    <a:pt x="1302" y="628"/>
                    <a:pt x="1802" y="594"/>
                  </a:cubicBezTo>
                  <a:cubicBezTo>
                    <a:pt x="1969" y="594"/>
                    <a:pt x="2302" y="594"/>
                    <a:pt x="2336" y="394"/>
                  </a:cubicBezTo>
                  <a:cubicBezTo>
                    <a:pt x="2502" y="194"/>
                    <a:pt x="2302" y="61"/>
                    <a:pt x="2136" y="27"/>
                  </a:cubicBezTo>
                  <a:cubicBezTo>
                    <a:pt x="2048" y="8"/>
                    <a:pt x="1954" y="0"/>
                    <a:pt x="1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2"/>
            <p:cNvSpPr/>
            <p:nvPr/>
          </p:nvSpPr>
          <p:spPr>
            <a:xfrm>
              <a:off x="-723975" y="1594575"/>
              <a:ext cx="62575" cy="23725"/>
            </a:xfrm>
            <a:custGeom>
              <a:avLst/>
              <a:gdLst/>
              <a:ahLst/>
              <a:cxnLst/>
              <a:rect l="l" t="t" r="r" b="b"/>
              <a:pathLst>
                <a:path w="2503" h="949" extrusionOk="0">
                  <a:moveTo>
                    <a:pt x="567" y="1"/>
                  </a:moveTo>
                  <a:cubicBezTo>
                    <a:pt x="498" y="1"/>
                    <a:pt x="431" y="5"/>
                    <a:pt x="367" y="14"/>
                  </a:cubicBezTo>
                  <a:cubicBezTo>
                    <a:pt x="200" y="81"/>
                    <a:pt x="0" y="214"/>
                    <a:pt x="167" y="414"/>
                  </a:cubicBezTo>
                  <a:cubicBezTo>
                    <a:pt x="234" y="581"/>
                    <a:pt x="567" y="581"/>
                    <a:pt x="734" y="615"/>
                  </a:cubicBezTo>
                  <a:cubicBezTo>
                    <a:pt x="1234" y="648"/>
                    <a:pt x="1735" y="915"/>
                    <a:pt x="2235" y="948"/>
                  </a:cubicBezTo>
                  <a:cubicBezTo>
                    <a:pt x="2335" y="948"/>
                    <a:pt x="2469" y="948"/>
                    <a:pt x="2502" y="815"/>
                  </a:cubicBezTo>
                  <a:lnTo>
                    <a:pt x="2502" y="681"/>
                  </a:lnTo>
                  <a:cubicBezTo>
                    <a:pt x="2435" y="481"/>
                    <a:pt x="2168" y="348"/>
                    <a:pt x="1935" y="281"/>
                  </a:cubicBezTo>
                  <a:cubicBezTo>
                    <a:pt x="1532" y="166"/>
                    <a:pt x="1004" y="1"/>
                    <a:pt x="5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2"/>
            <p:cNvSpPr/>
            <p:nvPr/>
          </p:nvSpPr>
          <p:spPr>
            <a:xfrm>
              <a:off x="-845725" y="2242875"/>
              <a:ext cx="311900" cy="401975"/>
            </a:xfrm>
            <a:custGeom>
              <a:avLst/>
              <a:gdLst/>
              <a:ahLst/>
              <a:cxnLst/>
              <a:rect l="l" t="t" r="r" b="b"/>
              <a:pathLst>
                <a:path w="12476" h="16079" extrusionOk="0">
                  <a:moveTo>
                    <a:pt x="0" y="1"/>
                  </a:moveTo>
                  <a:lnTo>
                    <a:pt x="0" y="16079"/>
                  </a:lnTo>
                  <a:lnTo>
                    <a:pt x="12476" y="16079"/>
                  </a:lnTo>
                  <a:lnTo>
                    <a:pt x="12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2"/>
            <p:cNvSpPr/>
            <p:nvPr/>
          </p:nvSpPr>
          <p:spPr>
            <a:xfrm>
              <a:off x="-728975" y="2367350"/>
              <a:ext cx="217675" cy="118225"/>
            </a:xfrm>
            <a:custGeom>
              <a:avLst/>
              <a:gdLst/>
              <a:ahLst/>
              <a:cxnLst/>
              <a:rect l="l" t="t" r="r" b="b"/>
              <a:pathLst>
                <a:path w="8707" h="4729" extrusionOk="0">
                  <a:moveTo>
                    <a:pt x="5918" y="1"/>
                  </a:moveTo>
                  <a:cubicBezTo>
                    <a:pt x="5714" y="1"/>
                    <a:pt x="5526" y="18"/>
                    <a:pt x="5371" y="59"/>
                  </a:cubicBezTo>
                  <a:cubicBezTo>
                    <a:pt x="4603" y="326"/>
                    <a:pt x="3369" y="1260"/>
                    <a:pt x="2435" y="1593"/>
                  </a:cubicBezTo>
                  <a:cubicBezTo>
                    <a:pt x="1468" y="1927"/>
                    <a:pt x="200" y="1927"/>
                    <a:pt x="200" y="1927"/>
                  </a:cubicBezTo>
                  <a:lnTo>
                    <a:pt x="0" y="4729"/>
                  </a:lnTo>
                  <a:cubicBezTo>
                    <a:pt x="1151" y="4504"/>
                    <a:pt x="2339" y="4222"/>
                    <a:pt x="3509" y="4222"/>
                  </a:cubicBezTo>
                  <a:cubicBezTo>
                    <a:pt x="3899" y="4222"/>
                    <a:pt x="4286" y="4253"/>
                    <a:pt x="4670" y="4328"/>
                  </a:cubicBezTo>
                  <a:cubicBezTo>
                    <a:pt x="4961" y="4379"/>
                    <a:pt x="5194" y="4400"/>
                    <a:pt x="5384" y="4400"/>
                  </a:cubicBezTo>
                  <a:cubicBezTo>
                    <a:pt x="6196" y="4400"/>
                    <a:pt x="6214" y="4022"/>
                    <a:pt x="6538" y="3995"/>
                  </a:cubicBezTo>
                  <a:cubicBezTo>
                    <a:pt x="6972" y="3928"/>
                    <a:pt x="7872" y="3761"/>
                    <a:pt x="7872" y="3761"/>
                  </a:cubicBezTo>
                  <a:cubicBezTo>
                    <a:pt x="8706" y="3161"/>
                    <a:pt x="8640" y="692"/>
                    <a:pt x="8173" y="426"/>
                  </a:cubicBezTo>
                  <a:cubicBezTo>
                    <a:pt x="7774" y="266"/>
                    <a:pt x="6719" y="1"/>
                    <a:pt x="5918" y="1"/>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2"/>
            <p:cNvSpPr/>
            <p:nvPr/>
          </p:nvSpPr>
          <p:spPr>
            <a:xfrm>
              <a:off x="-570550" y="2384650"/>
              <a:ext cx="58400" cy="16700"/>
            </a:xfrm>
            <a:custGeom>
              <a:avLst/>
              <a:gdLst/>
              <a:ahLst/>
              <a:cxnLst/>
              <a:rect l="l" t="t" r="r" b="b"/>
              <a:pathLst>
                <a:path w="2336" h="668" extrusionOk="0">
                  <a:moveTo>
                    <a:pt x="201" y="0"/>
                  </a:moveTo>
                  <a:cubicBezTo>
                    <a:pt x="134" y="0"/>
                    <a:pt x="34" y="67"/>
                    <a:pt x="1" y="167"/>
                  </a:cubicBezTo>
                  <a:cubicBezTo>
                    <a:pt x="1" y="234"/>
                    <a:pt x="101" y="334"/>
                    <a:pt x="168" y="367"/>
                  </a:cubicBezTo>
                  <a:cubicBezTo>
                    <a:pt x="802" y="401"/>
                    <a:pt x="1435" y="501"/>
                    <a:pt x="2036" y="668"/>
                  </a:cubicBezTo>
                  <a:lnTo>
                    <a:pt x="2136" y="634"/>
                  </a:lnTo>
                  <a:cubicBezTo>
                    <a:pt x="2203" y="634"/>
                    <a:pt x="2303" y="568"/>
                    <a:pt x="2303" y="501"/>
                  </a:cubicBezTo>
                  <a:cubicBezTo>
                    <a:pt x="2336" y="401"/>
                    <a:pt x="2269" y="301"/>
                    <a:pt x="2169" y="301"/>
                  </a:cubicBezTo>
                  <a:cubicBezTo>
                    <a:pt x="1535" y="134"/>
                    <a:pt x="868" y="34"/>
                    <a:pt x="201" y="0"/>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2"/>
            <p:cNvSpPr/>
            <p:nvPr/>
          </p:nvSpPr>
          <p:spPr>
            <a:xfrm>
              <a:off x="-563875" y="2410500"/>
              <a:ext cx="50075" cy="15025"/>
            </a:xfrm>
            <a:custGeom>
              <a:avLst/>
              <a:gdLst/>
              <a:ahLst/>
              <a:cxnLst/>
              <a:rect l="l" t="t" r="r" b="b"/>
              <a:pathLst>
                <a:path w="2003" h="601" extrusionOk="0">
                  <a:moveTo>
                    <a:pt x="201" y="1"/>
                  </a:moveTo>
                  <a:cubicBezTo>
                    <a:pt x="68" y="1"/>
                    <a:pt x="1" y="101"/>
                    <a:pt x="1" y="167"/>
                  </a:cubicBezTo>
                  <a:cubicBezTo>
                    <a:pt x="1" y="267"/>
                    <a:pt x="34" y="367"/>
                    <a:pt x="168" y="367"/>
                  </a:cubicBezTo>
                  <a:cubicBezTo>
                    <a:pt x="735" y="434"/>
                    <a:pt x="1268" y="468"/>
                    <a:pt x="1835" y="601"/>
                  </a:cubicBezTo>
                  <a:cubicBezTo>
                    <a:pt x="1902" y="601"/>
                    <a:pt x="2002" y="501"/>
                    <a:pt x="2002" y="434"/>
                  </a:cubicBezTo>
                  <a:cubicBezTo>
                    <a:pt x="2002" y="334"/>
                    <a:pt x="1936" y="201"/>
                    <a:pt x="1835" y="201"/>
                  </a:cubicBezTo>
                  <a:cubicBezTo>
                    <a:pt x="1268" y="134"/>
                    <a:pt x="735" y="34"/>
                    <a:pt x="201"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2"/>
            <p:cNvSpPr/>
            <p:nvPr/>
          </p:nvSpPr>
          <p:spPr>
            <a:xfrm>
              <a:off x="-565525" y="2431350"/>
              <a:ext cx="48375" cy="16700"/>
            </a:xfrm>
            <a:custGeom>
              <a:avLst/>
              <a:gdLst/>
              <a:ahLst/>
              <a:cxnLst/>
              <a:rect l="l" t="t" r="r" b="b"/>
              <a:pathLst>
                <a:path w="1935" h="668" extrusionOk="0">
                  <a:moveTo>
                    <a:pt x="167" y="0"/>
                  </a:moveTo>
                  <a:cubicBezTo>
                    <a:pt x="100" y="0"/>
                    <a:pt x="0" y="101"/>
                    <a:pt x="0" y="167"/>
                  </a:cubicBezTo>
                  <a:cubicBezTo>
                    <a:pt x="0" y="267"/>
                    <a:pt x="100" y="334"/>
                    <a:pt x="167" y="367"/>
                  </a:cubicBezTo>
                  <a:cubicBezTo>
                    <a:pt x="667" y="367"/>
                    <a:pt x="1234" y="434"/>
                    <a:pt x="1668" y="634"/>
                  </a:cubicBezTo>
                  <a:cubicBezTo>
                    <a:pt x="1668" y="668"/>
                    <a:pt x="1735" y="668"/>
                    <a:pt x="1735" y="668"/>
                  </a:cubicBezTo>
                  <a:cubicBezTo>
                    <a:pt x="1801" y="668"/>
                    <a:pt x="1835" y="634"/>
                    <a:pt x="1901" y="534"/>
                  </a:cubicBezTo>
                  <a:cubicBezTo>
                    <a:pt x="1935" y="467"/>
                    <a:pt x="1901" y="334"/>
                    <a:pt x="1801" y="301"/>
                  </a:cubicBezTo>
                  <a:cubicBezTo>
                    <a:pt x="1268" y="34"/>
                    <a:pt x="667" y="34"/>
                    <a:pt x="167" y="0"/>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2"/>
            <p:cNvSpPr/>
            <p:nvPr/>
          </p:nvSpPr>
          <p:spPr>
            <a:xfrm>
              <a:off x="-1095925" y="1950175"/>
              <a:ext cx="391150" cy="591275"/>
            </a:xfrm>
            <a:custGeom>
              <a:avLst/>
              <a:gdLst/>
              <a:ahLst/>
              <a:cxnLst/>
              <a:rect l="l" t="t" r="r" b="b"/>
              <a:pathLst>
                <a:path w="15646" h="23651" extrusionOk="0">
                  <a:moveTo>
                    <a:pt x="4037" y="0"/>
                  </a:moveTo>
                  <a:cubicBezTo>
                    <a:pt x="4037" y="0"/>
                    <a:pt x="1535" y="567"/>
                    <a:pt x="802" y="5538"/>
                  </a:cubicBezTo>
                  <a:cubicBezTo>
                    <a:pt x="1" y="10441"/>
                    <a:pt x="668" y="18213"/>
                    <a:pt x="768" y="20181"/>
                  </a:cubicBezTo>
                  <a:cubicBezTo>
                    <a:pt x="799" y="21973"/>
                    <a:pt x="916" y="23650"/>
                    <a:pt x="4932" y="23650"/>
                  </a:cubicBezTo>
                  <a:cubicBezTo>
                    <a:pt x="5253" y="23650"/>
                    <a:pt x="5599" y="23639"/>
                    <a:pt x="5972" y="23617"/>
                  </a:cubicBezTo>
                  <a:cubicBezTo>
                    <a:pt x="11009" y="23350"/>
                    <a:pt x="15645" y="21382"/>
                    <a:pt x="15645" y="21382"/>
                  </a:cubicBezTo>
                  <a:lnTo>
                    <a:pt x="15479" y="18580"/>
                  </a:lnTo>
                  <a:cubicBezTo>
                    <a:pt x="15479" y="18580"/>
                    <a:pt x="9508" y="17913"/>
                    <a:pt x="8374" y="17780"/>
                  </a:cubicBezTo>
                  <a:cubicBezTo>
                    <a:pt x="7273" y="17680"/>
                    <a:pt x="5705" y="17513"/>
                    <a:pt x="5705" y="17513"/>
                  </a:cubicBezTo>
                  <a:cubicBezTo>
                    <a:pt x="5705" y="17513"/>
                    <a:pt x="6172" y="8273"/>
                    <a:pt x="6139" y="6505"/>
                  </a:cubicBezTo>
                  <a:cubicBezTo>
                    <a:pt x="6105" y="4704"/>
                    <a:pt x="5672" y="1101"/>
                    <a:pt x="40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2"/>
            <p:cNvSpPr/>
            <p:nvPr/>
          </p:nvSpPr>
          <p:spPr>
            <a:xfrm>
              <a:off x="-1092575" y="1946825"/>
              <a:ext cx="392800" cy="597125"/>
            </a:xfrm>
            <a:custGeom>
              <a:avLst/>
              <a:gdLst/>
              <a:ahLst/>
              <a:cxnLst/>
              <a:rect l="l" t="t" r="r" b="b"/>
              <a:pathLst>
                <a:path w="15712" h="23885" extrusionOk="0">
                  <a:moveTo>
                    <a:pt x="4003" y="1"/>
                  </a:moveTo>
                  <a:cubicBezTo>
                    <a:pt x="3870" y="34"/>
                    <a:pt x="1401" y="668"/>
                    <a:pt x="601" y="5605"/>
                  </a:cubicBezTo>
                  <a:cubicBezTo>
                    <a:pt x="0" y="9708"/>
                    <a:pt x="334" y="15579"/>
                    <a:pt x="501" y="18714"/>
                  </a:cubicBezTo>
                  <a:cubicBezTo>
                    <a:pt x="534" y="19381"/>
                    <a:pt x="567" y="19915"/>
                    <a:pt x="567" y="20249"/>
                  </a:cubicBezTo>
                  <a:cubicBezTo>
                    <a:pt x="601" y="21216"/>
                    <a:pt x="601" y="22250"/>
                    <a:pt x="1401" y="22951"/>
                  </a:cubicBezTo>
                  <a:cubicBezTo>
                    <a:pt x="1968" y="23584"/>
                    <a:pt x="3069" y="23885"/>
                    <a:pt x="4804" y="23885"/>
                  </a:cubicBezTo>
                  <a:cubicBezTo>
                    <a:pt x="5137" y="23885"/>
                    <a:pt x="5471" y="23885"/>
                    <a:pt x="5871" y="23851"/>
                  </a:cubicBezTo>
                  <a:cubicBezTo>
                    <a:pt x="10875" y="23551"/>
                    <a:pt x="15545" y="21583"/>
                    <a:pt x="15612" y="21583"/>
                  </a:cubicBezTo>
                  <a:cubicBezTo>
                    <a:pt x="15678" y="21550"/>
                    <a:pt x="15712" y="21516"/>
                    <a:pt x="15712" y="21450"/>
                  </a:cubicBezTo>
                  <a:lnTo>
                    <a:pt x="15545" y="18681"/>
                  </a:lnTo>
                  <a:cubicBezTo>
                    <a:pt x="15545" y="18581"/>
                    <a:pt x="15511" y="18548"/>
                    <a:pt x="15411" y="18548"/>
                  </a:cubicBezTo>
                  <a:cubicBezTo>
                    <a:pt x="15411" y="18548"/>
                    <a:pt x="9474" y="17880"/>
                    <a:pt x="8340" y="17747"/>
                  </a:cubicBezTo>
                  <a:cubicBezTo>
                    <a:pt x="7406" y="17680"/>
                    <a:pt x="6205" y="17513"/>
                    <a:pt x="5805" y="17480"/>
                  </a:cubicBezTo>
                  <a:cubicBezTo>
                    <a:pt x="5838" y="16346"/>
                    <a:pt x="6238" y="8240"/>
                    <a:pt x="6205" y="6572"/>
                  </a:cubicBezTo>
                  <a:cubicBezTo>
                    <a:pt x="6205" y="6506"/>
                    <a:pt x="6138" y="6439"/>
                    <a:pt x="6071" y="6439"/>
                  </a:cubicBezTo>
                  <a:cubicBezTo>
                    <a:pt x="6005" y="6439"/>
                    <a:pt x="5971" y="6539"/>
                    <a:pt x="5971" y="6639"/>
                  </a:cubicBezTo>
                  <a:cubicBezTo>
                    <a:pt x="6005" y="8374"/>
                    <a:pt x="5538" y="17513"/>
                    <a:pt x="5538" y="17580"/>
                  </a:cubicBezTo>
                  <a:cubicBezTo>
                    <a:pt x="5538" y="17680"/>
                    <a:pt x="5571" y="17714"/>
                    <a:pt x="5671" y="17747"/>
                  </a:cubicBezTo>
                  <a:cubicBezTo>
                    <a:pt x="5671" y="17747"/>
                    <a:pt x="7206" y="17914"/>
                    <a:pt x="8340" y="18047"/>
                  </a:cubicBezTo>
                  <a:cubicBezTo>
                    <a:pt x="9374" y="18181"/>
                    <a:pt x="14477" y="18714"/>
                    <a:pt x="15311" y="18814"/>
                  </a:cubicBezTo>
                  <a:lnTo>
                    <a:pt x="15478" y="21383"/>
                  </a:lnTo>
                  <a:cubicBezTo>
                    <a:pt x="14811" y="21683"/>
                    <a:pt x="10508" y="23351"/>
                    <a:pt x="5905" y="23584"/>
                  </a:cubicBezTo>
                  <a:cubicBezTo>
                    <a:pt x="5511" y="23608"/>
                    <a:pt x="5142" y="23620"/>
                    <a:pt x="4799" y="23620"/>
                  </a:cubicBezTo>
                  <a:cubicBezTo>
                    <a:pt x="3223" y="23620"/>
                    <a:pt x="2171" y="23365"/>
                    <a:pt x="1568" y="22817"/>
                  </a:cubicBezTo>
                  <a:cubicBezTo>
                    <a:pt x="868" y="22183"/>
                    <a:pt x="868" y="21216"/>
                    <a:pt x="834" y="20315"/>
                  </a:cubicBezTo>
                  <a:cubicBezTo>
                    <a:pt x="834" y="19982"/>
                    <a:pt x="801" y="19415"/>
                    <a:pt x="734" y="18748"/>
                  </a:cubicBezTo>
                  <a:cubicBezTo>
                    <a:pt x="567" y="15645"/>
                    <a:pt x="234" y="9741"/>
                    <a:pt x="868" y="5705"/>
                  </a:cubicBezTo>
                  <a:cubicBezTo>
                    <a:pt x="1635" y="968"/>
                    <a:pt x="4003" y="301"/>
                    <a:pt x="4037" y="301"/>
                  </a:cubicBezTo>
                  <a:cubicBezTo>
                    <a:pt x="4137" y="301"/>
                    <a:pt x="4170" y="201"/>
                    <a:pt x="4170" y="134"/>
                  </a:cubicBezTo>
                  <a:cubicBezTo>
                    <a:pt x="4170" y="34"/>
                    <a:pt x="4070" y="1"/>
                    <a:pt x="40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2"/>
            <p:cNvSpPr/>
            <p:nvPr/>
          </p:nvSpPr>
          <p:spPr>
            <a:xfrm>
              <a:off x="-1013350" y="2388275"/>
              <a:ext cx="62575" cy="43925"/>
            </a:xfrm>
            <a:custGeom>
              <a:avLst/>
              <a:gdLst/>
              <a:ahLst/>
              <a:cxnLst/>
              <a:rect l="l" t="t" r="r" b="b"/>
              <a:pathLst>
                <a:path w="2503" h="1757" extrusionOk="0">
                  <a:moveTo>
                    <a:pt x="2342" y="0"/>
                  </a:moveTo>
                  <a:cubicBezTo>
                    <a:pt x="2312" y="0"/>
                    <a:pt x="2277" y="8"/>
                    <a:pt x="2235" y="22"/>
                  </a:cubicBezTo>
                  <a:cubicBezTo>
                    <a:pt x="1501" y="489"/>
                    <a:pt x="768" y="990"/>
                    <a:pt x="67" y="1523"/>
                  </a:cubicBezTo>
                  <a:cubicBezTo>
                    <a:pt x="34" y="1557"/>
                    <a:pt x="0" y="1657"/>
                    <a:pt x="34" y="1723"/>
                  </a:cubicBezTo>
                  <a:cubicBezTo>
                    <a:pt x="134" y="1723"/>
                    <a:pt x="167" y="1757"/>
                    <a:pt x="200" y="1757"/>
                  </a:cubicBezTo>
                  <a:cubicBezTo>
                    <a:pt x="234" y="1757"/>
                    <a:pt x="234" y="1757"/>
                    <a:pt x="301" y="1723"/>
                  </a:cubicBezTo>
                  <a:cubicBezTo>
                    <a:pt x="968" y="1190"/>
                    <a:pt x="1702" y="723"/>
                    <a:pt x="2402" y="256"/>
                  </a:cubicBezTo>
                  <a:cubicBezTo>
                    <a:pt x="2502" y="222"/>
                    <a:pt x="2502" y="156"/>
                    <a:pt x="2435" y="56"/>
                  </a:cubicBezTo>
                  <a:cubicBezTo>
                    <a:pt x="2416" y="17"/>
                    <a:pt x="2385" y="0"/>
                    <a:pt x="23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2"/>
            <p:cNvSpPr/>
            <p:nvPr/>
          </p:nvSpPr>
          <p:spPr>
            <a:xfrm>
              <a:off x="-1015850" y="2377975"/>
              <a:ext cx="57550" cy="25050"/>
            </a:xfrm>
            <a:custGeom>
              <a:avLst/>
              <a:gdLst/>
              <a:ahLst/>
              <a:cxnLst/>
              <a:rect l="l" t="t" r="r" b="b"/>
              <a:pathLst>
                <a:path w="2302" h="1002" extrusionOk="0">
                  <a:moveTo>
                    <a:pt x="2135" y="1"/>
                  </a:moveTo>
                  <a:cubicBezTo>
                    <a:pt x="1435" y="134"/>
                    <a:pt x="734" y="401"/>
                    <a:pt x="100" y="768"/>
                  </a:cubicBezTo>
                  <a:cubicBezTo>
                    <a:pt x="0" y="801"/>
                    <a:pt x="0" y="901"/>
                    <a:pt x="67" y="968"/>
                  </a:cubicBezTo>
                  <a:cubicBezTo>
                    <a:pt x="0" y="1001"/>
                    <a:pt x="67" y="1001"/>
                    <a:pt x="134" y="1001"/>
                  </a:cubicBezTo>
                  <a:lnTo>
                    <a:pt x="234" y="1001"/>
                  </a:lnTo>
                  <a:cubicBezTo>
                    <a:pt x="834" y="668"/>
                    <a:pt x="1501" y="434"/>
                    <a:pt x="2168" y="301"/>
                  </a:cubicBezTo>
                  <a:cubicBezTo>
                    <a:pt x="2269" y="301"/>
                    <a:pt x="2302" y="234"/>
                    <a:pt x="2302" y="134"/>
                  </a:cubicBezTo>
                  <a:cubicBezTo>
                    <a:pt x="2302" y="67"/>
                    <a:pt x="2235" y="1"/>
                    <a:pt x="21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2"/>
            <p:cNvSpPr/>
            <p:nvPr/>
          </p:nvSpPr>
          <p:spPr>
            <a:xfrm>
              <a:off x="-940800" y="2073600"/>
              <a:ext cx="30875" cy="191825"/>
            </a:xfrm>
            <a:custGeom>
              <a:avLst/>
              <a:gdLst/>
              <a:ahLst/>
              <a:cxnLst/>
              <a:rect l="l" t="t" r="r" b="b"/>
              <a:pathLst>
                <a:path w="1235" h="7673" extrusionOk="0">
                  <a:moveTo>
                    <a:pt x="1101" y="0"/>
                  </a:moveTo>
                  <a:cubicBezTo>
                    <a:pt x="1001" y="0"/>
                    <a:pt x="968" y="34"/>
                    <a:pt x="968" y="134"/>
                  </a:cubicBezTo>
                  <a:cubicBezTo>
                    <a:pt x="934" y="2602"/>
                    <a:pt x="634" y="5104"/>
                    <a:pt x="67" y="7506"/>
                  </a:cubicBezTo>
                  <a:cubicBezTo>
                    <a:pt x="0" y="7572"/>
                    <a:pt x="67" y="7639"/>
                    <a:pt x="167" y="7672"/>
                  </a:cubicBezTo>
                  <a:cubicBezTo>
                    <a:pt x="267" y="7672"/>
                    <a:pt x="301" y="7639"/>
                    <a:pt x="301" y="7572"/>
                  </a:cubicBezTo>
                  <a:cubicBezTo>
                    <a:pt x="901" y="5137"/>
                    <a:pt x="1168" y="2635"/>
                    <a:pt x="1235" y="134"/>
                  </a:cubicBezTo>
                  <a:cubicBezTo>
                    <a:pt x="1235" y="67"/>
                    <a:pt x="1168" y="0"/>
                    <a:pt x="11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2"/>
            <p:cNvSpPr/>
            <p:nvPr/>
          </p:nvSpPr>
          <p:spPr>
            <a:xfrm>
              <a:off x="-1135100" y="2585000"/>
              <a:ext cx="177650" cy="998025"/>
            </a:xfrm>
            <a:custGeom>
              <a:avLst/>
              <a:gdLst/>
              <a:ahLst/>
              <a:cxnLst/>
              <a:rect l="l" t="t" r="r" b="b"/>
              <a:pathLst>
                <a:path w="7106" h="39921" extrusionOk="0">
                  <a:moveTo>
                    <a:pt x="6984" y="1"/>
                  </a:moveTo>
                  <a:cubicBezTo>
                    <a:pt x="6947" y="1"/>
                    <a:pt x="6905" y="9"/>
                    <a:pt x="6872" y="26"/>
                  </a:cubicBezTo>
                  <a:cubicBezTo>
                    <a:pt x="6572" y="292"/>
                    <a:pt x="0" y="6830"/>
                    <a:pt x="6004" y="39821"/>
                  </a:cubicBezTo>
                  <a:cubicBezTo>
                    <a:pt x="6038" y="39887"/>
                    <a:pt x="6105" y="39921"/>
                    <a:pt x="6171" y="39921"/>
                  </a:cubicBezTo>
                  <a:cubicBezTo>
                    <a:pt x="6238" y="39921"/>
                    <a:pt x="6338" y="39854"/>
                    <a:pt x="6271" y="39754"/>
                  </a:cubicBezTo>
                  <a:cubicBezTo>
                    <a:pt x="3169" y="22675"/>
                    <a:pt x="3569" y="12835"/>
                    <a:pt x="4403" y="7564"/>
                  </a:cubicBezTo>
                  <a:cubicBezTo>
                    <a:pt x="5371" y="1894"/>
                    <a:pt x="7039" y="292"/>
                    <a:pt x="7072" y="226"/>
                  </a:cubicBezTo>
                  <a:cubicBezTo>
                    <a:pt x="7105" y="192"/>
                    <a:pt x="7105" y="126"/>
                    <a:pt x="7072" y="26"/>
                  </a:cubicBezTo>
                  <a:cubicBezTo>
                    <a:pt x="7055" y="9"/>
                    <a:pt x="7022" y="1"/>
                    <a:pt x="69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42"/>
          <p:cNvGrpSpPr/>
          <p:nvPr/>
        </p:nvGrpSpPr>
        <p:grpSpPr>
          <a:xfrm>
            <a:off x="1428800" y="3101325"/>
            <a:ext cx="961550" cy="803100"/>
            <a:chOff x="1428800" y="3101325"/>
            <a:chExt cx="961550" cy="803100"/>
          </a:xfrm>
        </p:grpSpPr>
        <p:sp>
          <p:nvSpPr>
            <p:cNvPr id="719" name="Google Shape;719;p42"/>
            <p:cNvSpPr/>
            <p:nvPr/>
          </p:nvSpPr>
          <p:spPr>
            <a:xfrm>
              <a:off x="1428800" y="3204725"/>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2"/>
            <p:cNvSpPr/>
            <p:nvPr/>
          </p:nvSpPr>
          <p:spPr>
            <a:xfrm>
              <a:off x="1953350" y="3101325"/>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2"/>
            <p:cNvSpPr/>
            <p:nvPr/>
          </p:nvSpPr>
          <p:spPr>
            <a:xfrm>
              <a:off x="1952525" y="3466575"/>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43"/>
          <p:cNvSpPr/>
          <p:nvPr/>
        </p:nvSpPr>
        <p:spPr>
          <a:xfrm>
            <a:off x="486925" y="4570675"/>
            <a:ext cx="1829400" cy="2274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7" name="Google Shape;727;p43"/>
          <p:cNvGrpSpPr/>
          <p:nvPr/>
        </p:nvGrpSpPr>
        <p:grpSpPr>
          <a:xfrm>
            <a:off x="-115100" y="0"/>
            <a:ext cx="4099649" cy="2318775"/>
            <a:chOff x="-84625" y="1957875"/>
            <a:chExt cx="4099649" cy="2318775"/>
          </a:xfrm>
        </p:grpSpPr>
        <p:sp>
          <p:nvSpPr>
            <p:cNvPr id="728" name="Google Shape;728;p43"/>
            <p:cNvSpPr/>
            <p:nvPr/>
          </p:nvSpPr>
          <p:spPr>
            <a:xfrm>
              <a:off x="-84625" y="2571750"/>
              <a:ext cx="3537600" cy="1704900"/>
            </a:xfrm>
            <a:custGeom>
              <a:avLst/>
              <a:gdLst/>
              <a:ahLst/>
              <a:cxnLst/>
              <a:rect l="l" t="t" r="r" b="b"/>
              <a:pathLst>
                <a:path w="141504" h="68196" extrusionOk="0">
                  <a:moveTo>
                    <a:pt x="0" y="46759"/>
                  </a:moveTo>
                  <a:lnTo>
                    <a:pt x="8276" y="39134"/>
                  </a:lnTo>
                  <a:lnTo>
                    <a:pt x="45684" y="68196"/>
                  </a:lnTo>
                  <a:lnTo>
                    <a:pt x="84530" y="20142"/>
                  </a:lnTo>
                  <a:lnTo>
                    <a:pt x="112441" y="38270"/>
                  </a:lnTo>
                  <a:lnTo>
                    <a:pt x="141504" y="0"/>
                  </a:lnTo>
                </a:path>
              </a:pathLst>
            </a:custGeom>
            <a:noFill/>
            <a:ln w="152400" cap="flat" cmpd="sng">
              <a:solidFill>
                <a:schemeClr val="accent3"/>
              </a:solidFill>
              <a:prstDash val="solid"/>
              <a:miter lim="8000"/>
              <a:headEnd type="none" w="med" len="med"/>
              <a:tailEnd type="none" w="med" len="med"/>
            </a:ln>
          </p:spPr>
        </p:sp>
        <p:sp>
          <p:nvSpPr>
            <p:cNvPr id="729" name="Google Shape;729;p43"/>
            <p:cNvSpPr/>
            <p:nvPr/>
          </p:nvSpPr>
          <p:spPr>
            <a:xfrm rot="2161912">
              <a:off x="3316864" y="2061401"/>
              <a:ext cx="562020" cy="645548"/>
            </a:xfrm>
            <a:prstGeom prst="triangl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 name="Google Shape;730;p43"/>
          <p:cNvGrpSpPr/>
          <p:nvPr/>
        </p:nvGrpSpPr>
        <p:grpSpPr>
          <a:xfrm>
            <a:off x="1147189" y="1409224"/>
            <a:ext cx="2576351" cy="1680589"/>
            <a:chOff x="3070475" y="1826750"/>
            <a:chExt cx="2652750" cy="1730425"/>
          </a:xfrm>
        </p:grpSpPr>
        <p:grpSp>
          <p:nvGrpSpPr>
            <p:cNvPr id="731" name="Google Shape;731;p43"/>
            <p:cNvGrpSpPr/>
            <p:nvPr/>
          </p:nvGrpSpPr>
          <p:grpSpPr>
            <a:xfrm>
              <a:off x="3070475" y="1826750"/>
              <a:ext cx="2652750" cy="1730425"/>
              <a:chOff x="3070475" y="1826750"/>
              <a:chExt cx="2652750" cy="1730425"/>
            </a:xfrm>
          </p:grpSpPr>
          <p:sp>
            <p:nvSpPr>
              <p:cNvPr id="732" name="Google Shape;732;p43"/>
              <p:cNvSpPr/>
              <p:nvPr/>
            </p:nvSpPr>
            <p:spPr>
              <a:xfrm>
                <a:off x="3070475" y="1826750"/>
                <a:ext cx="2652750" cy="1730425"/>
              </a:xfrm>
              <a:custGeom>
                <a:avLst/>
                <a:gdLst/>
                <a:ahLst/>
                <a:cxnLst/>
                <a:rect l="l" t="t" r="r" b="b"/>
                <a:pathLst>
                  <a:path w="106110" h="69217" extrusionOk="0">
                    <a:moveTo>
                      <a:pt x="3937" y="0"/>
                    </a:moveTo>
                    <a:cubicBezTo>
                      <a:pt x="1769" y="0"/>
                      <a:pt x="1" y="1768"/>
                      <a:pt x="1" y="3937"/>
                    </a:cubicBezTo>
                    <a:lnTo>
                      <a:pt x="1" y="65314"/>
                    </a:lnTo>
                    <a:cubicBezTo>
                      <a:pt x="1" y="67482"/>
                      <a:pt x="1769" y="69217"/>
                      <a:pt x="3937" y="69217"/>
                    </a:cubicBezTo>
                    <a:lnTo>
                      <a:pt x="102207" y="69217"/>
                    </a:lnTo>
                    <a:cubicBezTo>
                      <a:pt x="104375" y="69217"/>
                      <a:pt x="106110" y="67482"/>
                      <a:pt x="106110" y="65314"/>
                    </a:cubicBezTo>
                    <a:lnTo>
                      <a:pt x="106110" y="3937"/>
                    </a:lnTo>
                    <a:cubicBezTo>
                      <a:pt x="106110" y="1768"/>
                      <a:pt x="104375" y="0"/>
                      <a:pt x="102207" y="0"/>
                    </a:cubicBezTo>
                    <a:close/>
                  </a:path>
                </a:pathLst>
              </a:custGeom>
              <a:solidFill>
                <a:srgbClr val="CFE0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3"/>
              <p:cNvSpPr/>
              <p:nvPr/>
            </p:nvSpPr>
            <p:spPr>
              <a:xfrm>
                <a:off x="3088825" y="2017725"/>
                <a:ext cx="2616900" cy="1526950"/>
              </a:xfrm>
              <a:custGeom>
                <a:avLst/>
                <a:gdLst/>
                <a:ahLst/>
                <a:cxnLst/>
                <a:rect l="l" t="t" r="r" b="b"/>
                <a:pathLst>
                  <a:path w="104676" h="61078" extrusionOk="0">
                    <a:moveTo>
                      <a:pt x="1" y="0"/>
                    </a:moveTo>
                    <a:lnTo>
                      <a:pt x="1" y="57241"/>
                    </a:lnTo>
                    <a:cubicBezTo>
                      <a:pt x="1" y="59376"/>
                      <a:pt x="1735" y="61077"/>
                      <a:pt x="3870" y="61077"/>
                    </a:cubicBezTo>
                    <a:lnTo>
                      <a:pt x="100839" y="61077"/>
                    </a:lnTo>
                    <a:cubicBezTo>
                      <a:pt x="102974" y="61077"/>
                      <a:pt x="104675" y="59376"/>
                      <a:pt x="104675" y="57241"/>
                    </a:cubicBezTo>
                    <a:lnTo>
                      <a:pt x="1046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3"/>
              <p:cNvSpPr/>
              <p:nvPr/>
            </p:nvSpPr>
            <p:spPr>
              <a:xfrm>
                <a:off x="3089675" y="1839250"/>
                <a:ext cx="2616050" cy="178500"/>
              </a:xfrm>
              <a:custGeom>
                <a:avLst/>
                <a:gdLst/>
                <a:ahLst/>
                <a:cxnLst/>
                <a:rect l="l" t="t" r="r" b="b"/>
                <a:pathLst>
                  <a:path w="104642" h="7140" extrusionOk="0">
                    <a:moveTo>
                      <a:pt x="3836" y="1"/>
                    </a:moveTo>
                    <a:cubicBezTo>
                      <a:pt x="1701" y="1"/>
                      <a:pt x="0" y="1702"/>
                      <a:pt x="0" y="3837"/>
                    </a:cubicBezTo>
                    <a:lnTo>
                      <a:pt x="0" y="7139"/>
                    </a:lnTo>
                    <a:lnTo>
                      <a:pt x="104641" y="7139"/>
                    </a:lnTo>
                    <a:lnTo>
                      <a:pt x="104641" y="3837"/>
                    </a:lnTo>
                    <a:cubicBezTo>
                      <a:pt x="104641" y="1702"/>
                      <a:pt x="102874" y="1"/>
                      <a:pt x="1007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3"/>
              <p:cNvSpPr/>
              <p:nvPr/>
            </p:nvSpPr>
            <p:spPr>
              <a:xfrm>
                <a:off x="3223100" y="2511400"/>
                <a:ext cx="25" cy="507050"/>
              </a:xfrm>
              <a:custGeom>
                <a:avLst/>
                <a:gdLst/>
                <a:ahLst/>
                <a:cxnLst/>
                <a:rect l="l" t="t" r="r" b="b"/>
                <a:pathLst>
                  <a:path w="1" h="20282" fill="none" extrusionOk="0">
                    <a:moveTo>
                      <a:pt x="0" y="20282"/>
                    </a:moveTo>
                    <a:lnTo>
                      <a:pt x="0" y="1"/>
                    </a:lnTo>
                  </a:path>
                </a:pathLst>
              </a:custGeom>
              <a:noFill/>
              <a:ln w="7500" cap="flat" cmpd="sng">
                <a:solidFill>
                  <a:srgbClr val="39396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3"/>
              <p:cNvSpPr/>
              <p:nvPr/>
            </p:nvSpPr>
            <p:spPr>
              <a:xfrm>
                <a:off x="3427400" y="2756575"/>
                <a:ext cx="25" cy="432850"/>
              </a:xfrm>
              <a:custGeom>
                <a:avLst/>
                <a:gdLst/>
                <a:ahLst/>
                <a:cxnLst/>
                <a:rect l="l" t="t" r="r" b="b"/>
                <a:pathLst>
                  <a:path w="1" h="17314" fill="none" extrusionOk="0">
                    <a:moveTo>
                      <a:pt x="1" y="1"/>
                    </a:moveTo>
                    <a:lnTo>
                      <a:pt x="1" y="17313"/>
                    </a:lnTo>
                  </a:path>
                </a:pathLst>
              </a:custGeom>
              <a:noFill/>
              <a:ln w="7500" cap="flat" cmpd="sng">
                <a:solidFill>
                  <a:srgbClr val="39396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3"/>
              <p:cNvSpPr/>
              <p:nvPr/>
            </p:nvSpPr>
            <p:spPr>
              <a:xfrm>
                <a:off x="3632550" y="2392150"/>
                <a:ext cx="25" cy="580450"/>
              </a:xfrm>
              <a:custGeom>
                <a:avLst/>
                <a:gdLst/>
                <a:ahLst/>
                <a:cxnLst/>
                <a:rect l="l" t="t" r="r" b="b"/>
                <a:pathLst>
                  <a:path w="1" h="23218" fill="none" extrusionOk="0">
                    <a:moveTo>
                      <a:pt x="1" y="1"/>
                    </a:moveTo>
                    <a:lnTo>
                      <a:pt x="1" y="23217"/>
                    </a:lnTo>
                  </a:path>
                </a:pathLst>
              </a:custGeom>
              <a:noFill/>
              <a:ln w="7500" cap="flat" cmpd="sng">
                <a:solidFill>
                  <a:srgbClr val="39396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3"/>
              <p:cNvSpPr/>
              <p:nvPr/>
            </p:nvSpPr>
            <p:spPr>
              <a:xfrm>
                <a:off x="4041175" y="2435525"/>
                <a:ext cx="25" cy="580425"/>
              </a:xfrm>
              <a:custGeom>
                <a:avLst/>
                <a:gdLst/>
                <a:ahLst/>
                <a:cxnLst/>
                <a:rect l="l" t="t" r="r" b="b"/>
                <a:pathLst>
                  <a:path w="1" h="23217" fill="none" extrusionOk="0">
                    <a:moveTo>
                      <a:pt x="1" y="0"/>
                    </a:moveTo>
                    <a:lnTo>
                      <a:pt x="1" y="23217"/>
                    </a:lnTo>
                  </a:path>
                </a:pathLst>
              </a:custGeom>
              <a:noFill/>
              <a:ln w="7500" cap="flat" cmpd="sng">
                <a:solidFill>
                  <a:srgbClr val="39396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3"/>
              <p:cNvSpPr/>
              <p:nvPr/>
            </p:nvSpPr>
            <p:spPr>
              <a:xfrm>
                <a:off x="4245500" y="2665675"/>
                <a:ext cx="25" cy="690525"/>
              </a:xfrm>
              <a:custGeom>
                <a:avLst/>
                <a:gdLst/>
                <a:ahLst/>
                <a:cxnLst/>
                <a:rect l="l" t="t" r="r" b="b"/>
                <a:pathLst>
                  <a:path w="1" h="27621" fill="none" extrusionOk="0">
                    <a:moveTo>
                      <a:pt x="0" y="1"/>
                    </a:moveTo>
                    <a:lnTo>
                      <a:pt x="0" y="27621"/>
                    </a:lnTo>
                  </a:path>
                </a:pathLst>
              </a:custGeom>
              <a:noFill/>
              <a:ln w="7500" cap="flat" cmpd="sng">
                <a:solidFill>
                  <a:srgbClr val="39396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3"/>
              <p:cNvSpPr/>
              <p:nvPr/>
            </p:nvSpPr>
            <p:spPr>
              <a:xfrm>
                <a:off x="4449800" y="2597300"/>
                <a:ext cx="25" cy="560425"/>
              </a:xfrm>
              <a:custGeom>
                <a:avLst/>
                <a:gdLst/>
                <a:ahLst/>
                <a:cxnLst/>
                <a:rect l="l" t="t" r="r" b="b"/>
                <a:pathLst>
                  <a:path w="1" h="22417" fill="none" extrusionOk="0">
                    <a:moveTo>
                      <a:pt x="1" y="1"/>
                    </a:moveTo>
                    <a:lnTo>
                      <a:pt x="1" y="22417"/>
                    </a:lnTo>
                  </a:path>
                </a:pathLst>
              </a:custGeom>
              <a:noFill/>
              <a:ln w="7500" cap="flat" cmpd="sng">
                <a:solidFill>
                  <a:srgbClr val="39396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3"/>
              <p:cNvSpPr/>
              <p:nvPr/>
            </p:nvSpPr>
            <p:spPr>
              <a:xfrm>
                <a:off x="4858425" y="2858325"/>
                <a:ext cx="25" cy="299400"/>
              </a:xfrm>
              <a:custGeom>
                <a:avLst/>
                <a:gdLst/>
                <a:ahLst/>
                <a:cxnLst/>
                <a:rect l="l" t="t" r="r" b="b"/>
                <a:pathLst>
                  <a:path w="1" h="11976" fill="none" extrusionOk="0">
                    <a:moveTo>
                      <a:pt x="1" y="0"/>
                    </a:moveTo>
                    <a:lnTo>
                      <a:pt x="1" y="11976"/>
                    </a:lnTo>
                  </a:path>
                </a:pathLst>
              </a:custGeom>
              <a:noFill/>
              <a:ln w="7500" cap="flat" cmpd="sng">
                <a:solidFill>
                  <a:srgbClr val="39396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3"/>
              <p:cNvSpPr/>
              <p:nvPr/>
            </p:nvSpPr>
            <p:spPr>
              <a:xfrm>
                <a:off x="5267050" y="2496400"/>
                <a:ext cx="25" cy="572100"/>
              </a:xfrm>
              <a:custGeom>
                <a:avLst/>
                <a:gdLst/>
                <a:ahLst/>
                <a:cxnLst/>
                <a:rect l="l" t="t" r="r" b="b"/>
                <a:pathLst>
                  <a:path w="1" h="22884" fill="none" extrusionOk="0">
                    <a:moveTo>
                      <a:pt x="1" y="0"/>
                    </a:moveTo>
                    <a:lnTo>
                      <a:pt x="1" y="22883"/>
                    </a:lnTo>
                  </a:path>
                </a:pathLst>
              </a:custGeom>
              <a:noFill/>
              <a:ln w="7500" cap="flat" cmpd="sng">
                <a:solidFill>
                  <a:srgbClr val="39396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3"/>
              <p:cNvSpPr/>
              <p:nvPr/>
            </p:nvSpPr>
            <p:spPr>
              <a:xfrm>
                <a:off x="5471375" y="2410500"/>
                <a:ext cx="25" cy="747225"/>
              </a:xfrm>
              <a:custGeom>
                <a:avLst/>
                <a:gdLst/>
                <a:ahLst/>
                <a:cxnLst/>
                <a:rect l="l" t="t" r="r" b="b"/>
                <a:pathLst>
                  <a:path w="1" h="29889" fill="none" extrusionOk="0">
                    <a:moveTo>
                      <a:pt x="0" y="1"/>
                    </a:moveTo>
                    <a:lnTo>
                      <a:pt x="0" y="29889"/>
                    </a:lnTo>
                  </a:path>
                </a:pathLst>
              </a:custGeom>
              <a:noFill/>
              <a:ln w="7500" cap="flat" cmpd="sng">
                <a:solidFill>
                  <a:srgbClr val="39396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3"/>
              <p:cNvSpPr/>
              <p:nvPr/>
            </p:nvSpPr>
            <p:spPr>
              <a:xfrm>
                <a:off x="4654125" y="2529750"/>
                <a:ext cx="25" cy="517900"/>
              </a:xfrm>
              <a:custGeom>
                <a:avLst/>
                <a:gdLst/>
                <a:ahLst/>
                <a:cxnLst/>
                <a:rect l="l" t="t" r="r" b="b"/>
                <a:pathLst>
                  <a:path w="1" h="20716" fill="none" extrusionOk="0">
                    <a:moveTo>
                      <a:pt x="0" y="1"/>
                    </a:moveTo>
                    <a:lnTo>
                      <a:pt x="0" y="20715"/>
                    </a:lnTo>
                  </a:path>
                </a:pathLst>
              </a:custGeom>
              <a:noFill/>
              <a:ln w="7500" cap="flat" cmpd="sng">
                <a:solidFill>
                  <a:srgbClr val="39396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3"/>
              <p:cNvSpPr/>
              <p:nvPr/>
            </p:nvSpPr>
            <p:spPr>
              <a:xfrm>
                <a:off x="5062750" y="2196175"/>
                <a:ext cx="25" cy="776425"/>
              </a:xfrm>
              <a:custGeom>
                <a:avLst/>
                <a:gdLst/>
                <a:ahLst/>
                <a:cxnLst/>
                <a:rect l="l" t="t" r="r" b="b"/>
                <a:pathLst>
                  <a:path w="1" h="31057" fill="none" extrusionOk="0">
                    <a:moveTo>
                      <a:pt x="0" y="1"/>
                    </a:moveTo>
                    <a:lnTo>
                      <a:pt x="0" y="31056"/>
                    </a:lnTo>
                  </a:path>
                </a:pathLst>
              </a:custGeom>
              <a:noFill/>
              <a:ln w="7500" cap="flat" cmpd="sng">
                <a:solidFill>
                  <a:srgbClr val="39396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3"/>
              <p:cNvSpPr/>
              <p:nvPr/>
            </p:nvSpPr>
            <p:spPr>
              <a:xfrm>
                <a:off x="3836875" y="2154475"/>
                <a:ext cx="25" cy="630475"/>
              </a:xfrm>
              <a:custGeom>
                <a:avLst/>
                <a:gdLst/>
                <a:ahLst/>
                <a:cxnLst/>
                <a:rect l="l" t="t" r="r" b="b"/>
                <a:pathLst>
                  <a:path w="1" h="25219" fill="none" extrusionOk="0">
                    <a:moveTo>
                      <a:pt x="0" y="1"/>
                    </a:moveTo>
                    <a:lnTo>
                      <a:pt x="0" y="25219"/>
                    </a:lnTo>
                  </a:path>
                </a:pathLst>
              </a:custGeom>
              <a:noFill/>
              <a:ln w="7500" cap="flat" cmpd="sng">
                <a:solidFill>
                  <a:srgbClr val="39396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3"/>
              <p:cNvSpPr/>
              <p:nvPr/>
            </p:nvSpPr>
            <p:spPr>
              <a:xfrm>
                <a:off x="3165550" y="2587300"/>
                <a:ext cx="115950" cy="374450"/>
              </a:xfrm>
              <a:custGeom>
                <a:avLst/>
                <a:gdLst/>
                <a:ahLst/>
                <a:cxnLst/>
                <a:rect l="l" t="t" r="r" b="b"/>
                <a:pathLst>
                  <a:path w="4638" h="14978" extrusionOk="0">
                    <a:moveTo>
                      <a:pt x="1" y="0"/>
                    </a:moveTo>
                    <a:lnTo>
                      <a:pt x="1" y="14978"/>
                    </a:lnTo>
                    <a:lnTo>
                      <a:pt x="4637" y="14978"/>
                    </a:lnTo>
                    <a:lnTo>
                      <a:pt x="46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3"/>
              <p:cNvSpPr/>
              <p:nvPr/>
            </p:nvSpPr>
            <p:spPr>
              <a:xfrm>
                <a:off x="3369875" y="2794950"/>
                <a:ext cx="115925" cy="321075"/>
              </a:xfrm>
              <a:custGeom>
                <a:avLst/>
                <a:gdLst/>
                <a:ahLst/>
                <a:cxnLst/>
                <a:rect l="l" t="t" r="r" b="b"/>
                <a:pathLst>
                  <a:path w="4637" h="12843" extrusionOk="0">
                    <a:moveTo>
                      <a:pt x="0" y="0"/>
                    </a:moveTo>
                    <a:lnTo>
                      <a:pt x="0" y="12843"/>
                    </a:lnTo>
                    <a:lnTo>
                      <a:pt x="4637" y="12843"/>
                    </a:lnTo>
                    <a:lnTo>
                      <a:pt x="46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3"/>
              <p:cNvSpPr/>
              <p:nvPr/>
            </p:nvSpPr>
            <p:spPr>
              <a:xfrm>
                <a:off x="3574175" y="2431350"/>
                <a:ext cx="115100" cy="483700"/>
              </a:xfrm>
              <a:custGeom>
                <a:avLst/>
                <a:gdLst/>
                <a:ahLst/>
                <a:cxnLst/>
                <a:rect l="l" t="t" r="r" b="b"/>
                <a:pathLst>
                  <a:path w="4604" h="19348" extrusionOk="0">
                    <a:moveTo>
                      <a:pt x="1" y="0"/>
                    </a:moveTo>
                    <a:lnTo>
                      <a:pt x="1" y="19348"/>
                    </a:lnTo>
                    <a:lnTo>
                      <a:pt x="4604" y="19348"/>
                    </a:lnTo>
                    <a:lnTo>
                      <a:pt x="460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3"/>
              <p:cNvSpPr/>
              <p:nvPr/>
            </p:nvSpPr>
            <p:spPr>
              <a:xfrm>
                <a:off x="3778500" y="2211200"/>
                <a:ext cx="115100" cy="514550"/>
              </a:xfrm>
              <a:custGeom>
                <a:avLst/>
                <a:gdLst/>
                <a:ahLst/>
                <a:cxnLst/>
                <a:rect l="l" t="t" r="r" b="b"/>
                <a:pathLst>
                  <a:path w="4604" h="20582" extrusionOk="0">
                    <a:moveTo>
                      <a:pt x="0" y="0"/>
                    </a:moveTo>
                    <a:lnTo>
                      <a:pt x="0" y="20582"/>
                    </a:lnTo>
                    <a:lnTo>
                      <a:pt x="4603" y="20582"/>
                    </a:lnTo>
                    <a:lnTo>
                      <a:pt x="46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43"/>
              <p:cNvSpPr/>
              <p:nvPr/>
            </p:nvSpPr>
            <p:spPr>
              <a:xfrm>
                <a:off x="3982800" y="2488900"/>
                <a:ext cx="115950" cy="467025"/>
              </a:xfrm>
              <a:custGeom>
                <a:avLst/>
                <a:gdLst/>
                <a:ahLst/>
                <a:cxnLst/>
                <a:rect l="l" t="t" r="r" b="b"/>
                <a:pathLst>
                  <a:path w="4638" h="18681" extrusionOk="0">
                    <a:moveTo>
                      <a:pt x="1" y="0"/>
                    </a:moveTo>
                    <a:lnTo>
                      <a:pt x="1" y="18680"/>
                    </a:lnTo>
                    <a:lnTo>
                      <a:pt x="4637" y="18680"/>
                    </a:lnTo>
                    <a:lnTo>
                      <a:pt x="46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3"/>
              <p:cNvSpPr/>
              <p:nvPr/>
            </p:nvSpPr>
            <p:spPr>
              <a:xfrm>
                <a:off x="4187125" y="2726550"/>
                <a:ext cx="115100" cy="567950"/>
              </a:xfrm>
              <a:custGeom>
                <a:avLst/>
                <a:gdLst/>
                <a:ahLst/>
                <a:cxnLst/>
                <a:rect l="l" t="t" r="r" b="b"/>
                <a:pathLst>
                  <a:path w="4604" h="22718" extrusionOk="0">
                    <a:moveTo>
                      <a:pt x="0" y="1"/>
                    </a:moveTo>
                    <a:lnTo>
                      <a:pt x="0" y="22717"/>
                    </a:lnTo>
                    <a:lnTo>
                      <a:pt x="4603" y="22717"/>
                    </a:lnTo>
                    <a:lnTo>
                      <a:pt x="46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3"/>
              <p:cNvSpPr/>
              <p:nvPr/>
            </p:nvSpPr>
            <p:spPr>
              <a:xfrm>
                <a:off x="4391425" y="2649000"/>
                <a:ext cx="115950" cy="468700"/>
              </a:xfrm>
              <a:custGeom>
                <a:avLst/>
                <a:gdLst/>
                <a:ahLst/>
                <a:cxnLst/>
                <a:rect l="l" t="t" r="r" b="b"/>
                <a:pathLst>
                  <a:path w="4638" h="18748" extrusionOk="0">
                    <a:moveTo>
                      <a:pt x="1" y="1"/>
                    </a:moveTo>
                    <a:lnTo>
                      <a:pt x="1" y="18747"/>
                    </a:lnTo>
                    <a:lnTo>
                      <a:pt x="4637" y="18747"/>
                    </a:lnTo>
                    <a:lnTo>
                      <a:pt x="46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3"/>
              <p:cNvSpPr/>
              <p:nvPr/>
            </p:nvSpPr>
            <p:spPr>
              <a:xfrm>
                <a:off x="4596575" y="2566450"/>
                <a:ext cx="115950" cy="443675"/>
              </a:xfrm>
              <a:custGeom>
                <a:avLst/>
                <a:gdLst/>
                <a:ahLst/>
                <a:cxnLst/>
                <a:rect l="l" t="t" r="r" b="b"/>
                <a:pathLst>
                  <a:path w="4638" h="17747" extrusionOk="0">
                    <a:moveTo>
                      <a:pt x="0" y="0"/>
                    </a:moveTo>
                    <a:lnTo>
                      <a:pt x="0" y="17746"/>
                    </a:lnTo>
                    <a:lnTo>
                      <a:pt x="4637" y="17746"/>
                    </a:lnTo>
                    <a:lnTo>
                      <a:pt x="46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43"/>
              <p:cNvSpPr/>
              <p:nvPr/>
            </p:nvSpPr>
            <p:spPr>
              <a:xfrm>
                <a:off x="4800875" y="2886675"/>
                <a:ext cx="115950" cy="231025"/>
              </a:xfrm>
              <a:custGeom>
                <a:avLst/>
                <a:gdLst/>
                <a:ahLst/>
                <a:cxnLst/>
                <a:rect l="l" t="t" r="r" b="b"/>
                <a:pathLst>
                  <a:path w="4638" h="9241" extrusionOk="0">
                    <a:moveTo>
                      <a:pt x="1" y="1"/>
                    </a:moveTo>
                    <a:lnTo>
                      <a:pt x="1" y="9240"/>
                    </a:lnTo>
                    <a:lnTo>
                      <a:pt x="4638" y="9240"/>
                    </a:lnTo>
                    <a:lnTo>
                      <a:pt x="4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43"/>
              <p:cNvSpPr/>
              <p:nvPr/>
            </p:nvSpPr>
            <p:spPr>
              <a:xfrm>
                <a:off x="5005200" y="2244550"/>
                <a:ext cx="115950" cy="686350"/>
              </a:xfrm>
              <a:custGeom>
                <a:avLst/>
                <a:gdLst/>
                <a:ahLst/>
                <a:cxnLst/>
                <a:rect l="l" t="t" r="r" b="b"/>
                <a:pathLst>
                  <a:path w="4638" h="27454" extrusionOk="0">
                    <a:moveTo>
                      <a:pt x="0" y="0"/>
                    </a:moveTo>
                    <a:lnTo>
                      <a:pt x="0" y="27453"/>
                    </a:lnTo>
                    <a:lnTo>
                      <a:pt x="4637" y="27453"/>
                    </a:lnTo>
                    <a:lnTo>
                      <a:pt x="46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43"/>
              <p:cNvSpPr/>
              <p:nvPr/>
            </p:nvSpPr>
            <p:spPr>
              <a:xfrm>
                <a:off x="5209500" y="2530575"/>
                <a:ext cx="115950" cy="487875"/>
              </a:xfrm>
              <a:custGeom>
                <a:avLst/>
                <a:gdLst/>
                <a:ahLst/>
                <a:cxnLst/>
                <a:rect l="l" t="t" r="r" b="b"/>
                <a:pathLst>
                  <a:path w="4638" h="19515" extrusionOk="0">
                    <a:moveTo>
                      <a:pt x="1" y="1"/>
                    </a:moveTo>
                    <a:lnTo>
                      <a:pt x="1" y="19515"/>
                    </a:lnTo>
                    <a:lnTo>
                      <a:pt x="4638" y="19515"/>
                    </a:lnTo>
                    <a:lnTo>
                      <a:pt x="4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43"/>
              <p:cNvSpPr/>
              <p:nvPr/>
            </p:nvSpPr>
            <p:spPr>
              <a:xfrm>
                <a:off x="5413825" y="2431350"/>
                <a:ext cx="115950" cy="685525"/>
              </a:xfrm>
              <a:custGeom>
                <a:avLst/>
                <a:gdLst/>
                <a:ahLst/>
                <a:cxnLst/>
                <a:rect l="l" t="t" r="r" b="b"/>
                <a:pathLst>
                  <a:path w="4638" h="27421" extrusionOk="0">
                    <a:moveTo>
                      <a:pt x="0" y="0"/>
                    </a:moveTo>
                    <a:lnTo>
                      <a:pt x="0" y="27420"/>
                    </a:lnTo>
                    <a:lnTo>
                      <a:pt x="4637" y="27420"/>
                    </a:lnTo>
                    <a:lnTo>
                      <a:pt x="46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43"/>
              <p:cNvSpPr/>
              <p:nvPr/>
            </p:nvSpPr>
            <p:spPr>
              <a:xfrm>
                <a:off x="3836875" y="3128525"/>
                <a:ext cx="78400" cy="78400"/>
              </a:xfrm>
              <a:custGeom>
                <a:avLst/>
                <a:gdLst/>
                <a:ahLst/>
                <a:cxnLst/>
                <a:rect l="l" t="t" r="r" b="b"/>
                <a:pathLst>
                  <a:path w="3136" h="3136" extrusionOk="0">
                    <a:moveTo>
                      <a:pt x="1201" y="0"/>
                    </a:moveTo>
                    <a:lnTo>
                      <a:pt x="1201" y="1268"/>
                    </a:lnTo>
                    <a:lnTo>
                      <a:pt x="0" y="1268"/>
                    </a:lnTo>
                    <a:lnTo>
                      <a:pt x="0" y="1935"/>
                    </a:lnTo>
                    <a:lnTo>
                      <a:pt x="1201" y="1935"/>
                    </a:lnTo>
                    <a:lnTo>
                      <a:pt x="1201" y="3136"/>
                    </a:lnTo>
                    <a:lnTo>
                      <a:pt x="1868" y="3136"/>
                    </a:lnTo>
                    <a:lnTo>
                      <a:pt x="1868" y="1935"/>
                    </a:lnTo>
                    <a:lnTo>
                      <a:pt x="3136" y="1935"/>
                    </a:lnTo>
                    <a:lnTo>
                      <a:pt x="3136" y="1268"/>
                    </a:lnTo>
                    <a:lnTo>
                      <a:pt x="1868" y="1268"/>
                    </a:lnTo>
                    <a:lnTo>
                      <a:pt x="1868" y="0"/>
                    </a:lnTo>
                    <a:close/>
                  </a:path>
                </a:pathLst>
              </a:custGeom>
              <a:solidFill>
                <a:srgbClr val="DCE7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0" name="Google Shape;760;p43"/>
            <p:cNvSpPr/>
            <p:nvPr/>
          </p:nvSpPr>
          <p:spPr>
            <a:xfrm>
              <a:off x="3182225" y="1902625"/>
              <a:ext cx="45900" cy="45900"/>
            </a:xfrm>
            <a:custGeom>
              <a:avLst/>
              <a:gdLst/>
              <a:ahLst/>
              <a:cxnLst/>
              <a:rect l="l" t="t" r="r" b="b"/>
              <a:pathLst>
                <a:path w="1836" h="1836" extrusionOk="0">
                  <a:moveTo>
                    <a:pt x="901" y="1"/>
                  </a:moveTo>
                  <a:cubicBezTo>
                    <a:pt x="401" y="1"/>
                    <a:pt x="1" y="435"/>
                    <a:pt x="1" y="935"/>
                  </a:cubicBezTo>
                  <a:cubicBezTo>
                    <a:pt x="1" y="1435"/>
                    <a:pt x="401" y="1836"/>
                    <a:pt x="901" y="1836"/>
                  </a:cubicBezTo>
                  <a:cubicBezTo>
                    <a:pt x="1402" y="1836"/>
                    <a:pt x="1835" y="1435"/>
                    <a:pt x="1835" y="935"/>
                  </a:cubicBezTo>
                  <a:cubicBezTo>
                    <a:pt x="1835" y="435"/>
                    <a:pt x="1402" y="1"/>
                    <a:pt x="901" y="1"/>
                  </a:cubicBezTo>
                  <a:close/>
                </a:path>
              </a:pathLst>
            </a:custGeom>
            <a:solidFill>
              <a:srgbClr val="FEC00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43"/>
            <p:cNvSpPr/>
            <p:nvPr/>
          </p:nvSpPr>
          <p:spPr>
            <a:xfrm>
              <a:off x="3283975" y="1902625"/>
              <a:ext cx="45875" cy="45900"/>
            </a:xfrm>
            <a:custGeom>
              <a:avLst/>
              <a:gdLst/>
              <a:ahLst/>
              <a:cxnLst/>
              <a:rect l="l" t="t" r="r" b="b"/>
              <a:pathLst>
                <a:path w="1835" h="1836" extrusionOk="0">
                  <a:moveTo>
                    <a:pt x="934" y="1"/>
                  </a:moveTo>
                  <a:cubicBezTo>
                    <a:pt x="434" y="1"/>
                    <a:pt x="0" y="435"/>
                    <a:pt x="0" y="935"/>
                  </a:cubicBezTo>
                  <a:cubicBezTo>
                    <a:pt x="0" y="1435"/>
                    <a:pt x="434" y="1836"/>
                    <a:pt x="934" y="1836"/>
                  </a:cubicBezTo>
                  <a:cubicBezTo>
                    <a:pt x="1435" y="1836"/>
                    <a:pt x="1835" y="1435"/>
                    <a:pt x="1835" y="935"/>
                  </a:cubicBezTo>
                  <a:cubicBezTo>
                    <a:pt x="1835" y="435"/>
                    <a:pt x="1435" y="1"/>
                    <a:pt x="934" y="1"/>
                  </a:cubicBezTo>
                  <a:close/>
                </a:path>
              </a:pathLst>
            </a:custGeom>
            <a:solidFill>
              <a:srgbClr val="FEC00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43"/>
            <p:cNvSpPr/>
            <p:nvPr/>
          </p:nvSpPr>
          <p:spPr>
            <a:xfrm>
              <a:off x="3386550" y="1902625"/>
              <a:ext cx="45875" cy="45900"/>
            </a:xfrm>
            <a:custGeom>
              <a:avLst/>
              <a:gdLst/>
              <a:ahLst/>
              <a:cxnLst/>
              <a:rect l="l" t="t" r="r" b="b"/>
              <a:pathLst>
                <a:path w="1835" h="1836" extrusionOk="0">
                  <a:moveTo>
                    <a:pt x="901" y="1"/>
                  </a:moveTo>
                  <a:cubicBezTo>
                    <a:pt x="401" y="1"/>
                    <a:pt x="0" y="435"/>
                    <a:pt x="0" y="935"/>
                  </a:cubicBezTo>
                  <a:cubicBezTo>
                    <a:pt x="0" y="1435"/>
                    <a:pt x="401" y="1836"/>
                    <a:pt x="901" y="1836"/>
                  </a:cubicBezTo>
                  <a:cubicBezTo>
                    <a:pt x="1401" y="1836"/>
                    <a:pt x="1835" y="1435"/>
                    <a:pt x="1835" y="935"/>
                  </a:cubicBezTo>
                  <a:cubicBezTo>
                    <a:pt x="1835" y="435"/>
                    <a:pt x="1401" y="1"/>
                    <a:pt x="901" y="1"/>
                  </a:cubicBezTo>
                  <a:close/>
                </a:path>
              </a:pathLst>
            </a:custGeom>
            <a:solidFill>
              <a:srgbClr val="FEC00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3" name="Google Shape;763;p43"/>
          <p:cNvSpPr txBox="1">
            <a:spLocks noGrp="1"/>
          </p:cNvSpPr>
          <p:nvPr>
            <p:ph type="title"/>
          </p:nvPr>
        </p:nvSpPr>
        <p:spPr>
          <a:xfrm>
            <a:off x="3984550" y="2285564"/>
            <a:ext cx="4442700" cy="73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INTRODUCTION</a:t>
            </a:r>
            <a:endParaRPr/>
          </a:p>
        </p:txBody>
      </p:sp>
      <p:sp>
        <p:nvSpPr>
          <p:cNvPr id="764" name="Google Shape;764;p43"/>
          <p:cNvSpPr txBox="1">
            <a:spLocks noGrp="1"/>
          </p:cNvSpPr>
          <p:nvPr>
            <p:ph type="subTitle" idx="1"/>
          </p:nvPr>
        </p:nvSpPr>
        <p:spPr>
          <a:xfrm>
            <a:off x="4811050" y="2967450"/>
            <a:ext cx="2789700" cy="82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Insert a subtitle here in case you need it</a:t>
            </a:r>
            <a:endParaRPr/>
          </a:p>
        </p:txBody>
      </p:sp>
      <p:sp>
        <p:nvSpPr>
          <p:cNvPr id="765" name="Google Shape;765;p43"/>
          <p:cNvSpPr txBox="1">
            <a:spLocks noGrp="1"/>
          </p:cNvSpPr>
          <p:nvPr>
            <p:ph type="title" idx="2"/>
          </p:nvPr>
        </p:nvSpPr>
        <p:spPr>
          <a:xfrm>
            <a:off x="5384950" y="1051579"/>
            <a:ext cx="1641900" cy="1405200"/>
          </a:xfrm>
          <a:prstGeom prst="rect">
            <a:avLst/>
          </a:prstGeom>
        </p:spPr>
        <p:txBody>
          <a:bodyPr spcFirstLastPara="1" wrap="square" lIns="91425" tIns="0" rIns="91425" bIns="0" anchor="ctr" anchorCtr="0">
            <a:noAutofit/>
          </a:bodyPr>
          <a:lstStyle/>
          <a:p>
            <a:pPr marL="0" lvl="0" indent="0" algn="ctr" rtl="0">
              <a:spcBef>
                <a:spcPts val="0"/>
              </a:spcBef>
              <a:spcAft>
                <a:spcPts val="0"/>
              </a:spcAft>
              <a:buNone/>
            </a:pPr>
            <a:r>
              <a:rPr lang="en"/>
              <a:t>01</a:t>
            </a:r>
            <a:endParaRPr/>
          </a:p>
        </p:txBody>
      </p:sp>
      <p:grpSp>
        <p:nvGrpSpPr>
          <p:cNvPr id="766" name="Google Shape;766;p43"/>
          <p:cNvGrpSpPr/>
          <p:nvPr/>
        </p:nvGrpSpPr>
        <p:grpSpPr>
          <a:xfrm>
            <a:off x="720001" y="1787784"/>
            <a:ext cx="1251034" cy="2925959"/>
            <a:chOff x="1317750" y="2216450"/>
            <a:chExt cx="1101650" cy="2576575"/>
          </a:xfrm>
        </p:grpSpPr>
        <p:sp>
          <p:nvSpPr>
            <p:cNvPr id="767" name="Google Shape;767;p43"/>
            <p:cNvSpPr/>
            <p:nvPr/>
          </p:nvSpPr>
          <p:spPr>
            <a:xfrm>
              <a:off x="1952375" y="4602900"/>
              <a:ext cx="349425" cy="155150"/>
            </a:xfrm>
            <a:custGeom>
              <a:avLst/>
              <a:gdLst/>
              <a:ahLst/>
              <a:cxnLst/>
              <a:rect l="l" t="t" r="r" b="b"/>
              <a:pathLst>
                <a:path w="13977" h="6206" extrusionOk="0">
                  <a:moveTo>
                    <a:pt x="4504" y="1"/>
                  </a:moveTo>
                  <a:lnTo>
                    <a:pt x="1468" y="701"/>
                  </a:lnTo>
                  <a:cubicBezTo>
                    <a:pt x="0" y="4804"/>
                    <a:pt x="1902" y="6038"/>
                    <a:pt x="1902" y="6038"/>
                  </a:cubicBezTo>
                  <a:lnTo>
                    <a:pt x="13643" y="6205"/>
                  </a:lnTo>
                  <a:cubicBezTo>
                    <a:pt x="13643" y="6205"/>
                    <a:pt x="13977" y="5038"/>
                    <a:pt x="13443" y="4370"/>
                  </a:cubicBezTo>
                  <a:cubicBezTo>
                    <a:pt x="12943" y="3703"/>
                    <a:pt x="10141" y="3470"/>
                    <a:pt x="10141" y="3470"/>
                  </a:cubicBezTo>
                  <a:lnTo>
                    <a:pt x="45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3"/>
            <p:cNvSpPr/>
            <p:nvPr/>
          </p:nvSpPr>
          <p:spPr>
            <a:xfrm>
              <a:off x="1562100" y="4611250"/>
              <a:ext cx="189325" cy="181775"/>
            </a:xfrm>
            <a:custGeom>
              <a:avLst/>
              <a:gdLst/>
              <a:ahLst/>
              <a:cxnLst/>
              <a:rect l="l" t="t" r="r" b="b"/>
              <a:pathLst>
                <a:path w="7573" h="7271" extrusionOk="0">
                  <a:moveTo>
                    <a:pt x="667" y="0"/>
                  </a:moveTo>
                  <a:cubicBezTo>
                    <a:pt x="667" y="0"/>
                    <a:pt x="0" y="5704"/>
                    <a:pt x="100" y="6572"/>
                  </a:cubicBezTo>
                  <a:cubicBezTo>
                    <a:pt x="181" y="7116"/>
                    <a:pt x="932" y="7271"/>
                    <a:pt x="1964" y="7271"/>
                  </a:cubicBezTo>
                  <a:cubicBezTo>
                    <a:pt x="2638" y="7271"/>
                    <a:pt x="3432" y="7205"/>
                    <a:pt x="4237" y="7139"/>
                  </a:cubicBezTo>
                  <a:cubicBezTo>
                    <a:pt x="6271" y="6972"/>
                    <a:pt x="7572" y="7139"/>
                    <a:pt x="6872" y="6005"/>
                  </a:cubicBezTo>
                  <a:cubicBezTo>
                    <a:pt x="6205" y="4870"/>
                    <a:pt x="3903" y="200"/>
                    <a:pt x="3903" y="200"/>
                  </a:cubicBezTo>
                  <a:lnTo>
                    <a:pt x="6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3"/>
            <p:cNvSpPr/>
            <p:nvPr/>
          </p:nvSpPr>
          <p:spPr>
            <a:xfrm>
              <a:off x="1546250" y="3246100"/>
              <a:ext cx="555425" cy="1395875"/>
            </a:xfrm>
            <a:custGeom>
              <a:avLst/>
              <a:gdLst/>
              <a:ahLst/>
              <a:cxnLst/>
              <a:rect l="l" t="t" r="r" b="b"/>
              <a:pathLst>
                <a:path w="22217" h="55835" extrusionOk="0">
                  <a:moveTo>
                    <a:pt x="4003" y="0"/>
                  </a:moveTo>
                  <a:cubicBezTo>
                    <a:pt x="4003" y="0"/>
                    <a:pt x="1301" y="7573"/>
                    <a:pt x="1301" y="9274"/>
                  </a:cubicBezTo>
                  <a:cubicBezTo>
                    <a:pt x="1301" y="12009"/>
                    <a:pt x="1168" y="46200"/>
                    <a:pt x="1034" y="47534"/>
                  </a:cubicBezTo>
                  <a:cubicBezTo>
                    <a:pt x="868" y="48869"/>
                    <a:pt x="501" y="49102"/>
                    <a:pt x="501" y="49769"/>
                  </a:cubicBezTo>
                  <a:cubicBezTo>
                    <a:pt x="501" y="50437"/>
                    <a:pt x="868" y="51771"/>
                    <a:pt x="734" y="52271"/>
                  </a:cubicBezTo>
                  <a:cubicBezTo>
                    <a:pt x="634" y="52805"/>
                    <a:pt x="0" y="54473"/>
                    <a:pt x="467" y="54940"/>
                  </a:cubicBezTo>
                  <a:cubicBezTo>
                    <a:pt x="852" y="55295"/>
                    <a:pt x="2131" y="55834"/>
                    <a:pt x="3277" y="55834"/>
                  </a:cubicBezTo>
                  <a:cubicBezTo>
                    <a:pt x="3422" y="55834"/>
                    <a:pt x="3564" y="55826"/>
                    <a:pt x="3703" y="55807"/>
                  </a:cubicBezTo>
                  <a:cubicBezTo>
                    <a:pt x="4971" y="55674"/>
                    <a:pt x="5538" y="54773"/>
                    <a:pt x="5738" y="54273"/>
                  </a:cubicBezTo>
                  <a:cubicBezTo>
                    <a:pt x="5971" y="53772"/>
                    <a:pt x="5538" y="53139"/>
                    <a:pt x="5738" y="52638"/>
                  </a:cubicBezTo>
                  <a:cubicBezTo>
                    <a:pt x="5971" y="52104"/>
                    <a:pt x="6572" y="51671"/>
                    <a:pt x="6372" y="51004"/>
                  </a:cubicBezTo>
                  <a:cubicBezTo>
                    <a:pt x="6171" y="50370"/>
                    <a:pt x="6038" y="48669"/>
                    <a:pt x="6538" y="43865"/>
                  </a:cubicBezTo>
                  <a:cubicBezTo>
                    <a:pt x="6972" y="39862"/>
                    <a:pt x="7406" y="34192"/>
                    <a:pt x="7873" y="32157"/>
                  </a:cubicBezTo>
                  <a:cubicBezTo>
                    <a:pt x="8306" y="30122"/>
                    <a:pt x="10575" y="14010"/>
                    <a:pt x="10575" y="14010"/>
                  </a:cubicBezTo>
                  <a:cubicBezTo>
                    <a:pt x="10575" y="14010"/>
                    <a:pt x="12576" y="25819"/>
                    <a:pt x="12810" y="27854"/>
                  </a:cubicBezTo>
                  <a:cubicBezTo>
                    <a:pt x="13010" y="29922"/>
                    <a:pt x="13010" y="33825"/>
                    <a:pt x="13477" y="36427"/>
                  </a:cubicBezTo>
                  <a:cubicBezTo>
                    <a:pt x="13910" y="38962"/>
                    <a:pt x="15912" y="46434"/>
                    <a:pt x="16145" y="47368"/>
                  </a:cubicBezTo>
                  <a:cubicBezTo>
                    <a:pt x="16345" y="48335"/>
                    <a:pt x="15845" y="50103"/>
                    <a:pt x="16145" y="50837"/>
                  </a:cubicBezTo>
                  <a:cubicBezTo>
                    <a:pt x="16412" y="51537"/>
                    <a:pt x="17046" y="52471"/>
                    <a:pt x="16879" y="52972"/>
                  </a:cubicBezTo>
                  <a:cubicBezTo>
                    <a:pt x="16746" y="53472"/>
                    <a:pt x="16846" y="54873"/>
                    <a:pt x="17246" y="55173"/>
                  </a:cubicBezTo>
                  <a:cubicBezTo>
                    <a:pt x="17463" y="55323"/>
                    <a:pt x="18022" y="55398"/>
                    <a:pt x="18660" y="55398"/>
                  </a:cubicBezTo>
                  <a:cubicBezTo>
                    <a:pt x="19297" y="55398"/>
                    <a:pt x="20015" y="55323"/>
                    <a:pt x="20548" y="55173"/>
                  </a:cubicBezTo>
                  <a:cubicBezTo>
                    <a:pt x="21683" y="54873"/>
                    <a:pt x="22049" y="54039"/>
                    <a:pt x="22150" y="53539"/>
                  </a:cubicBezTo>
                  <a:cubicBezTo>
                    <a:pt x="22216" y="53038"/>
                    <a:pt x="21482" y="52405"/>
                    <a:pt x="21582" y="51938"/>
                  </a:cubicBezTo>
                  <a:cubicBezTo>
                    <a:pt x="21683" y="51504"/>
                    <a:pt x="22150" y="50970"/>
                    <a:pt x="22150" y="50403"/>
                  </a:cubicBezTo>
                  <a:cubicBezTo>
                    <a:pt x="22150" y="49769"/>
                    <a:pt x="21349" y="49569"/>
                    <a:pt x="21216" y="48302"/>
                  </a:cubicBezTo>
                  <a:cubicBezTo>
                    <a:pt x="21082" y="47067"/>
                    <a:pt x="20315" y="30289"/>
                    <a:pt x="20248" y="28154"/>
                  </a:cubicBezTo>
                  <a:cubicBezTo>
                    <a:pt x="20215" y="25986"/>
                    <a:pt x="19681" y="7372"/>
                    <a:pt x="19481" y="6105"/>
                  </a:cubicBezTo>
                  <a:cubicBezTo>
                    <a:pt x="19214" y="4871"/>
                    <a:pt x="18347" y="201"/>
                    <a:pt x="18347" y="201"/>
                  </a:cubicBezTo>
                  <a:lnTo>
                    <a:pt x="40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3"/>
            <p:cNvSpPr/>
            <p:nvPr/>
          </p:nvSpPr>
          <p:spPr>
            <a:xfrm>
              <a:off x="1977400" y="4461975"/>
              <a:ext cx="108425" cy="38375"/>
            </a:xfrm>
            <a:custGeom>
              <a:avLst/>
              <a:gdLst/>
              <a:ahLst/>
              <a:cxnLst/>
              <a:rect l="l" t="t" r="r" b="b"/>
              <a:pathLst>
                <a:path w="4337" h="1535" fill="none" extrusionOk="0">
                  <a:moveTo>
                    <a:pt x="0" y="0"/>
                  </a:moveTo>
                  <a:cubicBezTo>
                    <a:pt x="0" y="0"/>
                    <a:pt x="867" y="1468"/>
                    <a:pt x="4336" y="1535"/>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3"/>
            <p:cNvSpPr/>
            <p:nvPr/>
          </p:nvSpPr>
          <p:spPr>
            <a:xfrm>
              <a:off x="1984900" y="4539525"/>
              <a:ext cx="91750" cy="27550"/>
            </a:xfrm>
            <a:custGeom>
              <a:avLst/>
              <a:gdLst/>
              <a:ahLst/>
              <a:cxnLst/>
              <a:rect l="l" t="t" r="r" b="b"/>
              <a:pathLst>
                <a:path w="3670" h="1102" fill="none" extrusionOk="0">
                  <a:moveTo>
                    <a:pt x="3670" y="1"/>
                  </a:moveTo>
                  <a:cubicBezTo>
                    <a:pt x="3670" y="1"/>
                    <a:pt x="1201" y="167"/>
                    <a:pt x="0" y="1101"/>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3"/>
            <p:cNvSpPr/>
            <p:nvPr/>
          </p:nvSpPr>
          <p:spPr>
            <a:xfrm>
              <a:off x="1578775" y="4481150"/>
              <a:ext cx="113425" cy="55900"/>
            </a:xfrm>
            <a:custGeom>
              <a:avLst/>
              <a:gdLst/>
              <a:ahLst/>
              <a:cxnLst/>
              <a:rect l="l" t="t" r="r" b="b"/>
              <a:pathLst>
                <a:path w="4537" h="2236" fill="none" extrusionOk="0">
                  <a:moveTo>
                    <a:pt x="4537" y="1668"/>
                  </a:moveTo>
                  <a:cubicBezTo>
                    <a:pt x="4537" y="1668"/>
                    <a:pt x="1768" y="2235"/>
                    <a:pt x="0" y="0"/>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3"/>
            <p:cNvSpPr/>
            <p:nvPr/>
          </p:nvSpPr>
          <p:spPr>
            <a:xfrm>
              <a:off x="1578775" y="4540350"/>
              <a:ext cx="89250" cy="45900"/>
            </a:xfrm>
            <a:custGeom>
              <a:avLst/>
              <a:gdLst/>
              <a:ahLst/>
              <a:cxnLst/>
              <a:rect l="l" t="t" r="r" b="b"/>
              <a:pathLst>
                <a:path w="3570" h="1836" fill="none" extrusionOk="0">
                  <a:moveTo>
                    <a:pt x="3570" y="1735"/>
                  </a:moveTo>
                  <a:cubicBezTo>
                    <a:pt x="3570" y="1735"/>
                    <a:pt x="1501" y="1836"/>
                    <a:pt x="0" y="1"/>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3"/>
            <p:cNvSpPr/>
            <p:nvPr/>
          </p:nvSpPr>
          <p:spPr>
            <a:xfrm>
              <a:off x="1812275" y="3438725"/>
              <a:ext cx="150950" cy="155150"/>
            </a:xfrm>
            <a:custGeom>
              <a:avLst/>
              <a:gdLst/>
              <a:ahLst/>
              <a:cxnLst/>
              <a:rect l="l" t="t" r="r" b="b"/>
              <a:pathLst>
                <a:path w="6038" h="6206" fill="none" extrusionOk="0">
                  <a:moveTo>
                    <a:pt x="0" y="6205"/>
                  </a:moveTo>
                  <a:lnTo>
                    <a:pt x="0" y="3837"/>
                  </a:lnTo>
                  <a:cubicBezTo>
                    <a:pt x="0" y="3837"/>
                    <a:pt x="4604" y="1769"/>
                    <a:pt x="6038" y="1"/>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3"/>
            <p:cNvSpPr/>
            <p:nvPr/>
          </p:nvSpPr>
          <p:spPr>
            <a:xfrm>
              <a:off x="1865650" y="3251100"/>
              <a:ext cx="15850" cy="256875"/>
            </a:xfrm>
            <a:custGeom>
              <a:avLst/>
              <a:gdLst/>
              <a:ahLst/>
              <a:cxnLst/>
              <a:rect l="l" t="t" r="r" b="b"/>
              <a:pathLst>
                <a:path w="634" h="10275" fill="none" extrusionOk="0">
                  <a:moveTo>
                    <a:pt x="0" y="1"/>
                  </a:moveTo>
                  <a:cubicBezTo>
                    <a:pt x="0" y="1"/>
                    <a:pt x="634" y="5605"/>
                    <a:pt x="0" y="10275"/>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3"/>
            <p:cNvSpPr/>
            <p:nvPr/>
          </p:nvSpPr>
          <p:spPr>
            <a:xfrm>
              <a:off x="1823950" y="3251100"/>
              <a:ext cx="46725" cy="211000"/>
            </a:xfrm>
            <a:custGeom>
              <a:avLst/>
              <a:gdLst/>
              <a:ahLst/>
              <a:cxnLst/>
              <a:rect l="l" t="t" r="r" b="b"/>
              <a:pathLst>
                <a:path w="1869" h="8440" fill="none" extrusionOk="0">
                  <a:moveTo>
                    <a:pt x="100" y="1"/>
                  </a:moveTo>
                  <a:cubicBezTo>
                    <a:pt x="100" y="1"/>
                    <a:pt x="0" y="6505"/>
                    <a:pt x="100" y="7039"/>
                  </a:cubicBezTo>
                  <a:cubicBezTo>
                    <a:pt x="200" y="7539"/>
                    <a:pt x="1868" y="8440"/>
                    <a:pt x="1868" y="8440"/>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3"/>
            <p:cNvSpPr/>
            <p:nvPr/>
          </p:nvSpPr>
          <p:spPr>
            <a:xfrm>
              <a:off x="1559600" y="3245275"/>
              <a:ext cx="108425" cy="1236725"/>
            </a:xfrm>
            <a:custGeom>
              <a:avLst/>
              <a:gdLst/>
              <a:ahLst/>
              <a:cxnLst/>
              <a:rect l="l" t="t" r="r" b="b"/>
              <a:pathLst>
                <a:path w="4337" h="49469" fill="none" extrusionOk="0">
                  <a:moveTo>
                    <a:pt x="4337" y="0"/>
                  </a:moveTo>
                  <a:cubicBezTo>
                    <a:pt x="4337" y="0"/>
                    <a:pt x="1868" y="6605"/>
                    <a:pt x="1635" y="9474"/>
                  </a:cubicBezTo>
                  <a:cubicBezTo>
                    <a:pt x="1368" y="12342"/>
                    <a:pt x="1268" y="40496"/>
                    <a:pt x="1268" y="42497"/>
                  </a:cubicBezTo>
                  <a:cubicBezTo>
                    <a:pt x="1268" y="44499"/>
                    <a:pt x="0" y="49469"/>
                    <a:pt x="0" y="49469"/>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3"/>
            <p:cNvSpPr/>
            <p:nvPr/>
          </p:nvSpPr>
          <p:spPr>
            <a:xfrm>
              <a:off x="1613800" y="3245275"/>
              <a:ext cx="104250" cy="166800"/>
            </a:xfrm>
            <a:custGeom>
              <a:avLst/>
              <a:gdLst/>
              <a:ahLst/>
              <a:cxnLst/>
              <a:rect l="l" t="t" r="r" b="b"/>
              <a:pathLst>
                <a:path w="4170" h="6672" fill="none" extrusionOk="0">
                  <a:moveTo>
                    <a:pt x="4170" y="0"/>
                  </a:moveTo>
                  <a:cubicBezTo>
                    <a:pt x="4170" y="0"/>
                    <a:pt x="3603" y="5471"/>
                    <a:pt x="3136" y="5904"/>
                  </a:cubicBezTo>
                  <a:cubicBezTo>
                    <a:pt x="2669" y="6338"/>
                    <a:pt x="0" y="6672"/>
                    <a:pt x="0" y="6672"/>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3"/>
            <p:cNvSpPr/>
            <p:nvPr/>
          </p:nvSpPr>
          <p:spPr>
            <a:xfrm>
              <a:off x="1963200" y="3251100"/>
              <a:ext cx="68425" cy="160975"/>
            </a:xfrm>
            <a:custGeom>
              <a:avLst/>
              <a:gdLst/>
              <a:ahLst/>
              <a:cxnLst/>
              <a:rect l="l" t="t" r="r" b="b"/>
              <a:pathLst>
                <a:path w="2737" h="6439" fill="none" extrusionOk="0">
                  <a:moveTo>
                    <a:pt x="1" y="1"/>
                  </a:moveTo>
                  <a:cubicBezTo>
                    <a:pt x="1" y="1"/>
                    <a:pt x="201" y="4671"/>
                    <a:pt x="568" y="5104"/>
                  </a:cubicBezTo>
                  <a:cubicBezTo>
                    <a:pt x="968" y="5605"/>
                    <a:pt x="2736" y="6439"/>
                    <a:pt x="2736" y="6439"/>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3"/>
            <p:cNvSpPr/>
            <p:nvPr/>
          </p:nvSpPr>
          <p:spPr>
            <a:xfrm>
              <a:off x="1847300" y="3517950"/>
              <a:ext cx="155125" cy="1110825"/>
            </a:xfrm>
            <a:custGeom>
              <a:avLst/>
              <a:gdLst/>
              <a:ahLst/>
              <a:cxnLst/>
              <a:rect l="l" t="t" r="r" b="b"/>
              <a:pathLst>
                <a:path w="6205" h="44433" fill="none" extrusionOk="0">
                  <a:moveTo>
                    <a:pt x="0" y="1"/>
                  </a:moveTo>
                  <a:cubicBezTo>
                    <a:pt x="0" y="1"/>
                    <a:pt x="2302" y="15345"/>
                    <a:pt x="2369" y="16946"/>
                  </a:cubicBezTo>
                  <a:cubicBezTo>
                    <a:pt x="2469" y="18581"/>
                    <a:pt x="2302" y="22250"/>
                    <a:pt x="2836" y="25586"/>
                  </a:cubicBezTo>
                  <a:cubicBezTo>
                    <a:pt x="3336" y="28922"/>
                    <a:pt x="5638" y="37761"/>
                    <a:pt x="5171" y="38528"/>
                  </a:cubicBezTo>
                  <a:cubicBezTo>
                    <a:pt x="4737" y="39296"/>
                    <a:pt x="5538" y="39629"/>
                    <a:pt x="5871" y="40230"/>
                  </a:cubicBezTo>
                  <a:cubicBezTo>
                    <a:pt x="6205" y="40797"/>
                    <a:pt x="6171" y="41931"/>
                    <a:pt x="5971" y="42598"/>
                  </a:cubicBezTo>
                  <a:cubicBezTo>
                    <a:pt x="5738" y="43265"/>
                    <a:pt x="6138" y="44433"/>
                    <a:pt x="6138" y="44433"/>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3"/>
            <p:cNvSpPr/>
            <p:nvPr/>
          </p:nvSpPr>
          <p:spPr>
            <a:xfrm>
              <a:off x="1613800" y="3214400"/>
              <a:ext cx="416975" cy="223525"/>
            </a:xfrm>
            <a:custGeom>
              <a:avLst/>
              <a:gdLst/>
              <a:ahLst/>
              <a:cxnLst/>
              <a:rect l="l" t="t" r="r" b="b"/>
              <a:pathLst>
                <a:path w="16679" h="8941" extrusionOk="0">
                  <a:moveTo>
                    <a:pt x="15978" y="1"/>
                  </a:moveTo>
                  <a:lnTo>
                    <a:pt x="1301" y="268"/>
                  </a:lnTo>
                  <a:lnTo>
                    <a:pt x="0" y="4070"/>
                  </a:lnTo>
                  <a:lnTo>
                    <a:pt x="5704" y="8941"/>
                  </a:lnTo>
                  <a:lnTo>
                    <a:pt x="10441" y="3937"/>
                  </a:lnTo>
                  <a:lnTo>
                    <a:pt x="15278" y="8574"/>
                  </a:lnTo>
                  <a:cubicBezTo>
                    <a:pt x="15845" y="7006"/>
                    <a:pt x="16679" y="2369"/>
                    <a:pt x="16679" y="2369"/>
                  </a:cubicBezTo>
                  <a:lnTo>
                    <a:pt x="15978" y="1"/>
                  </a:lnTo>
                  <a:close/>
                </a:path>
              </a:pathLst>
            </a:custGeom>
            <a:solidFill>
              <a:srgbClr val="C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3"/>
            <p:cNvSpPr/>
            <p:nvPr/>
          </p:nvSpPr>
          <p:spPr>
            <a:xfrm>
              <a:off x="1333600" y="3381200"/>
              <a:ext cx="490375" cy="337750"/>
            </a:xfrm>
            <a:custGeom>
              <a:avLst/>
              <a:gdLst/>
              <a:ahLst/>
              <a:cxnLst/>
              <a:rect l="l" t="t" r="r" b="b"/>
              <a:pathLst>
                <a:path w="19615" h="13510" extrusionOk="0">
                  <a:moveTo>
                    <a:pt x="768" y="0"/>
                  </a:moveTo>
                  <a:cubicBezTo>
                    <a:pt x="367" y="0"/>
                    <a:pt x="0" y="334"/>
                    <a:pt x="0" y="768"/>
                  </a:cubicBezTo>
                  <a:lnTo>
                    <a:pt x="0" y="12709"/>
                  </a:lnTo>
                  <a:cubicBezTo>
                    <a:pt x="0" y="13143"/>
                    <a:pt x="334" y="13510"/>
                    <a:pt x="768" y="13510"/>
                  </a:cubicBezTo>
                  <a:lnTo>
                    <a:pt x="18847" y="13510"/>
                  </a:lnTo>
                  <a:cubicBezTo>
                    <a:pt x="19247" y="13510"/>
                    <a:pt x="19614" y="13176"/>
                    <a:pt x="19614" y="12709"/>
                  </a:cubicBezTo>
                  <a:lnTo>
                    <a:pt x="19614" y="768"/>
                  </a:lnTo>
                  <a:cubicBezTo>
                    <a:pt x="19614" y="367"/>
                    <a:pt x="19314" y="0"/>
                    <a:pt x="18847" y="0"/>
                  </a:cubicBezTo>
                  <a:close/>
                </a:path>
              </a:pathLst>
            </a:custGeom>
            <a:solidFill>
              <a:srgbClr val="0F3C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3"/>
            <p:cNvSpPr/>
            <p:nvPr/>
          </p:nvSpPr>
          <p:spPr>
            <a:xfrm>
              <a:off x="1333600" y="3461250"/>
              <a:ext cx="489525" cy="257700"/>
            </a:xfrm>
            <a:custGeom>
              <a:avLst/>
              <a:gdLst/>
              <a:ahLst/>
              <a:cxnLst/>
              <a:rect l="l" t="t" r="r" b="b"/>
              <a:pathLst>
                <a:path w="19581" h="10308" extrusionOk="0">
                  <a:moveTo>
                    <a:pt x="0" y="1"/>
                  </a:moveTo>
                  <a:lnTo>
                    <a:pt x="0" y="9507"/>
                  </a:lnTo>
                  <a:cubicBezTo>
                    <a:pt x="0" y="9974"/>
                    <a:pt x="367" y="10308"/>
                    <a:pt x="768" y="10308"/>
                  </a:cubicBezTo>
                  <a:lnTo>
                    <a:pt x="18814" y="10308"/>
                  </a:lnTo>
                  <a:cubicBezTo>
                    <a:pt x="19247" y="10308"/>
                    <a:pt x="19581" y="9941"/>
                    <a:pt x="19581" y="9507"/>
                  </a:cubicBezTo>
                  <a:lnTo>
                    <a:pt x="19581" y="2336"/>
                  </a:lnTo>
                  <a:cubicBezTo>
                    <a:pt x="17246" y="2836"/>
                    <a:pt x="15178" y="4671"/>
                    <a:pt x="12876" y="5671"/>
                  </a:cubicBezTo>
                  <a:cubicBezTo>
                    <a:pt x="12177" y="5983"/>
                    <a:pt x="11501" y="6118"/>
                    <a:pt x="10843" y="6118"/>
                  </a:cubicBezTo>
                  <a:cubicBezTo>
                    <a:pt x="7202" y="6118"/>
                    <a:pt x="4142" y="1960"/>
                    <a:pt x="1034" y="434"/>
                  </a:cubicBezTo>
                  <a:cubicBezTo>
                    <a:pt x="768" y="301"/>
                    <a:pt x="401" y="134"/>
                    <a:pt x="0" y="1"/>
                  </a:cubicBezTo>
                  <a:close/>
                </a:path>
              </a:pathLst>
            </a:custGeom>
            <a:solidFill>
              <a:srgbClr val="0A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3"/>
            <p:cNvSpPr/>
            <p:nvPr/>
          </p:nvSpPr>
          <p:spPr>
            <a:xfrm>
              <a:off x="1547925" y="3519625"/>
              <a:ext cx="60900" cy="60075"/>
            </a:xfrm>
            <a:custGeom>
              <a:avLst/>
              <a:gdLst/>
              <a:ahLst/>
              <a:cxnLst/>
              <a:rect l="l" t="t" r="r" b="b"/>
              <a:pathLst>
                <a:path w="2436" h="2403" extrusionOk="0">
                  <a:moveTo>
                    <a:pt x="1234" y="1"/>
                  </a:moveTo>
                  <a:cubicBezTo>
                    <a:pt x="567" y="1"/>
                    <a:pt x="0" y="534"/>
                    <a:pt x="0" y="1201"/>
                  </a:cubicBezTo>
                  <a:cubicBezTo>
                    <a:pt x="0" y="1869"/>
                    <a:pt x="567" y="2402"/>
                    <a:pt x="1234" y="2402"/>
                  </a:cubicBezTo>
                  <a:cubicBezTo>
                    <a:pt x="1901" y="2402"/>
                    <a:pt x="2435" y="1869"/>
                    <a:pt x="2435" y="1201"/>
                  </a:cubicBezTo>
                  <a:cubicBezTo>
                    <a:pt x="2435" y="534"/>
                    <a:pt x="1901" y="1"/>
                    <a:pt x="1234" y="1"/>
                  </a:cubicBezTo>
                  <a:close/>
                </a:path>
              </a:pathLst>
            </a:custGeom>
            <a:solidFill>
              <a:srgbClr val="C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3"/>
            <p:cNvSpPr/>
            <p:nvPr/>
          </p:nvSpPr>
          <p:spPr>
            <a:xfrm>
              <a:off x="1317750" y="3189425"/>
              <a:ext cx="1079975" cy="653900"/>
            </a:xfrm>
            <a:custGeom>
              <a:avLst/>
              <a:gdLst/>
              <a:ahLst/>
              <a:cxnLst/>
              <a:rect l="l" t="t" r="r" b="b"/>
              <a:pathLst>
                <a:path w="43199" h="26156" extrusionOk="0">
                  <a:moveTo>
                    <a:pt x="31137" y="0"/>
                  </a:moveTo>
                  <a:cubicBezTo>
                    <a:pt x="30984" y="0"/>
                    <a:pt x="30834" y="147"/>
                    <a:pt x="30856" y="366"/>
                  </a:cubicBezTo>
                  <a:lnTo>
                    <a:pt x="31056" y="5003"/>
                  </a:lnTo>
                  <a:cubicBezTo>
                    <a:pt x="31056" y="5170"/>
                    <a:pt x="30956" y="5336"/>
                    <a:pt x="30722" y="5336"/>
                  </a:cubicBezTo>
                  <a:lnTo>
                    <a:pt x="334" y="5803"/>
                  </a:lnTo>
                  <a:cubicBezTo>
                    <a:pt x="167" y="5803"/>
                    <a:pt x="1" y="5937"/>
                    <a:pt x="1" y="6137"/>
                  </a:cubicBezTo>
                  <a:lnTo>
                    <a:pt x="634" y="21048"/>
                  </a:lnTo>
                  <a:cubicBezTo>
                    <a:pt x="634" y="21214"/>
                    <a:pt x="801" y="21381"/>
                    <a:pt x="968" y="21381"/>
                  </a:cubicBezTo>
                  <a:lnTo>
                    <a:pt x="31323" y="20881"/>
                  </a:lnTo>
                  <a:cubicBezTo>
                    <a:pt x="31490" y="20881"/>
                    <a:pt x="31656" y="21014"/>
                    <a:pt x="31656" y="21214"/>
                  </a:cubicBezTo>
                  <a:lnTo>
                    <a:pt x="31857" y="25851"/>
                  </a:lnTo>
                  <a:cubicBezTo>
                    <a:pt x="31857" y="26045"/>
                    <a:pt x="32037" y="26155"/>
                    <a:pt x="32210" y="26155"/>
                  </a:cubicBezTo>
                  <a:cubicBezTo>
                    <a:pt x="32305" y="26155"/>
                    <a:pt x="32398" y="26122"/>
                    <a:pt x="32457" y="26051"/>
                  </a:cubicBezTo>
                  <a:lnTo>
                    <a:pt x="43065" y="12842"/>
                  </a:lnTo>
                  <a:cubicBezTo>
                    <a:pt x="43198" y="12708"/>
                    <a:pt x="43165" y="12508"/>
                    <a:pt x="43065" y="12375"/>
                  </a:cubicBezTo>
                  <a:lnTo>
                    <a:pt x="31356" y="133"/>
                  </a:lnTo>
                  <a:cubicBezTo>
                    <a:pt x="31299" y="41"/>
                    <a:pt x="31218" y="0"/>
                    <a:pt x="311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3"/>
            <p:cNvSpPr/>
            <p:nvPr/>
          </p:nvSpPr>
          <p:spPr>
            <a:xfrm>
              <a:off x="1704700" y="2548100"/>
              <a:ext cx="103425" cy="161425"/>
            </a:xfrm>
            <a:custGeom>
              <a:avLst/>
              <a:gdLst/>
              <a:ahLst/>
              <a:cxnLst/>
              <a:rect l="l" t="t" r="r" b="b"/>
              <a:pathLst>
                <a:path w="4137" h="6457" extrusionOk="0">
                  <a:moveTo>
                    <a:pt x="0" y="0"/>
                  </a:moveTo>
                  <a:lnTo>
                    <a:pt x="0" y="0"/>
                  </a:lnTo>
                  <a:cubicBezTo>
                    <a:pt x="334" y="2302"/>
                    <a:pt x="0" y="5104"/>
                    <a:pt x="0" y="5104"/>
                  </a:cubicBezTo>
                  <a:cubicBezTo>
                    <a:pt x="923" y="6152"/>
                    <a:pt x="1798" y="6457"/>
                    <a:pt x="2504" y="6457"/>
                  </a:cubicBezTo>
                  <a:cubicBezTo>
                    <a:pt x="3483" y="6457"/>
                    <a:pt x="4137" y="5871"/>
                    <a:pt x="4137" y="5871"/>
                  </a:cubicBezTo>
                  <a:cubicBezTo>
                    <a:pt x="3736" y="4337"/>
                    <a:pt x="4137" y="2602"/>
                    <a:pt x="4137" y="2602"/>
                  </a:cubicBezTo>
                  <a:lnTo>
                    <a:pt x="0" y="0"/>
                  </a:lnTo>
                  <a:close/>
                </a:path>
              </a:pathLst>
            </a:custGeom>
            <a:solidFill>
              <a:srgbClr val="AA5E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3"/>
            <p:cNvSpPr/>
            <p:nvPr/>
          </p:nvSpPr>
          <p:spPr>
            <a:xfrm>
              <a:off x="1705525" y="2548100"/>
              <a:ext cx="102600" cy="106100"/>
            </a:xfrm>
            <a:custGeom>
              <a:avLst/>
              <a:gdLst/>
              <a:ahLst/>
              <a:cxnLst/>
              <a:rect l="l" t="t" r="r" b="b"/>
              <a:pathLst>
                <a:path w="4104" h="4244" extrusionOk="0">
                  <a:moveTo>
                    <a:pt x="1" y="0"/>
                  </a:moveTo>
                  <a:lnTo>
                    <a:pt x="1" y="0"/>
                  </a:lnTo>
                  <a:cubicBezTo>
                    <a:pt x="101" y="634"/>
                    <a:pt x="134" y="1268"/>
                    <a:pt x="134" y="1868"/>
                  </a:cubicBezTo>
                  <a:cubicBezTo>
                    <a:pt x="835" y="2836"/>
                    <a:pt x="1969" y="4103"/>
                    <a:pt x="2803" y="4203"/>
                  </a:cubicBezTo>
                  <a:cubicBezTo>
                    <a:pt x="2913" y="4231"/>
                    <a:pt x="3023" y="4243"/>
                    <a:pt x="3132" y="4243"/>
                  </a:cubicBezTo>
                  <a:cubicBezTo>
                    <a:pt x="3418" y="4243"/>
                    <a:pt x="3695" y="4158"/>
                    <a:pt x="3937" y="4037"/>
                  </a:cubicBezTo>
                  <a:cubicBezTo>
                    <a:pt x="3970" y="3203"/>
                    <a:pt x="4104" y="2602"/>
                    <a:pt x="4104" y="2602"/>
                  </a:cubicBezTo>
                  <a:lnTo>
                    <a:pt x="1" y="0"/>
                  </a:lnTo>
                  <a:close/>
                </a:path>
              </a:pathLst>
            </a:custGeom>
            <a:solidFill>
              <a:srgbClr val="8937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3"/>
            <p:cNvSpPr/>
            <p:nvPr/>
          </p:nvSpPr>
          <p:spPr>
            <a:xfrm>
              <a:off x="1490375" y="3499625"/>
              <a:ext cx="126775" cy="246150"/>
            </a:xfrm>
            <a:custGeom>
              <a:avLst/>
              <a:gdLst/>
              <a:ahLst/>
              <a:cxnLst/>
              <a:rect l="l" t="t" r="r" b="b"/>
              <a:pathLst>
                <a:path w="5071" h="9846" extrusionOk="0">
                  <a:moveTo>
                    <a:pt x="0" y="0"/>
                  </a:moveTo>
                  <a:lnTo>
                    <a:pt x="0" y="4803"/>
                  </a:lnTo>
                  <a:cubicBezTo>
                    <a:pt x="67" y="5471"/>
                    <a:pt x="134" y="9340"/>
                    <a:pt x="267" y="9540"/>
                  </a:cubicBezTo>
                  <a:cubicBezTo>
                    <a:pt x="298" y="9586"/>
                    <a:pt x="336" y="9604"/>
                    <a:pt x="378" y="9604"/>
                  </a:cubicBezTo>
                  <a:cubicBezTo>
                    <a:pt x="517" y="9604"/>
                    <a:pt x="698" y="9407"/>
                    <a:pt x="801" y="9407"/>
                  </a:cubicBezTo>
                  <a:cubicBezTo>
                    <a:pt x="934" y="9407"/>
                    <a:pt x="1068" y="9640"/>
                    <a:pt x="1268" y="9740"/>
                  </a:cubicBezTo>
                  <a:cubicBezTo>
                    <a:pt x="1285" y="9746"/>
                    <a:pt x="1302" y="9748"/>
                    <a:pt x="1321" y="9748"/>
                  </a:cubicBezTo>
                  <a:cubicBezTo>
                    <a:pt x="1522" y="9748"/>
                    <a:pt x="1813" y="9440"/>
                    <a:pt x="1935" y="9440"/>
                  </a:cubicBezTo>
                  <a:cubicBezTo>
                    <a:pt x="2069" y="9440"/>
                    <a:pt x="2335" y="9807"/>
                    <a:pt x="2602" y="9840"/>
                  </a:cubicBezTo>
                  <a:cubicBezTo>
                    <a:pt x="2617" y="9844"/>
                    <a:pt x="2632" y="9846"/>
                    <a:pt x="2645" y="9846"/>
                  </a:cubicBezTo>
                  <a:cubicBezTo>
                    <a:pt x="2861" y="9846"/>
                    <a:pt x="2965" y="9428"/>
                    <a:pt x="3174" y="9428"/>
                  </a:cubicBezTo>
                  <a:cubicBezTo>
                    <a:pt x="3194" y="9428"/>
                    <a:pt x="3214" y="9432"/>
                    <a:pt x="3236" y="9440"/>
                  </a:cubicBezTo>
                  <a:cubicBezTo>
                    <a:pt x="3440" y="9498"/>
                    <a:pt x="3542" y="9759"/>
                    <a:pt x="3741" y="9759"/>
                  </a:cubicBezTo>
                  <a:cubicBezTo>
                    <a:pt x="3771" y="9759"/>
                    <a:pt x="3802" y="9753"/>
                    <a:pt x="3837" y="9740"/>
                  </a:cubicBezTo>
                  <a:cubicBezTo>
                    <a:pt x="4058" y="9602"/>
                    <a:pt x="4096" y="8242"/>
                    <a:pt x="4102" y="7787"/>
                  </a:cubicBezTo>
                  <a:lnTo>
                    <a:pt x="4102" y="7787"/>
                  </a:lnTo>
                  <a:cubicBezTo>
                    <a:pt x="4124" y="8088"/>
                    <a:pt x="4289" y="8347"/>
                    <a:pt x="4404" y="8606"/>
                  </a:cubicBezTo>
                  <a:cubicBezTo>
                    <a:pt x="4463" y="8741"/>
                    <a:pt x="4597" y="8822"/>
                    <a:pt x="4718" y="8822"/>
                  </a:cubicBezTo>
                  <a:cubicBezTo>
                    <a:pt x="4865" y="8822"/>
                    <a:pt x="4992" y="8700"/>
                    <a:pt x="4937" y="8406"/>
                  </a:cubicBezTo>
                  <a:cubicBezTo>
                    <a:pt x="4904" y="7839"/>
                    <a:pt x="5071" y="6638"/>
                    <a:pt x="4971" y="6505"/>
                  </a:cubicBezTo>
                  <a:cubicBezTo>
                    <a:pt x="4871" y="6338"/>
                    <a:pt x="4570" y="5170"/>
                    <a:pt x="4270" y="4837"/>
                  </a:cubicBezTo>
                  <a:cubicBezTo>
                    <a:pt x="3970" y="4503"/>
                    <a:pt x="2769" y="4737"/>
                    <a:pt x="2569" y="4370"/>
                  </a:cubicBezTo>
                  <a:cubicBezTo>
                    <a:pt x="2302" y="4003"/>
                    <a:pt x="3003" y="634"/>
                    <a:pt x="3003" y="634"/>
                  </a:cubicBezTo>
                  <a:lnTo>
                    <a:pt x="0" y="0"/>
                  </a:lnTo>
                  <a:close/>
                </a:path>
              </a:pathLst>
            </a:custGeom>
            <a:solidFill>
              <a:srgbClr val="AA5E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3"/>
            <p:cNvSpPr/>
            <p:nvPr/>
          </p:nvSpPr>
          <p:spPr>
            <a:xfrm>
              <a:off x="1476200" y="3511450"/>
              <a:ext cx="105100" cy="87800"/>
            </a:xfrm>
            <a:custGeom>
              <a:avLst/>
              <a:gdLst/>
              <a:ahLst/>
              <a:cxnLst/>
              <a:rect l="l" t="t" r="r" b="b"/>
              <a:pathLst>
                <a:path w="4204" h="3512" extrusionOk="0">
                  <a:moveTo>
                    <a:pt x="2383" y="0"/>
                  </a:moveTo>
                  <a:cubicBezTo>
                    <a:pt x="1425" y="0"/>
                    <a:pt x="301" y="94"/>
                    <a:pt x="301" y="94"/>
                  </a:cubicBezTo>
                  <a:cubicBezTo>
                    <a:pt x="301" y="94"/>
                    <a:pt x="0" y="2996"/>
                    <a:pt x="167" y="3330"/>
                  </a:cubicBezTo>
                  <a:cubicBezTo>
                    <a:pt x="231" y="3457"/>
                    <a:pt x="776" y="3512"/>
                    <a:pt x="1437" y="3512"/>
                  </a:cubicBezTo>
                  <a:cubicBezTo>
                    <a:pt x="2507" y="3512"/>
                    <a:pt x="3880" y="3369"/>
                    <a:pt x="4003" y="3163"/>
                  </a:cubicBezTo>
                  <a:cubicBezTo>
                    <a:pt x="4203" y="2796"/>
                    <a:pt x="3970" y="528"/>
                    <a:pt x="3703" y="194"/>
                  </a:cubicBezTo>
                  <a:cubicBezTo>
                    <a:pt x="3621" y="45"/>
                    <a:pt x="3042" y="0"/>
                    <a:pt x="2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3"/>
            <p:cNvSpPr/>
            <p:nvPr/>
          </p:nvSpPr>
          <p:spPr>
            <a:xfrm>
              <a:off x="2217550" y="2615650"/>
              <a:ext cx="201850" cy="206600"/>
            </a:xfrm>
            <a:custGeom>
              <a:avLst/>
              <a:gdLst/>
              <a:ahLst/>
              <a:cxnLst/>
              <a:rect l="l" t="t" r="r" b="b"/>
              <a:pathLst>
                <a:path w="8074" h="8264" extrusionOk="0">
                  <a:moveTo>
                    <a:pt x="5471" y="0"/>
                  </a:moveTo>
                  <a:cubicBezTo>
                    <a:pt x="4638" y="0"/>
                    <a:pt x="2403" y="3369"/>
                    <a:pt x="1869" y="4003"/>
                  </a:cubicBezTo>
                  <a:cubicBezTo>
                    <a:pt x="1754" y="4149"/>
                    <a:pt x="1694" y="4210"/>
                    <a:pt x="1668" y="4210"/>
                  </a:cubicBezTo>
                  <a:cubicBezTo>
                    <a:pt x="1580" y="4210"/>
                    <a:pt x="1879" y="3524"/>
                    <a:pt x="1802" y="3036"/>
                  </a:cubicBezTo>
                  <a:cubicBezTo>
                    <a:pt x="1702" y="2369"/>
                    <a:pt x="1669" y="2169"/>
                    <a:pt x="1202" y="1435"/>
                  </a:cubicBezTo>
                  <a:cubicBezTo>
                    <a:pt x="1060" y="1328"/>
                    <a:pt x="948" y="1278"/>
                    <a:pt x="865" y="1278"/>
                  </a:cubicBezTo>
                  <a:cubicBezTo>
                    <a:pt x="634" y="1278"/>
                    <a:pt x="612" y="1657"/>
                    <a:pt x="735" y="2269"/>
                  </a:cubicBezTo>
                  <a:cubicBezTo>
                    <a:pt x="568" y="4103"/>
                    <a:pt x="234" y="4137"/>
                    <a:pt x="134" y="5538"/>
                  </a:cubicBezTo>
                  <a:cubicBezTo>
                    <a:pt x="1" y="6839"/>
                    <a:pt x="568" y="7472"/>
                    <a:pt x="568" y="7472"/>
                  </a:cubicBezTo>
                  <a:cubicBezTo>
                    <a:pt x="886" y="7985"/>
                    <a:pt x="1232" y="8263"/>
                    <a:pt x="1680" y="8263"/>
                  </a:cubicBezTo>
                  <a:cubicBezTo>
                    <a:pt x="2079" y="8263"/>
                    <a:pt x="2558" y="8043"/>
                    <a:pt x="3170" y="7572"/>
                  </a:cubicBezTo>
                  <a:cubicBezTo>
                    <a:pt x="3670" y="7172"/>
                    <a:pt x="4471" y="6605"/>
                    <a:pt x="4804" y="6272"/>
                  </a:cubicBezTo>
                  <a:cubicBezTo>
                    <a:pt x="5371" y="5738"/>
                    <a:pt x="8007" y="4437"/>
                    <a:pt x="7840" y="4070"/>
                  </a:cubicBezTo>
                  <a:cubicBezTo>
                    <a:pt x="7821" y="4028"/>
                    <a:pt x="7771" y="4009"/>
                    <a:pt x="7699" y="4009"/>
                  </a:cubicBezTo>
                  <a:cubicBezTo>
                    <a:pt x="7201" y="4009"/>
                    <a:pt x="5617" y="4879"/>
                    <a:pt x="5342" y="4879"/>
                  </a:cubicBezTo>
                  <a:cubicBezTo>
                    <a:pt x="5309" y="4879"/>
                    <a:pt x="5295" y="4866"/>
                    <a:pt x="5305" y="4837"/>
                  </a:cubicBezTo>
                  <a:cubicBezTo>
                    <a:pt x="5371" y="4570"/>
                    <a:pt x="8073" y="1968"/>
                    <a:pt x="7740" y="1768"/>
                  </a:cubicBezTo>
                  <a:cubicBezTo>
                    <a:pt x="7710" y="1746"/>
                    <a:pt x="7673" y="1736"/>
                    <a:pt x="7629" y="1736"/>
                  </a:cubicBezTo>
                  <a:cubicBezTo>
                    <a:pt x="6973" y="1736"/>
                    <a:pt x="4835" y="4077"/>
                    <a:pt x="4613" y="4077"/>
                  </a:cubicBezTo>
                  <a:cubicBezTo>
                    <a:pt x="4583" y="4077"/>
                    <a:pt x="4589" y="4034"/>
                    <a:pt x="4638" y="3937"/>
                  </a:cubicBezTo>
                  <a:cubicBezTo>
                    <a:pt x="5038" y="3074"/>
                    <a:pt x="7286" y="137"/>
                    <a:pt x="6763" y="137"/>
                  </a:cubicBezTo>
                  <a:cubicBezTo>
                    <a:pt x="6719" y="137"/>
                    <a:pt x="6657" y="157"/>
                    <a:pt x="6572" y="201"/>
                  </a:cubicBezTo>
                  <a:cubicBezTo>
                    <a:pt x="5596" y="768"/>
                    <a:pt x="4054" y="3061"/>
                    <a:pt x="3998" y="3061"/>
                  </a:cubicBezTo>
                  <a:cubicBezTo>
                    <a:pt x="3994" y="3061"/>
                    <a:pt x="3996" y="3053"/>
                    <a:pt x="4004" y="3036"/>
                  </a:cubicBezTo>
                  <a:cubicBezTo>
                    <a:pt x="4337" y="2335"/>
                    <a:pt x="6005" y="0"/>
                    <a:pt x="5471" y="0"/>
                  </a:cubicBezTo>
                  <a:close/>
                </a:path>
              </a:pathLst>
            </a:custGeom>
            <a:solidFill>
              <a:srgbClr val="AA5E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3"/>
            <p:cNvSpPr/>
            <p:nvPr/>
          </p:nvSpPr>
          <p:spPr>
            <a:xfrm>
              <a:off x="2175875" y="2775950"/>
              <a:ext cx="115925" cy="110750"/>
            </a:xfrm>
            <a:custGeom>
              <a:avLst/>
              <a:gdLst/>
              <a:ahLst/>
              <a:cxnLst/>
              <a:rect l="l" t="t" r="r" b="b"/>
              <a:pathLst>
                <a:path w="4637" h="4430" extrusionOk="0">
                  <a:moveTo>
                    <a:pt x="1234" y="1"/>
                  </a:moveTo>
                  <a:cubicBezTo>
                    <a:pt x="1176" y="1"/>
                    <a:pt x="1131" y="9"/>
                    <a:pt x="1101" y="26"/>
                  </a:cubicBezTo>
                  <a:cubicBezTo>
                    <a:pt x="734" y="226"/>
                    <a:pt x="0" y="2395"/>
                    <a:pt x="0" y="2762"/>
                  </a:cubicBezTo>
                  <a:cubicBezTo>
                    <a:pt x="67" y="3195"/>
                    <a:pt x="3036" y="4430"/>
                    <a:pt x="3036" y="4430"/>
                  </a:cubicBezTo>
                  <a:cubicBezTo>
                    <a:pt x="3036" y="4430"/>
                    <a:pt x="4637" y="1994"/>
                    <a:pt x="4637" y="1594"/>
                  </a:cubicBezTo>
                  <a:cubicBezTo>
                    <a:pt x="4637" y="1255"/>
                    <a:pt x="1951" y="1"/>
                    <a:pt x="12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3"/>
            <p:cNvSpPr/>
            <p:nvPr/>
          </p:nvSpPr>
          <p:spPr>
            <a:xfrm>
              <a:off x="1441175" y="2675700"/>
              <a:ext cx="848950" cy="853975"/>
            </a:xfrm>
            <a:custGeom>
              <a:avLst/>
              <a:gdLst/>
              <a:ahLst/>
              <a:cxnLst/>
              <a:rect l="l" t="t" r="r" b="b"/>
              <a:pathLst>
                <a:path w="33958" h="34159" extrusionOk="0">
                  <a:moveTo>
                    <a:pt x="10708" y="0"/>
                  </a:moveTo>
                  <a:cubicBezTo>
                    <a:pt x="7539" y="867"/>
                    <a:pt x="4070" y="2669"/>
                    <a:pt x="3336" y="4003"/>
                  </a:cubicBezTo>
                  <a:cubicBezTo>
                    <a:pt x="2069" y="6205"/>
                    <a:pt x="834" y="13743"/>
                    <a:pt x="501" y="15845"/>
                  </a:cubicBezTo>
                  <a:cubicBezTo>
                    <a:pt x="34" y="17946"/>
                    <a:pt x="0" y="22917"/>
                    <a:pt x="367" y="25285"/>
                  </a:cubicBezTo>
                  <a:cubicBezTo>
                    <a:pt x="734" y="27687"/>
                    <a:pt x="501" y="31389"/>
                    <a:pt x="401" y="32190"/>
                  </a:cubicBezTo>
                  <a:cubicBezTo>
                    <a:pt x="267" y="32957"/>
                    <a:pt x="567" y="33958"/>
                    <a:pt x="1501" y="34091"/>
                  </a:cubicBezTo>
                  <a:cubicBezTo>
                    <a:pt x="1841" y="34142"/>
                    <a:pt x="2247" y="34159"/>
                    <a:pt x="2679" y="34159"/>
                  </a:cubicBezTo>
                  <a:cubicBezTo>
                    <a:pt x="3391" y="34159"/>
                    <a:pt x="4172" y="34112"/>
                    <a:pt x="4837" y="34091"/>
                  </a:cubicBezTo>
                  <a:cubicBezTo>
                    <a:pt x="5871" y="34058"/>
                    <a:pt x="6105" y="33858"/>
                    <a:pt x="6372" y="31923"/>
                  </a:cubicBezTo>
                  <a:cubicBezTo>
                    <a:pt x="6605" y="30022"/>
                    <a:pt x="6238" y="22416"/>
                    <a:pt x="6171" y="21582"/>
                  </a:cubicBezTo>
                  <a:cubicBezTo>
                    <a:pt x="6071" y="20748"/>
                    <a:pt x="6872" y="17713"/>
                    <a:pt x="6872" y="17713"/>
                  </a:cubicBezTo>
                  <a:cubicBezTo>
                    <a:pt x="6872" y="17713"/>
                    <a:pt x="7072" y="18380"/>
                    <a:pt x="7239" y="19281"/>
                  </a:cubicBezTo>
                  <a:cubicBezTo>
                    <a:pt x="7406" y="20215"/>
                    <a:pt x="7206" y="22550"/>
                    <a:pt x="7239" y="23217"/>
                  </a:cubicBezTo>
                  <a:cubicBezTo>
                    <a:pt x="7272" y="23884"/>
                    <a:pt x="8240" y="24217"/>
                    <a:pt x="10841" y="25885"/>
                  </a:cubicBezTo>
                  <a:lnTo>
                    <a:pt x="11208" y="26119"/>
                  </a:lnTo>
                  <a:cubicBezTo>
                    <a:pt x="14377" y="26085"/>
                    <a:pt x="20749" y="25952"/>
                    <a:pt x="23117" y="25919"/>
                  </a:cubicBezTo>
                  <a:cubicBezTo>
                    <a:pt x="23184" y="25885"/>
                    <a:pt x="23217" y="25885"/>
                    <a:pt x="23284" y="25852"/>
                  </a:cubicBezTo>
                  <a:cubicBezTo>
                    <a:pt x="24051" y="25418"/>
                    <a:pt x="24284" y="23917"/>
                    <a:pt x="24384" y="23183"/>
                  </a:cubicBezTo>
                  <a:cubicBezTo>
                    <a:pt x="24451" y="22416"/>
                    <a:pt x="23017" y="19748"/>
                    <a:pt x="23017" y="19748"/>
                  </a:cubicBezTo>
                  <a:lnTo>
                    <a:pt x="23017" y="19748"/>
                  </a:lnTo>
                  <a:cubicBezTo>
                    <a:pt x="23017" y="19748"/>
                    <a:pt x="24035" y="20034"/>
                    <a:pt x="24934" y="20034"/>
                  </a:cubicBezTo>
                  <a:cubicBezTo>
                    <a:pt x="25406" y="20034"/>
                    <a:pt x="25845" y="19955"/>
                    <a:pt x="26086" y="19714"/>
                  </a:cubicBezTo>
                  <a:cubicBezTo>
                    <a:pt x="30389" y="15678"/>
                    <a:pt x="30956" y="11608"/>
                    <a:pt x="32924" y="9407"/>
                  </a:cubicBezTo>
                  <a:cubicBezTo>
                    <a:pt x="33958" y="8273"/>
                    <a:pt x="33124" y="7372"/>
                    <a:pt x="32123" y="7039"/>
                  </a:cubicBezTo>
                  <a:cubicBezTo>
                    <a:pt x="31089" y="6672"/>
                    <a:pt x="30022" y="5838"/>
                    <a:pt x="29288" y="5771"/>
                  </a:cubicBezTo>
                  <a:cubicBezTo>
                    <a:pt x="29278" y="5770"/>
                    <a:pt x="29267" y="5770"/>
                    <a:pt x="29257" y="5770"/>
                  </a:cubicBezTo>
                  <a:cubicBezTo>
                    <a:pt x="28591" y="5770"/>
                    <a:pt x="28709" y="6850"/>
                    <a:pt x="27920" y="7606"/>
                  </a:cubicBezTo>
                  <a:cubicBezTo>
                    <a:pt x="26119" y="9407"/>
                    <a:pt x="24451" y="11041"/>
                    <a:pt x="24451" y="11041"/>
                  </a:cubicBezTo>
                  <a:cubicBezTo>
                    <a:pt x="23551" y="8373"/>
                    <a:pt x="21949" y="4537"/>
                    <a:pt x="20582" y="3002"/>
                  </a:cubicBezTo>
                  <a:cubicBezTo>
                    <a:pt x="19214" y="1434"/>
                    <a:pt x="14744" y="367"/>
                    <a:pt x="14744" y="367"/>
                  </a:cubicBezTo>
                  <a:lnTo>
                    <a:pt x="107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3"/>
            <p:cNvSpPr/>
            <p:nvPr/>
          </p:nvSpPr>
          <p:spPr>
            <a:xfrm>
              <a:off x="1616300" y="2874175"/>
              <a:ext cx="365275" cy="199925"/>
            </a:xfrm>
            <a:custGeom>
              <a:avLst/>
              <a:gdLst/>
              <a:ahLst/>
              <a:cxnLst/>
              <a:rect l="l" t="t" r="r" b="b"/>
              <a:pathLst>
                <a:path w="14611" h="7997" extrusionOk="0">
                  <a:moveTo>
                    <a:pt x="13010" y="0"/>
                  </a:moveTo>
                  <a:cubicBezTo>
                    <a:pt x="13010" y="0"/>
                    <a:pt x="10808" y="1435"/>
                    <a:pt x="234" y="1435"/>
                  </a:cubicBezTo>
                  <a:cubicBezTo>
                    <a:pt x="367" y="3403"/>
                    <a:pt x="167" y="5971"/>
                    <a:pt x="0" y="7906"/>
                  </a:cubicBezTo>
                  <a:cubicBezTo>
                    <a:pt x="921" y="7951"/>
                    <a:pt x="2202" y="7997"/>
                    <a:pt x="3640" y="7997"/>
                  </a:cubicBezTo>
                  <a:cubicBezTo>
                    <a:pt x="7467" y="7997"/>
                    <a:pt x="12405" y="7674"/>
                    <a:pt x="14611" y="6171"/>
                  </a:cubicBezTo>
                  <a:cubicBezTo>
                    <a:pt x="14577" y="5971"/>
                    <a:pt x="14544" y="5738"/>
                    <a:pt x="14544" y="5504"/>
                  </a:cubicBezTo>
                  <a:cubicBezTo>
                    <a:pt x="14377" y="3303"/>
                    <a:pt x="13543" y="1301"/>
                    <a:pt x="13176" y="267"/>
                  </a:cubicBezTo>
                  <a:lnTo>
                    <a:pt x="13010" y="0"/>
                  </a:lnTo>
                  <a:close/>
                </a:path>
              </a:pathLst>
            </a:custGeom>
            <a:solidFill>
              <a:srgbClr val="B3C9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3"/>
            <p:cNvSpPr/>
            <p:nvPr/>
          </p:nvSpPr>
          <p:spPr>
            <a:xfrm>
              <a:off x="2045775" y="2951725"/>
              <a:ext cx="30875" cy="184325"/>
            </a:xfrm>
            <a:custGeom>
              <a:avLst/>
              <a:gdLst/>
              <a:ahLst/>
              <a:cxnLst/>
              <a:rect l="l" t="t" r="r" b="b"/>
              <a:pathLst>
                <a:path w="1235" h="7373" fill="none" extrusionOk="0">
                  <a:moveTo>
                    <a:pt x="167" y="0"/>
                  </a:moveTo>
                  <a:cubicBezTo>
                    <a:pt x="167" y="0"/>
                    <a:pt x="1235" y="3336"/>
                    <a:pt x="0" y="7372"/>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3"/>
            <p:cNvSpPr/>
            <p:nvPr/>
          </p:nvSpPr>
          <p:spPr>
            <a:xfrm>
              <a:off x="2066625" y="3003425"/>
              <a:ext cx="18375" cy="139300"/>
            </a:xfrm>
            <a:custGeom>
              <a:avLst/>
              <a:gdLst/>
              <a:ahLst/>
              <a:cxnLst/>
              <a:rect l="l" t="t" r="r" b="b"/>
              <a:pathLst>
                <a:path w="735" h="5572" fill="none" extrusionOk="0">
                  <a:moveTo>
                    <a:pt x="734" y="5571"/>
                  </a:moveTo>
                  <a:cubicBezTo>
                    <a:pt x="734" y="5571"/>
                    <a:pt x="601" y="2069"/>
                    <a:pt x="0" y="1"/>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3"/>
            <p:cNvSpPr/>
            <p:nvPr/>
          </p:nvSpPr>
          <p:spPr>
            <a:xfrm>
              <a:off x="1738050" y="3161050"/>
              <a:ext cx="257700" cy="80075"/>
            </a:xfrm>
            <a:custGeom>
              <a:avLst/>
              <a:gdLst/>
              <a:ahLst/>
              <a:cxnLst/>
              <a:rect l="l" t="t" r="r" b="b"/>
              <a:pathLst>
                <a:path w="10308" h="3203" fill="none" extrusionOk="0">
                  <a:moveTo>
                    <a:pt x="10308" y="1801"/>
                  </a:moveTo>
                  <a:cubicBezTo>
                    <a:pt x="10308" y="1801"/>
                    <a:pt x="5304" y="3202"/>
                    <a:pt x="1" y="0"/>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3"/>
            <p:cNvSpPr/>
            <p:nvPr/>
          </p:nvSpPr>
          <p:spPr>
            <a:xfrm>
              <a:off x="1838125" y="3136850"/>
              <a:ext cx="139300" cy="45050"/>
            </a:xfrm>
            <a:custGeom>
              <a:avLst/>
              <a:gdLst/>
              <a:ahLst/>
              <a:cxnLst/>
              <a:rect l="l" t="t" r="r" b="b"/>
              <a:pathLst>
                <a:path w="5572" h="1802" fill="none" extrusionOk="0">
                  <a:moveTo>
                    <a:pt x="5571" y="1"/>
                  </a:moveTo>
                  <a:cubicBezTo>
                    <a:pt x="5571" y="1"/>
                    <a:pt x="2869" y="1802"/>
                    <a:pt x="0" y="1802"/>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3"/>
            <p:cNvSpPr/>
            <p:nvPr/>
          </p:nvSpPr>
          <p:spPr>
            <a:xfrm>
              <a:off x="1479525" y="3212750"/>
              <a:ext cx="84250" cy="32550"/>
            </a:xfrm>
            <a:custGeom>
              <a:avLst/>
              <a:gdLst/>
              <a:ahLst/>
              <a:cxnLst/>
              <a:rect l="l" t="t" r="r" b="b"/>
              <a:pathLst>
                <a:path w="3370" h="1302" fill="none" extrusionOk="0">
                  <a:moveTo>
                    <a:pt x="3370" y="0"/>
                  </a:moveTo>
                  <a:cubicBezTo>
                    <a:pt x="3370" y="0"/>
                    <a:pt x="1669" y="1301"/>
                    <a:pt x="1" y="1101"/>
                  </a:cubicBezTo>
                </a:path>
              </a:pathLst>
            </a:custGeom>
            <a:noFill/>
            <a:ln w="7500" cap="rnd" cmpd="sng">
              <a:solidFill>
                <a:srgbClr val="1D24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3"/>
            <p:cNvSpPr/>
            <p:nvPr/>
          </p:nvSpPr>
          <p:spPr>
            <a:xfrm>
              <a:off x="1466200" y="3193550"/>
              <a:ext cx="62550" cy="28400"/>
            </a:xfrm>
            <a:custGeom>
              <a:avLst/>
              <a:gdLst/>
              <a:ahLst/>
              <a:cxnLst/>
              <a:rect l="l" t="t" r="r" b="b"/>
              <a:pathLst>
                <a:path w="2502" h="1136" fill="none" extrusionOk="0">
                  <a:moveTo>
                    <a:pt x="2502" y="1135"/>
                  </a:moveTo>
                  <a:cubicBezTo>
                    <a:pt x="2368" y="1135"/>
                    <a:pt x="601" y="968"/>
                    <a:pt x="0" y="1"/>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3"/>
            <p:cNvSpPr/>
            <p:nvPr/>
          </p:nvSpPr>
          <p:spPr>
            <a:xfrm>
              <a:off x="1941525" y="2780775"/>
              <a:ext cx="71750" cy="388625"/>
            </a:xfrm>
            <a:custGeom>
              <a:avLst/>
              <a:gdLst/>
              <a:ahLst/>
              <a:cxnLst/>
              <a:rect l="l" t="t" r="r" b="b"/>
              <a:pathLst>
                <a:path w="2870" h="15545" fill="none" extrusionOk="0">
                  <a:moveTo>
                    <a:pt x="234" y="0"/>
                  </a:moveTo>
                  <a:cubicBezTo>
                    <a:pt x="234" y="0"/>
                    <a:pt x="1" y="2735"/>
                    <a:pt x="34" y="3336"/>
                  </a:cubicBezTo>
                  <a:cubicBezTo>
                    <a:pt x="67" y="3903"/>
                    <a:pt x="1368" y="6371"/>
                    <a:pt x="1568" y="9207"/>
                  </a:cubicBezTo>
                  <a:cubicBezTo>
                    <a:pt x="1769" y="12009"/>
                    <a:pt x="2569" y="13577"/>
                    <a:pt x="2869" y="15545"/>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3"/>
            <p:cNvSpPr/>
            <p:nvPr/>
          </p:nvSpPr>
          <p:spPr>
            <a:xfrm>
              <a:off x="1513725" y="2747400"/>
              <a:ext cx="119275" cy="371975"/>
            </a:xfrm>
            <a:custGeom>
              <a:avLst/>
              <a:gdLst/>
              <a:ahLst/>
              <a:cxnLst/>
              <a:rect l="l" t="t" r="r" b="b"/>
              <a:pathLst>
                <a:path w="4771" h="14879" fill="none" extrusionOk="0">
                  <a:moveTo>
                    <a:pt x="3870" y="14878"/>
                  </a:moveTo>
                  <a:cubicBezTo>
                    <a:pt x="4103" y="13010"/>
                    <a:pt x="4771" y="6606"/>
                    <a:pt x="4037" y="4371"/>
                  </a:cubicBezTo>
                  <a:cubicBezTo>
                    <a:pt x="3336" y="2136"/>
                    <a:pt x="1001" y="1"/>
                    <a:pt x="0" y="1669"/>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3"/>
            <p:cNvSpPr/>
            <p:nvPr/>
          </p:nvSpPr>
          <p:spPr>
            <a:xfrm>
              <a:off x="1673000" y="2633175"/>
              <a:ext cx="155975" cy="135950"/>
            </a:xfrm>
            <a:custGeom>
              <a:avLst/>
              <a:gdLst/>
              <a:ahLst/>
              <a:cxnLst/>
              <a:rect l="l" t="t" r="r" b="b"/>
              <a:pathLst>
                <a:path w="6239" h="5438" extrusionOk="0">
                  <a:moveTo>
                    <a:pt x="1370" y="1"/>
                  </a:moveTo>
                  <a:cubicBezTo>
                    <a:pt x="1290" y="1"/>
                    <a:pt x="1141" y="438"/>
                    <a:pt x="968" y="901"/>
                  </a:cubicBezTo>
                  <a:cubicBezTo>
                    <a:pt x="768" y="1401"/>
                    <a:pt x="1" y="2135"/>
                    <a:pt x="1" y="2135"/>
                  </a:cubicBezTo>
                  <a:cubicBezTo>
                    <a:pt x="901" y="4136"/>
                    <a:pt x="2936" y="5437"/>
                    <a:pt x="2936" y="5437"/>
                  </a:cubicBezTo>
                  <a:lnTo>
                    <a:pt x="4137" y="3302"/>
                  </a:lnTo>
                  <a:lnTo>
                    <a:pt x="5972" y="5137"/>
                  </a:lnTo>
                  <a:lnTo>
                    <a:pt x="6238" y="2769"/>
                  </a:lnTo>
                  <a:cubicBezTo>
                    <a:pt x="6238" y="2769"/>
                    <a:pt x="5738" y="1434"/>
                    <a:pt x="5671" y="1201"/>
                  </a:cubicBezTo>
                  <a:cubicBezTo>
                    <a:pt x="5638" y="901"/>
                    <a:pt x="5238" y="634"/>
                    <a:pt x="5238" y="634"/>
                  </a:cubicBezTo>
                  <a:cubicBezTo>
                    <a:pt x="5004" y="1368"/>
                    <a:pt x="4137" y="1734"/>
                    <a:pt x="4137" y="1734"/>
                  </a:cubicBezTo>
                  <a:cubicBezTo>
                    <a:pt x="1835" y="1234"/>
                    <a:pt x="1402" y="33"/>
                    <a:pt x="1402" y="33"/>
                  </a:cubicBezTo>
                  <a:cubicBezTo>
                    <a:pt x="1393" y="11"/>
                    <a:pt x="1382" y="1"/>
                    <a:pt x="1370" y="1"/>
                  </a:cubicBezTo>
                  <a:close/>
                </a:path>
              </a:pathLst>
            </a:custGeom>
            <a:solidFill>
              <a:srgbClr val="B3C9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3"/>
            <p:cNvSpPr/>
            <p:nvPr/>
          </p:nvSpPr>
          <p:spPr>
            <a:xfrm>
              <a:off x="1597125" y="2216450"/>
              <a:ext cx="474200" cy="326450"/>
            </a:xfrm>
            <a:custGeom>
              <a:avLst/>
              <a:gdLst/>
              <a:ahLst/>
              <a:cxnLst/>
              <a:rect l="l" t="t" r="r" b="b"/>
              <a:pathLst>
                <a:path w="18968" h="13058" extrusionOk="0">
                  <a:moveTo>
                    <a:pt x="15620" y="0"/>
                  </a:moveTo>
                  <a:cubicBezTo>
                    <a:pt x="14855" y="0"/>
                    <a:pt x="14296" y="819"/>
                    <a:pt x="13243" y="1024"/>
                  </a:cubicBezTo>
                  <a:cubicBezTo>
                    <a:pt x="13135" y="1044"/>
                    <a:pt x="13010" y="1053"/>
                    <a:pt x="12871" y="1053"/>
                  </a:cubicBezTo>
                  <a:cubicBezTo>
                    <a:pt x="11532" y="1053"/>
                    <a:pt x="8870" y="235"/>
                    <a:pt x="6812" y="235"/>
                  </a:cubicBezTo>
                  <a:cubicBezTo>
                    <a:pt x="6518" y="235"/>
                    <a:pt x="6235" y="252"/>
                    <a:pt x="5971" y="291"/>
                  </a:cubicBezTo>
                  <a:cubicBezTo>
                    <a:pt x="3669" y="624"/>
                    <a:pt x="3102" y="4260"/>
                    <a:pt x="3102" y="4260"/>
                  </a:cubicBezTo>
                  <a:cubicBezTo>
                    <a:pt x="667" y="4794"/>
                    <a:pt x="434" y="6462"/>
                    <a:pt x="1001" y="8263"/>
                  </a:cubicBezTo>
                  <a:cubicBezTo>
                    <a:pt x="1468" y="9631"/>
                    <a:pt x="434" y="9797"/>
                    <a:pt x="200" y="10598"/>
                  </a:cubicBezTo>
                  <a:cubicBezTo>
                    <a:pt x="0" y="11398"/>
                    <a:pt x="0" y="12266"/>
                    <a:pt x="1435" y="12900"/>
                  </a:cubicBezTo>
                  <a:cubicBezTo>
                    <a:pt x="1687" y="13011"/>
                    <a:pt x="1926" y="13058"/>
                    <a:pt x="2154" y="13058"/>
                  </a:cubicBezTo>
                  <a:cubicBezTo>
                    <a:pt x="3159" y="13058"/>
                    <a:pt x="3942" y="12140"/>
                    <a:pt x="4704" y="11732"/>
                  </a:cubicBezTo>
                  <a:cubicBezTo>
                    <a:pt x="5500" y="11320"/>
                    <a:pt x="5957" y="11022"/>
                    <a:pt x="7655" y="11022"/>
                  </a:cubicBezTo>
                  <a:cubicBezTo>
                    <a:pt x="8021" y="11022"/>
                    <a:pt x="8444" y="11035"/>
                    <a:pt x="8940" y="11065"/>
                  </a:cubicBezTo>
                  <a:cubicBezTo>
                    <a:pt x="9674" y="11091"/>
                    <a:pt x="10472" y="11111"/>
                    <a:pt x="11264" y="11111"/>
                  </a:cubicBezTo>
                  <a:cubicBezTo>
                    <a:pt x="13456" y="11111"/>
                    <a:pt x="15599" y="10961"/>
                    <a:pt x="16212" y="10398"/>
                  </a:cubicBezTo>
                  <a:cubicBezTo>
                    <a:pt x="17112" y="9631"/>
                    <a:pt x="16345" y="8963"/>
                    <a:pt x="16345" y="8963"/>
                  </a:cubicBezTo>
                  <a:cubicBezTo>
                    <a:pt x="18967" y="7669"/>
                    <a:pt x="18699" y="5588"/>
                    <a:pt x="17492" y="5588"/>
                  </a:cubicBezTo>
                  <a:cubicBezTo>
                    <a:pt x="17455" y="5588"/>
                    <a:pt x="17418" y="5590"/>
                    <a:pt x="17379" y="5594"/>
                  </a:cubicBezTo>
                  <a:cubicBezTo>
                    <a:pt x="17305" y="5598"/>
                    <a:pt x="17232" y="5600"/>
                    <a:pt x="17160" y="5600"/>
                  </a:cubicBezTo>
                  <a:cubicBezTo>
                    <a:pt x="16020" y="5600"/>
                    <a:pt x="15311" y="5127"/>
                    <a:pt x="15311" y="5127"/>
                  </a:cubicBezTo>
                  <a:cubicBezTo>
                    <a:pt x="17446" y="3560"/>
                    <a:pt x="17646" y="1058"/>
                    <a:pt x="16379" y="257"/>
                  </a:cubicBezTo>
                  <a:cubicBezTo>
                    <a:pt x="16095" y="73"/>
                    <a:pt x="15848" y="0"/>
                    <a:pt x="156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3"/>
            <p:cNvSpPr/>
            <p:nvPr/>
          </p:nvSpPr>
          <p:spPr>
            <a:xfrm>
              <a:off x="1672175" y="2296200"/>
              <a:ext cx="282675" cy="321425"/>
            </a:xfrm>
            <a:custGeom>
              <a:avLst/>
              <a:gdLst/>
              <a:ahLst/>
              <a:cxnLst/>
              <a:rect l="l" t="t" r="r" b="b"/>
              <a:pathLst>
                <a:path w="11307" h="12857" extrusionOk="0">
                  <a:moveTo>
                    <a:pt x="5891" y="0"/>
                  </a:moveTo>
                  <a:cubicBezTo>
                    <a:pt x="5829" y="0"/>
                    <a:pt x="5767" y="1"/>
                    <a:pt x="5704" y="3"/>
                  </a:cubicBezTo>
                  <a:cubicBezTo>
                    <a:pt x="768" y="69"/>
                    <a:pt x="0" y="4539"/>
                    <a:pt x="301" y="7441"/>
                  </a:cubicBezTo>
                  <a:cubicBezTo>
                    <a:pt x="567" y="10377"/>
                    <a:pt x="3002" y="12612"/>
                    <a:pt x="6338" y="12845"/>
                  </a:cubicBezTo>
                  <a:cubicBezTo>
                    <a:pt x="6464" y="12853"/>
                    <a:pt x="6586" y="12857"/>
                    <a:pt x="6707" y="12857"/>
                  </a:cubicBezTo>
                  <a:cubicBezTo>
                    <a:pt x="9624" y="12857"/>
                    <a:pt x="11015" y="10531"/>
                    <a:pt x="11175" y="6174"/>
                  </a:cubicBezTo>
                  <a:cubicBezTo>
                    <a:pt x="11306" y="2893"/>
                    <a:pt x="9534" y="0"/>
                    <a:pt x="5891" y="0"/>
                  </a:cubicBezTo>
                  <a:close/>
                </a:path>
              </a:pathLst>
            </a:custGeom>
            <a:solidFill>
              <a:srgbClr val="AA5E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3"/>
            <p:cNvSpPr/>
            <p:nvPr/>
          </p:nvSpPr>
          <p:spPr>
            <a:xfrm>
              <a:off x="1854800" y="2402150"/>
              <a:ext cx="45050" cy="106775"/>
            </a:xfrm>
            <a:custGeom>
              <a:avLst/>
              <a:gdLst/>
              <a:ahLst/>
              <a:cxnLst/>
              <a:rect l="l" t="t" r="r" b="b"/>
              <a:pathLst>
                <a:path w="1802" h="4271" fill="none" extrusionOk="0">
                  <a:moveTo>
                    <a:pt x="234" y="1"/>
                  </a:moveTo>
                  <a:cubicBezTo>
                    <a:pt x="234" y="1"/>
                    <a:pt x="1" y="1369"/>
                    <a:pt x="334" y="2536"/>
                  </a:cubicBezTo>
                  <a:cubicBezTo>
                    <a:pt x="334" y="2536"/>
                    <a:pt x="1368" y="2469"/>
                    <a:pt x="1568" y="2636"/>
                  </a:cubicBezTo>
                  <a:cubicBezTo>
                    <a:pt x="1802" y="2803"/>
                    <a:pt x="1535" y="3870"/>
                    <a:pt x="1035" y="4271"/>
                  </a:cubicBezTo>
                </a:path>
              </a:pathLst>
            </a:custGeom>
            <a:noFill/>
            <a:ln w="7500" cap="rnd" cmpd="sng">
              <a:solidFill>
                <a:srgbClr val="8937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3"/>
            <p:cNvSpPr/>
            <p:nvPr/>
          </p:nvSpPr>
          <p:spPr>
            <a:xfrm>
              <a:off x="1801425" y="2514750"/>
              <a:ext cx="70075" cy="36700"/>
            </a:xfrm>
            <a:custGeom>
              <a:avLst/>
              <a:gdLst/>
              <a:ahLst/>
              <a:cxnLst/>
              <a:rect l="l" t="t" r="r" b="b"/>
              <a:pathLst>
                <a:path w="2803" h="1468" fill="none" extrusionOk="0">
                  <a:moveTo>
                    <a:pt x="2803" y="934"/>
                  </a:moveTo>
                  <a:cubicBezTo>
                    <a:pt x="2803" y="934"/>
                    <a:pt x="968" y="1468"/>
                    <a:pt x="1" y="0"/>
                  </a:cubicBezTo>
                </a:path>
              </a:pathLst>
            </a:custGeom>
            <a:noFill/>
            <a:ln w="7500" cap="rnd" cmpd="sng">
              <a:solidFill>
                <a:srgbClr val="8937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3"/>
            <p:cNvSpPr/>
            <p:nvPr/>
          </p:nvSpPr>
          <p:spPr>
            <a:xfrm>
              <a:off x="1788075" y="2423000"/>
              <a:ext cx="18375" cy="27550"/>
            </a:xfrm>
            <a:custGeom>
              <a:avLst/>
              <a:gdLst/>
              <a:ahLst/>
              <a:cxnLst/>
              <a:rect l="l" t="t" r="r" b="b"/>
              <a:pathLst>
                <a:path w="735" h="1102" extrusionOk="0">
                  <a:moveTo>
                    <a:pt x="368" y="1"/>
                  </a:moveTo>
                  <a:cubicBezTo>
                    <a:pt x="168" y="1"/>
                    <a:pt x="1" y="268"/>
                    <a:pt x="1" y="535"/>
                  </a:cubicBezTo>
                  <a:cubicBezTo>
                    <a:pt x="1" y="835"/>
                    <a:pt x="168" y="1102"/>
                    <a:pt x="368" y="1102"/>
                  </a:cubicBezTo>
                  <a:cubicBezTo>
                    <a:pt x="568" y="1102"/>
                    <a:pt x="735" y="835"/>
                    <a:pt x="735" y="535"/>
                  </a:cubicBezTo>
                  <a:cubicBezTo>
                    <a:pt x="735" y="268"/>
                    <a:pt x="568" y="1"/>
                    <a:pt x="368" y="1"/>
                  </a:cubicBezTo>
                  <a:close/>
                </a:path>
              </a:pathLst>
            </a:custGeom>
            <a:solidFill>
              <a:srgbClr val="1323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3"/>
            <p:cNvSpPr/>
            <p:nvPr/>
          </p:nvSpPr>
          <p:spPr>
            <a:xfrm>
              <a:off x="1884000" y="2423850"/>
              <a:ext cx="18350" cy="27550"/>
            </a:xfrm>
            <a:custGeom>
              <a:avLst/>
              <a:gdLst/>
              <a:ahLst/>
              <a:cxnLst/>
              <a:rect l="l" t="t" r="r" b="b"/>
              <a:pathLst>
                <a:path w="734" h="1102" extrusionOk="0">
                  <a:moveTo>
                    <a:pt x="367" y="0"/>
                  </a:moveTo>
                  <a:cubicBezTo>
                    <a:pt x="167" y="0"/>
                    <a:pt x="0" y="267"/>
                    <a:pt x="0" y="567"/>
                  </a:cubicBezTo>
                  <a:cubicBezTo>
                    <a:pt x="0" y="834"/>
                    <a:pt x="167" y="1101"/>
                    <a:pt x="367" y="1101"/>
                  </a:cubicBezTo>
                  <a:cubicBezTo>
                    <a:pt x="567" y="1101"/>
                    <a:pt x="734" y="834"/>
                    <a:pt x="734" y="567"/>
                  </a:cubicBezTo>
                  <a:cubicBezTo>
                    <a:pt x="734" y="267"/>
                    <a:pt x="567" y="0"/>
                    <a:pt x="367" y="0"/>
                  </a:cubicBezTo>
                  <a:close/>
                </a:path>
              </a:pathLst>
            </a:custGeom>
            <a:solidFill>
              <a:srgbClr val="1323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3"/>
            <p:cNvSpPr/>
            <p:nvPr/>
          </p:nvSpPr>
          <p:spPr>
            <a:xfrm>
              <a:off x="1873150" y="2372250"/>
              <a:ext cx="47750" cy="29650"/>
            </a:xfrm>
            <a:custGeom>
              <a:avLst/>
              <a:gdLst/>
              <a:ahLst/>
              <a:cxnLst/>
              <a:rect l="l" t="t" r="r" b="b"/>
              <a:pathLst>
                <a:path w="1910" h="1186" extrusionOk="0">
                  <a:moveTo>
                    <a:pt x="692" y="0"/>
                  </a:moveTo>
                  <a:cubicBezTo>
                    <a:pt x="485" y="0"/>
                    <a:pt x="279" y="60"/>
                    <a:pt x="100" y="196"/>
                  </a:cubicBezTo>
                  <a:cubicBezTo>
                    <a:pt x="0" y="230"/>
                    <a:pt x="267" y="330"/>
                    <a:pt x="301" y="330"/>
                  </a:cubicBezTo>
                  <a:cubicBezTo>
                    <a:pt x="534" y="396"/>
                    <a:pt x="768" y="530"/>
                    <a:pt x="1001" y="663"/>
                  </a:cubicBezTo>
                  <a:cubicBezTo>
                    <a:pt x="1235" y="797"/>
                    <a:pt x="1468" y="963"/>
                    <a:pt x="1668" y="1064"/>
                  </a:cubicBezTo>
                  <a:cubicBezTo>
                    <a:pt x="1668" y="1115"/>
                    <a:pt x="1747" y="1186"/>
                    <a:pt x="1798" y="1186"/>
                  </a:cubicBezTo>
                  <a:cubicBezTo>
                    <a:pt x="1814" y="1186"/>
                    <a:pt x="1827" y="1179"/>
                    <a:pt x="1835" y="1164"/>
                  </a:cubicBezTo>
                  <a:cubicBezTo>
                    <a:pt x="1910" y="517"/>
                    <a:pt x="1298" y="0"/>
                    <a:pt x="692" y="0"/>
                  </a:cubicBezTo>
                  <a:close/>
                </a:path>
              </a:pathLst>
            </a:custGeom>
            <a:solidFill>
              <a:srgbClr val="26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3"/>
            <p:cNvSpPr/>
            <p:nvPr/>
          </p:nvSpPr>
          <p:spPr>
            <a:xfrm>
              <a:off x="1763900" y="2355625"/>
              <a:ext cx="69250" cy="46600"/>
            </a:xfrm>
            <a:custGeom>
              <a:avLst/>
              <a:gdLst/>
              <a:ahLst/>
              <a:cxnLst/>
              <a:rect l="l" t="t" r="r" b="b"/>
              <a:pathLst>
                <a:path w="2770" h="1864" extrusionOk="0">
                  <a:moveTo>
                    <a:pt x="1942" y="1"/>
                  </a:moveTo>
                  <a:cubicBezTo>
                    <a:pt x="1559" y="1"/>
                    <a:pt x="1166" y="129"/>
                    <a:pt x="868" y="328"/>
                  </a:cubicBezTo>
                  <a:cubicBezTo>
                    <a:pt x="601" y="528"/>
                    <a:pt x="368" y="728"/>
                    <a:pt x="201" y="1061"/>
                  </a:cubicBezTo>
                  <a:cubicBezTo>
                    <a:pt x="167" y="1161"/>
                    <a:pt x="1" y="1795"/>
                    <a:pt x="167" y="1862"/>
                  </a:cubicBezTo>
                  <a:cubicBezTo>
                    <a:pt x="167" y="1863"/>
                    <a:pt x="168" y="1864"/>
                    <a:pt x="169" y="1864"/>
                  </a:cubicBezTo>
                  <a:cubicBezTo>
                    <a:pt x="189" y="1864"/>
                    <a:pt x="469" y="1459"/>
                    <a:pt x="501" y="1395"/>
                  </a:cubicBezTo>
                  <a:cubicBezTo>
                    <a:pt x="701" y="1161"/>
                    <a:pt x="968" y="995"/>
                    <a:pt x="1268" y="795"/>
                  </a:cubicBezTo>
                  <a:cubicBezTo>
                    <a:pt x="1568" y="561"/>
                    <a:pt x="1935" y="461"/>
                    <a:pt x="2302" y="361"/>
                  </a:cubicBezTo>
                  <a:cubicBezTo>
                    <a:pt x="2369" y="328"/>
                    <a:pt x="2769" y="328"/>
                    <a:pt x="2669" y="194"/>
                  </a:cubicBezTo>
                  <a:cubicBezTo>
                    <a:pt x="2454" y="59"/>
                    <a:pt x="2200" y="1"/>
                    <a:pt x="1942" y="1"/>
                  </a:cubicBezTo>
                  <a:close/>
                </a:path>
              </a:pathLst>
            </a:custGeom>
            <a:solidFill>
              <a:srgbClr val="26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3"/>
            <p:cNvSpPr/>
            <p:nvPr/>
          </p:nvSpPr>
          <p:spPr>
            <a:xfrm>
              <a:off x="1607950" y="2222525"/>
              <a:ext cx="215175" cy="229500"/>
            </a:xfrm>
            <a:custGeom>
              <a:avLst/>
              <a:gdLst/>
              <a:ahLst/>
              <a:cxnLst/>
              <a:rect l="l" t="t" r="r" b="b"/>
              <a:pathLst>
                <a:path w="8607" h="9180" extrusionOk="0">
                  <a:moveTo>
                    <a:pt x="6394" y="1"/>
                  </a:moveTo>
                  <a:cubicBezTo>
                    <a:pt x="6093" y="1"/>
                    <a:pt x="5805" y="15"/>
                    <a:pt x="5538" y="48"/>
                  </a:cubicBezTo>
                  <a:cubicBezTo>
                    <a:pt x="3236" y="381"/>
                    <a:pt x="2669" y="4017"/>
                    <a:pt x="2669" y="4017"/>
                  </a:cubicBezTo>
                  <a:cubicBezTo>
                    <a:pt x="234" y="4551"/>
                    <a:pt x="1" y="6219"/>
                    <a:pt x="568" y="8020"/>
                  </a:cubicBezTo>
                  <a:cubicBezTo>
                    <a:pt x="601" y="8153"/>
                    <a:pt x="668" y="8220"/>
                    <a:pt x="668" y="8353"/>
                  </a:cubicBezTo>
                  <a:cubicBezTo>
                    <a:pt x="1276" y="8817"/>
                    <a:pt x="2011" y="9180"/>
                    <a:pt x="2718" y="9180"/>
                  </a:cubicBezTo>
                  <a:cubicBezTo>
                    <a:pt x="2825" y="9180"/>
                    <a:pt x="2931" y="9172"/>
                    <a:pt x="3036" y="9154"/>
                  </a:cubicBezTo>
                  <a:cubicBezTo>
                    <a:pt x="5104" y="8820"/>
                    <a:pt x="4504" y="6285"/>
                    <a:pt x="4504" y="6285"/>
                  </a:cubicBezTo>
                  <a:cubicBezTo>
                    <a:pt x="8574" y="5485"/>
                    <a:pt x="8607" y="1849"/>
                    <a:pt x="8407" y="181"/>
                  </a:cubicBezTo>
                  <a:cubicBezTo>
                    <a:pt x="7727" y="68"/>
                    <a:pt x="7032" y="1"/>
                    <a:pt x="6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3"/>
            <p:cNvSpPr/>
            <p:nvPr/>
          </p:nvSpPr>
          <p:spPr>
            <a:xfrm>
              <a:off x="1597125" y="2423350"/>
              <a:ext cx="100100" cy="115600"/>
            </a:xfrm>
            <a:custGeom>
              <a:avLst/>
              <a:gdLst/>
              <a:ahLst/>
              <a:cxnLst/>
              <a:rect l="l" t="t" r="r" b="b"/>
              <a:pathLst>
                <a:path w="4004" h="4624" extrusionOk="0">
                  <a:moveTo>
                    <a:pt x="1916" y="0"/>
                  </a:moveTo>
                  <a:cubicBezTo>
                    <a:pt x="1734" y="0"/>
                    <a:pt x="1539" y="55"/>
                    <a:pt x="1334" y="187"/>
                  </a:cubicBezTo>
                  <a:cubicBezTo>
                    <a:pt x="0" y="1121"/>
                    <a:pt x="1034" y="4457"/>
                    <a:pt x="4003" y="4624"/>
                  </a:cubicBezTo>
                  <a:lnTo>
                    <a:pt x="3303" y="1121"/>
                  </a:lnTo>
                  <a:cubicBezTo>
                    <a:pt x="3303" y="1121"/>
                    <a:pt x="2742" y="0"/>
                    <a:pt x="1916" y="0"/>
                  </a:cubicBezTo>
                  <a:close/>
                </a:path>
              </a:pathLst>
            </a:custGeom>
            <a:solidFill>
              <a:srgbClr val="AA5E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3"/>
            <p:cNvSpPr/>
            <p:nvPr/>
          </p:nvSpPr>
          <p:spPr>
            <a:xfrm>
              <a:off x="1630475" y="2442200"/>
              <a:ext cx="42550" cy="63400"/>
            </a:xfrm>
            <a:custGeom>
              <a:avLst/>
              <a:gdLst/>
              <a:ahLst/>
              <a:cxnLst/>
              <a:rect l="l" t="t" r="r" b="b"/>
              <a:pathLst>
                <a:path w="1702" h="2536" fill="none" extrusionOk="0">
                  <a:moveTo>
                    <a:pt x="1602" y="2535"/>
                  </a:moveTo>
                  <a:cubicBezTo>
                    <a:pt x="1602" y="2535"/>
                    <a:pt x="0" y="2035"/>
                    <a:pt x="334" y="1001"/>
                  </a:cubicBezTo>
                  <a:cubicBezTo>
                    <a:pt x="668" y="0"/>
                    <a:pt x="1335" y="1001"/>
                    <a:pt x="1335" y="1001"/>
                  </a:cubicBezTo>
                  <a:lnTo>
                    <a:pt x="1702" y="2035"/>
                  </a:lnTo>
                </a:path>
              </a:pathLst>
            </a:custGeom>
            <a:noFill/>
            <a:ln w="10850" cap="flat" cmpd="sng">
              <a:solidFill>
                <a:srgbClr val="89373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4" name="Google Shape;814;p43"/>
          <p:cNvGrpSpPr/>
          <p:nvPr/>
        </p:nvGrpSpPr>
        <p:grpSpPr>
          <a:xfrm>
            <a:off x="2946675" y="3517650"/>
            <a:ext cx="961550" cy="803100"/>
            <a:chOff x="4781075" y="719300"/>
            <a:chExt cx="961550" cy="803100"/>
          </a:xfrm>
        </p:grpSpPr>
        <p:sp>
          <p:nvSpPr>
            <p:cNvPr id="815" name="Google Shape;815;p43"/>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3"/>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3"/>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 name="Google Shape;818;p43"/>
          <p:cNvGrpSpPr/>
          <p:nvPr/>
        </p:nvGrpSpPr>
        <p:grpSpPr>
          <a:xfrm>
            <a:off x="405800" y="226100"/>
            <a:ext cx="741400" cy="748050"/>
            <a:chOff x="1549600" y="449100"/>
            <a:chExt cx="741400" cy="748050"/>
          </a:xfrm>
        </p:grpSpPr>
        <p:sp>
          <p:nvSpPr>
            <p:cNvPr id="819" name="Google Shape;819;p43"/>
            <p:cNvSpPr/>
            <p:nvPr/>
          </p:nvSpPr>
          <p:spPr>
            <a:xfrm>
              <a:off x="1549600" y="521650"/>
              <a:ext cx="675525" cy="675500"/>
            </a:xfrm>
            <a:custGeom>
              <a:avLst/>
              <a:gdLst/>
              <a:ahLst/>
              <a:cxnLst/>
              <a:rect l="l" t="t" r="r" b="b"/>
              <a:pathLst>
                <a:path w="27021" h="27020" extrusionOk="0">
                  <a:moveTo>
                    <a:pt x="13511" y="3403"/>
                  </a:moveTo>
                  <a:cubicBezTo>
                    <a:pt x="19081" y="3403"/>
                    <a:pt x="23618" y="7906"/>
                    <a:pt x="23618" y="13510"/>
                  </a:cubicBezTo>
                  <a:cubicBezTo>
                    <a:pt x="23618" y="19047"/>
                    <a:pt x="19115" y="23617"/>
                    <a:pt x="13511" y="23617"/>
                  </a:cubicBezTo>
                  <a:cubicBezTo>
                    <a:pt x="7973" y="23617"/>
                    <a:pt x="3437" y="19114"/>
                    <a:pt x="3437" y="13510"/>
                  </a:cubicBezTo>
                  <a:cubicBezTo>
                    <a:pt x="3437" y="7973"/>
                    <a:pt x="7940" y="3403"/>
                    <a:pt x="13511" y="3403"/>
                  </a:cubicBezTo>
                  <a:close/>
                  <a:moveTo>
                    <a:pt x="13511" y="0"/>
                  </a:moveTo>
                  <a:cubicBezTo>
                    <a:pt x="6072" y="0"/>
                    <a:pt x="1" y="6038"/>
                    <a:pt x="1" y="13510"/>
                  </a:cubicBezTo>
                  <a:cubicBezTo>
                    <a:pt x="1" y="20982"/>
                    <a:pt x="6072" y="27020"/>
                    <a:pt x="13511" y="27020"/>
                  </a:cubicBezTo>
                  <a:cubicBezTo>
                    <a:pt x="20983" y="27020"/>
                    <a:pt x="27020" y="20982"/>
                    <a:pt x="27020" y="13510"/>
                  </a:cubicBezTo>
                  <a:cubicBezTo>
                    <a:pt x="27020" y="6038"/>
                    <a:pt x="20983" y="0"/>
                    <a:pt x="13511"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3"/>
            <p:cNvSpPr/>
            <p:nvPr/>
          </p:nvSpPr>
          <p:spPr>
            <a:xfrm>
              <a:off x="1716400" y="688425"/>
              <a:ext cx="343600" cy="341950"/>
            </a:xfrm>
            <a:custGeom>
              <a:avLst/>
              <a:gdLst/>
              <a:ahLst/>
              <a:cxnLst/>
              <a:rect l="l" t="t" r="r" b="b"/>
              <a:pathLst>
                <a:path w="13744" h="13678" extrusionOk="0">
                  <a:moveTo>
                    <a:pt x="6839" y="3837"/>
                  </a:moveTo>
                  <a:cubicBezTo>
                    <a:pt x="8506" y="3837"/>
                    <a:pt x="9907" y="5171"/>
                    <a:pt x="9907" y="6872"/>
                  </a:cubicBezTo>
                  <a:cubicBezTo>
                    <a:pt x="9907" y="8507"/>
                    <a:pt x="8506" y="9875"/>
                    <a:pt x="6839" y="9875"/>
                  </a:cubicBezTo>
                  <a:cubicBezTo>
                    <a:pt x="5171" y="9875"/>
                    <a:pt x="3836" y="8540"/>
                    <a:pt x="3836" y="6872"/>
                  </a:cubicBezTo>
                  <a:cubicBezTo>
                    <a:pt x="3836" y="5205"/>
                    <a:pt x="5171" y="3837"/>
                    <a:pt x="6839" y="3837"/>
                  </a:cubicBezTo>
                  <a:close/>
                  <a:moveTo>
                    <a:pt x="6839" y="1"/>
                  </a:moveTo>
                  <a:cubicBezTo>
                    <a:pt x="3069" y="1"/>
                    <a:pt x="0" y="3103"/>
                    <a:pt x="0" y="6839"/>
                  </a:cubicBezTo>
                  <a:cubicBezTo>
                    <a:pt x="0" y="10642"/>
                    <a:pt x="3069" y="13677"/>
                    <a:pt x="6839" y="13677"/>
                  </a:cubicBezTo>
                  <a:cubicBezTo>
                    <a:pt x="10641" y="13677"/>
                    <a:pt x="13677" y="10575"/>
                    <a:pt x="13677" y="6839"/>
                  </a:cubicBezTo>
                  <a:cubicBezTo>
                    <a:pt x="13744" y="3036"/>
                    <a:pt x="10641" y="1"/>
                    <a:pt x="6839"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3"/>
            <p:cNvSpPr/>
            <p:nvPr/>
          </p:nvSpPr>
          <p:spPr>
            <a:xfrm>
              <a:off x="1877350" y="503100"/>
              <a:ext cx="361950" cy="363825"/>
            </a:xfrm>
            <a:custGeom>
              <a:avLst/>
              <a:gdLst/>
              <a:ahLst/>
              <a:cxnLst/>
              <a:rect l="l" t="t" r="r" b="b"/>
              <a:pathLst>
                <a:path w="14478" h="14553" extrusionOk="0">
                  <a:moveTo>
                    <a:pt x="14227" y="0"/>
                  </a:moveTo>
                  <a:cubicBezTo>
                    <a:pt x="14177" y="0"/>
                    <a:pt x="14127" y="25"/>
                    <a:pt x="14077" y="75"/>
                  </a:cubicBezTo>
                  <a:lnTo>
                    <a:pt x="67" y="14219"/>
                  </a:lnTo>
                  <a:cubicBezTo>
                    <a:pt x="0" y="14285"/>
                    <a:pt x="0" y="14419"/>
                    <a:pt x="67" y="14519"/>
                  </a:cubicBezTo>
                  <a:cubicBezTo>
                    <a:pt x="134" y="14552"/>
                    <a:pt x="200" y="14552"/>
                    <a:pt x="234" y="14552"/>
                  </a:cubicBezTo>
                  <a:cubicBezTo>
                    <a:pt x="267" y="14552"/>
                    <a:pt x="334" y="14552"/>
                    <a:pt x="367" y="14519"/>
                  </a:cubicBezTo>
                  <a:lnTo>
                    <a:pt x="14377" y="376"/>
                  </a:lnTo>
                  <a:cubicBezTo>
                    <a:pt x="14477" y="275"/>
                    <a:pt x="14477" y="142"/>
                    <a:pt x="14377" y="75"/>
                  </a:cubicBezTo>
                  <a:cubicBezTo>
                    <a:pt x="14327" y="25"/>
                    <a:pt x="14277" y="0"/>
                    <a:pt x="14227"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3"/>
            <p:cNvSpPr/>
            <p:nvPr/>
          </p:nvSpPr>
          <p:spPr>
            <a:xfrm>
              <a:off x="2187575" y="480775"/>
              <a:ext cx="74225" cy="74250"/>
            </a:xfrm>
            <a:custGeom>
              <a:avLst/>
              <a:gdLst/>
              <a:ahLst/>
              <a:cxnLst/>
              <a:rect l="l" t="t" r="r" b="b"/>
              <a:pathLst>
                <a:path w="2969" h="2970" extrusionOk="0">
                  <a:moveTo>
                    <a:pt x="234" y="1"/>
                  </a:moveTo>
                  <a:cubicBezTo>
                    <a:pt x="100" y="1"/>
                    <a:pt x="0" y="101"/>
                    <a:pt x="0" y="201"/>
                  </a:cubicBezTo>
                  <a:lnTo>
                    <a:pt x="0" y="2970"/>
                  </a:lnTo>
                  <a:lnTo>
                    <a:pt x="2769" y="2836"/>
                  </a:lnTo>
                  <a:cubicBezTo>
                    <a:pt x="2902" y="2836"/>
                    <a:pt x="2969" y="2770"/>
                    <a:pt x="2969" y="2636"/>
                  </a:cubicBezTo>
                  <a:cubicBezTo>
                    <a:pt x="2969" y="2503"/>
                    <a:pt x="2902" y="2436"/>
                    <a:pt x="2769" y="2436"/>
                  </a:cubicBezTo>
                  <a:lnTo>
                    <a:pt x="434" y="2569"/>
                  </a:lnTo>
                  <a:lnTo>
                    <a:pt x="434" y="201"/>
                  </a:lnTo>
                  <a:cubicBezTo>
                    <a:pt x="434" y="101"/>
                    <a:pt x="334" y="1"/>
                    <a:pt x="234"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3"/>
            <p:cNvSpPr/>
            <p:nvPr/>
          </p:nvSpPr>
          <p:spPr>
            <a:xfrm>
              <a:off x="2220100" y="449100"/>
              <a:ext cx="70900" cy="72575"/>
            </a:xfrm>
            <a:custGeom>
              <a:avLst/>
              <a:gdLst/>
              <a:ahLst/>
              <a:cxnLst/>
              <a:rect l="l" t="t" r="r" b="b"/>
              <a:pathLst>
                <a:path w="2836" h="2903" extrusionOk="0">
                  <a:moveTo>
                    <a:pt x="434" y="0"/>
                  </a:moveTo>
                  <a:cubicBezTo>
                    <a:pt x="334" y="0"/>
                    <a:pt x="200" y="67"/>
                    <a:pt x="200" y="201"/>
                  </a:cubicBezTo>
                  <a:lnTo>
                    <a:pt x="0" y="2902"/>
                  </a:lnTo>
                  <a:lnTo>
                    <a:pt x="0" y="2902"/>
                  </a:lnTo>
                  <a:lnTo>
                    <a:pt x="2635" y="2702"/>
                  </a:lnTo>
                  <a:cubicBezTo>
                    <a:pt x="2769" y="2702"/>
                    <a:pt x="2835" y="2602"/>
                    <a:pt x="2835" y="2502"/>
                  </a:cubicBezTo>
                  <a:cubicBezTo>
                    <a:pt x="2835" y="2369"/>
                    <a:pt x="2769" y="2269"/>
                    <a:pt x="2635" y="2269"/>
                  </a:cubicBezTo>
                  <a:lnTo>
                    <a:pt x="434" y="2402"/>
                  </a:lnTo>
                  <a:lnTo>
                    <a:pt x="634" y="201"/>
                  </a:lnTo>
                  <a:cubicBezTo>
                    <a:pt x="634" y="100"/>
                    <a:pt x="534" y="0"/>
                    <a:pt x="434"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44"/>
          <p:cNvSpPr/>
          <p:nvPr/>
        </p:nvSpPr>
        <p:spPr>
          <a:xfrm>
            <a:off x="4718175" y="4532900"/>
            <a:ext cx="4122900" cy="2508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9" name="Google Shape;829;p44"/>
          <p:cNvGrpSpPr/>
          <p:nvPr/>
        </p:nvGrpSpPr>
        <p:grpSpPr>
          <a:xfrm>
            <a:off x="4208325" y="878429"/>
            <a:ext cx="4891133" cy="3789517"/>
            <a:chOff x="-2139550" y="2500825"/>
            <a:chExt cx="6190524" cy="4796250"/>
          </a:xfrm>
        </p:grpSpPr>
        <p:sp>
          <p:nvSpPr>
            <p:cNvPr id="830" name="Google Shape;830;p44"/>
            <p:cNvSpPr/>
            <p:nvPr/>
          </p:nvSpPr>
          <p:spPr>
            <a:xfrm>
              <a:off x="-2139550" y="3097200"/>
              <a:ext cx="5635800" cy="4199875"/>
            </a:xfrm>
            <a:custGeom>
              <a:avLst/>
              <a:gdLst/>
              <a:ahLst/>
              <a:cxnLst/>
              <a:rect l="l" t="t" r="r" b="b"/>
              <a:pathLst>
                <a:path w="225432" h="167995" extrusionOk="0">
                  <a:moveTo>
                    <a:pt x="0" y="167995"/>
                  </a:moveTo>
                  <a:lnTo>
                    <a:pt x="90683" y="60923"/>
                  </a:lnTo>
                  <a:lnTo>
                    <a:pt x="119454" y="79133"/>
                  </a:lnTo>
                  <a:lnTo>
                    <a:pt x="156238" y="36157"/>
                  </a:lnTo>
                  <a:lnTo>
                    <a:pt x="180639" y="54731"/>
                  </a:lnTo>
                  <a:lnTo>
                    <a:pt x="225432" y="0"/>
                  </a:lnTo>
                </a:path>
              </a:pathLst>
            </a:custGeom>
            <a:noFill/>
            <a:ln w="152400" cap="flat" cmpd="sng">
              <a:solidFill>
                <a:schemeClr val="accent3"/>
              </a:solidFill>
              <a:prstDash val="solid"/>
              <a:miter lim="8000"/>
              <a:headEnd type="none" w="med" len="med"/>
              <a:tailEnd type="none" w="med" len="med"/>
            </a:ln>
          </p:spPr>
        </p:sp>
        <p:sp>
          <p:nvSpPr>
            <p:cNvPr id="831" name="Google Shape;831;p44"/>
            <p:cNvSpPr/>
            <p:nvPr/>
          </p:nvSpPr>
          <p:spPr>
            <a:xfrm rot="2161912">
              <a:off x="3352814" y="2604351"/>
              <a:ext cx="562020" cy="645548"/>
            </a:xfrm>
            <a:prstGeom prst="triangl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2" name="Google Shape;832;p44"/>
          <p:cNvGrpSpPr/>
          <p:nvPr/>
        </p:nvGrpSpPr>
        <p:grpSpPr>
          <a:xfrm>
            <a:off x="7330762" y="2399396"/>
            <a:ext cx="1193538" cy="1119548"/>
            <a:chOff x="6410375" y="703200"/>
            <a:chExt cx="2108725" cy="1978000"/>
          </a:xfrm>
        </p:grpSpPr>
        <p:sp>
          <p:nvSpPr>
            <p:cNvPr id="833" name="Google Shape;833;p44"/>
            <p:cNvSpPr/>
            <p:nvPr/>
          </p:nvSpPr>
          <p:spPr>
            <a:xfrm>
              <a:off x="6410375" y="703200"/>
              <a:ext cx="2108725" cy="1978000"/>
            </a:xfrm>
            <a:custGeom>
              <a:avLst/>
              <a:gdLst/>
              <a:ahLst/>
              <a:cxnLst/>
              <a:rect l="l" t="t" r="r" b="b"/>
              <a:pathLst>
                <a:path w="84349" h="79120" extrusionOk="0">
                  <a:moveTo>
                    <a:pt x="1" y="0"/>
                  </a:moveTo>
                  <a:lnTo>
                    <a:pt x="1" y="79120"/>
                  </a:lnTo>
                  <a:lnTo>
                    <a:pt x="84349" y="79120"/>
                  </a:lnTo>
                  <a:lnTo>
                    <a:pt x="84349" y="0"/>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4"/>
            <p:cNvSpPr/>
            <p:nvPr/>
          </p:nvSpPr>
          <p:spPr>
            <a:xfrm>
              <a:off x="6410375" y="703200"/>
              <a:ext cx="2108725" cy="179350"/>
            </a:xfrm>
            <a:custGeom>
              <a:avLst/>
              <a:gdLst/>
              <a:ahLst/>
              <a:cxnLst/>
              <a:rect l="l" t="t" r="r" b="b"/>
              <a:pathLst>
                <a:path w="84349" h="7174" extrusionOk="0">
                  <a:moveTo>
                    <a:pt x="1" y="0"/>
                  </a:moveTo>
                  <a:lnTo>
                    <a:pt x="1" y="7173"/>
                  </a:lnTo>
                  <a:lnTo>
                    <a:pt x="84349" y="7173"/>
                  </a:lnTo>
                  <a:lnTo>
                    <a:pt x="8434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4"/>
            <p:cNvSpPr/>
            <p:nvPr/>
          </p:nvSpPr>
          <p:spPr>
            <a:xfrm>
              <a:off x="8383050" y="748025"/>
              <a:ext cx="91975" cy="91200"/>
            </a:xfrm>
            <a:custGeom>
              <a:avLst/>
              <a:gdLst/>
              <a:ahLst/>
              <a:cxnLst/>
              <a:rect l="l" t="t" r="r" b="b"/>
              <a:pathLst>
                <a:path w="3679" h="3648" fill="none" extrusionOk="0">
                  <a:moveTo>
                    <a:pt x="1" y="0"/>
                  </a:moveTo>
                  <a:lnTo>
                    <a:pt x="3679" y="3648"/>
                  </a:lnTo>
                </a:path>
              </a:pathLst>
            </a:custGeom>
            <a:noFill/>
            <a:ln w="15950" cap="rnd" cmpd="sng">
              <a:solidFill>
                <a:srgbClr val="F2F2F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4"/>
            <p:cNvSpPr/>
            <p:nvPr/>
          </p:nvSpPr>
          <p:spPr>
            <a:xfrm>
              <a:off x="8383050" y="748025"/>
              <a:ext cx="91975" cy="91200"/>
            </a:xfrm>
            <a:custGeom>
              <a:avLst/>
              <a:gdLst/>
              <a:ahLst/>
              <a:cxnLst/>
              <a:rect l="l" t="t" r="r" b="b"/>
              <a:pathLst>
                <a:path w="3679" h="3648" fill="none" extrusionOk="0">
                  <a:moveTo>
                    <a:pt x="3679" y="0"/>
                  </a:moveTo>
                  <a:lnTo>
                    <a:pt x="1" y="3648"/>
                  </a:lnTo>
                </a:path>
              </a:pathLst>
            </a:custGeom>
            <a:noFill/>
            <a:ln w="15950" cap="rnd" cmpd="sng">
              <a:solidFill>
                <a:srgbClr val="F2F2F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4"/>
            <p:cNvSpPr/>
            <p:nvPr/>
          </p:nvSpPr>
          <p:spPr>
            <a:xfrm>
              <a:off x="7290325" y="1232075"/>
              <a:ext cx="620100" cy="79050"/>
            </a:xfrm>
            <a:custGeom>
              <a:avLst/>
              <a:gdLst/>
              <a:ahLst/>
              <a:cxnLst/>
              <a:rect l="l" t="t" r="r" b="b"/>
              <a:pathLst>
                <a:path w="24804" h="3162" extrusionOk="0">
                  <a:moveTo>
                    <a:pt x="1" y="0"/>
                  </a:moveTo>
                  <a:lnTo>
                    <a:pt x="1" y="3162"/>
                  </a:lnTo>
                  <a:lnTo>
                    <a:pt x="24804" y="3162"/>
                  </a:lnTo>
                  <a:lnTo>
                    <a:pt x="2480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4"/>
            <p:cNvSpPr/>
            <p:nvPr/>
          </p:nvSpPr>
          <p:spPr>
            <a:xfrm>
              <a:off x="7290325" y="1089975"/>
              <a:ext cx="957500" cy="79050"/>
            </a:xfrm>
            <a:custGeom>
              <a:avLst/>
              <a:gdLst/>
              <a:ahLst/>
              <a:cxnLst/>
              <a:rect l="l" t="t" r="r" b="b"/>
              <a:pathLst>
                <a:path w="38300" h="3162" extrusionOk="0">
                  <a:moveTo>
                    <a:pt x="1" y="0"/>
                  </a:moveTo>
                  <a:lnTo>
                    <a:pt x="1" y="3162"/>
                  </a:lnTo>
                  <a:lnTo>
                    <a:pt x="38299" y="3162"/>
                  </a:lnTo>
                  <a:lnTo>
                    <a:pt x="3829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4"/>
            <p:cNvSpPr/>
            <p:nvPr/>
          </p:nvSpPr>
          <p:spPr>
            <a:xfrm>
              <a:off x="7504625" y="1377200"/>
              <a:ext cx="743950" cy="78300"/>
            </a:xfrm>
            <a:custGeom>
              <a:avLst/>
              <a:gdLst/>
              <a:ahLst/>
              <a:cxnLst/>
              <a:rect l="l" t="t" r="r" b="b"/>
              <a:pathLst>
                <a:path w="29758" h="3132" extrusionOk="0">
                  <a:moveTo>
                    <a:pt x="0" y="1"/>
                  </a:moveTo>
                  <a:lnTo>
                    <a:pt x="0" y="3132"/>
                  </a:lnTo>
                  <a:lnTo>
                    <a:pt x="29758" y="3132"/>
                  </a:lnTo>
                  <a:lnTo>
                    <a:pt x="297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4"/>
            <p:cNvSpPr/>
            <p:nvPr/>
          </p:nvSpPr>
          <p:spPr>
            <a:xfrm>
              <a:off x="7504625" y="1529200"/>
              <a:ext cx="743950" cy="78275"/>
            </a:xfrm>
            <a:custGeom>
              <a:avLst/>
              <a:gdLst/>
              <a:ahLst/>
              <a:cxnLst/>
              <a:rect l="l" t="t" r="r" b="b"/>
              <a:pathLst>
                <a:path w="29758" h="3131" extrusionOk="0">
                  <a:moveTo>
                    <a:pt x="0" y="0"/>
                  </a:moveTo>
                  <a:lnTo>
                    <a:pt x="0" y="3131"/>
                  </a:lnTo>
                  <a:lnTo>
                    <a:pt x="29758" y="3131"/>
                  </a:lnTo>
                  <a:lnTo>
                    <a:pt x="297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4"/>
            <p:cNvSpPr/>
            <p:nvPr/>
          </p:nvSpPr>
          <p:spPr>
            <a:xfrm>
              <a:off x="6977250" y="1681925"/>
              <a:ext cx="1271325" cy="79050"/>
            </a:xfrm>
            <a:custGeom>
              <a:avLst/>
              <a:gdLst/>
              <a:ahLst/>
              <a:cxnLst/>
              <a:rect l="l" t="t" r="r" b="b"/>
              <a:pathLst>
                <a:path w="50853" h="3162" extrusionOk="0">
                  <a:moveTo>
                    <a:pt x="1" y="1"/>
                  </a:moveTo>
                  <a:lnTo>
                    <a:pt x="1" y="3162"/>
                  </a:lnTo>
                  <a:lnTo>
                    <a:pt x="50853" y="3162"/>
                  </a:lnTo>
                  <a:lnTo>
                    <a:pt x="508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4"/>
            <p:cNvSpPr/>
            <p:nvPr/>
          </p:nvSpPr>
          <p:spPr>
            <a:xfrm>
              <a:off x="7329075" y="1377975"/>
              <a:ext cx="95025" cy="87400"/>
            </a:xfrm>
            <a:custGeom>
              <a:avLst/>
              <a:gdLst/>
              <a:ahLst/>
              <a:cxnLst/>
              <a:rect l="l" t="t" r="r" b="b"/>
              <a:pathLst>
                <a:path w="3801" h="3496" extrusionOk="0">
                  <a:moveTo>
                    <a:pt x="3314" y="487"/>
                  </a:moveTo>
                  <a:lnTo>
                    <a:pt x="3314" y="3009"/>
                  </a:lnTo>
                  <a:lnTo>
                    <a:pt x="518" y="3009"/>
                  </a:lnTo>
                  <a:lnTo>
                    <a:pt x="518" y="487"/>
                  </a:lnTo>
                  <a:close/>
                  <a:moveTo>
                    <a:pt x="1" y="0"/>
                  </a:moveTo>
                  <a:lnTo>
                    <a:pt x="1" y="3496"/>
                  </a:lnTo>
                  <a:lnTo>
                    <a:pt x="3800" y="3496"/>
                  </a:lnTo>
                  <a:lnTo>
                    <a:pt x="3800" y="0"/>
                  </a:lnTo>
                  <a:close/>
                </a:path>
              </a:pathLst>
            </a:custGeom>
            <a:solidFill>
              <a:srgbClr val="AEC2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4"/>
            <p:cNvSpPr/>
            <p:nvPr/>
          </p:nvSpPr>
          <p:spPr>
            <a:xfrm>
              <a:off x="7347325" y="1381000"/>
              <a:ext cx="85900" cy="55500"/>
            </a:xfrm>
            <a:custGeom>
              <a:avLst/>
              <a:gdLst/>
              <a:ahLst/>
              <a:cxnLst/>
              <a:rect l="l" t="t" r="r" b="b"/>
              <a:pathLst>
                <a:path w="3436" h="2220" fill="none" extrusionOk="0">
                  <a:moveTo>
                    <a:pt x="3435" y="1"/>
                  </a:moveTo>
                  <a:lnTo>
                    <a:pt x="1155" y="2220"/>
                  </a:lnTo>
                  <a:lnTo>
                    <a:pt x="0" y="1095"/>
                  </a:lnTo>
                </a:path>
              </a:pathLst>
            </a:custGeom>
            <a:noFill/>
            <a:ln w="190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4"/>
            <p:cNvSpPr/>
            <p:nvPr/>
          </p:nvSpPr>
          <p:spPr>
            <a:xfrm>
              <a:off x="7329075" y="1522350"/>
              <a:ext cx="95025" cy="87400"/>
            </a:xfrm>
            <a:custGeom>
              <a:avLst/>
              <a:gdLst/>
              <a:ahLst/>
              <a:cxnLst/>
              <a:rect l="l" t="t" r="r" b="b"/>
              <a:pathLst>
                <a:path w="3801" h="3496" extrusionOk="0">
                  <a:moveTo>
                    <a:pt x="3314" y="487"/>
                  </a:moveTo>
                  <a:lnTo>
                    <a:pt x="3314" y="3010"/>
                  </a:lnTo>
                  <a:lnTo>
                    <a:pt x="518" y="3010"/>
                  </a:lnTo>
                  <a:lnTo>
                    <a:pt x="518" y="487"/>
                  </a:lnTo>
                  <a:close/>
                  <a:moveTo>
                    <a:pt x="1" y="0"/>
                  </a:moveTo>
                  <a:lnTo>
                    <a:pt x="1" y="3496"/>
                  </a:lnTo>
                  <a:lnTo>
                    <a:pt x="3800" y="3496"/>
                  </a:lnTo>
                  <a:lnTo>
                    <a:pt x="3800" y="0"/>
                  </a:lnTo>
                  <a:close/>
                </a:path>
              </a:pathLst>
            </a:custGeom>
            <a:solidFill>
              <a:srgbClr val="AEC2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4"/>
            <p:cNvSpPr/>
            <p:nvPr/>
          </p:nvSpPr>
          <p:spPr>
            <a:xfrm>
              <a:off x="7346575" y="1535275"/>
              <a:ext cx="60800" cy="60800"/>
            </a:xfrm>
            <a:custGeom>
              <a:avLst/>
              <a:gdLst/>
              <a:ahLst/>
              <a:cxnLst/>
              <a:rect l="l" t="t" r="r" b="b"/>
              <a:pathLst>
                <a:path w="2432" h="2432" fill="none" extrusionOk="0">
                  <a:moveTo>
                    <a:pt x="2432" y="0"/>
                  </a:moveTo>
                  <a:lnTo>
                    <a:pt x="0" y="2432"/>
                  </a:lnTo>
                </a:path>
              </a:pathLst>
            </a:custGeom>
            <a:noFill/>
            <a:ln w="18225" cap="rnd" cmpd="sng">
              <a:solidFill>
                <a:srgbClr val="A5162E"/>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4"/>
            <p:cNvSpPr/>
            <p:nvPr/>
          </p:nvSpPr>
          <p:spPr>
            <a:xfrm>
              <a:off x="7342775" y="1531475"/>
              <a:ext cx="66875" cy="67650"/>
            </a:xfrm>
            <a:custGeom>
              <a:avLst/>
              <a:gdLst/>
              <a:ahLst/>
              <a:cxnLst/>
              <a:rect l="l" t="t" r="r" b="b"/>
              <a:pathLst>
                <a:path w="2675" h="2706" fill="none" extrusionOk="0">
                  <a:moveTo>
                    <a:pt x="0" y="0"/>
                  </a:moveTo>
                  <a:lnTo>
                    <a:pt x="2675" y="2705"/>
                  </a:lnTo>
                </a:path>
              </a:pathLst>
            </a:custGeom>
            <a:noFill/>
            <a:ln w="18225" cap="rnd"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4"/>
            <p:cNvSpPr/>
            <p:nvPr/>
          </p:nvSpPr>
          <p:spPr>
            <a:xfrm>
              <a:off x="6574500" y="1047425"/>
              <a:ext cx="587425" cy="552450"/>
            </a:xfrm>
            <a:custGeom>
              <a:avLst/>
              <a:gdLst/>
              <a:ahLst/>
              <a:cxnLst/>
              <a:rect l="l" t="t" r="r" b="b"/>
              <a:pathLst>
                <a:path w="23497" h="22098" extrusionOk="0">
                  <a:moveTo>
                    <a:pt x="1" y="0"/>
                  </a:moveTo>
                  <a:lnTo>
                    <a:pt x="1" y="22098"/>
                  </a:lnTo>
                  <a:lnTo>
                    <a:pt x="23497" y="22098"/>
                  </a:lnTo>
                  <a:lnTo>
                    <a:pt x="234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4"/>
            <p:cNvSpPr/>
            <p:nvPr/>
          </p:nvSpPr>
          <p:spPr>
            <a:xfrm>
              <a:off x="6644425" y="1320225"/>
              <a:ext cx="446850" cy="279650"/>
            </a:xfrm>
            <a:custGeom>
              <a:avLst/>
              <a:gdLst/>
              <a:ahLst/>
              <a:cxnLst/>
              <a:rect l="l" t="t" r="r" b="b"/>
              <a:pathLst>
                <a:path w="17874" h="11186" extrusionOk="0">
                  <a:moveTo>
                    <a:pt x="13466" y="0"/>
                  </a:moveTo>
                  <a:cubicBezTo>
                    <a:pt x="12311" y="1216"/>
                    <a:pt x="10730" y="1976"/>
                    <a:pt x="8937" y="1976"/>
                  </a:cubicBezTo>
                  <a:cubicBezTo>
                    <a:pt x="7235" y="1976"/>
                    <a:pt x="5654" y="1277"/>
                    <a:pt x="4560" y="152"/>
                  </a:cubicBezTo>
                  <a:cubicBezTo>
                    <a:pt x="1915" y="1155"/>
                    <a:pt x="0" y="3739"/>
                    <a:pt x="0" y="6778"/>
                  </a:cubicBezTo>
                  <a:lnTo>
                    <a:pt x="0" y="11186"/>
                  </a:lnTo>
                  <a:lnTo>
                    <a:pt x="17873" y="11186"/>
                  </a:lnTo>
                  <a:lnTo>
                    <a:pt x="17873" y="6140"/>
                  </a:lnTo>
                  <a:cubicBezTo>
                    <a:pt x="17873" y="3283"/>
                    <a:pt x="15989" y="851"/>
                    <a:pt x="13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4"/>
            <p:cNvSpPr/>
            <p:nvPr/>
          </p:nvSpPr>
          <p:spPr>
            <a:xfrm>
              <a:off x="6725725" y="1087100"/>
              <a:ext cx="284225" cy="258050"/>
            </a:xfrm>
            <a:custGeom>
              <a:avLst/>
              <a:gdLst/>
              <a:ahLst/>
              <a:cxnLst/>
              <a:rect l="l" t="t" r="r" b="b"/>
              <a:pathLst>
                <a:path w="11369" h="10322" extrusionOk="0">
                  <a:moveTo>
                    <a:pt x="5657" y="1"/>
                  </a:moveTo>
                  <a:cubicBezTo>
                    <a:pt x="3329" y="1"/>
                    <a:pt x="1210" y="1590"/>
                    <a:pt x="639" y="3976"/>
                  </a:cubicBezTo>
                  <a:cubicBezTo>
                    <a:pt x="1" y="6742"/>
                    <a:pt x="1703" y="9538"/>
                    <a:pt x="4499" y="10176"/>
                  </a:cubicBezTo>
                  <a:cubicBezTo>
                    <a:pt x="4905" y="10275"/>
                    <a:pt x="5312" y="10322"/>
                    <a:pt x="5713" y="10322"/>
                  </a:cubicBezTo>
                  <a:cubicBezTo>
                    <a:pt x="8040" y="10322"/>
                    <a:pt x="10155" y="8732"/>
                    <a:pt x="10700" y="6346"/>
                  </a:cubicBezTo>
                  <a:cubicBezTo>
                    <a:pt x="11369" y="3580"/>
                    <a:pt x="9667" y="784"/>
                    <a:pt x="6870" y="146"/>
                  </a:cubicBezTo>
                  <a:cubicBezTo>
                    <a:pt x="6464" y="48"/>
                    <a:pt x="6057" y="1"/>
                    <a:pt x="56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4"/>
            <p:cNvSpPr/>
            <p:nvPr/>
          </p:nvSpPr>
          <p:spPr>
            <a:xfrm>
              <a:off x="7312375" y="2038325"/>
              <a:ext cx="239375" cy="321450"/>
            </a:xfrm>
            <a:custGeom>
              <a:avLst/>
              <a:gdLst/>
              <a:ahLst/>
              <a:cxnLst/>
              <a:rect l="l" t="t" r="r" b="b"/>
              <a:pathLst>
                <a:path w="9575" h="12858" extrusionOk="0">
                  <a:moveTo>
                    <a:pt x="4833" y="0"/>
                  </a:moveTo>
                  <a:lnTo>
                    <a:pt x="0" y="4803"/>
                  </a:lnTo>
                  <a:cubicBezTo>
                    <a:pt x="1702" y="6748"/>
                    <a:pt x="2736" y="9301"/>
                    <a:pt x="2736" y="12067"/>
                  </a:cubicBezTo>
                  <a:cubicBezTo>
                    <a:pt x="2736" y="12341"/>
                    <a:pt x="2736" y="12614"/>
                    <a:pt x="2705" y="12857"/>
                  </a:cubicBezTo>
                  <a:lnTo>
                    <a:pt x="9544" y="12857"/>
                  </a:lnTo>
                  <a:cubicBezTo>
                    <a:pt x="9575" y="12614"/>
                    <a:pt x="9575" y="12341"/>
                    <a:pt x="9575" y="12067"/>
                  </a:cubicBezTo>
                  <a:cubicBezTo>
                    <a:pt x="9575" y="7386"/>
                    <a:pt x="7782" y="3131"/>
                    <a:pt x="4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4"/>
            <p:cNvSpPr/>
            <p:nvPr/>
          </p:nvSpPr>
          <p:spPr>
            <a:xfrm>
              <a:off x="6658100" y="2031475"/>
              <a:ext cx="244700" cy="328300"/>
            </a:xfrm>
            <a:custGeom>
              <a:avLst/>
              <a:gdLst/>
              <a:ahLst/>
              <a:cxnLst/>
              <a:rect l="l" t="t" r="r" b="b"/>
              <a:pathLst>
                <a:path w="9788" h="13132" extrusionOk="0">
                  <a:moveTo>
                    <a:pt x="4955" y="1"/>
                  </a:moveTo>
                  <a:cubicBezTo>
                    <a:pt x="1885" y="3192"/>
                    <a:pt x="1" y="7569"/>
                    <a:pt x="1" y="12341"/>
                  </a:cubicBezTo>
                  <a:cubicBezTo>
                    <a:pt x="1" y="12615"/>
                    <a:pt x="31" y="12888"/>
                    <a:pt x="31" y="13131"/>
                  </a:cubicBezTo>
                  <a:lnTo>
                    <a:pt x="6870" y="13131"/>
                  </a:lnTo>
                  <a:cubicBezTo>
                    <a:pt x="6840" y="12888"/>
                    <a:pt x="6840" y="12615"/>
                    <a:pt x="6840" y="12341"/>
                  </a:cubicBezTo>
                  <a:cubicBezTo>
                    <a:pt x="6840" y="9454"/>
                    <a:pt x="7934" y="6809"/>
                    <a:pt x="9788" y="4833"/>
                  </a:cubicBezTo>
                  <a:lnTo>
                    <a:pt x="4955" y="1"/>
                  </a:lnTo>
                  <a:close/>
                </a:path>
              </a:pathLst>
            </a:custGeom>
            <a:solidFill>
              <a:srgbClr val="DD510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4"/>
            <p:cNvSpPr/>
            <p:nvPr/>
          </p:nvSpPr>
          <p:spPr>
            <a:xfrm>
              <a:off x="6781975" y="1893925"/>
              <a:ext cx="329050" cy="259150"/>
            </a:xfrm>
            <a:custGeom>
              <a:avLst/>
              <a:gdLst/>
              <a:ahLst/>
              <a:cxnLst/>
              <a:rect l="l" t="t" r="r" b="b"/>
              <a:pathLst>
                <a:path w="13162" h="10366" extrusionOk="0">
                  <a:moveTo>
                    <a:pt x="13161" y="1"/>
                  </a:moveTo>
                  <a:cubicBezTo>
                    <a:pt x="13070" y="1"/>
                    <a:pt x="13009" y="1"/>
                    <a:pt x="12918" y="31"/>
                  </a:cubicBezTo>
                  <a:cubicBezTo>
                    <a:pt x="7842" y="31"/>
                    <a:pt x="3283" y="2159"/>
                    <a:pt x="0" y="5533"/>
                  </a:cubicBezTo>
                  <a:lnTo>
                    <a:pt x="4833" y="10366"/>
                  </a:lnTo>
                  <a:cubicBezTo>
                    <a:pt x="6839" y="8208"/>
                    <a:pt x="9727" y="6840"/>
                    <a:pt x="12918" y="6840"/>
                  </a:cubicBezTo>
                  <a:lnTo>
                    <a:pt x="13161" y="6840"/>
                  </a:lnTo>
                  <a:lnTo>
                    <a:pt x="131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4"/>
            <p:cNvSpPr/>
            <p:nvPr/>
          </p:nvSpPr>
          <p:spPr>
            <a:xfrm>
              <a:off x="7111750" y="1893175"/>
              <a:ext cx="322225" cy="265225"/>
            </a:xfrm>
            <a:custGeom>
              <a:avLst/>
              <a:gdLst/>
              <a:ahLst/>
              <a:cxnLst/>
              <a:rect l="l" t="t" r="r" b="b"/>
              <a:pathLst>
                <a:path w="12889" h="10609" extrusionOk="0">
                  <a:moveTo>
                    <a:pt x="1" y="1"/>
                  </a:moveTo>
                  <a:lnTo>
                    <a:pt x="1" y="6870"/>
                  </a:lnTo>
                  <a:cubicBezTo>
                    <a:pt x="3192" y="6931"/>
                    <a:pt x="6080" y="8390"/>
                    <a:pt x="8056" y="10609"/>
                  </a:cubicBezTo>
                  <a:lnTo>
                    <a:pt x="12889" y="5806"/>
                  </a:lnTo>
                  <a:cubicBezTo>
                    <a:pt x="9667" y="2311"/>
                    <a:pt x="5046" y="9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4"/>
            <p:cNvSpPr/>
            <p:nvPr/>
          </p:nvSpPr>
          <p:spPr>
            <a:xfrm>
              <a:off x="6617825" y="2340000"/>
              <a:ext cx="976500" cy="30400"/>
            </a:xfrm>
            <a:custGeom>
              <a:avLst/>
              <a:gdLst/>
              <a:ahLst/>
              <a:cxnLst/>
              <a:rect l="l" t="t" r="r" b="b"/>
              <a:pathLst>
                <a:path w="39060" h="1216" extrusionOk="0">
                  <a:moveTo>
                    <a:pt x="1" y="0"/>
                  </a:moveTo>
                  <a:lnTo>
                    <a:pt x="1" y="1216"/>
                  </a:lnTo>
                  <a:lnTo>
                    <a:pt x="39059" y="1216"/>
                  </a:lnTo>
                  <a:lnTo>
                    <a:pt x="39059" y="0"/>
                  </a:lnTo>
                  <a:close/>
                </a:path>
              </a:pathLst>
            </a:custGeom>
            <a:solidFill>
              <a:srgbClr val="6A88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4"/>
            <p:cNvSpPr/>
            <p:nvPr/>
          </p:nvSpPr>
          <p:spPr>
            <a:xfrm>
              <a:off x="6747000" y="2089975"/>
              <a:ext cx="386050" cy="235600"/>
            </a:xfrm>
            <a:custGeom>
              <a:avLst/>
              <a:gdLst/>
              <a:ahLst/>
              <a:cxnLst/>
              <a:rect l="l" t="t" r="r" b="b"/>
              <a:pathLst>
                <a:path w="15442" h="9424" extrusionOk="0">
                  <a:moveTo>
                    <a:pt x="1" y="1"/>
                  </a:moveTo>
                  <a:lnTo>
                    <a:pt x="14469" y="9424"/>
                  </a:lnTo>
                  <a:lnTo>
                    <a:pt x="15442" y="8633"/>
                  </a:lnTo>
                  <a:lnTo>
                    <a:pt x="1" y="1"/>
                  </a:lnTo>
                  <a:close/>
                </a:path>
              </a:pathLst>
            </a:custGeom>
            <a:solidFill>
              <a:srgbClr val="1D0D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4"/>
            <p:cNvSpPr/>
            <p:nvPr/>
          </p:nvSpPr>
          <p:spPr>
            <a:xfrm>
              <a:off x="6574500" y="2504125"/>
              <a:ext cx="1674075" cy="79050"/>
            </a:xfrm>
            <a:custGeom>
              <a:avLst/>
              <a:gdLst/>
              <a:ahLst/>
              <a:cxnLst/>
              <a:rect l="l" t="t" r="r" b="b"/>
              <a:pathLst>
                <a:path w="66963" h="3162" extrusionOk="0">
                  <a:moveTo>
                    <a:pt x="1" y="1"/>
                  </a:moveTo>
                  <a:lnTo>
                    <a:pt x="1" y="3162"/>
                  </a:lnTo>
                  <a:lnTo>
                    <a:pt x="66963" y="3162"/>
                  </a:lnTo>
                  <a:lnTo>
                    <a:pt x="669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4"/>
            <p:cNvSpPr/>
            <p:nvPr/>
          </p:nvSpPr>
          <p:spPr>
            <a:xfrm>
              <a:off x="7769075" y="1903825"/>
              <a:ext cx="467350" cy="467350"/>
            </a:xfrm>
            <a:custGeom>
              <a:avLst/>
              <a:gdLst/>
              <a:ahLst/>
              <a:cxnLst/>
              <a:rect l="l" t="t" r="r" b="b"/>
              <a:pathLst>
                <a:path w="18694" h="18694" extrusionOk="0">
                  <a:moveTo>
                    <a:pt x="17447" y="1246"/>
                  </a:moveTo>
                  <a:lnTo>
                    <a:pt x="17447" y="17417"/>
                  </a:lnTo>
                  <a:lnTo>
                    <a:pt x="1277" y="17417"/>
                  </a:lnTo>
                  <a:lnTo>
                    <a:pt x="1277" y="1246"/>
                  </a:lnTo>
                  <a:close/>
                  <a:moveTo>
                    <a:pt x="0" y="0"/>
                  </a:moveTo>
                  <a:lnTo>
                    <a:pt x="0" y="18693"/>
                  </a:lnTo>
                  <a:lnTo>
                    <a:pt x="18693" y="18693"/>
                  </a:lnTo>
                  <a:lnTo>
                    <a:pt x="186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4"/>
            <p:cNvSpPr/>
            <p:nvPr/>
          </p:nvSpPr>
          <p:spPr>
            <a:xfrm>
              <a:off x="7807825" y="1959275"/>
              <a:ext cx="389850" cy="355100"/>
            </a:xfrm>
            <a:custGeom>
              <a:avLst/>
              <a:gdLst/>
              <a:ahLst/>
              <a:cxnLst/>
              <a:rect l="l" t="t" r="r" b="b"/>
              <a:pathLst>
                <a:path w="15594" h="14204" extrusionOk="0">
                  <a:moveTo>
                    <a:pt x="7812" y="1"/>
                  </a:moveTo>
                  <a:cubicBezTo>
                    <a:pt x="5996" y="1"/>
                    <a:pt x="4180" y="700"/>
                    <a:pt x="2797" y="2098"/>
                  </a:cubicBezTo>
                  <a:cubicBezTo>
                    <a:pt x="0" y="4864"/>
                    <a:pt x="0" y="9363"/>
                    <a:pt x="2797" y="12129"/>
                  </a:cubicBezTo>
                  <a:cubicBezTo>
                    <a:pt x="4180" y="13512"/>
                    <a:pt x="5996" y="14203"/>
                    <a:pt x="7812" y="14203"/>
                  </a:cubicBezTo>
                  <a:cubicBezTo>
                    <a:pt x="9628" y="14203"/>
                    <a:pt x="11444" y="13512"/>
                    <a:pt x="12827" y="12129"/>
                  </a:cubicBezTo>
                  <a:cubicBezTo>
                    <a:pt x="15593" y="9363"/>
                    <a:pt x="15593" y="4864"/>
                    <a:pt x="12827" y="2098"/>
                  </a:cubicBezTo>
                  <a:cubicBezTo>
                    <a:pt x="11444" y="700"/>
                    <a:pt x="9628" y="1"/>
                    <a:pt x="78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4"/>
            <p:cNvSpPr/>
            <p:nvPr/>
          </p:nvSpPr>
          <p:spPr>
            <a:xfrm>
              <a:off x="7839725" y="1987600"/>
              <a:ext cx="326775" cy="298475"/>
            </a:xfrm>
            <a:custGeom>
              <a:avLst/>
              <a:gdLst/>
              <a:ahLst/>
              <a:cxnLst/>
              <a:rect l="l" t="t" r="r" b="b"/>
              <a:pathLst>
                <a:path w="13071" h="11939" extrusionOk="0">
                  <a:moveTo>
                    <a:pt x="6536" y="0"/>
                  </a:moveTo>
                  <a:cubicBezTo>
                    <a:pt x="5009" y="0"/>
                    <a:pt x="3481" y="585"/>
                    <a:pt x="2311" y="1756"/>
                  </a:cubicBezTo>
                  <a:cubicBezTo>
                    <a:pt x="1" y="4096"/>
                    <a:pt x="1" y="7865"/>
                    <a:pt x="2311" y="10205"/>
                  </a:cubicBezTo>
                  <a:cubicBezTo>
                    <a:pt x="3481" y="11361"/>
                    <a:pt x="5009" y="11938"/>
                    <a:pt x="6536" y="11938"/>
                  </a:cubicBezTo>
                  <a:cubicBezTo>
                    <a:pt x="8063" y="11938"/>
                    <a:pt x="9591" y="11361"/>
                    <a:pt x="10761" y="10205"/>
                  </a:cubicBezTo>
                  <a:cubicBezTo>
                    <a:pt x="13071" y="7865"/>
                    <a:pt x="13071" y="4096"/>
                    <a:pt x="10761" y="1756"/>
                  </a:cubicBezTo>
                  <a:cubicBezTo>
                    <a:pt x="9591" y="585"/>
                    <a:pt x="8063" y="0"/>
                    <a:pt x="653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4"/>
            <p:cNvSpPr/>
            <p:nvPr/>
          </p:nvSpPr>
          <p:spPr>
            <a:xfrm>
              <a:off x="7915725" y="2044400"/>
              <a:ext cx="175550" cy="175550"/>
            </a:xfrm>
            <a:custGeom>
              <a:avLst/>
              <a:gdLst/>
              <a:ahLst/>
              <a:cxnLst/>
              <a:rect l="l" t="t" r="r" b="b"/>
              <a:pathLst>
                <a:path w="7022" h="7022" extrusionOk="0">
                  <a:moveTo>
                    <a:pt x="1003" y="0"/>
                  </a:moveTo>
                  <a:lnTo>
                    <a:pt x="0" y="1003"/>
                  </a:lnTo>
                  <a:lnTo>
                    <a:pt x="6019" y="7022"/>
                  </a:lnTo>
                  <a:lnTo>
                    <a:pt x="7022" y="6019"/>
                  </a:lnTo>
                  <a:lnTo>
                    <a:pt x="10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4"/>
            <p:cNvSpPr/>
            <p:nvPr/>
          </p:nvSpPr>
          <p:spPr>
            <a:xfrm>
              <a:off x="7915725" y="2043625"/>
              <a:ext cx="176325" cy="176325"/>
            </a:xfrm>
            <a:custGeom>
              <a:avLst/>
              <a:gdLst/>
              <a:ahLst/>
              <a:cxnLst/>
              <a:rect l="l" t="t" r="r" b="b"/>
              <a:pathLst>
                <a:path w="7053" h="7053" extrusionOk="0">
                  <a:moveTo>
                    <a:pt x="6019" y="1"/>
                  </a:moveTo>
                  <a:lnTo>
                    <a:pt x="0" y="6019"/>
                  </a:lnTo>
                  <a:lnTo>
                    <a:pt x="1034" y="7053"/>
                  </a:lnTo>
                  <a:lnTo>
                    <a:pt x="7052" y="1034"/>
                  </a:lnTo>
                  <a:lnTo>
                    <a:pt x="60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2" name="Google Shape;862;p44"/>
          <p:cNvSpPr txBox="1">
            <a:spLocks noGrp="1"/>
          </p:cNvSpPr>
          <p:nvPr>
            <p:ph type="title"/>
          </p:nvPr>
        </p:nvSpPr>
        <p:spPr>
          <a:xfrm>
            <a:off x="722353" y="1389826"/>
            <a:ext cx="3894600" cy="67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863" name="Google Shape;863;p44"/>
          <p:cNvSpPr txBox="1">
            <a:spLocks noGrp="1"/>
          </p:cNvSpPr>
          <p:nvPr>
            <p:ph type="subTitle" idx="1"/>
          </p:nvPr>
        </p:nvSpPr>
        <p:spPr>
          <a:xfrm>
            <a:off x="722504" y="2074774"/>
            <a:ext cx="3894600" cy="176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give a brief description of the topic you want to talk about here. For example, if you want to talk about Mercury, you can say that it’s the smallest planet in the entire Solar System</a:t>
            </a:r>
            <a:endParaRPr/>
          </a:p>
        </p:txBody>
      </p:sp>
      <p:grpSp>
        <p:nvGrpSpPr>
          <p:cNvPr id="864" name="Google Shape;864;p44"/>
          <p:cNvGrpSpPr/>
          <p:nvPr/>
        </p:nvGrpSpPr>
        <p:grpSpPr>
          <a:xfrm>
            <a:off x="5361198" y="3231907"/>
            <a:ext cx="2586336" cy="1404578"/>
            <a:chOff x="5361198" y="3162832"/>
            <a:chExt cx="2586336" cy="1404578"/>
          </a:xfrm>
        </p:grpSpPr>
        <p:sp>
          <p:nvSpPr>
            <p:cNvPr id="865" name="Google Shape;865;p44"/>
            <p:cNvSpPr/>
            <p:nvPr/>
          </p:nvSpPr>
          <p:spPr>
            <a:xfrm>
              <a:off x="7003488" y="3867117"/>
              <a:ext cx="636640" cy="666872"/>
            </a:xfrm>
            <a:custGeom>
              <a:avLst/>
              <a:gdLst/>
              <a:ahLst/>
              <a:cxnLst/>
              <a:rect l="l" t="t" r="r" b="b"/>
              <a:pathLst>
                <a:path w="46898" h="49125" extrusionOk="0">
                  <a:moveTo>
                    <a:pt x="18451" y="0"/>
                  </a:moveTo>
                  <a:cubicBezTo>
                    <a:pt x="0" y="0"/>
                    <a:pt x="13340" y="32221"/>
                    <a:pt x="39329" y="49124"/>
                  </a:cubicBezTo>
                  <a:lnTo>
                    <a:pt x="46897" y="49124"/>
                  </a:lnTo>
                  <a:cubicBezTo>
                    <a:pt x="46897" y="49124"/>
                    <a:pt x="37900" y="431"/>
                    <a:pt x="18842" y="5"/>
                  </a:cubicBezTo>
                  <a:cubicBezTo>
                    <a:pt x="18710" y="2"/>
                    <a:pt x="18580" y="0"/>
                    <a:pt x="18451" y="0"/>
                  </a:cubicBezTo>
                  <a:close/>
                </a:path>
              </a:pathLst>
            </a:custGeom>
            <a:solidFill>
              <a:srgbClr val="1D96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4"/>
            <p:cNvSpPr/>
            <p:nvPr/>
          </p:nvSpPr>
          <p:spPr>
            <a:xfrm>
              <a:off x="7219236" y="3941453"/>
              <a:ext cx="380046" cy="592535"/>
            </a:xfrm>
            <a:custGeom>
              <a:avLst/>
              <a:gdLst/>
              <a:ahLst/>
              <a:cxnLst/>
              <a:rect l="l" t="t" r="r" b="b"/>
              <a:pathLst>
                <a:path w="27996" h="43649" fill="none" extrusionOk="0">
                  <a:moveTo>
                    <a:pt x="27995" y="43648"/>
                  </a:moveTo>
                  <a:cubicBezTo>
                    <a:pt x="27995" y="43648"/>
                    <a:pt x="9727" y="1854"/>
                    <a:pt x="1" y="0"/>
                  </a:cubicBezTo>
                </a:path>
              </a:pathLst>
            </a:custGeom>
            <a:noFill/>
            <a:ln w="42550" cap="flat" cmpd="sng">
              <a:solidFill>
                <a:srgbClr val="14723A"/>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4"/>
            <p:cNvSpPr/>
            <p:nvPr/>
          </p:nvSpPr>
          <p:spPr>
            <a:xfrm>
              <a:off x="7613291" y="3167787"/>
              <a:ext cx="48286" cy="48286"/>
            </a:xfrm>
            <a:custGeom>
              <a:avLst/>
              <a:gdLst/>
              <a:ahLst/>
              <a:cxnLst/>
              <a:rect l="l" t="t" r="r" b="b"/>
              <a:pathLst>
                <a:path w="3557" h="3557" extrusionOk="0">
                  <a:moveTo>
                    <a:pt x="1764" y="1"/>
                  </a:moveTo>
                  <a:cubicBezTo>
                    <a:pt x="791" y="1"/>
                    <a:pt x="1" y="791"/>
                    <a:pt x="1" y="1764"/>
                  </a:cubicBezTo>
                  <a:cubicBezTo>
                    <a:pt x="1" y="2767"/>
                    <a:pt x="791" y="3557"/>
                    <a:pt x="1764" y="3557"/>
                  </a:cubicBezTo>
                  <a:cubicBezTo>
                    <a:pt x="2767" y="3557"/>
                    <a:pt x="3557" y="2767"/>
                    <a:pt x="3557" y="1764"/>
                  </a:cubicBezTo>
                  <a:cubicBezTo>
                    <a:pt x="3557" y="791"/>
                    <a:pt x="2767" y="1"/>
                    <a:pt x="1764" y="1"/>
                  </a:cubicBezTo>
                  <a:close/>
                </a:path>
              </a:pathLst>
            </a:custGeom>
            <a:solidFill>
              <a:srgbClr val="1D0D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4"/>
            <p:cNvSpPr/>
            <p:nvPr/>
          </p:nvSpPr>
          <p:spPr>
            <a:xfrm>
              <a:off x="5600118" y="3162832"/>
              <a:ext cx="2108510" cy="1300594"/>
            </a:xfrm>
            <a:custGeom>
              <a:avLst/>
              <a:gdLst/>
              <a:ahLst/>
              <a:cxnLst/>
              <a:rect l="l" t="t" r="r" b="b"/>
              <a:pathLst>
                <a:path w="155323" h="95808" extrusionOk="0">
                  <a:moveTo>
                    <a:pt x="6231" y="1"/>
                  </a:moveTo>
                  <a:cubicBezTo>
                    <a:pt x="2766" y="1"/>
                    <a:pt x="0" y="2797"/>
                    <a:pt x="0" y="6232"/>
                  </a:cubicBezTo>
                  <a:lnTo>
                    <a:pt x="0" y="95808"/>
                  </a:lnTo>
                  <a:lnTo>
                    <a:pt x="155322" y="95808"/>
                  </a:lnTo>
                  <a:lnTo>
                    <a:pt x="155322" y="6232"/>
                  </a:lnTo>
                  <a:cubicBezTo>
                    <a:pt x="155322" y="2797"/>
                    <a:pt x="152556" y="1"/>
                    <a:pt x="1490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4"/>
            <p:cNvSpPr/>
            <p:nvPr/>
          </p:nvSpPr>
          <p:spPr>
            <a:xfrm>
              <a:off x="5361198" y="4463833"/>
              <a:ext cx="2586336" cy="72626"/>
            </a:xfrm>
            <a:custGeom>
              <a:avLst/>
              <a:gdLst/>
              <a:ahLst/>
              <a:cxnLst/>
              <a:rect l="l" t="t" r="r" b="b"/>
              <a:pathLst>
                <a:path w="190522" h="5350" extrusionOk="0">
                  <a:moveTo>
                    <a:pt x="1" y="0"/>
                  </a:moveTo>
                  <a:lnTo>
                    <a:pt x="1" y="4985"/>
                  </a:lnTo>
                  <a:cubicBezTo>
                    <a:pt x="1" y="5076"/>
                    <a:pt x="1" y="5228"/>
                    <a:pt x="62" y="5350"/>
                  </a:cubicBezTo>
                  <a:lnTo>
                    <a:pt x="190491" y="5350"/>
                  </a:lnTo>
                  <a:cubicBezTo>
                    <a:pt x="190521" y="5228"/>
                    <a:pt x="190521" y="5076"/>
                    <a:pt x="190521" y="4985"/>
                  </a:cubicBezTo>
                  <a:lnTo>
                    <a:pt x="1905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4"/>
            <p:cNvSpPr/>
            <p:nvPr/>
          </p:nvSpPr>
          <p:spPr>
            <a:xfrm>
              <a:off x="5362026" y="4536446"/>
              <a:ext cx="2585087" cy="30965"/>
            </a:xfrm>
            <a:custGeom>
              <a:avLst/>
              <a:gdLst/>
              <a:ahLst/>
              <a:cxnLst/>
              <a:rect l="l" t="t" r="r" b="b"/>
              <a:pathLst>
                <a:path w="190430" h="2281" extrusionOk="0">
                  <a:moveTo>
                    <a:pt x="1" y="1"/>
                  </a:moveTo>
                  <a:cubicBezTo>
                    <a:pt x="183" y="1308"/>
                    <a:pt x="1277" y="2280"/>
                    <a:pt x="2615" y="2280"/>
                  </a:cubicBezTo>
                  <a:lnTo>
                    <a:pt x="187785" y="2280"/>
                  </a:lnTo>
                  <a:cubicBezTo>
                    <a:pt x="189123" y="2280"/>
                    <a:pt x="190217" y="1308"/>
                    <a:pt x="190430" y="1"/>
                  </a:cubicBezTo>
                  <a:close/>
                </a:path>
              </a:pathLst>
            </a:custGeom>
            <a:solidFill>
              <a:srgbClr val="CBC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4"/>
            <p:cNvSpPr/>
            <p:nvPr/>
          </p:nvSpPr>
          <p:spPr>
            <a:xfrm>
              <a:off x="6453823" y="4463005"/>
              <a:ext cx="400666" cy="42096"/>
            </a:xfrm>
            <a:custGeom>
              <a:avLst/>
              <a:gdLst/>
              <a:ahLst/>
              <a:cxnLst/>
              <a:rect l="l" t="t" r="r" b="b"/>
              <a:pathLst>
                <a:path w="29515" h="3101" extrusionOk="0">
                  <a:moveTo>
                    <a:pt x="1" y="0"/>
                  </a:moveTo>
                  <a:lnTo>
                    <a:pt x="1" y="1855"/>
                  </a:lnTo>
                  <a:cubicBezTo>
                    <a:pt x="1" y="2523"/>
                    <a:pt x="578" y="3101"/>
                    <a:pt x="1247" y="3101"/>
                  </a:cubicBezTo>
                  <a:lnTo>
                    <a:pt x="28269" y="3101"/>
                  </a:lnTo>
                  <a:cubicBezTo>
                    <a:pt x="28937" y="3101"/>
                    <a:pt x="29515" y="2523"/>
                    <a:pt x="29485" y="1855"/>
                  </a:cubicBezTo>
                  <a:lnTo>
                    <a:pt x="29485"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4"/>
            <p:cNvSpPr/>
            <p:nvPr/>
          </p:nvSpPr>
          <p:spPr>
            <a:xfrm>
              <a:off x="5600118" y="4401931"/>
              <a:ext cx="2108510" cy="61088"/>
            </a:xfrm>
            <a:custGeom>
              <a:avLst/>
              <a:gdLst/>
              <a:ahLst/>
              <a:cxnLst/>
              <a:rect l="l" t="t" r="r" b="b"/>
              <a:pathLst>
                <a:path w="155323" h="4500" extrusionOk="0">
                  <a:moveTo>
                    <a:pt x="0" y="1"/>
                  </a:moveTo>
                  <a:lnTo>
                    <a:pt x="0" y="4499"/>
                  </a:lnTo>
                  <a:lnTo>
                    <a:pt x="155322" y="4499"/>
                  </a:lnTo>
                  <a:lnTo>
                    <a:pt x="1553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4"/>
            <p:cNvSpPr/>
            <p:nvPr/>
          </p:nvSpPr>
          <p:spPr>
            <a:xfrm>
              <a:off x="5684704" y="3255264"/>
              <a:ext cx="1939325" cy="1146680"/>
            </a:xfrm>
            <a:custGeom>
              <a:avLst/>
              <a:gdLst/>
              <a:ahLst/>
              <a:cxnLst/>
              <a:rect l="l" t="t" r="r" b="b"/>
              <a:pathLst>
                <a:path w="142860" h="84470" extrusionOk="0">
                  <a:moveTo>
                    <a:pt x="0" y="1"/>
                  </a:moveTo>
                  <a:lnTo>
                    <a:pt x="0" y="84470"/>
                  </a:lnTo>
                  <a:lnTo>
                    <a:pt x="142860" y="84470"/>
                  </a:lnTo>
                  <a:lnTo>
                    <a:pt x="1428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4"/>
            <p:cNvSpPr/>
            <p:nvPr/>
          </p:nvSpPr>
          <p:spPr>
            <a:xfrm>
              <a:off x="6486837" y="3420730"/>
              <a:ext cx="1007632" cy="766241"/>
            </a:xfrm>
            <a:custGeom>
              <a:avLst/>
              <a:gdLst/>
              <a:ahLst/>
              <a:cxnLst/>
              <a:rect l="l" t="t" r="r" b="b"/>
              <a:pathLst>
                <a:path w="74227" h="56445" extrusionOk="0">
                  <a:moveTo>
                    <a:pt x="66445" y="0"/>
                  </a:moveTo>
                  <a:lnTo>
                    <a:pt x="7782" y="31"/>
                  </a:lnTo>
                  <a:cubicBezTo>
                    <a:pt x="3496" y="31"/>
                    <a:pt x="0" y="3526"/>
                    <a:pt x="0" y="7842"/>
                  </a:cubicBezTo>
                  <a:lnTo>
                    <a:pt x="0" y="48633"/>
                  </a:lnTo>
                  <a:cubicBezTo>
                    <a:pt x="0" y="52949"/>
                    <a:pt x="3496" y="56445"/>
                    <a:pt x="7782" y="56445"/>
                  </a:cubicBezTo>
                  <a:lnTo>
                    <a:pt x="66445" y="56384"/>
                  </a:lnTo>
                  <a:cubicBezTo>
                    <a:pt x="70762" y="56384"/>
                    <a:pt x="74227" y="52888"/>
                    <a:pt x="74227" y="48603"/>
                  </a:cubicBezTo>
                  <a:lnTo>
                    <a:pt x="74227" y="7781"/>
                  </a:lnTo>
                  <a:cubicBezTo>
                    <a:pt x="74227" y="3496"/>
                    <a:pt x="70731" y="0"/>
                    <a:pt x="664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5" name="Google Shape;875;p44"/>
            <p:cNvGrpSpPr/>
            <p:nvPr/>
          </p:nvGrpSpPr>
          <p:grpSpPr>
            <a:xfrm>
              <a:off x="6490761" y="3417051"/>
              <a:ext cx="1007613" cy="766303"/>
              <a:chOff x="3484693" y="2832063"/>
              <a:chExt cx="1957840" cy="1488963"/>
            </a:xfrm>
          </p:grpSpPr>
          <p:sp>
            <p:nvSpPr>
              <p:cNvPr id="876" name="Google Shape;876;p44"/>
              <p:cNvSpPr/>
              <p:nvPr/>
            </p:nvSpPr>
            <p:spPr>
              <a:xfrm>
                <a:off x="3555434" y="2832063"/>
                <a:ext cx="15" cy="1488963"/>
              </a:xfrm>
              <a:custGeom>
                <a:avLst/>
                <a:gdLst/>
                <a:ahLst/>
                <a:cxnLst/>
                <a:rect l="l" t="t" r="r" b="b"/>
                <a:pathLst>
                  <a:path w="1" h="107935" fill="none" extrusionOk="0">
                    <a:moveTo>
                      <a:pt x="1" y="0"/>
                    </a:moveTo>
                    <a:lnTo>
                      <a:pt x="1"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4"/>
              <p:cNvSpPr/>
              <p:nvPr/>
            </p:nvSpPr>
            <p:spPr>
              <a:xfrm>
                <a:off x="3687400" y="2832063"/>
                <a:ext cx="15" cy="1488963"/>
              </a:xfrm>
              <a:custGeom>
                <a:avLst/>
                <a:gdLst/>
                <a:ahLst/>
                <a:cxnLst/>
                <a:rect l="l" t="t" r="r" b="b"/>
                <a:pathLst>
                  <a:path w="1" h="107935" fill="none" extrusionOk="0">
                    <a:moveTo>
                      <a:pt x="1" y="0"/>
                    </a:moveTo>
                    <a:lnTo>
                      <a:pt x="1"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4"/>
              <p:cNvSpPr/>
              <p:nvPr/>
            </p:nvSpPr>
            <p:spPr>
              <a:xfrm>
                <a:off x="3818463" y="2832063"/>
                <a:ext cx="15" cy="1488963"/>
              </a:xfrm>
              <a:custGeom>
                <a:avLst/>
                <a:gdLst/>
                <a:ahLst/>
                <a:cxnLst/>
                <a:rect l="l" t="t" r="r" b="b"/>
                <a:pathLst>
                  <a:path w="1" h="107935" fill="none" extrusionOk="0">
                    <a:moveTo>
                      <a:pt x="1" y="0"/>
                    </a:moveTo>
                    <a:lnTo>
                      <a:pt x="1"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4"/>
              <p:cNvSpPr/>
              <p:nvPr/>
            </p:nvSpPr>
            <p:spPr>
              <a:xfrm>
                <a:off x="3949985" y="2832063"/>
                <a:ext cx="15" cy="1488963"/>
              </a:xfrm>
              <a:custGeom>
                <a:avLst/>
                <a:gdLst/>
                <a:ahLst/>
                <a:cxnLst/>
                <a:rect l="l" t="t" r="r" b="b"/>
                <a:pathLst>
                  <a:path w="1" h="107935" fill="none" extrusionOk="0">
                    <a:moveTo>
                      <a:pt x="0" y="0"/>
                    </a:moveTo>
                    <a:lnTo>
                      <a:pt x="0"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4"/>
              <p:cNvSpPr/>
              <p:nvPr/>
            </p:nvSpPr>
            <p:spPr>
              <a:xfrm>
                <a:off x="4081952" y="2832063"/>
                <a:ext cx="15" cy="1488963"/>
              </a:xfrm>
              <a:custGeom>
                <a:avLst/>
                <a:gdLst/>
                <a:ahLst/>
                <a:cxnLst/>
                <a:rect l="l" t="t" r="r" b="b"/>
                <a:pathLst>
                  <a:path w="1" h="107935" fill="none" extrusionOk="0">
                    <a:moveTo>
                      <a:pt x="0" y="0"/>
                    </a:moveTo>
                    <a:lnTo>
                      <a:pt x="0"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4"/>
              <p:cNvSpPr/>
              <p:nvPr/>
            </p:nvSpPr>
            <p:spPr>
              <a:xfrm>
                <a:off x="4213918" y="2832063"/>
                <a:ext cx="15" cy="1488963"/>
              </a:xfrm>
              <a:custGeom>
                <a:avLst/>
                <a:gdLst/>
                <a:ahLst/>
                <a:cxnLst/>
                <a:rect l="l" t="t" r="r" b="b"/>
                <a:pathLst>
                  <a:path w="1" h="107935" fill="none" extrusionOk="0">
                    <a:moveTo>
                      <a:pt x="0" y="0"/>
                    </a:moveTo>
                    <a:lnTo>
                      <a:pt x="0"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4"/>
              <p:cNvSpPr/>
              <p:nvPr/>
            </p:nvSpPr>
            <p:spPr>
              <a:xfrm>
                <a:off x="4345426" y="2832063"/>
                <a:ext cx="15" cy="1488963"/>
              </a:xfrm>
              <a:custGeom>
                <a:avLst/>
                <a:gdLst/>
                <a:ahLst/>
                <a:cxnLst/>
                <a:rect l="l" t="t" r="r" b="b"/>
                <a:pathLst>
                  <a:path w="1" h="107935" fill="none" extrusionOk="0">
                    <a:moveTo>
                      <a:pt x="1" y="0"/>
                    </a:moveTo>
                    <a:lnTo>
                      <a:pt x="1"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4"/>
              <p:cNvSpPr/>
              <p:nvPr/>
            </p:nvSpPr>
            <p:spPr>
              <a:xfrm>
                <a:off x="4476503" y="2832063"/>
                <a:ext cx="0" cy="1488963"/>
              </a:xfrm>
              <a:custGeom>
                <a:avLst/>
                <a:gdLst/>
                <a:ahLst/>
                <a:cxnLst/>
                <a:rect l="l" t="t" r="r" b="b"/>
                <a:pathLst>
                  <a:path h="107935" fill="none" extrusionOk="0">
                    <a:moveTo>
                      <a:pt x="0" y="0"/>
                    </a:moveTo>
                    <a:lnTo>
                      <a:pt x="0"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4"/>
              <p:cNvSpPr/>
              <p:nvPr/>
            </p:nvSpPr>
            <p:spPr>
              <a:xfrm>
                <a:off x="4608455" y="2832063"/>
                <a:ext cx="15" cy="1488963"/>
              </a:xfrm>
              <a:custGeom>
                <a:avLst/>
                <a:gdLst/>
                <a:ahLst/>
                <a:cxnLst/>
                <a:rect l="l" t="t" r="r" b="b"/>
                <a:pathLst>
                  <a:path w="1" h="107935" fill="none" extrusionOk="0">
                    <a:moveTo>
                      <a:pt x="1" y="0"/>
                    </a:moveTo>
                    <a:lnTo>
                      <a:pt x="1"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4"/>
              <p:cNvSpPr/>
              <p:nvPr/>
            </p:nvSpPr>
            <p:spPr>
              <a:xfrm>
                <a:off x="4739977" y="2832063"/>
                <a:ext cx="15" cy="1488963"/>
              </a:xfrm>
              <a:custGeom>
                <a:avLst/>
                <a:gdLst/>
                <a:ahLst/>
                <a:cxnLst/>
                <a:rect l="l" t="t" r="r" b="b"/>
                <a:pathLst>
                  <a:path w="1" h="107935" fill="none" extrusionOk="0">
                    <a:moveTo>
                      <a:pt x="0" y="0"/>
                    </a:moveTo>
                    <a:lnTo>
                      <a:pt x="0"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4"/>
              <p:cNvSpPr/>
              <p:nvPr/>
            </p:nvSpPr>
            <p:spPr>
              <a:xfrm>
                <a:off x="4871943" y="2832063"/>
                <a:ext cx="15" cy="1488963"/>
              </a:xfrm>
              <a:custGeom>
                <a:avLst/>
                <a:gdLst/>
                <a:ahLst/>
                <a:cxnLst/>
                <a:rect l="l" t="t" r="r" b="b"/>
                <a:pathLst>
                  <a:path w="1" h="107935" fill="none" extrusionOk="0">
                    <a:moveTo>
                      <a:pt x="0" y="0"/>
                    </a:moveTo>
                    <a:lnTo>
                      <a:pt x="0"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4"/>
              <p:cNvSpPr/>
              <p:nvPr/>
            </p:nvSpPr>
            <p:spPr>
              <a:xfrm>
                <a:off x="5003006" y="2832063"/>
                <a:ext cx="15" cy="1488963"/>
              </a:xfrm>
              <a:custGeom>
                <a:avLst/>
                <a:gdLst/>
                <a:ahLst/>
                <a:cxnLst/>
                <a:rect l="l" t="t" r="r" b="b"/>
                <a:pathLst>
                  <a:path w="1" h="107935" fill="none" extrusionOk="0">
                    <a:moveTo>
                      <a:pt x="1" y="0"/>
                    </a:moveTo>
                    <a:lnTo>
                      <a:pt x="1"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4"/>
              <p:cNvSpPr/>
              <p:nvPr/>
            </p:nvSpPr>
            <p:spPr>
              <a:xfrm>
                <a:off x="5134528" y="2832063"/>
                <a:ext cx="15" cy="1488963"/>
              </a:xfrm>
              <a:custGeom>
                <a:avLst/>
                <a:gdLst/>
                <a:ahLst/>
                <a:cxnLst/>
                <a:rect l="l" t="t" r="r" b="b"/>
                <a:pathLst>
                  <a:path w="1" h="107935" fill="none" extrusionOk="0">
                    <a:moveTo>
                      <a:pt x="0" y="0"/>
                    </a:moveTo>
                    <a:lnTo>
                      <a:pt x="0"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4"/>
              <p:cNvSpPr/>
              <p:nvPr/>
            </p:nvSpPr>
            <p:spPr>
              <a:xfrm>
                <a:off x="5266495" y="2832063"/>
                <a:ext cx="15" cy="1488963"/>
              </a:xfrm>
              <a:custGeom>
                <a:avLst/>
                <a:gdLst/>
                <a:ahLst/>
                <a:cxnLst/>
                <a:rect l="l" t="t" r="r" b="b"/>
                <a:pathLst>
                  <a:path w="1" h="107935" fill="none" extrusionOk="0">
                    <a:moveTo>
                      <a:pt x="0" y="0"/>
                    </a:moveTo>
                    <a:lnTo>
                      <a:pt x="0"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4"/>
              <p:cNvSpPr/>
              <p:nvPr/>
            </p:nvSpPr>
            <p:spPr>
              <a:xfrm>
                <a:off x="5398002" y="2832063"/>
                <a:ext cx="15" cy="1488963"/>
              </a:xfrm>
              <a:custGeom>
                <a:avLst/>
                <a:gdLst/>
                <a:ahLst/>
                <a:cxnLst/>
                <a:rect l="l" t="t" r="r" b="b"/>
                <a:pathLst>
                  <a:path w="1" h="107935" fill="none" extrusionOk="0">
                    <a:moveTo>
                      <a:pt x="1" y="0"/>
                    </a:moveTo>
                    <a:lnTo>
                      <a:pt x="1" y="107935"/>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4"/>
              <p:cNvSpPr/>
              <p:nvPr/>
            </p:nvSpPr>
            <p:spPr>
              <a:xfrm>
                <a:off x="3484693" y="2954426"/>
                <a:ext cx="1957840" cy="15"/>
              </a:xfrm>
              <a:custGeom>
                <a:avLst/>
                <a:gdLst/>
                <a:ahLst/>
                <a:cxnLst/>
                <a:rect l="l" t="t" r="r" b="b"/>
                <a:pathLst>
                  <a:path w="160216" h="1" fill="none" extrusionOk="0">
                    <a:moveTo>
                      <a:pt x="0" y="1"/>
                    </a:moveTo>
                    <a:lnTo>
                      <a:pt x="160216" y="1"/>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4"/>
              <p:cNvSpPr/>
              <p:nvPr/>
            </p:nvSpPr>
            <p:spPr>
              <a:xfrm>
                <a:off x="3484693" y="3086391"/>
                <a:ext cx="1957840" cy="15"/>
              </a:xfrm>
              <a:custGeom>
                <a:avLst/>
                <a:gdLst/>
                <a:ahLst/>
                <a:cxnLst/>
                <a:rect l="l" t="t" r="r" b="b"/>
                <a:pathLst>
                  <a:path w="160216" h="1" fill="none" extrusionOk="0">
                    <a:moveTo>
                      <a:pt x="0" y="1"/>
                    </a:moveTo>
                    <a:lnTo>
                      <a:pt x="160216" y="1"/>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4"/>
              <p:cNvSpPr/>
              <p:nvPr/>
            </p:nvSpPr>
            <p:spPr>
              <a:xfrm>
                <a:off x="3484693" y="3217912"/>
                <a:ext cx="1957840" cy="15"/>
              </a:xfrm>
              <a:custGeom>
                <a:avLst/>
                <a:gdLst/>
                <a:ahLst/>
                <a:cxnLst/>
                <a:rect l="l" t="t" r="r" b="b"/>
                <a:pathLst>
                  <a:path w="160216" h="1" fill="none" extrusionOk="0">
                    <a:moveTo>
                      <a:pt x="0" y="0"/>
                    </a:moveTo>
                    <a:lnTo>
                      <a:pt x="160216" y="0"/>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4"/>
              <p:cNvSpPr/>
              <p:nvPr/>
            </p:nvSpPr>
            <p:spPr>
              <a:xfrm>
                <a:off x="3484693" y="3348973"/>
                <a:ext cx="1957840" cy="15"/>
              </a:xfrm>
              <a:custGeom>
                <a:avLst/>
                <a:gdLst/>
                <a:ahLst/>
                <a:cxnLst/>
                <a:rect l="l" t="t" r="r" b="b"/>
                <a:pathLst>
                  <a:path w="160216" h="1" fill="none" extrusionOk="0">
                    <a:moveTo>
                      <a:pt x="0" y="0"/>
                    </a:moveTo>
                    <a:lnTo>
                      <a:pt x="160216" y="0"/>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4"/>
              <p:cNvSpPr/>
              <p:nvPr/>
            </p:nvSpPr>
            <p:spPr>
              <a:xfrm>
                <a:off x="3484693" y="3480938"/>
                <a:ext cx="1957840" cy="15"/>
              </a:xfrm>
              <a:custGeom>
                <a:avLst/>
                <a:gdLst/>
                <a:ahLst/>
                <a:cxnLst/>
                <a:rect l="l" t="t" r="r" b="b"/>
                <a:pathLst>
                  <a:path w="160216" h="1" fill="none" extrusionOk="0">
                    <a:moveTo>
                      <a:pt x="0" y="0"/>
                    </a:moveTo>
                    <a:lnTo>
                      <a:pt x="160216" y="0"/>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4"/>
              <p:cNvSpPr/>
              <p:nvPr/>
            </p:nvSpPr>
            <p:spPr>
              <a:xfrm>
                <a:off x="3484693" y="3612889"/>
                <a:ext cx="1957840" cy="15"/>
              </a:xfrm>
              <a:custGeom>
                <a:avLst/>
                <a:gdLst/>
                <a:ahLst/>
                <a:cxnLst/>
                <a:rect l="l" t="t" r="r" b="b"/>
                <a:pathLst>
                  <a:path w="160216" h="1" fill="none" extrusionOk="0">
                    <a:moveTo>
                      <a:pt x="0" y="1"/>
                    </a:moveTo>
                    <a:lnTo>
                      <a:pt x="160216" y="1"/>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4"/>
              <p:cNvSpPr/>
              <p:nvPr/>
            </p:nvSpPr>
            <p:spPr>
              <a:xfrm>
                <a:off x="3484693" y="3744410"/>
                <a:ext cx="1957840" cy="15"/>
              </a:xfrm>
              <a:custGeom>
                <a:avLst/>
                <a:gdLst/>
                <a:ahLst/>
                <a:cxnLst/>
                <a:rect l="l" t="t" r="r" b="b"/>
                <a:pathLst>
                  <a:path w="160216" h="1" fill="none" extrusionOk="0">
                    <a:moveTo>
                      <a:pt x="0" y="0"/>
                    </a:moveTo>
                    <a:lnTo>
                      <a:pt x="160216" y="0"/>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4"/>
              <p:cNvSpPr/>
              <p:nvPr/>
            </p:nvSpPr>
            <p:spPr>
              <a:xfrm>
                <a:off x="3484693" y="3876375"/>
                <a:ext cx="1957840" cy="15"/>
              </a:xfrm>
              <a:custGeom>
                <a:avLst/>
                <a:gdLst/>
                <a:ahLst/>
                <a:cxnLst/>
                <a:rect l="l" t="t" r="r" b="b"/>
                <a:pathLst>
                  <a:path w="160216" h="1" fill="none" extrusionOk="0">
                    <a:moveTo>
                      <a:pt x="0" y="0"/>
                    </a:moveTo>
                    <a:lnTo>
                      <a:pt x="160216" y="0"/>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4"/>
              <p:cNvSpPr/>
              <p:nvPr/>
            </p:nvSpPr>
            <p:spPr>
              <a:xfrm>
                <a:off x="3484693" y="4007436"/>
                <a:ext cx="1957840" cy="15"/>
              </a:xfrm>
              <a:custGeom>
                <a:avLst/>
                <a:gdLst/>
                <a:ahLst/>
                <a:cxnLst/>
                <a:rect l="l" t="t" r="r" b="b"/>
                <a:pathLst>
                  <a:path w="160216" h="1" fill="none" extrusionOk="0">
                    <a:moveTo>
                      <a:pt x="0" y="0"/>
                    </a:moveTo>
                    <a:lnTo>
                      <a:pt x="160216" y="0"/>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4"/>
              <p:cNvSpPr/>
              <p:nvPr/>
            </p:nvSpPr>
            <p:spPr>
              <a:xfrm>
                <a:off x="3484693" y="4138942"/>
                <a:ext cx="1957840" cy="15"/>
              </a:xfrm>
              <a:custGeom>
                <a:avLst/>
                <a:gdLst/>
                <a:ahLst/>
                <a:cxnLst/>
                <a:rect l="l" t="t" r="r" b="b"/>
                <a:pathLst>
                  <a:path w="160216" h="1" fill="none" extrusionOk="0">
                    <a:moveTo>
                      <a:pt x="0" y="1"/>
                    </a:moveTo>
                    <a:lnTo>
                      <a:pt x="160216" y="1"/>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4"/>
              <p:cNvSpPr/>
              <p:nvPr/>
            </p:nvSpPr>
            <p:spPr>
              <a:xfrm>
                <a:off x="3484693" y="4270907"/>
                <a:ext cx="1957840" cy="15"/>
              </a:xfrm>
              <a:custGeom>
                <a:avLst/>
                <a:gdLst/>
                <a:ahLst/>
                <a:cxnLst/>
                <a:rect l="l" t="t" r="r" b="b"/>
                <a:pathLst>
                  <a:path w="160216" h="1" fill="none" extrusionOk="0">
                    <a:moveTo>
                      <a:pt x="0" y="1"/>
                    </a:moveTo>
                    <a:lnTo>
                      <a:pt x="160216" y="1"/>
                    </a:lnTo>
                  </a:path>
                </a:pathLst>
              </a:custGeom>
              <a:noFill/>
              <a:ln w="5325" cap="flat" cmpd="sng">
                <a:solidFill>
                  <a:srgbClr val="D2E3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2" name="Google Shape;902;p44"/>
            <p:cNvSpPr/>
            <p:nvPr/>
          </p:nvSpPr>
          <p:spPr>
            <a:xfrm>
              <a:off x="6552445" y="3597734"/>
              <a:ext cx="873524" cy="499696"/>
            </a:xfrm>
            <a:custGeom>
              <a:avLst/>
              <a:gdLst/>
              <a:ahLst/>
              <a:cxnLst/>
              <a:rect l="l" t="t" r="r" b="b"/>
              <a:pathLst>
                <a:path w="64348" h="36810" fill="none" extrusionOk="0">
                  <a:moveTo>
                    <a:pt x="0" y="35138"/>
                  </a:moveTo>
                  <a:cubicBezTo>
                    <a:pt x="0" y="35138"/>
                    <a:pt x="4347" y="36810"/>
                    <a:pt x="6079" y="31126"/>
                  </a:cubicBezTo>
                  <a:cubicBezTo>
                    <a:pt x="7782" y="25472"/>
                    <a:pt x="12250" y="30427"/>
                    <a:pt x="15532" y="21855"/>
                  </a:cubicBezTo>
                  <a:cubicBezTo>
                    <a:pt x="18785" y="13253"/>
                    <a:pt x="23435" y="13253"/>
                    <a:pt x="25654" y="16870"/>
                  </a:cubicBezTo>
                  <a:cubicBezTo>
                    <a:pt x="27904" y="20487"/>
                    <a:pt x="31338" y="24743"/>
                    <a:pt x="34773" y="15199"/>
                  </a:cubicBezTo>
                  <a:cubicBezTo>
                    <a:pt x="38208" y="5715"/>
                    <a:pt x="39606" y="1034"/>
                    <a:pt x="43375" y="518"/>
                  </a:cubicBezTo>
                  <a:cubicBezTo>
                    <a:pt x="47174" y="1"/>
                    <a:pt x="49576" y="12250"/>
                    <a:pt x="54409" y="11369"/>
                  </a:cubicBezTo>
                  <a:cubicBezTo>
                    <a:pt x="59211" y="10487"/>
                    <a:pt x="57995" y="1703"/>
                    <a:pt x="64348" y="487"/>
                  </a:cubicBezTo>
                </a:path>
              </a:pathLst>
            </a:custGeom>
            <a:noFill/>
            <a:ln w="34200"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4"/>
            <p:cNvSpPr/>
            <p:nvPr/>
          </p:nvSpPr>
          <p:spPr>
            <a:xfrm>
              <a:off x="6536345" y="4054927"/>
              <a:ext cx="33856" cy="33842"/>
            </a:xfrm>
            <a:custGeom>
              <a:avLst/>
              <a:gdLst/>
              <a:ahLst/>
              <a:cxnLst/>
              <a:rect l="l" t="t" r="r" b="b"/>
              <a:pathLst>
                <a:path w="2494" h="2493" extrusionOk="0">
                  <a:moveTo>
                    <a:pt x="1247" y="0"/>
                  </a:moveTo>
                  <a:cubicBezTo>
                    <a:pt x="578" y="0"/>
                    <a:pt x="1" y="547"/>
                    <a:pt x="1" y="1246"/>
                  </a:cubicBezTo>
                  <a:cubicBezTo>
                    <a:pt x="1" y="1915"/>
                    <a:pt x="578" y="2493"/>
                    <a:pt x="1247" y="2493"/>
                  </a:cubicBezTo>
                  <a:cubicBezTo>
                    <a:pt x="1946" y="2493"/>
                    <a:pt x="2493" y="1915"/>
                    <a:pt x="2493" y="1246"/>
                  </a:cubicBezTo>
                  <a:cubicBezTo>
                    <a:pt x="2493" y="547"/>
                    <a:pt x="1977" y="0"/>
                    <a:pt x="12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4"/>
            <p:cNvSpPr/>
            <p:nvPr/>
          </p:nvSpPr>
          <p:spPr>
            <a:xfrm>
              <a:off x="7408634" y="3587417"/>
              <a:ext cx="33842" cy="33856"/>
            </a:xfrm>
            <a:custGeom>
              <a:avLst/>
              <a:gdLst/>
              <a:ahLst/>
              <a:cxnLst/>
              <a:rect l="l" t="t" r="r" b="b"/>
              <a:pathLst>
                <a:path w="2493" h="2494" extrusionOk="0">
                  <a:moveTo>
                    <a:pt x="1247" y="1"/>
                  </a:moveTo>
                  <a:cubicBezTo>
                    <a:pt x="547" y="1"/>
                    <a:pt x="0" y="548"/>
                    <a:pt x="0" y="1247"/>
                  </a:cubicBezTo>
                  <a:cubicBezTo>
                    <a:pt x="0" y="1946"/>
                    <a:pt x="547" y="2493"/>
                    <a:pt x="1247" y="2493"/>
                  </a:cubicBezTo>
                  <a:cubicBezTo>
                    <a:pt x="1946" y="2493"/>
                    <a:pt x="2493" y="1946"/>
                    <a:pt x="2493" y="1247"/>
                  </a:cubicBezTo>
                  <a:cubicBezTo>
                    <a:pt x="2493" y="548"/>
                    <a:pt x="1946" y="1"/>
                    <a:pt x="12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4"/>
            <p:cNvSpPr/>
            <p:nvPr/>
          </p:nvSpPr>
          <p:spPr>
            <a:xfrm>
              <a:off x="6024703" y="4221207"/>
              <a:ext cx="1471001" cy="101107"/>
            </a:xfrm>
            <a:custGeom>
              <a:avLst/>
              <a:gdLst/>
              <a:ahLst/>
              <a:cxnLst/>
              <a:rect l="l" t="t" r="r" b="b"/>
              <a:pathLst>
                <a:path w="108361" h="7448" fill="none" extrusionOk="0">
                  <a:moveTo>
                    <a:pt x="104622" y="7447"/>
                  </a:moveTo>
                  <a:lnTo>
                    <a:pt x="3708" y="7447"/>
                  </a:lnTo>
                  <a:cubicBezTo>
                    <a:pt x="1672" y="7447"/>
                    <a:pt x="0" y="5776"/>
                    <a:pt x="0" y="3739"/>
                  </a:cubicBezTo>
                  <a:lnTo>
                    <a:pt x="0" y="3739"/>
                  </a:lnTo>
                  <a:cubicBezTo>
                    <a:pt x="0" y="1672"/>
                    <a:pt x="1672" y="1"/>
                    <a:pt x="3708" y="1"/>
                  </a:cubicBezTo>
                  <a:lnTo>
                    <a:pt x="104622" y="1"/>
                  </a:lnTo>
                  <a:cubicBezTo>
                    <a:pt x="106689" y="1"/>
                    <a:pt x="108361" y="1672"/>
                    <a:pt x="108361" y="3739"/>
                  </a:cubicBezTo>
                  <a:lnTo>
                    <a:pt x="108361" y="3739"/>
                  </a:lnTo>
                  <a:cubicBezTo>
                    <a:pt x="108361" y="5776"/>
                    <a:pt x="106689" y="7447"/>
                    <a:pt x="104622" y="7447"/>
                  </a:cubicBezTo>
                  <a:close/>
                </a:path>
              </a:pathLst>
            </a:custGeom>
            <a:noFill/>
            <a:ln w="21275" cap="flat" cmpd="sng">
              <a:solidFill>
                <a:schemeClr val="accent3"/>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4"/>
            <p:cNvSpPr/>
            <p:nvPr/>
          </p:nvSpPr>
          <p:spPr>
            <a:xfrm>
              <a:off x="7204792" y="3375335"/>
              <a:ext cx="146081" cy="136592"/>
            </a:xfrm>
            <a:custGeom>
              <a:avLst/>
              <a:gdLst/>
              <a:ahLst/>
              <a:cxnLst/>
              <a:rect l="l" t="t" r="r" b="b"/>
              <a:pathLst>
                <a:path w="10761" h="10062" extrusionOk="0">
                  <a:moveTo>
                    <a:pt x="1" y="1"/>
                  </a:moveTo>
                  <a:lnTo>
                    <a:pt x="2737" y="8937"/>
                  </a:lnTo>
                  <a:lnTo>
                    <a:pt x="4773" y="6809"/>
                  </a:lnTo>
                  <a:lnTo>
                    <a:pt x="8056" y="10062"/>
                  </a:lnTo>
                  <a:lnTo>
                    <a:pt x="10761" y="7539"/>
                  </a:lnTo>
                  <a:lnTo>
                    <a:pt x="7113" y="4256"/>
                  </a:lnTo>
                  <a:lnTo>
                    <a:pt x="9332" y="2098"/>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44"/>
          <p:cNvGrpSpPr/>
          <p:nvPr/>
        </p:nvGrpSpPr>
        <p:grpSpPr>
          <a:xfrm>
            <a:off x="5001520" y="2825741"/>
            <a:ext cx="1344605" cy="1261182"/>
            <a:chOff x="1072475" y="1387850"/>
            <a:chExt cx="2988675" cy="2803250"/>
          </a:xfrm>
        </p:grpSpPr>
        <p:sp>
          <p:nvSpPr>
            <p:cNvPr id="908" name="Google Shape;908;p44"/>
            <p:cNvSpPr/>
            <p:nvPr/>
          </p:nvSpPr>
          <p:spPr>
            <a:xfrm>
              <a:off x="1072475" y="1387850"/>
              <a:ext cx="2988675" cy="2803250"/>
            </a:xfrm>
            <a:custGeom>
              <a:avLst/>
              <a:gdLst/>
              <a:ahLst/>
              <a:cxnLst/>
              <a:rect l="l" t="t" r="r" b="b"/>
              <a:pathLst>
                <a:path w="119547" h="112130" extrusionOk="0">
                  <a:moveTo>
                    <a:pt x="0" y="0"/>
                  </a:moveTo>
                  <a:lnTo>
                    <a:pt x="0" y="112130"/>
                  </a:lnTo>
                  <a:lnTo>
                    <a:pt x="119547" y="112130"/>
                  </a:lnTo>
                  <a:lnTo>
                    <a:pt x="119547" y="0"/>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4"/>
            <p:cNvSpPr/>
            <p:nvPr/>
          </p:nvSpPr>
          <p:spPr>
            <a:xfrm>
              <a:off x="1072475" y="1387850"/>
              <a:ext cx="2988675" cy="254575"/>
            </a:xfrm>
            <a:custGeom>
              <a:avLst/>
              <a:gdLst/>
              <a:ahLst/>
              <a:cxnLst/>
              <a:rect l="l" t="t" r="r" b="b"/>
              <a:pathLst>
                <a:path w="119547" h="10183" extrusionOk="0">
                  <a:moveTo>
                    <a:pt x="0" y="0"/>
                  </a:moveTo>
                  <a:lnTo>
                    <a:pt x="0" y="10183"/>
                  </a:lnTo>
                  <a:lnTo>
                    <a:pt x="119547" y="10183"/>
                  </a:lnTo>
                  <a:lnTo>
                    <a:pt x="1195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4"/>
            <p:cNvSpPr/>
            <p:nvPr/>
          </p:nvSpPr>
          <p:spPr>
            <a:xfrm>
              <a:off x="3867350" y="1450925"/>
              <a:ext cx="129225" cy="129200"/>
            </a:xfrm>
            <a:custGeom>
              <a:avLst/>
              <a:gdLst/>
              <a:ahLst/>
              <a:cxnLst/>
              <a:rect l="l" t="t" r="r" b="b"/>
              <a:pathLst>
                <a:path w="5169" h="5168" fill="none" extrusionOk="0">
                  <a:moveTo>
                    <a:pt x="1" y="0"/>
                  </a:moveTo>
                  <a:lnTo>
                    <a:pt x="5168" y="5168"/>
                  </a:lnTo>
                </a:path>
              </a:pathLst>
            </a:custGeom>
            <a:noFill/>
            <a:ln w="22025" cap="rnd" cmpd="sng">
              <a:solidFill>
                <a:srgbClr val="F2F2F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4"/>
            <p:cNvSpPr/>
            <p:nvPr/>
          </p:nvSpPr>
          <p:spPr>
            <a:xfrm>
              <a:off x="3867350" y="1450925"/>
              <a:ext cx="129225" cy="129200"/>
            </a:xfrm>
            <a:custGeom>
              <a:avLst/>
              <a:gdLst/>
              <a:ahLst/>
              <a:cxnLst/>
              <a:rect l="l" t="t" r="r" b="b"/>
              <a:pathLst>
                <a:path w="5169" h="5168" fill="none" extrusionOk="0">
                  <a:moveTo>
                    <a:pt x="5168" y="0"/>
                  </a:moveTo>
                  <a:lnTo>
                    <a:pt x="1" y="5168"/>
                  </a:lnTo>
                </a:path>
              </a:pathLst>
            </a:custGeom>
            <a:noFill/>
            <a:ln w="22025" cap="rnd" cmpd="sng">
              <a:solidFill>
                <a:srgbClr val="F2F2F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4"/>
            <p:cNvSpPr/>
            <p:nvPr/>
          </p:nvSpPr>
          <p:spPr>
            <a:xfrm>
              <a:off x="2319450" y="2137850"/>
              <a:ext cx="879225" cy="111750"/>
            </a:xfrm>
            <a:custGeom>
              <a:avLst/>
              <a:gdLst/>
              <a:ahLst/>
              <a:cxnLst/>
              <a:rect l="l" t="t" r="r" b="b"/>
              <a:pathLst>
                <a:path w="35169" h="4470" extrusionOk="0">
                  <a:moveTo>
                    <a:pt x="1" y="1"/>
                  </a:moveTo>
                  <a:lnTo>
                    <a:pt x="1" y="4469"/>
                  </a:lnTo>
                  <a:lnTo>
                    <a:pt x="35169" y="4469"/>
                  </a:lnTo>
                  <a:lnTo>
                    <a:pt x="3516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4"/>
            <p:cNvSpPr/>
            <p:nvPr/>
          </p:nvSpPr>
          <p:spPr>
            <a:xfrm>
              <a:off x="2319450" y="1936500"/>
              <a:ext cx="1357200" cy="111725"/>
            </a:xfrm>
            <a:custGeom>
              <a:avLst/>
              <a:gdLst/>
              <a:ahLst/>
              <a:cxnLst/>
              <a:rect l="l" t="t" r="r" b="b"/>
              <a:pathLst>
                <a:path w="54288" h="4469" extrusionOk="0">
                  <a:moveTo>
                    <a:pt x="1" y="0"/>
                  </a:moveTo>
                  <a:lnTo>
                    <a:pt x="1" y="4468"/>
                  </a:lnTo>
                  <a:lnTo>
                    <a:pt x="54288" y="4468"/>
                  </a:lnTo>
                  <a:lnTo>
                    <a:pt x="542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4"/>
            <p:cNvSpPr/>
            <p:nvPr/>
          </p:nvSpPr>
          <p:spPr>
            <a:xfrm>
              <a:off x="2609725" y="2342275"/>
              <a:ext cx="1066925" cy="111725"/>
            </a:xfrm>
            <a:custGeom>
              <a:avLst/>
              <a:gdLst/>
              <a:ahLst/>
              <a:cxnLst/>
              <a:rect l="l" t="t" r="r" b="b"/>
              <a:pathLst>
                <a:path w="42677" h="4469" extrusionOk="0">
                  <a:moveTo>
                    <a:pt x="1" y="0"/>
                  </a:moveTo>
                  <a:lnTo>
                    <a:pt x="1" y="4468"/>
                  </a:lnTo>
                  <a:lnTo>
                    <a:pt x="42677" y="4468"/>
                  </a:lnTo>
                  <a:lnTo>
                    <a:pt x="426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4"/>
            <p:cNvSpPr/>
            <p:nvPr/>
          </p:nvSpPr>
          <p:spPr>
            <a:xfrm>
              <a:off x="2609725" y="2558850"/>
              <a:ext cx="1066925" cy="111725"/>
            </a:xfrm>
            <a:custGeom>
              <a:avLst/>
              <a:gdLst/>
              <a:ahLst/>
              <a:cxnLst/>
              <a:rect l="l" t="t" r="r" b="b"/>
              <a:pathLst>
                <a:path w="42677" h="4469" extrusionOk="0">
                  <a:moveTo>
                    <a:pt x="1" y="0"/>
                  </a:moveTo>
                  <a:lnTo>
                    <a:pt x="1" y="4468"/>
                  </a:lnTo>
                  <a:lnTo>
                    <a:pt x="42677" y="4468"/>
                  </a:lnTo>
                  <a:lnTo>
                    <a:pt x="426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4"/>
            <p:cNvSpPr/>
            <p:nvPr/>
          </p:nvSpPr>
          <p:spPr>
            <a:xfrm>
              <a:off x="1874925" y="2773875"/>
              <a:ext cx="1801725" cy="112500"/>
            </a:xfrm>
            <a:custGeom>
              <a:avLst/>
              <a:gdLst/>
              <a:ahLst/>
              <a:cxnLst/>
              <a:rect l="l" t="t" r="r" b="b"/>
              <a:pathLst>
                <a:path w="72069" h="4500" extrusionOk="0">
                  <a:moveTo>
                    <a:pt x="0" y="1"/>
                  </a:moveTo>
                  <a:lnTo>
                    <a:pt x="0" y="4500"/>
                  </a:lnTo>
                  <a:lnTo>
                    <a:pt x="72069" y="4500"/>
                  </a:lnTo>
                  <a:lnTo>
                    <a:pt x="7206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4"/>
            <p:cNvSpPr/>
            <p:nvPr/>
          </p:nvSpPr>
          <p:spPr>
            <a:xfrm>
              <a:off x="2388600" y="2332400"/>
              <a:ext cx="142900" cy="131475"/>
            </a:xfrm>
            <a:custGeom>
              <a:avLst/>
              <a:gdLst/>
              <a:ahLst/>
              <a:cxnLst/>
              <a:rect l="l" t="t" r="r" b="b"/>
              <a:pathLst>
                <a:path w="5716" h="5259" extrusionOk="0">
                  <a:moveTo>
                    <a:pt x="4955" y="760"/>
                  </a:moveTo>
                  <a:lnTo>
                    <a:pt x="4955" y="4529"/>
                  </a:lnTo>
                  <a:lnTo>
                    <a:pt x="730" y="4529"/>
                  </a:lnTo>
                  <a:lnTo>
                    <a:pt x="730" y="760"/>
                  </a:lnTo>
                  <a:close/>
                  <a:moveTo>
                    <a:pt x="1" y="0"/>
                  </a:moveTo>
                  <a:lnTo>
                    <a:pt x="1" y="5259"/>
                  </a:lnTo>
                  <a:lnTo>
                    <a:pt x="5715" y="5259"/>
                  </a:lnTo>
                  <a:lnTo>
                    <a:pt x="5715" y="0"/>
                  </a:lnTo>
                  <a:close/>
                </a:path>
              </a:pathLst>
            </a:custGeom>
            <a:solidFill>
              <a:srgbClr val="AEC2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4"/>
            <p:cNvSpPr/>
            <p:nvPr/>
          </p:nvSpPr>
          <p:spPr>
            <a:xfrm>
              <a:off x="2415975" y="2336950"/>
              <a:ext cx="127675" cy="85125"/>
            </a:xfrm>
            <a:custGeom>
              <a:avLst/>
              <a:gdLst/>
              <a:ahLst/>
              <a:cxnLst/>
              <a:rect l="l" t="t" r="r" b="b"/>
              <a:pathLst>
                <a:path w="5107" h="3405" fill="none" extrusionOk="0">
                  <a:moveTo>
                    <a:pt x="5107" y="1"/>
                  </a:moveTo>
                  <a:lnTo>
                    <a:pt x="1763" y="3405"/>
                  </a:lnTo>
                  <a:lnTo>
                    <a:pt x="0" y="1642"/>
                  </a:lnTo>
                </a:path>
              </a:pathLst>
            </a:custGeom>
            <a:noFill/>
            <a:ln w="281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4"/>
            <p:cNvSpPr/>
            <p:nvPr/>
          </p:nvSpPr>
          <p:spPr>
            <a:xfrm>
              <a:off x="2388600" y="2548950"/>
              <a:ext cx="142900" cy="131500"/>
            </a:xfrm>
            <a:custGeom>
              <a:avLst/>
              <a:gdLst/>
              <a:ahLst/>
              <a:cxnLst/>
              <a:rect l="l" t="t" r="r" b="b"/>
              <a:pathLst>
                <a:path w="5716" h="5260" extrusionOk="0">
                  <a:moveTo>
                    <a:pt x="4955" y="730"/>
                  </a:moveTo>
                  <a:lnTo>
                    <a:pt x="4955" y="4499"/>
                  </a:lnTo>
                  <a:lnTo>
                    <a:pt x="730" y="4499"/>
                  </a:lnTo>
                  <a:lnTo>
                    <a:pt x="730" y="730"/>
                  </a:lnTo>
                  <a:close/>
                  <a:moveTo>
                    <a:pt x="1" y="1"/>
                  </a:moveTo>
                  <a:lnTo>
                    <a:pt x="1" y="5259"/>
                  </a:lnTo>
                  <a:lnTo>
                    <a:pt x="5715" y="5259"/>
                  </a:lnTo>
                  <a:lnTo>
                    <a:pt x="5715" y="1"/>
                  </a:lnTo>
                  <a:close/>
                </a:path>
              </a:pathLst>
            </a:custGeom>
            <a:solidFill>
              <a:srgbClr val="AEC2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4"/>
            <p:cNvSpPr/>
            <p:nvPr/>
          </p:nvSpPr>
          <p:spPr>
            <a:xfrm>
              <a:off x="2415975" y="2553525"/>
              <a:ext cx="127675" cy="83600"/>
            </a:xfrm>
            <a:custGeom>
              <a:avLst/>
              <a:gdLst/>
              <a:ahLst/>
              <a:cxnLst/>
              <a:rect l="l" t="t" r="r" b="b"/>
              <a:pathLst>
                <a:path w="5107" h="3344" fill="none" extrusionOk="0">
                  <a:moveTo>
                    <a:pt x="5107" y="0"/>
                  </a:moveTo>
                  <a:lnTo>
                    <a:pt x="1763" y="3344"/>
                  </a:lnTo>
                  <a:lnTo>
                    <a:pt x="0" y="1611"/>
                  </a:lnTo>
                </a:path>
              </a:pathLst>
            </a:custGeom>
            <a:noFill/>
            <a:ln w="281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4"/>
            <p:cNvSpPr/>
            <p:nvPr/>
          </p:nvSpPr>
          <p:spPr>
            <a:xfrm>
              <a:off x="1302725" y="1875700"/>
              <a:ext cx="832875" cy="782700"/>
            </a:xfrm>
            <a:custGeom>
              <a:avLst/>
              <a:gdLst/>
              <a:ahLst/>
              <a:cxnLst/>
              <a:rect l="l" t="t" r="r" b="b"/>
              <a:pathLst>
                <a:path w="33315" h="31308" extrusionOk="0">
                  <a:moveTo>
                    <a:pt x="0" y="0"/>
                  </a:moveTo>
                  <a:lnTo>
                    <a:pt x="0" y="31308"/>
                  </a:lnTo>
                  <a:lnTo>
                    <a:pt x="33314" y="31308"/>
                  </a:lnTo>
                  <a:lnTo>
                    <a:pt x="333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4"/>
            <p:cNvSpPr/>
            <p:nvPr/>
          </p:nvSpPr>
          <p:spPr>
            <a:xfrm>
              <a:off x="1403800" y="2262475"/>
              <a:ext cx="631475" cy="396700"/>
            </a:xfrm>
            <a:custGeom>
              <a:avLst/>
              <a:gdLst/>
              <a:ahLst/>
              <a:cxnLst/>
              <a:rect l="l" t="t" r="r" b="b"/>
              <a:pathLst>
                <a:path w="25259" h="15868" extrusionOk="0">
                  <a:moveTo>
                    <a:pt x="19028" y="1"/>
                  </a:moveTo>
                  <a:cubicBezTo>
                    <a:pt x="17447" y="1733"/>
                    <a:pt x="15167" y="2797"/>
                    <a:pt x="12645" y="2797"/>
                  </a:cubicBezTo>
                  <a:cubicBezTo>
                    <a:pt x="10213" y="2797"/>
                    <a:pt x="7994" y="1794"/>
                    <a:pt x="6444" y="214"/>
                  </a:cubicBezTo>
                  <a:cubicBezTo>
                    <a:pt x="2644" y="1703"/>
                    <a:pt x="0" y="5350"/>
                    <a:pt x="0" y="9636"/>
                  </a:cubicBezTo>
                  <a:lnTo>
                    <a:pt x="0" y="15867"/>
                  </a:lnTo>
                  <a:lnTo>
                    <a:pt x="25259" y="15867"/>
                  </a:lnTo>
                  <a:lnTo>
                    <a:pt x="25259" y="8694"/>
                  </a:lnTo>
                  <a:cubicBezTo>
                    <a:pt x="25259" y="4651"/>
                    <a:pt x="22645" y="1217"/>
                    <a:pt x="190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4"/>
            <p:cNvSpPr/>
            <p:nvPr/>
          </p:nvSpPr>
          <p:spPr>
            <a:xfrm>
              <a:off x="1517775" y="1931550"/>
              <a:ext cx="402775" cy="367050"/>
            </a:xfrm>
            <a:custGeom>
              <a:avLst/>
              <a:gdLst/>
              <a:ahLst/>
              <a:cxnLst/>
              <a:rect l="l" t="t" r="r" b="b"/>
              <a:pathLst>
                <a:path w="16111" h="14682" extrusionOk="0">
                  <a:moveTo>
                    <a:pt x="8070" y="0"/>
                  </a:moveTo>
                  <a:cubicBezTo>
                    <a:pt x="6193" y="0"/>
                    <a:pt x="4317" y="715"/>
                    <a:pt x="2888" y="2143"/>
                  </a:cubicBezTo>
                  <a:cubicBezTo>
                    <a:pt x="0" y="5031"/>
                    <a:pt x="0" y="9651"/>
                    <a:pt x="2888" y="12539"/>
                  </a:cubicBezTo>
                  <a:cubicBezTo>
                    <a:pt x="4317" y="13967"/>
                    <a:pt x="6193" y="14682"/>
                    <a:pt x="8070" y="14682"/>
                  </a:cubicBezTo>
                  <a:cubicBezTo>
                    <a:pt x="9947" y="14682"/>
                    <a:pt x="11824" y="13967"/>
                    <a:pt x="13253" y="12539"/>
                  </a:cubicBezTo>
                  <a:cubicBezTo>
                    <a:pt x="16110" y="9651"/>
                    <a:pt x="16110" y="5031"/>
                    <a:pt x="13253" y="2143"/>
                  </a:cubicBezTo>
                  <a:cubicBezTo>
                    <a:pt x="11824" y="715"/>
                    <a:pt x="9947" y="0"/>
                    <a:pt x="80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4"/>
            <p:cNvSpPr/>
            <p:nvPr/>
          </p:nvSpPr>
          <p:spPr>
            <a:xfrm>
              <a:off x="2349850" y="3279225"/>
              <a:ext cx="338950" cy="457475"/>
            </a:xfrm>
            <a:custGeom>
              <a:avLst/>
              <a:gdLst/>
              <a:ahLst/>
              <a:cxnLst/>
              <a:rect l="l" t="t" r="r" b="b"/>
              <a:pathLst>
                <a:path w="13558" h="18299" extrusionOk="0">
                  <a:moveTo>
                    <a:pt x="6840" y="0"/>
                  </a:moveTo>
                  <a:lnTo>
                    <a:pt x="1" y="6839"/>
                  </a:lnTo>
                  <a:cubicBezTo>
                    <a:pt x="2432" y="9575"/>
                    <a:pt x="3861" y="13192"/>
                    <a:pt x="3861" y="17143"/>
                  </a:cubicBezTo>
                  <a:cubicBezTo>
                    <a:pt x="3861" y="17538"/>
                    <a:pt x="3861" y="17903"/>
                    <a:pt x="3831" y="18298"/>
                  </a:cubicBezTo>
                  <a:lnTo>
                    <a:pt x="13527" y="18298"/>
                  </a:lnTo>
                  <a:cubicBezTo>
                    <a:pt x="13557" y="17903"/>
                    <a:pt x="13557" y="17538"/>
                    <a:pt x="13557" y="17143"/>
                  </a:cubicBezTo>
                  <a:cubicBezTo>
                    <a:pt x="13557" y="10517"/>
                    <a:pt x="11004" y="4499"/>
                    <a:pt x="68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4"/>
            <p:cNvSpPr/>
            <p:nvPr/>
          </p:nvSpPr>
          <p:spPr>
            <a:xfrm>
              <a:off x="1422775" y="3270100"/>
              <a:ext cx="346550" cy="466600"/>
            </a:xfrm>
            <a:custGeom>
              <a:avLst/>
              <a:gdLst/>
              <a:ahLst/>
              <a:cxnLst/>
              <a:rect l="l" t="t" r="r" b="b"/>
              <a:pathLst>
                <a:path w="13862" h="18664" extrusionOk="0">
                  <a:moveTo>
                    <a:pt x="7022" y="0"/>
                  </a:moveTo>
                  <a:cubicBezTo>
                    <a:pt x="2645" y="4560"/>
                    <a:pt x="1" y="10700"/>
                    <a:pt x="1" y="17508"/>
                  </a:cubicBezTo>
                  <a:cubicBezTo>
                    <a:pt x="1" y="17903"/>
                    <a:pt x="1" y="18268"/>
                    <a:pt x="31" y="18663"/>
                  </a:cubicBezTo>
                  <a:lnTo>
                    <a:pt x="9728" y="18663"/>
                  </a:lnTo>
                  <a:cubicBezTo>
                    <a:pt x="9667" y="18268"/>
                    <a:pt x="9667" y="17903"/>
                    <a:pt x="9667" y="17508"/>
                  </a:cubicBezTo>
                  <a:cubicBezTo>
                    <a:pt x="9667" y="13405"/>
                    <a:pt x="11247" y="9636"/>
                    <a:pt x="13861" y="6839"/>
                  </a:cubicBezTo>
                  <a:lnTo>
                    <a:pt x="70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4"/>
            <p:cNvSpPr/>
            <p:nvPr/>
          </p:nvSpPr>
          <p:spPr>
            <a:xfrm>
              <a:off x="1598325" y="3074050"/>
              <a:ext cx="465825" cy="367050"/>
            </a:xfrm>
            <a:custGeom>
              <a:avLst/>
              <a:gdLst/>
              <a:ahLst/>
              <a:cxnLst/>
              <a:rect l="l" t="t" r="r" b="b"/>
              <a:pathLst>
                <a:path w="18633" h="14682" extrusionOk="0">
                  <a:moveTo>
                    <a:pt x="18299" y="0"/>
                  </a:moveTo>
                  <a:cubicBezTo>
                    <a:pt x="11095" y="0"/>
                    <a:pt x="4590" y="3009"/>
                    <a:pt x="0" y="7842"/>
                  </a:cubicBezTo>
                  <a:lnTo>
                    <a:pt x="6839" y="14681"/>
                  </a:lnTo>
                  <a:cubicBezTo>
                    <a:pt x="9697" y="11611"/>
                    <a:pt x="13739" y="9696"/>
                    <a:pt x="18268" y="9696"/>
                  </a:cubicBezTo>
                  <a:lnTo>
                    <a:pt x="18633" y="9696"/>
                  </a:lnTo>
                  <a:lnTo>
                    <a:pt x="186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4"/>
            <p:cNvSpPr/>
            <p:nvPr/>
          </p:nvSpPr>
          <p:spPr>
            <a:xfrm>
              <a:off x="2064900" y="3073275"/>
              <a:ext cx="456725" cy="376175"/>
            </a:xfrm>
            <a:custGeom>
              <a:avLst/>
              <a:gdLst/>
              <a:ahLst/>
              <a:cxnLst/>
              <a:rect l="l" t="t" r="r" b="b"/>
              <a:pathLst>
                <a:path w="18269" h="15047" extrusionOk="0">
                  <a:moveTo>
                    <a:pt x="0" y="1"/>
                  </a:moveTo>
                  <a:lnTo>
                    <a:pt x="0" y="9697"/>
                  </a:lnTo>
                  <a:cubicBezTo>
                    <a:pt x="4560" y="9819"/>
                    <a:pt x="8633" y="11855"/>
                    <a:pt x="11429" y="15047"/>
                  </a:cubicBezTo>
                  <a:lnTo>
                    <a:pt x="18268" y="8208"/>
                  </a:lnTo>
                  <a:cubicBezTo>
                    <a:pt x="13709" y="3284"/>
                    <a:pt x="7204" y="153"/>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4"/>
            <p:cNvSpPr/>
            <p:nvPr/>
          </p:nvSpPr>
          <p:spPr>
            <a:xfrm>
              <a:off x="1995750" y="3624975"/>
              <a:ext cx="125400" cy="125400"/>
            </a:xfrm>
            <a:custGeom>
              <a:avLst/>
              <a:gdLst/>
              <a:ahLst/>
              <a:cxnLst/>
              <a:rect l="l" t="t" r="r" b="b"/>
              <a:pathLst>
                <a:path w="5016" h="5016" extrusionOk="0">
                  <a:moveTo>
                    <a:pt x="2493" y="0"/>
                  </a:moveTo>
                  <a:cubicBezTo>
                    <a:pt x="1095" y="0"/>
                    <a:pt x="0" y="1125"/>
                    <a:pt x="0" y="2523"/>
                  </a:cubicBezTo>
                  <a:cubicBezTo>
                    <a:pt x="0" y="3891"/>
                    <a:pt x="1095" y="5015"/>
                    <a:pt x="2493" y="5015"/>
                  </a:cubicBezTo>
                  <a:cubicBezTo>
                    <a:pt x="3891" y="5015"/>
                    <a:pt x="5016" y="3891"/>
                    <a:pt x="5016" y="2523"/>
                  </a:cubicBezTo>
                  <a:cubicBezTo>
                    <a:pt x="5016" y="1125"/>
                    <a:pt x="3891" y="0"/>
                    <a:pt x="2493" y="0"/>
                  </a:cubicBezTo>
                  <a:close/>
                </a:path>
              </a:pathLst>
            </a:custGeom>
            <a:solidFill>
              <a:srgbClr val="1D0D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4"/>
            <p:cNvSpPr/>
            <p:nvPr/>
          </p:nvSpPr>
          <p:spPr>
            <a:xfrm>
              <a:off x="1365800" y="3707800"/>
              <a:ext cx="1383775" cy="42575"/>
            </a:xfrm>
            <a:custGeom>
              <a:avLst/>
              <a:gdLst/>
              <a:ahLst/>
              <a:cxnLst/>
              <a:rect l="l" t="t" r="r" b="b"/>
              <a:pathLst>
                <a:path w="55351" h="1703" extrusionOk="0">
                  <a:moveTo>
                    <a:pt x="0" y="0"/>
                  </a:moveTo>
                  <a:lnTo>
                    <a:pt x="0" y="1702"/>
                  </a:lnTo>
                  <a:lnTo>
                    <a:pt x="55351" y="1702"/>
                  </a:lnTo>
                  <a:lnTo>
                    <a:pt x="55351" y="0"/>
                  </a:lnTo>
                  <a:close/>
                </a:path>
              </a:pathLst>
            </a:custGeom>
            <a:solidFill>
              <a:srgbClr val="6A88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4"/>
            <p:cNvSpPr/>
            <p:nvPr/>
          </p:nvSpPr>
          <p:spPr>
            <a:xfrm>
              <a:off x="2058050" y="3402325"/>
              <a:ext cx="553225" cy="305500"/>
            </a:xfrm>
            <a:custGeom>
              <a:avLst/>
              <a:gdLst/>
              <a:ahLst/>
              <a:cxnLst/>
              <a:rect l="l" t="t" r="r" b="b"/>
              <a:pathLst>
                <a:path w="22129" h="12220" extrusionOk="0">
                  <a:moveTo>
                    <a:pt x="22129" y="0"/>
                  </a:moveTo>
                  <a:lnTo>
                    <a:pt x="1" y="10426"/>
                  </a:lnTo>
                  <a:lnTo>
                    <a:pt x="244" y="12219"/>
                  </a:lnTo>
                  <a:lnTo>
                    <a:pt x="22129" y="0"/>
                  </a:lnTo>
                  <a:close/>
                </a:path>
              </a:pathLst>
            </a:custGeom>
            <a:solidFill>
              <a:srgbClr val="1D0D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4"/>
            <p:cNvSpPr/>
            <p:nvPr/>
          </p:nvSpPr>
          <p:spPr>
            <a:xfrm>
              <a:off x="1302725" y="3939550"/>
              <a:ext cx="2373925" cy="112500"/>
            </a:xfrm>
            <a:custGeom>
              <a:avLst/>
              <a:gdLst/>
              <a:ahLst/>
              <a:cxnLst/>
              <a:rect l="l" t="t" r="r" b="b"/>
              <a:pathLst>
                <a:path w="94957" h="4500" extrusionOk="0">
                  <a:moveTo>
                    <a:pt x="0" y="1"/>
                  </a:moveTo>
                  <a:lnTo>
                    <a:pt x="0" y="4499"/>
                  </a:lnTo>
                  <a:lnTo>
                    <a:pt x="94957" y="4499"/>
                  </a:lnTo>
                  <a:lnTo>
                    <a:pt x="949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4"/>
            <p:cNvSpPr/>
            <p:nvPr/>
          </p:nvSpPr>
          <p:spPr>
            <a:xfrm>
              <a:off x="2997275" y="3090750"/>
              <a:ext cx="662650" cy="661900"/>
            </a:xfrm>
            <a:custGeom>
              <a:avLst/>
              <a:gdLst/>
              <a:ahLst/>
              <a:cxnLst/>
              <a:rect l="l" t="t" r="r" b="b"/>
              <a:pathLst>
                <a:path w="26506" h="26476" extrusionOk="0">
                  <a:moveTo>
                    <a:pt x="24713" y="1764"/>
                  </a:moveTo>
                  <a:lnTo>
                    <a:pt x="24713" y="24682"/>
                  </a:lnTo>
                  <a:lnTo>
                    <a:pt x="1794" y="24682"/>
                  </a:lnTo>
                  <a:lnTo>
                    <a:pt x="1794" y="1764"/>
                  </a:lnTo>
                  <a:close/>
                  <a:moveTo>
                    <a:pt x="1" y="1"/>
                  </a:moveTo>
                  <a:lnTo>
                    <a:pt x="1" y="26475"/>
                  </a:lnTo>
                  <a:lnTo>
                    <a:pt x="26506" y="26475"/>
                  </a:lnTo>
                  <a:lnTo>
                    <a:pt x="265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4"/>
            <p:cNvSpPr/>
            <p:nvPr/>
          </p:nvSpPr>
          <p:spPr>
            <a:xfrm>
              <a:off x="3077075" y="3167500"/>
              <a:ext cx="503825" cy="503075"/>
            </a:xfrm>
            <a:custGeom>
              <a:avLst/>
              <a:gdLst/>
              <a:ahLst/>
              <a:cxnLst/>
              <a:rect l="l" t="t" r="r" b="b"/>
              <a:pathLst>
                <a:path w="20153" h="20123" extrusionOk="0">
                  <a:moveTo>
                    <a:pt x="10061" y="1"/>
                  </a:moveTo>
                  <a:cubicBezTo>
                    <a:pt x="4529" y="1"/>
                    <a:pt x="0" y="4499"/>
                    <a:pt x="0" y="10062"/>
                  </a:cubicBezTo>
                  <a:cubicBezTo>
                    <a:pt x="0" y="15624"/>
                    <a:pt x="4529" y="20123"/>
                    <a:pt x="10061" y="20123"/>
                  </a:cubicBezTo>
                  <a:cubicBezTo>
                    <a:pt x="15624" y="20123"/>
                    <a:pt x="20153" y="15624"/>
                    <a:pt x="20153" y="10062"/>
                  </a:cubicBezTo>
                  <a:cubicBezTo>
                    <a:pt x="20153" y="4499"/>
                    <a:pt x="15624" y="1"/>
                    <a:pt x="10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4"/>
            <p:cNvSpPr/>
            <p:nvPr/>
          </p:nvSpPr>
          <p:spPr>
            <a:xfrm>
              <a:off x="3117350" y="3207025"/>
              <a:ext cx="423275" cy="424050"/>
            </a:xfrm>
            <a:custGeom>
              <a:avLst/>
              <a:gdLst/>
              <a:ahLst/>
              <a:cxnLst/>
              <a:rect l="l" t="t" r="r" b="b"/>
              <a:pathLst>
                <a:path w="16931" h="16962" extrusionOk="0">
                  <a:moveTo>
                    <a:pt x="8450" y="0"/>
                  </a:moveTo>
                  <a:cubicBezTo>
                    <a:pt x="3800" y="0"/>
                    <a:pt x="0" y="3800"/>
                    <a:pt x="0" y="8481"/>
                  </a:cubicBezTo>
                  <a:cubicBezTo>
                    <a:pt x="0" y="13162"/>
                    <a:pt x="3800" y="16961"/>
                    <a:pt x="8450" y="16961"/>
                  </a:cubicBezTo>
                  <a:cubicBezTo>
                    <a:pt x="13131" y="16961"/>
                    <a:pt x="16931" y="13162"/>
                    <a:pt x="16931" y="8481"/>
                  </a:cubicBezTo>
                  <a:cubicBezTo>
                    <a:pt x="16931" y="3800"/>
                    <a:pt x="13131" y="0"/>
                    <a:pt x="84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4"/>
            <p:cNvSpPr/>
            <p:nvPr/>
          </p:nvSpPr>
          <p:spPr>
            <a:xfrm>
              <a:off x="3202450" y="3292900"/>
              <a:ext cx="276625" cy="216575"/>
            </a:xfrm>
            <a:custGeom>
              <a:avLst/>
              <a:gdLst/>
              <a:ahLst/>
              <a:cxnLst/>
              <a:rect l="l" t="t" r="r" b="b"/>
              <a:pathLst>
                <a:path w="11065" h="8663" extrusionOk="0">
                  <a:moveTo>
                    <a:pt x="11065" y="0"/>
                  </a:moveTo>
                  <a:lnTo>
                    <a:pt x="4499" y="5076"/>
                  </a:lnTo>
                  <a:lnTo>
                    <a:pt x="1" y="2888"/>
                  </a:lnTo>
                  <a:lnTo>
                    <a:pt x="4378" y="8663"/>
                  </a:lnTo>
                  <a:lnTo>
                    <a:pt x="110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44"/>
          <p:cNvGrpSpPr/>
          <p:nvPr/>
        </p:nvGrpSpPr>
        <p:grpSpPr>
          <a:xfrm>
            <a:off x="5535650" y="1252350"/>
            <a:ext cx="961550" cy="803100"/>
            <a:chOff x="4781075" y="719300"/>
            <a:chExt cx="961550" cy="803100"/>
          </a:xfrm>
        </p:grpSpPr>
        <p:sp>
          <p:nvSpPr>
            <p:cNvPr id="937" name="Google Shape;937;p44"/>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4"/>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4"/>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 name="Google Shape;940;p44"/>
          <p:cNvGrpSpPr/>
          <p:nvPr/>
        </p:nvGrpSpPr>
        <p:grpSpPr>
          <a:xfrm>
            <a:off x="7103150" y="489225"/>
            <a:ext cx="741400" cy="748050"/>
            <a:chOff x="1549600" y="449100"/>
            <a:chExt cx="741400" cy="748050"/>
          </a:xfrm>
        </p:grpSpPr>
        <p:sp>
          <p:nvSpPr>
            <p:cNvPr id="941" name="Google Shape;941;p44"/>
            <p:cNvSpPr/>
            <p:nvPr/>
          </p:nvSpPr>
          <p:spPr>
            <a:xfrm>
              <a:off x="1549600" y="521650"/>
              <a:ext cx="675525" cy="675500"/>
            </a:xfrm>
            <a:custGeom>
              <a:avLst/>
              <a:gdLst/>
              <a:ahLst/>
              <a:cxnLst/>
              <a:rect l="l" t="t" r="r" b="b"/>
              <a:pathLst>
                <a:path w="27021" h="27020" extrusionOk="0">
                  <a:moveTo>
                    <a:pt x="13511" y="3403"/>
                  </a:moveTo>
                  <a:cubicBezTo>
                    <a:pt x="19081" y="3403"/>
                    <a:pt x="23618" y="7906"/>
                    <a:pt x="23618" y="13510"/>
                  </a:cubicBezTo>
                  <a:cubicBezTo>
                    <a:pt x="23618" y="19047"/>
                    <a:pt x="19115" y="23617"/>
                    <a:pt x="13511" y="23617"/>
                  </a:cubicBezTo>
                  <a:cubicBezTo>
                    <a:pt x="7973" y="23617"/>
                    <a:pt x="3437" y="19114"/>
                    <a:pt x="3437" y="13510"/>
                  </a:cubicBezTo>
                  <a:cubicBezTo>
                    <a:pt x="3437" y="7973"/>
                    <a:pt x="7940" y="3403"/>
                    <a:pt x="13511" y="3403"/>
                  </a:cubicBezTo>
                  <a:close/>
                  <a:moveTo>
                    <a:pt x="13511" y="0"/>
                  </a:moveTo>
                  <a:cubicBezTo>
                    <a:pt x="6072" y="0"/>
                    <a:pt x="1" y="6038"/>
                    <a:pt x="1" y="13510"/>
                  </a:cubicBezTo>
                  <a:cubicBezTo>
                    <a:pt x="1" y="20982"/>
                    <a:pt x="6072" y="27020"/>
                    <a:pt x="13511" y="27020"/>
                  </a:cubicBezTo>
                  <a:cubicBezTo>
                    <a:pt x="20983" y="27020"/>
                    <a:pt x="27020" y="20982"/>
                    <a:pt x="27020" y="13510"/>
                  </a:cubicBezTo>
                  <a:cubicBezTo>
                    <a:pt x="27020" y="6038"/>
                    <a:pt x="20983" y="0"/>
                    <a:pt x="13511"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4"/>
            <p:cNvSpPr/>
            <p:nvPr/>
          </p:nvSpPr>
          <p:spPr>
            <a:xfrm>
              <a:off x="1716400" y="688425"/>
              <a:ext cx="343600" cy="341950"/>
            </a:xfrm>
            <a:custGeom>
              <a:avLst/>
              <a:gdLst/>
              <a:ahLst/>
              <a:cxnLst/>
              <a:rect l="l" t="t" r="r" b="b"/>
              <a:pathLst>
                <a:path w="13744" h="13678" extrusionOk="0">
                  <a:moveTo>
                    <a:pt x="6839" y="3837"/>
                  </a:moveTo>
                  <a:cubicBezTo>
                    <a:pt x="8506" y="3837"/>
                    <a:pt x="9907" y="5171"/>
                    <a:pt x="9907" y="6872"/>
                  </a:cubicBezTo>
                  <a:cubicBezTo>
                    <a:pt x="9907" y="8507"/>
                    <a:pt x="8506" y="9875"/>
                    <a:pt x="6839" y="9875"/>
                  </a:cubicBezTo>
                  <a:cubicBezTo>
                    <a:pt x="5171" y="9875"/>
                    <a:pt x="3836" y="8540"/>
                    <a:pt x="3836" y="6872"/>
                  </a:cubicBezTo>
                  <a:cubicBezTo>
                    <a:pt x="3836" y="5205"/>
                    <a:pt x="5171" y="3837"/>
                    <a:pt x="6839" y="3837"/>
                  </a:cubicBezTo>
                  <a:close/>
                  <a:moveTo>
                    <a:pt x="6839" y="1"/>
                  </a:moveTo>
                  <a:cubicBezTo>
                    <a:pt x="3069" y="1"/>
                    <a:pt x="0" y="3103"/>
                    <a:pt x="0" y="6839"/>
                  </a:cubicBezTo>
                  <a:cubicBezTo>
                    <a:pt x="0" y="10642"/>
                    <a:pt x="3069" y="13677"/>
                    <a:pt x="6839" y="13677"/>
                  </a:cubicBezTo>
                  <a:cubicBezTo>
                    <a:pt x="10641" y="13677"/>
                    <a:pt x="13677" y="10575"/>
                    <a:pt x="13677" y="6839"/>
                  </a:cubicBezTo>
                  <a:cubicBezTo>
                    <a:pt x="13744" y="3036"/>
                    <a:pt x="10641" y="1"/>
                    <a:pt x="6839"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4"/>
            <p:cNvSpPr/>
            <p:nvPr/>
          </p:nvSpPr>
          <p:spPr>
            <a:xfrm>
              <a:off x="1877350" y="503100"/>
              <a:ext cx="361950" cy="363825"/>
            </a:xfrm>
            <a:custGeom>
              <a:avLst/>
              <a:gdLst/>
              <a:ahLst/>
              <a:cxnLst/>
              <a:rect l="l" t="t" r="r" b="b"/>
              <a:pathLst>
                <a:path w="14478" h="14553" extrusionOk="0">
                  <a:moveTo>
                    <a:pt x="14227" y="0"/>
                  </a:moveTo>
                  <a:cubicBezTo>
                    <a:pt x="14177" y="0"/>
                    <a:pt x="14127" y="25"/>
                    <a:pt x="14077" y="75"/>
                  </a:cubicBezTo>
                  <a:lnTo>
                    <a:pt x="67" y="14219"/>
                  </a:lnTo>
                  <a:cubicBezTo>
                    <a:pt x="0" y="14285"/>
                    <a:pt x="0" y="14419"/>
                    <a:pt x="67" y="14519"/>
                  </a:cubicBezTo>
                  <a:cubicBezTo>
                    <a:pt x="134" y="14552"/>
                    <a:pt x="200" y="14552"/>
                    <a:pt x="234" y="14552"/>
                  </a:cubicBezTo>
                  <a:cubicBezTo>
                    <a:pt x="267" y="14552"/>
                    <a:pt x="334" y="14552"/>
                    <a:pt x="367" y="14519"/>
                  </a:cubicBezTo>
                  <a:lnTo>
                    <a:pt x="14377" y="376"/>
                  </a:lnTo>
                  <a:cubicBezTo>
                    <a:pt x="14477" y="275"/>
                    <a:pt x="14477" y="142"/>
                    <a:pt x="14377" y="75"/>
                  </a:cubicBezTo>
                  <a:cubicBezTo>
                    <a:pt x="14327" y="25"/>
                    <a:pt x="14277" y="0"/>
                    <a:pt x="14227"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4"/>
            <p:cNvSpPr/>
            <p:nvPr/>
          </p:nvSpPr>
          <p:spPr>
            <a:xfrm>
              <a:off x="2187575" y="480775"/>
              <a:ext cx="74225" cy="74250"/>
            </a:xfrm>
            <a:custGeom>
              <a:avLst/>
              <a:gdLst/>
              <a:ahLst/>
              <a:cxnLst/>
              <a:rect l="l" t="t" r="r" b="b"/>
              <a:pathLst>
                <a:path w="2969" h="2970" extrusionOk="0">
                  <a:moveTo>
                    <a:pt x="234" y="1"/>
                  </a:moveTo>
                  <a:cubicBezTo>
                    <a:pt x="100" y="1"/>
                    <a:pt x="0" y="101"/>
                    <a:pt x="0" y="201"/>
                  </a:cubicBezTo>
                  <a:lnTo>
                    <a:pt x="0" y="2970"/>
                  </a:lnTo>
                  <a:lnTo>
                    <a:pt x="2769" y="2836"/>
                  </a:lnTo>
                  <a:cubicBezTo>
                    <a:pt x="2902" y="2836"/>
                    <a:pt x="2969" y="2770"/>
                    <a:pt x="2969" y="2636"/>
                  </a:cubicBezTo>
                  <a:cubicBezTo>
                    <a:pt x="2969" y="2503"/>
                    <a:pt x="2902" y="2436"/>
                    <a:pt x="2769" y="2436"/>
                  </a:cubicBezTo>
                  <a:lnTo>
                    <a:pt x="434" y="2569"/>
                  </a:lnTo>
                  <a:lnTo>
                    <a:pt x="434" y="201"/>
                  </a:lnTo>
                  <a:cubicBezTo>
                    <a:pt x="434" y="101"/>
                    <a:pt x="334" y="1"/>
                    <a:pt x="234"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4"/>
            <p:cNvSpPr/>
            <p:nvPr/>
          </p:nvSpPr>
          <p:spPr>
            <a:xfrm>
              <a:off x="2220100" y="449100"/>
              <a:ext cx="70900" cy="72575"/>
            </a:xfrm>
            <a:custGeom>
              <a:avLst/>
              <a:gdLst/>
              <a:ahLst/>
              <a:cxnLst/>
              <a:rect l="l" t="t" r="r" b="b"/>
              <a:pathLst>
                <a:path w="2836" h="2903" extrusionOk="0">
                  <a:moveTo>
                    <a:pt x="434" y="0"/>
                  </a:moveTo>
                  <a:cubicBezTo>
                    <a:pt x="334" y="0"/>
                    <a:pt x="200" y="67"/>
                    <a:pt x="200" y="201"/>
                  </a:cubicBezTo>
                  <a:lnTo>
                    <a:pt x="0" y="2902"/>
                  </a:lnTo>
                  <a:lnTo>
                    <a:pt x="0" y="2902"/>
                  </a:lnTo>
                  <a:lnTo>
                    <a:pt x="2635" y="2702"/>
                  </a:lnTo>
                  <a:cubicBezTo>
                    <a:pt x="2769" y="2702"/>
                    <a:pt x="2835" y="2602"/>
                    <a:pt x="2835" y="2502"/>
                  </a:cubicBezTo>
                  <a:cubicBezTo>
                    <a:pt x="2835" y="2369"/>
                    <a:pt x="2769" y="2269"/>
                    <a:pt x="2635" y="2269"/>
                  </a:cubicBezTo>
                  <a:lnTo>
                    <a:pt x="434" y="2402"/>
                  </a:lnTo>
                  <a:lnTo>
                    <a:pt x="634" y="201"/>
                  </a:lnTo>
                  <a:cubicBezTo>
                    <a:pt x="634" y="100"/>
                    <a:pt x="534" y="0"/>
                    <a:pt x="434"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6" name="Google Shape;946;p44"/>
          <p:cNvGrpSpPr/>
          <p:nvPr/>
        </p:nvGrpSpPr>
        <p:grpSpPr>
          <a:xfrm>
            <a:off x="7262427" y="3951315"/>
            <a:ext cx="1193472" cy="716633"/>
            <a:chOff x="501325" y="4100602"/>
            <a:chExt cx="1775471" cy="1066101"/>
          </a:xfrm>
        </p:grpSpPr>
        <p:sp>
          <p:nvSpPr>
            <p:cNvPr id="947" name="Google Shape;947;p44"/>
            <p:cNvSpPr/>
            <p:nvPr/>
          </p:nvSpPr>
          <p:spPr>
            <a:xfrm>
              <a:off x="547489" y="5008751"/>
              <a:ext cx="677290" cy="157952"/>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4"/>
            <p:cNvSpPr/>
            <p:nvPr/>
          </p:nvSpPr>
          <p:spPr>
            <a:xfrm>
              <a:off x="605049"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4"/>
            <p:cNvSpPr/>
            <p:nvPr/>
          </p:nvSpPr>
          <p:spPr>
            <a:xfrm>
              <a:off x="694046"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4"/>
            <p:cNvSpPr/>
            <p:nvPr/>
          </p:nvSpPr>
          <p:spPr>
            <a:xfrm>
              <a:off x="783063"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4"/>
            <p:cNvSpPr/>
            <p:nvPr/>
          </p:nvSpPr>
          <p:spPr>
            <a:xfrm>
              <a:off x="871398" y="50227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4"/>
            <p:cNvSpPr/>
            <p:nvPr/>
          </p:nvSpPr>
          <p:spPr>
            <a:xfrm>
              <a:off x="960416" y="50227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4"/>
            <p:cNvSpPr/>
            <p:nvPr/>
          </p:nvSpPr>
          <p:spPr>
            <a:xfrm>
              <a:off x="1050075" y="5022795"/>
              <a:ext cx="28810" cy="129182"/>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4"/>
            <p:cNvSpPr/>
            <p:nvPr/>
          </p:nvSpPr>
          <p:spPr>
            <a:xfrm>
              <a:off x="1138430" y="50227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4"/>
            <p:cNvSpPr/>
            <p:nvPr/>
          </p:nvSpPr>
          <p:spPr>
            <a:xfrm>
              <a:off x="577603" y="5022795"/>
              <a:ext cx="187404" cy="128520"/>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4"/>
            <p:cNvSpPr/>
            <p:nvPr/>
          </p:nvSpPr>
          <p:spPr>
            <a:xfrm>
              <a:off x="547489" y="5008751"/>
              <a:ext cx="677290" cy="14064"/>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4"/>
            <p:cNvSpPr/>
            <p:nvPr/>
          </p:nvSpPr>
          <p:spPr>
            <a:xfrm>
              <a:off x="501325" y="4849475"/>
              <a:ext cx="676608" cy="157952"/>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4"/>
            <p:cNvSpPr/>
            <p:nvPr/>
          </p:nvSpPr>
          <p:spPr>
            <a:xfrm>
              <a:off x="558203" y="4863519"/>
              <a:ext cx="28790" cy="129844"/>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4"/>
            <p:cNvSpPr/>
            <p:nvPr/>
          </p:nvSpPr>
          <p:spPr>
            <a:xfrm>
              <a:off x="646538"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4"/>
            <p:cNvSpPr/>
            <p:nvPr/>
          </p:nvSpPr>
          <p:spPr>
            <a:xfrm>
              <a:off x="736217" y="48635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4"/>
            <p:cNvSpPr/>
            <p:nvPr/>
          </p:nvSpPr>
          <p:spPr>
            <a:xfrm>
              <a:off x="824552"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4"/>
            <p:cNvSpPr/>
            <p:nvPr/>
          </p:nvSpPr>
          <p:spPr>
            <a:xfrm>
              <a:off x="913570"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4"/>
            <p:cNvSpPr/>
            <p:nvPr/>
          </p:nvSpPr>
          <p:spPr>
            <a:xfrm>
              <a:off x="1001905"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4"/>
            <p:cNvSpPr/>
            <p:nvPr/>
          </p:nvSpPr>
          <p:spPr>
            <a:xfrm>
              <a:off x="1091584"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4"/>
            <p:cNvSpPr/>
            <p:nvPr/>
          </p:nvSpPr>
          <p:spPr>
            <a:xfrm>
              <a:off x="531439" y="4863519"/>
              <a:ext cx="187404" cy="129182"/>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4"/>
            <p:cNvSpPr/>
            <p:nvPr/>
          </p:nvSpPr>
          <p:spPr>
            <a:xfrm>
              <a:off x="501325" y="4849475"/>
              <a:ext cx="676608" cy="14064"/>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4"/>
            <p:cNvSpPr/>
            <p:nvPr/>
          </p:nvSpPr>
          <p:spPr>
            <a:xfrm>
              <a:off x="1574749" y="5008751"/>
              <a:ext cx="677290" cy="157952"/>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4"/>
            <p:cNvSpPr/>
            <p:nvPr/>
          </p:nvSpPr>
          <p:spPr>
            <a:xfrm>
              <a:off x="1631647"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4"/>
            <p:cNvSpPr/>
            <p:nvPr/>
          </p:nvSpPr>
          <p:spPr>
            <a:xfrm>
              <a:off x="1720644"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4"/>
            <p:cNvSpPr/>
            <p:nvPr/>
          </p:nvSpPr>
          <p:spPr>
            <a:xfrm>
              <a:off x="1810323" y="50227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4"/>
            <p:cNvSpPr/>
            <p:nvPr/>
          </p:nvSpPr>
          <p:spPr>
            <a:xfrm>
              <a:off x="1898659"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4"/>
            <p:cNvSpPr/>
            <p:nvPr/>
          </p:nvSpPr>
          <p:spPr>
            <a:xfrm>
              <a:off x="1987676"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4"/>
            <p:cNvSpPr/>
            <p:nvPr/>
          </p:nvSpPr>
          <p:spPr>
            <a:xfrm>
              <a:off x="2076011"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4"/>
            <p:cNvSpPr/>
            <p:nvPr/>
          </p:nvSpPr>
          <p:spPr>
            <a:xfrm>
              <a:off x="2165690"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4"/>
            <p:cNvSpPr/>
            <p:nvPr/>
          </p:nvSpPr>
          <p:spPr>
            <a:xfrm>
              <a:off x="1605545" y="5022795"/>
              <a:ext cx="187404" cy="128520"/>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4"/>
            <p:cNvSpPr/>
            <p:nvPr/>
          </p:nvSpPr>
          <p:spPr>
            <a:xfrm>
              <a:off x="1605545" y="5022795"/>
              <a:ext cx="187404" cy="128520"/>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4"/>
            <p:cNvSpPr/>
            <p:nvPr/>
          </p:nvSpPr>
          <p:spPr>
            <a:xfrm>
              <a:off x="1574749" y="5008751"/>
              <a:ext cx="677290" cy="14064"/>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4"/>
            <p:cNvSpPr/>
            <p:nvPr/>
          </p:nvSpPr>
          <p:spPr>
            <a:xfrm>
              <a:off x="1308400" y="4850137"/>
              <a:ext cx="676608" cy="158634"/>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4"/>
            <p:cNvSpPr/>
            <p:nvPr/>
          </p:nvSpPr>
          <p:spPr>
            <a:xfrm>
              <a:off x="1365297"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4"/>
            <p:cNvSpPr/>
            <p:nvPr/>
          </p:nvSpPr>
          <p:spPr>
            <a:xfrm>
              <a:off x="1454294"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4"/>
            <p:cNvSpPr/>
            <p:nvPr/>
          </p:nvSpPr>
          <p:spPr>
            <a:xfrm>
              <a:off x="1543312"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4"/>
            <p:cNvSpPr/>
            <p:nvPr/>
          </p:nvSpPr>
          <p:spPr>
            <a:xfrm>
              <a:off x="1631647" y="48635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4"/>
            <p:cNvSpPr/>
            <p:nvPr/>
          </p:nvSpPr>
          <p:spPr>
            <a:xfrm>
              <a:off x="1720644" y="48635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4"/>
            <p:cNvSpPr/>
            <p:nvPr/>
          </p:nvSpPr>
          <p:spPr>
            <a:xfrm>
              <a:off x="1810323"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4"/>
            <p:cNvSpPr/>
            <p:nvPr/>
          </p:nvSpPr>
          <p:spPr>
            <a:xfrm>
              <a:off x="1898659" y="48635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4"/>
            <p:cNvSpPr/>
            <p:nvPr/>
          </p:nvSpPr>
          <p:spPr>
            <a:xfrm>
              <a:off x="1338514" y="4863519"/>
              <a:ext cx="187404" cy="129182"/>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4"/>
            <p:cNvSpPr/>
            <p:nvPr/>
          </p:nvSpPr>
          <p:spPr>
            <a:xfrm>
              <a:off x="1308400" y="4849475"/>
              <a:ext cx="676608" cy="14064"/>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4"/>
            <p:cNvSpPr/>
            <p:nvPr/>
          </p:nvSpPr>
          <p:spPr>
            <a:xfrm>
              <a:off x="1599527" y="4693529"/>
              <a:ext cx="677270" cy="158634"/>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4"/>
            <p:cNvSpPr/>
            <p:nvPr/>
          </p:nvSpPr>
          <p:spPr>
            <a:xfrm>
              <a:off x="1657066" y="4707593"/>
              <a:ext cx="29472" cy="129182"/>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4"/>
            <p:cNvSpPr/>
            <p:nvPr/>
          </p:nvSpPr>
          <p:spPr>
            <a:xfrm>
              <a:off x="1746083" y="4707593"/>
              <a:ext cx="28790" cy="129182"/>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4"/>
            <p:cNvSpPr/>
            <p:nvPr/>
          </p:nvSpPr>
          <p:spPr>
            <a:xfrm>
              <a:off x="1923436" y="4707593"/>
              <a:ext cx="28790" cy="129182"/>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4"/>
            <p:cNvSpPr/>
            <p:nvPr/>
          </p:nvSpPr>
          <p:spPr>
            <a:xfrm>
              <a:off x="2012433" y="4707593"/>
              <a:ext cx="29472" cy="129182"/>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4"/>
            <p:cNvSpPr/>
            <p:nvPr/>
          </p:nvSpPr>
          <p:spPr>
            <a:xfrm>
              <a:off x="2101450" y="47075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4"/>
            <p:cNvSpPr/>
            <p:nvPr/>
          </p:nvSpPr>
          <p:spPr>
            <a:xfrm>
              <a:off x="2189785" y="47075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4"/>
            <p:cNvSpPr/>
            <p:nvPr/>
          </p:nvSpPr>
          <p:spPr>
            <a:xfrm>
              <a:off x="1629640" y="4707593"/>
              <a:ext cx="187404" cy="128520"/>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4"/>
            <p:cNvSpPr/>
            <p:nvPr/>
          </p:nvSpPr>
          <p:spPr>
            <a:xfrm>
              <a:off x="1629640" y="4707593"/>
              <a:ext cx="187404" cy="128520"/>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4"/>
            <p:cNvSpPr/>
            <p:nvPr/>
          </p:nvSpPr>
          <p:spPr>
            <a:xfrm>
              <a:off x="1599527" y="4692867"/>
              <a:ext cx="677270" cy="14746"/>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4"/>
            <p:cNvSpPr/>
            <p:nvPr/>
          </p:nvSpPr>
          <p:spPr>
            <a:xfrm>
              <a:off x="1652391" y="4119340"/>
              <a:ext cx="577559" cy="560426"/>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4"/>
            <p:cNvSpPr/>
            <p:nvPr/>
          </p:nvSpPr>
          <p:spPr>
            <a:xfrm>
              <a:off x="1639010" y="4100602"/>
              <a:ext cx="598966" cy="598986"/>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4"/>
            <p:cNvSpPr/>
            <p:nvPr/>
          </p:nvSpPr>
          <p:spPr>
            <a:xfrm>
              <a:off x="1645690" y="4112419"/>
              <a:ext cx="592285" cy="575794"/>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4"/>
            <p:cNvSpPr/>
            <p:nvPr/>
          </p:nvSpPr>
          <p:spPr>
            <a:xfrm>
              <a:off x="1836425" y="4242484"/>
              <a:ext cx="212843" cy="344674"/>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4"/>
            <p:cNvSpPr/>
            <p:nvPr/>
          </p:nvSpPr>
          <p:spPr>
            <a:xfrm>
              <a:off x="1689206" y="4155272"/>
              <a:ext cx="423640" cy="422516"/>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p45"/>
          <p:cNvSpPr/>
          <p:nvPr/>
        </p:nvSpPr>
        <p:spPr>
          <a:xfrm>
            <a:off x="177600" y="4568875"/>
            <a:ext cx="1462500" cy="1863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5"/>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IS EXACTLY IS THE GAP?</a:t>
            </a:r>
            <a:endParaRPr>
              <a:solidFill>
                <a:schemeClr val="accent3"/>
              </a:solidFill>
            </a:endParaRPr>
          </a:p>
        </p:txBody>
      </p:sp>
      <p:sp>
        <p:nvSpPr>
          <p:cNvPr id="1009" name="Google Shape;1009;p45"/>
          <p:cNvSpPr txBox="1">
            <a:spLocks noGrp="1"/>
          </p:cNvSpPr>
          <p:nvPr>
            <p:ph type="body" idx="1"/>
          </p:nvPr>
        </p:nvSpPr>
        <p:spPr>
          <a:xfrm>
            <a:off x="925775" y="1629025"/>
            <a:ext cx="3442800" cy="2451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a:t>
            </a:r>
            <a:endParaRPr/>
          </a:p>
        </p:txBody>
      </p:sp>
      <p:sp>
        <p:nvSpPr>
          <p:cNvPr id="1010" name="Google Shape;1010;p45"/>
          <p:cNvSpPr txBox="1">
            <a:spLocks noGrp="1"/>
          </p:cNvSpPr>
          <p:nvPr>
            <p:ph type="body" idx="2"/>
          </p:nvPr>
        </p:nvSpPr>
        <p:spPr>
          <a:xfrm>
            <a:off x="4777775" y="1629025"/>
            <a:ext cx="3442800" cy="2451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Speaking of craters, many of them were named after artists or authors who made significant contributions to their respective fields. Mercury takes a little more than 58 days to complete its rotation, so try to imagine how long days must be there! Since the temperatures are so extreme, albeit not as extreme as in Venus, and the solar radiation is so high, it has been deemed to be non-habitable for humans</a:t>
            </a:r>
            <a:endParaRPr/>
          </a:p>
        </p:txBody>
      </p:sp>
      <p:grpSp>
        <p:nvGrpSpPr>
          <p:cNvPr id="1011" name="Google Shape;1011;p45"/>
          <p:cNvGrpSpPr/>
          <p:nvPr/>
        </p:nvGrpSpPr>
        <p:grpSpPr>
          <a:xfrm>
            <a:off x="8255845" y="1091526"/>
            <a:ext cx="554598" cy="385102"/>
            <a:chOff x="8378150" y="3154208"/>
            <a:chExt cx="346018" cy="240269"/>
          </a:xfrm>
        </p:grpSpPr>
        <p:sp>
          <p:nvSpPr>
            <p:cNvPr id="1012" name="Google Shape;1012;p45"/>
            <p:cNvSpPr/>
            <p:nvPr/>
          </p:nvSpPr>
          <p:spPr>
            <a:xfrm>
              <a:off x="8378150" y="3327548"/>
              <a:ext cx="66949" cy="66929"/>
            </a:xfrm>
            <a:custGeom>
              <a:avLst/>
              <a:gdLst/>
              <a:ahLst/>
              <a:cxnLst/>
              <a:rect l="l" t="t" r="r" b="b"/>
              <a:pathLst>
                <a:path w="3337" h="3336" extrusionOk="0">
                  <a:moveTo>
                    <a:pt x="0" y="0"/>
                  </a:moveTo>
                  <a:lnTo>
                    <a:pt x="0" y="3336"/>
                  </a:lnTo>
                  <a:lnTo>
                    <a:pt x="3336" y="3336"/>
                  </a:lnTo>
                  <a:lnTo>
                    <a:pt x="3336"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5"/>
            <p:cNvSpPr/>
            <p:nvPr/>
          </p:nvSpPr>
          <p:spPr>
            <a:xfrm>
              <a:off x="8470497" y="3286039"/>
              <a:ext cx="66949" cy="108438"/>
            </a:xfrm>
            <a:custGeom>
              <a:avLst/>
              <a:gdLst/>
              <a:ahLst/>
              <a:cxnLst/>
              <a:rect l="l" t="t" r="r" b="b"/>
              <a:pathLst>
                <a:path w="3337" h="5405" extrusionOk="0">
                  <a:moveTo>
                    <a:pt x="1" y="1"/>
                  </a:moveTo>
                  <a:lnTo>
                    <a:pt x="1" y="5405"/>
                  </a:lnTo>
                  <a:lnTo>
                    <a:pt x="3336" y="5405"/>
                  </a:lnTo>
                  <a:lnTo>
                    <a:pt x="3336"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5"/>
            <p:cNvSpPr/>
            <p:nvPr/>
          </p:nvSpPr>
          <p:spPr>
            <a:xfrm>
              <a:off x="8564189" y="3231830"/>
              <a:ext cx="66949" cy="161323"/>
            </a:xfrm>
            <a:custGeom>
              <a:avLst/>
              <a:gdLst/>
              <a:ahLst/>
              <a:cxnLst/>
              <a:rect l="l" t="t" r="r" b="b"/>
              <a:pathLst>
                <a:path w="3337" h="8041" extrusionOk="0">
                  <a:moveTo>
                    <a:pt x="1" y="1"/>
                  </a:moveTo>
                  <a:lnTo>
                    <a:pt x="1" y="8040"/>
                  </a:lnTo>
                  <a:lnTo>
                    <a:pt x="3337" y="8040"/>
                  </a:lnTo>
                  <a:lnTo>
                    <a:pt x="3337"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5"/>
            <p:cNvSpPr/>
            <p:nvPr/>
          </p:nvSpPr>
          <p:spPr>
            <a:xfrm>
              <a:off x="8657219" y="3154208"/>
              <a:ext cx="66949" cy="239606"/>
            </a:xfrm>
            <a:custGeom>
              <a:avLst/>
              <a:gdLst/>
              <a:ahLst/>
              <a:cxnLst/>
              <a:rect l="l" t="t" r="r" b="b"/>
              <a:pathLst>
                <a:path w="3337" h="11943" extrusionOk="0">
                  <a:moveTo>
                    <a:pt x="0" y="1"/>
                  </a:moveTo>
                  <a:lnTo>
                    <a:pt x="0" y="11942"/>
                  </a:lnTo>
                  <a:lnTo>
                    <a:pt x="3336" y="11942"/>
                  </a:lnTo>
                  <a:lnTo>
                    <a:pt x="3336"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6" name="Google Shape;1016;p45"/>
          <p:cNvGrpSpPr/>
          <p:nvPr/>
        </p:nvGrpSpPr>
        <p:grpSpPr>
          <a:xfrm>
            <a:off x="239225" y="425275"/>
            <a:ext cx="961550" cy="803100"/>
            <a:chOff x="1428800" y="3101325"/>
            <a:chExt cx="961550" cy="803100"/>
          </a:xfrm>
        </p:grpSpPr>
        <p:sp>
          <p:nvSpPr>
            <p:cNvPr id="1017" name="Google Shape;1017;p45"/>
            <p:cNvSpPr/>
            <p:nvPr/>
          </p:nvSpPr>
          <p:spPr>
            <a:xfrm>
              <a:off x="1428800" y="3204725"/>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5"/>
            <p:cNvSpPr/>
            <p:nvPr/>
          </p:nvSpPr>
          <p:spPr>
            <a:xfrm>
              <a:off x="1953350" y="3101325"/>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5"/>
            <p:cNvSpPr/>
            <p:nvPr/>
          </p:nvSpPr>
          <p:spPr>
            <a:xfrm>
              <a:off x="1952525" y="3466575"/>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 name="Google Shape;1020;p45"/>
          <p:cNvGrpSpPr/>
          <p:nvPr/>
        </p:nvGrpSpPr>
        <p:grpSpPr>
          <a:xfrm>
            <a:off x="335537" y="4048789"/>
            <a:ext cx="1096237" cy="606398"/>
            <a:chOff x="239224" y="3962464"/>
            <a:chExt cx="1096237" cy="606398"/>
          </a:xfrm>
        </p:grpSpPr>
        <p:grpSp>
          <p:nvGrpSpPr>
            <p:cNvPr id="1021" name="Google Shape;1021;p45"/>
            <p:cNvGrpSpPr/>
            <p:nvPr/>
          </p:nvGrpSpPr>
          <p:grpSpPr>
            <a:xfrm>
              <a:off x="923960" y="4386623"/>
              <a:ext cx="411500" cy="180439"/>
              <a:chOff x="7800560" y="4390223"/>
              <a:chExt cx="411500" cy="180439"/>
            </a:xfrm>
          </p:grpSpPr>
          <p:sp>
            <p:nvSpPr>
              <p:cNvPr id="1022" name="Google Shape;1022;p45"/>
              <p:cNvSpPr/>
              <p:nvPr/>
            </p:nvSpPr>
            <p:spPr>
              <a:xfrm>
                <a:off x="7826818" y="4480820"/>
                <a:ext cx="385243" cy="89843"/>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5"/>
              <p:cNvSpPr/>
              <p:nvPr/>
            </p:nvSpPr>
            <p:spPr>
              <a:xfrm>
                <a:off x="7859558" y="4488808"/>
                <a:ext cx="16376" cy="73479"/>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5"/>
              <p:cNvSpPr/>
              <p:nvPr/>
            </p:nvSpPr>
            <p:spPr>
              <a:xfrm>
                <a:off x="7910180" y="4488808"/>
                <a:ext cx="16764" cy="73479"/>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5"/>
              <p:cNvSpPr/>
              <p:nvPr/>
            </p:nvSpPr>
            <p:spPr>
              <a:xfrm>
                <a:off x="7960813" y="4488808"/>
                <a:ext cx="16376" cy="73479"/>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5"/>
              <p:cNvSpPr/>
              <p:nvPr/>
            </p:nvSpPr>
            <p:spPr>
              <a:xfrm>
                <a:off x="8011058" y="4488808"/>
                <a:ext cx="16764" cy="73479"/>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5"/>
              <p:cNvSpPr/>
              <p:nvPr/>
            </p:nvSpPr>
            <p:spPr>
              <a:xfrm>
                <a:off x="8061691" y="4488808"/>
                <a:ext cx="16752" cy="73479"/>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5"/>
              <p:cNvSpPr/>
              <p:nvPr/>
            </p:nvSpPr>
            <p:spPr>
              <a:xfrm>
                <a:off x="8112689" y="4488808"/>
                <a:ext cx="16387" cy="73479"/>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5"/>
              <p:cNvSpPr/>
              <p:nvPr/>
            </p:nvSpPr>
            <p:spPr>
              <a:xfrm>
                <a:off x="8162946" y="4488808"/>
                <a:ext cx="16752" cy="73479"/>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5"/>
              <p:cNvSpPr/>
              <p:nvPr/>
            </p:nvSpPr>
            <p:spPr>
              <a:xfrm>
                <a:off x="7843947" y="4488808"/>
                <a:ext cx="106595" cy="73102"/>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5"/>
              <p:cNvSpPr/>
              <p:nvPr/>
            </p:nvSpPr>
            <p:spPr>
              <a:xfrm>
                <a:off x="7826818" y="4480820"/>
                <a:ext cx="385243" cy="7999"/>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5"/>
              <p:cNvSpPr/>
              <p:nvPr/>
            </p:nvSpPr>
            <p:spPr>
              <a:xfrm>
                <a:off x="7800560" y="4390223"/>
                <a:ext cx="384855" cy="89843"/>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5"/>
              <p:cNvSpPr/>
              <p:nvPr/>
            </p:nvSpPr>
            <p:spPr>
              <a:xfrm>
                <a:off x="7832912" y="4398212"/>
                <a:ext cx="16376" cy="73856"/>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5"/>
              <p:cNvSpPr/>
              <p:nvPr/>
            </p:nvSpPr>
            <p:spPr>
              <a:xfrm>
                <a:off x="7883157" y="4398212"/>
                <a:ext cx="16764" cy="73856"/>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5"/>
              <p:cNvSpPr/>
              <p:nvPr/>
            </p:nvSpPr>
            <p:spPr>
              <a:xfrm>
                <a:off x="7934167" y="4398212"/>
                <a:ext cx="16764" cy="73856"/>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5"/>
              <p:cNvSpPr/>
              <p:nvPr/>
            </p:nvSpPr>
            <p:spPr>
              <a:xfrm>
                <a:off x="7984412" y="4398212"/>
                <a:ext cx="16764" cy="73856"/>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5"/>
              <p:cNvSpPr/>
              <p:nvPr/>
            </p:nvSpPr>
            <p:spPr>
              <a:xfrm>
                <a:off x="8035045" y="4398212"/>
                <a:ext cx="16752" cy="73856"/>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5"/>
              <p:cNvSpPr/>
              <p:nvPr/>
            </p:nvSpPr>
            <p:spPr>
              <a:xfrm>
                <a:off x="8085290" y="4398212"/>
                <a:ext cx="16752" cy="73856"/>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5"/>
              <p:cNvSpPr/>
              <p:nvPr/>
            </p:nvSpPr>
            <p:spPr>
              <a:xfrm>
                <a:off x="8136300" y="4398212"/>
                <a:ext cx="16752" cy="73856"/>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5"/>
              <p:cNvSpPr/>
              <p:nvPr/>
            </p:nvSpPr>
            <p:spPr>
              <a:xfrm>
                <a:off x="7817689" y="4398212"/>
                <a:ext cx="106595" cy="73479"/>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5"/>
              <p:cNvSpPr/>
              <p:nvPr/>
            </p:nvSpPr>
            <p:spPr>
              <a:xfrm>
                <a:off x="7800560" y="4390223"/>
                <a:ext cx="384855" cy="7999"/>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2" name="Google Shape;1042;p45"/>
            <p:cNvGrpSpPr/>
            <p:nvPr/>
          </p:nvGrpSpPr>
          <p:grpSpPr>
            <a:xfrm>
              <a:off x="239224" y="3962464"/>
              <a:ext cx="550824" cy="606398"/>
              <a:chOff x="8259624" y="3964264"/>
              <a:chExt cx="550824" cy="606398"/>
            </a:xfrm>
          </p:grpSpPr>
          <p:sp>
            <p:nvSpPr>
              <p:cNvPr id="1043" name="Google Shape;1043;p45"/>
              <p:cNvSpPr/>
              <p:nvPr/>
            </p:nvSpPr>
            <p:spPr>
              <a:xfrm>
                <a:off x="8411124" y="4480820"/>
                <a:ext cx="385243" cy="89843"/>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5"/>
              <p:cNvSpPr/>
              <p:nvPr/>
            </p:nvSpPr>
            <p:spPr>
              <a:xfrm>
                <a:off x="8443487" y="4488808"/>
                <a:ext cx="16764" cy="73479"/>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5"/>
              <p:cNvSpPr/>
              <p:nvPr/>
            </p:nvSpPr>
            <p:spPr>
              <a:xfrm>
                <a:off x="8494109" y="4488808"/>
                <a:ext cx="16764" cy="73479"/>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5"/>
              <p:cNvSpPr/>
              <p:nvPr/>
            </p:nvSpPr>
            <p:spPr>
              <a:xfrm>
                <a:off x="8545118" y="4488808"/>
                <a:ext cx="16764" cy="73479"/>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5"/>
              <p:cNvSpPr/>
              <p:nvPr/>
            </p:nvSpPr>
            <p:spPr>
              <a:xfrm>
                <a:off x="8595363" y="4488808"/>
                <a:ext cx="16764" cy="73479"/>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5"/>
              <p:cNvSpPr/>
              <p:nvPr/>
            </p:nvSpPr>
            <p:spPr>
              <a:xfrm>
                <a:off x="8645997" y="4488808"/>
                <a:ext cx="16376" cy="73479"/>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5"/>
              <p:cNvSpPr/>
              <p:nvPr/>
            </p:nvSpPr>
            <p:spPr>
              <a:xfrm>
                <a:off x="8696242" y="4488808"/>
                <a:ext cx="16764" cy="73479"/>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5"/>
              <p:cNvSpPr/>
              <p:nvPr/>
            </p:nvSpPr>
            <p:spPr>
              <a:xfrm>
                <a:off x="8747251" y="4488808"/>
                <a:ext cx="16764" cy="73479"/>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5"/>
              <p:cNvSpPr/>
              <p:nvPr/>
            </p:nvSpPr>
            <p:spPr>
              <a:xfrm>
                <a:off x="8428641" y="4488808"/>
                <a:ext cx="106595" cy="73102"/>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5"/>
              <p:cNvSpPr/>
              <p:nvPr/>
            </p:nvSpPr>
            <p:spPr>
              <a:xfrm>
                <a:off x="8428641" y="4488808"/>
                <a:ext cx="106595" cy="73102"/>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5"/>
              <p:cNvSpPr/>
              <p:nvPr/>
            </p:nvSpPr>
            <p:spPr>
              <a:xfrm>
                <a:off x="8411124" y="4480820"/>
                <a:ext cx="385243" cy="7999"/>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5"/>
              <p:cNvSpPr/>
              <p:nvPr/>
            </p:nvSpPr>
            <p:spPr>
              <a:xfrm>
                <a:off x="8259624" y="4390600"/>
                <a:ext cx="384855" cy="90231"/>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5"/>
              <p:cNvSpPr/>
              <p:nvPr/>
            </p:nvSpPr>
            <p:spPr>
              <a:xfrm>
                <a:off x="8291987" y="4398212"/>
                <a:ext cx="16752" cy="73856"/>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5"/>
              <p:cNvSpPr/>
              <p:nvPr/>
            </p:nvSpPr>
            <p:spPr>
              <a:xfrm>
                <a:off x="8342609" y="4398212"/>
                <a:ext cx="16764" cy="73856"/>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5"/>
              <p:cNvSpPr/>
              <p:nvPr/>
            </p:nvSpPr>
            <p:spPr>
              <a:xfrm>
                <a:off x="8393242" y="4398212"/>
                <a:ext cx="16752" cy="73856"/>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5"/>
              <p:cNvSpPr/>
              <p:nvPr/>
            </p:nvSpPr>
            <p:spPr>
              <a:xfrm>
                <a:off x="8443487" y="4398212"/>
                <a:ext cx="16764" cy="73856"/>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5"/>
              <p:cNvSpPr/>
              <p:nvPr/>
            </p:nvSpPr>
            <p:spPr>
              <a:xfrm>
                <a:off x="8494109" y="4398212"/>
                <a:ext cx="16764" cy="73856"/>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5"/>
              <p:cNvSpPr/>
              <p:nvPr/>
            </p:nvSpPr>
            <p:spPr>
              <a:xfrm>
                <a:off x="8545118" y="4398212"/>
                <a:ext cx="16764" cy="73856"/>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5"/>
              <p:cNvSpPr/>
              <p:nvPr/>
            </p:nvSpPr>
            <p:spPr>
              <a:xfrm>
                <a:off x="8595363" y="4398212"/>
                <a:ext cx="16764" cy="73856"/>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5"/>
              <p:cNvSpPr/>
              <p:nvPr/>
            </p:nvSpPr>
            <p:spPr>
              <a:xfrm>
                <a:off x="8276753" y="4398212"/>
                <a:ext cx="106595" cy="73479"/>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5"/>
              <p:cNvSpPr/>
              <p:nvPr/>
            </p:nvSpPr>
            <p:spPr>
              <a:xfrm>
                <a:off x="8259624" y="4390223"/>
                <a:ext cx="384855" cy="7999"/>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5"/>
              <p:cNvSpPr/>
              <p:nvPr/>
            </p:nvSpPr>
            <p:spPr>
              <a:xfrm>
                <a:off x="8425217" y="4301521"/>
                <a:ext cx="385231" cy="90231"/>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5"/>
              <p:cNvSpPr/>
              <p:nvPr/>
            </p:nvSpPr>
            <p:spPr>
              <a:xfrm>
                <a:off x="8457946" y="4309521"/>
                <a:ext cx="16764" cy="73479"/>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5"/>
              <p:cNvSpPr/>
              <p:nvPr/>
            </p:nvSpPr>
            <p:spPr>
              <a:xfrm>
                <a:off x="8508579" y="4309521"/>
                <a:ext cx="16376" cy="73479"/>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5"/>
              <p:cNvSpPr/>
              <p:nvPr/>
            </p:nvSpPr>
            <p:spPr>
              <a:xfrm>
                <a:off x="8609457" y="4309521"/>
                <a:ext cx="16376" cy="73479"/>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5"/>
              <p:cNvSpPr/>
              <p:nvPr/>
            </p:nvSpPr>
            <p:spPr>
              <a:xfrm>
                <a:off x="8660078" y="4309521"/>
                <a:ext cx="16764" cy="73479"/>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5"/>
              <p:cNvSpPr/>
              <p:nvPr/>
            </p:nvSpPr>
            <p:spPr>
              <a:xfrm>
                <a:off x="8710711" y="4309521"/>
                <a:ext cx="16752" cy="73479"/>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5"/>
              <p:cNvSpPr/>
              <p:nvPr/>
            </p:nvSpPr>
            <p:spPr>
              <a:xfrm>
                <a:off x="8760956" y="4309521"/>
                <a:ext cx="16752" cy="73479"/>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5"/>
              <p:cNvSpPr/>
              <p:nvPr/>
            </p:nvSpPr>
            <p:spPr>
              <a:xfrm>
                <a:off x="8442346" y="4309521"/>
                <a:ext cx="106595" cy="73102"/>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5"/>
              <p:cNvSpPr/>
              <p:nvPr/>
            </p:nvSpPr>
            <p:spPr>
              <a:xfrm>
                <a:off x="8442346" y="4309521"/>
                <a:ext cx="106595" cy="73102"/>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5"/>
              <p:cNvSpPr/>
              <p:nvPr/>
            </p:nvSpPr>
            <p:spPr>
              <a:xfrm>
                <a:off x="8425217" y="4301145"/>
                <a:ext cx="385231" cy="8387"/>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5"/>
              <p:cNvSpPr/>
              <p:nvPr/>
            </p:nvSpPr>
            <p:spPr>
              <a:xfrm>
                <a:off x="8455287" y="3974923"/>
                <a:ext cx="328516" cy="318770"/>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5"/>
              <p:cNvSpPr/>
              <p:nvPr/>
            </p:nvSpPr>
            <p:spPr>
              <a:xfrm>
                <a:off x="8447675" y="3964264"/>
                <a:ext cx="340692" cy="340703"/>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5"/>
              <p:cNvSpPr/>
              <p:nvPr/>
            </p:nvSpPr>
            <p:spPr>
              <a:xfrm>
                <a:off x="8451475" y="3970986"/>
                <a:ext cx="336892" cy="327511"/>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5"/>
              <p:cNvSpPr/>
              <p:nvPr/>
            </p:nvSpPr>
            <p:spPr>
              <a:xfrm>
                <a:off x="8559965" y="4044967"/>
                <a:ext cx="121065" cy="196050"/>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5"/>
              <p:cNvSpPr/>
              <p:nvPr/>
            </p:nvSpPr>
            <p:spPr>
              <a:xfrm>
                <a:off x="8476227" y="3995361"/>
                <a:ext cx="240966" cy="240327"/>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79" name="Google Shape;1079;p45"/>
          <p:cNvGrpSpPr/>
          <p:nvPr/>
        </p:nvGrpSpPr>
        <p:grpSpPr>
          <a:xfrm>
            <a:off x="239219" y="3309918"/>
            <a:ext cx="451488" cy="311293"/>
            <a:chOff x="2471000" y="1494000"/>
            <a:chExt cx="609625" cy="420325"/>
          </a:xfrm>
        </p:grpSpPr>
        <p:sp>
          <p:nvSpPr>
            <p:cNvPr id="1080" name="Google Shape;1080;p45"/>
            <p:cNvSpPr/>
            <p:nvPr/>
          </p:nvSpPr>
          <p:spPr>
            <a:xfrm>
              <a:off x="2471000" y="1496100"/>
              <a:ext cx="254375" cy="418225"/>
            </a:xfrm>
            <a:custGeom>
              <a:avLst/>
              <a:gdLst/>
              <a:ahLst/>
              <a:cxnLst/>
              <a:rect l="l" t="t" r="r" b="b"/>
              <a:pathLst>
                <a:path w="10175" h="16729" extrusionOk="0">
                  <a:moveTo>
                    <a:pt x="5087" y="0"/>
                  </a:moveTo>
                  <a:cubicBezTo>
                    <a:pt x="5054" y="0"/>
                    <a:pt x="5021" y="17"/>
                    <a:pt x="5004" y="50"/>
                  </a:cubicBezTo>
                  <a:lnTo>
                    <a:pt x="67" y="7889"/>
                  </a:lnTo>
                  <a:cubicBezTo>
                    <a:pt x="0" y="8056"/>
                    <a:pt x="34" y="8323"/>
                    <a:pt x="167" y="8323"/>
                  </a:cubicBezTo>
                  <a:lnTo>
                    <a:pt x="1969" y="8323"/>
                  </a:lnTo>
                  <a:cubicBezTo>
                    <a:pt x="2035" y="8323"/>
                    <a:pt x="2069" y="8423"/>
                    <a:pt x="2069" y="8556"/>
                  </a:cubicBezTo>
                  <a:lnTo>
                    <a:pt x="2069" y="16462"/>
                  </a:lnTo>
                  <a:cubicBezTo>
                    <a:pt x="2069" y="16596"/>
                    <a:pt x="2135" y="16729"/>
                    <a:pt x="2202" y="16729"/>
                  </a:cubicBezTo>
                  <a:lnTo>
                    <a:pt x="7973" y="16729"/>
                  </a:lnTo>
                  <a:cubicBezTo>
                    <a:pt x="8040" y="16729"/>
                    <a:pt x="8106" y="16596"/>
                    <a:pt x="8106" y="16462"/>
                  </a:cubicBezTo>
                  <a:lnTo>
                    <a:pt x="8106" y="8556"/>
                  </a:lnTo>
                  <a:cubicBezTo>
                    <a:pt x="8106" y="8423"/>
                    <a:pt x="8140" y="8323"/>
                    <a:pt x="8206" y="8323"/>
                  </a:cubicBezTo>
                  <a:lnTo>
                    <a:pt x="10008" y="8323"/>
                  </a:lnTo>
                  <a:cubicBezTo>
                    <a:pt x="10141" y="8323"/>
                    <a:pt x="10174" y="8023"/>
                    <a:pt x="10074" y="7889"/>
                  </a:cubicBezTo>
                  <a:lnTo>
                    <a:pt x="5171" y="50"/>
                  </a:lnTo>
                  <a:cubicBezTo>
                    <a:pt x="5154" y="17"/>
                    <a:pt x="5121" y="0"/>
                    <a:pt x="50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5"/>
            <p:cNvSpPr/>
            <p:nvPr/>
          </p:nvSpPr>
          <p:spPr>
            <a:xfrm>
              <a:off x="2826250" y="1494000"/>
              <a:ext cx="254375" cy="418875"/>
            </a:xfrm>
            <a:custGeom>
              <a:avLst/>
              <a:gdLst/>
              <a:ahLst/>
              <a:cxnLst/>
              <a:rect l="l" t="t" r="r" b="b"/>
              <a:pathLst>
                <a:path w="10175" h="16755" extrusionOk="0">
                  <a:moveTo>
                    <a:pt x="2236" y="1"/>
                  </a:moveTo>
                  <a:cubicBezTo>
                    <a:pt x="2135" y="1"/>
                    <a:pt x="2102" y="134"/>
                    <a:pt x="2102" y="268"/>
                  </a:cubicBezTo>
                  <a:lnTo>
                    <a:pt x="2102" y="8173"/>
                  </a:lnTo>
                  <a:cubicBezTo>
                    <a:pt x="2102" y="8307"/>
                    <a:pt x="2069" y="8440"/>
                    <a:pt x="1969" y="8440"/>
                  </a:cubicBezTo>
                  <a:lnTo>
                    <a:pt x="167" y="8440"/>
                  </a:lnTo>
                  <a:cubicBezTo>
                    <a:pt x="67" y="8440"/>
                    <a:pt x="1" y="8741"/>
                    <a:pt x="101" y="8841"/>
                  </a:cubicBezTo>
                  <a:lnTo>
                    <a:pt x="5004" y="16680"/>
                  </a:lnTo>
                  <a:cubicBezTo>
                    <a:pt x="5038" y="16730"/>
                    <a:pt x="5071" y="16755"/>
                    <a:pt x="5100" y="16755"/>
                  </a:cubicBezTo>
                  <a:cubicBezTo>
                    <a:pt x="5129" y="16755"/>
                    <a:pt x="5154" y="16730"/>
                    <a:pt x="5171" y="16680"/>
                  </a:cubicBezTo>
                  <a:lnTo>
                    <a:pt x="10108" y="8841"/>
                  </a:lnTo>
                  <a:cubicBezTo>
                    <a:pt x="10175" y="8674"/>
                    <a:pt x="10141" y="8440"/>
                    <a:pt x="10008" y="8440"/>
                  </a:cubicBezTo>
                  <a:lnTo>
                    <a:pt x="8240" y="8440"/>
                  </a:lnTo>
                  <a:cubicBezTo>
                    <a:pt x="8140" y="8440"/>
                    <a:pt x="8106" y="8307"/>
                    <a:pt x="8106" y="8173"/>
                  </a:cubicBezTo>
                  <a:lnTo>
                    <a:pt x="8106" y="268"/>
                  </a:lnTo>
                  <a:cubicBezTo>
                    <a:pt x="8106" y="134"/>
                    <a:pt x="8073" y="1"/>
                    <a:pt x="79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p46"/>
          <p:cNvSpPr txBox="1">
            <a:spLocks noGrp="1"/>
          </p:cNvSpPr>
          <p:nvPr>
            <p:ph type="body" idx="1"/>
          </p:nvPr>
        </p:nvSpPr>
        <p:spPr>
          <a:xfrm>
            <a:off x="720000" y="1677225"/>
            <a:ext cx="4387500" cy="238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Do you know what helps you make your point clear? Lists like this one:</a:t>
            </a:r>
            <a:endParaRPr/>
          </a:p>
          <a:p>
            <a:pPr marL="457200" lvl="0" indent="-317500" algn="l" rtl="0">
              <a:spcBef>
                <a:spcPts val="1200"/>
              </a:spcBef>
              <a:spcAft>
                <a:spcPts val="0"/>
              </a:spcAft>
              <a:buSzPts val="1400"/>
              <a:buChar char="●"/>
            </a:pPr>
            <a:r>
              <a:rPr lang="en"/>
              <a:t>They’re simple</a:t>
            </a:r>
            <a:endParaRPr/>
          </a:p>
          <a:p>
            <a:pPr marL="457200" lvl="0" indent="-317500" algn="l" rtl="0">
              <a:spcBef>
                <a:spcPts val="0"/>
              </a:spcBef>
              <a:spcAft>
                <a:spcPts val="0"/>
              </a:spcAft>
              <a:buSzPts val="1400"/>
              <a:buChar char="●"/>
            </a:pPr>
            <a:r>
              <a:rPr lang="en"/>
              <a:t>Organize your ideas clearly</a:t>
            </a:r>
            <a:endParaRPr/>
          </a:p>
          <a:p>
            <a:pPr marL="457200" lvl="0" indent="-317500" algn="l" rtl="0">
              <a:spcBef>
                <a:spcPts val="0"/>
              </a:spcBef>
              <a:spcAft>
                <a:spcPts val="0"/>
              </a:spcAft>
              <a:buSzPts val="1400"/>
              <a:buChar char="●"/>
            </a:pPr>
            <a:r>
              <a:rPr lang="en"/>
              <a:t>You’ll never forget to buy milk!</a:t>
            </a:r>
            <a:endParaRPr/>
          </a:p>
          <a:p>
            <a:pPr marL="0" lvl="0" indent="0" algn="l" rtl="0">
              <a:spcBef>
                <a:spcPts val="1200"/>
              </a:spcBef>
              <a:spcAft>
                <a:spcPts val="0"/>
              </a:spcAft>
              <a:buNone/>
            </a:pPr>
            <a:r>
              <a:rPr lang="en"/>
              <a:t>And the most important thing: the audience won’t miss the point of your presentation</a:t>
            </a:r>
            <a:endParaRPr/>
          </a:p>
        </p:txBody>
      </p:sp>
      <p:sp>
        <p:nvSpPr>
          <p:cNvPr id="1087" name="Google Shape;1087;p46"/>
          <p:cNvSpPr txBox="1">
            <a:spLocks noGrp="1"/>
          </p:cNvSpPr>
          <p:nvPr>
            <p:ph type="title"/>
          </p:nvPr>
        </p:nvSpPr>
        <p:spPr>
          <a:xfrm>
            <a:off x="720000" y="463800"/>
            <a:ext cx="5436600" cy="57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A GAP </a:t>
            </a:r>
            <a:r>
              <a:rPr lang="en">
                <a:solidFill>
                  <a:schemeClr val="accent3"/>
                </a:solidFill>
              </a:rPr>
              <a:t>ANALYSIS?</a:t>
            </a:r>
            <a:endParaRPr>
              <a:solidFill>
                <a:schemeClr val="accent3"/>
              </a:solidFill>
            </a:endParaRPr>
          </a:p>
        </p:txBody>
      </p:sp>
      <p:grpSp>
        <p:nvGrpSpPr>
          <p:cNvPr id="1088" name="Google Shape;1088;p46"/>
          <p:cNvGrpSpPr/>
          <p:nvPr/>
        </p:nvGrpSpPr>
        <p:grpSpPr>
          <a:xfrm>
            <a:off x="4916075" y="1452700"/>
            <a:ext cx="4227923" cy="4302322"/>
            <a:chOff x="766555" y="617225"/>
            <a:chExt cx="6180270" cy="6289025"/>
          </a:xfrm>
        </p:grpSpPr>
        <p:sp>
          <p:nvSpPr>
            <p:cNvPr id="1089" name="Google Shape;1089;p46"/>
            <p:cNvSpPr/>
            <p:nvPr/>
          </p:nvSpPr>
          <p:spPr>
            <a:xfrm>
              <a:off x="1427025" y="617225"/>
              <a:ext cx="2949625" cy="3662550"/>
            </a:xfrm>
            <a:custGeom>
              <a:avLst/>
              <a:gdLst/>
              <a:ahLst/>
              <a:cxnLst/>
              <a:rect l="l" t="t" r="r" b="b"/>
              <a:pathLst>
                <a:path w="117985" h="146502" extrusionOk="0">
                  <a:moveTo>
                    <a:pt x="79463" y="1"/>
                  </a:moveTo>
                  <a:cubicBezTo>
                    <a:pt x="79095" y="1"/>
                    <a:pt x="78722" y="58"/>
                    <a:pt x="78356" y="180"/>
                  </a:cubicBezTo>
                  <a:lnTo>
                    <a:pt x="2903" y="24298"/>
                  </a:lnTo>
                  <a:cubicBezTo>
                    <a:pt x="1035" y="24898"/>
                    <a:pt x="0" y="26899"/>
                    <a:pt x="534" y="28801"/>
                  </a:cubicBezTo>
                  <a:lnTo>
                    <a:pt x="35526" y="143950"/>
                  </a:lnTo>
                  <a:cubicBezTo>
                    <a:pt x="35982" y="145506"/>
                    <a:pt x="37431" y="146501"/>
                    <a:pt x="38970" y="146501"/>
                  </a:cubicBezTo>
                  <a:cubicBezTo>
                    <a:pt x="39344" y="146501"/>
                    <a:pt x="39724" y="146442"/>
                    <a:pt x="40096" y="146318"/>
                  </a:cubicBezTo>
                  <a:lnTo>
                    <a:pt x="115083" y="121801"/>
                  </a:lnTo>
                  <a:cubicBezTo>
                    <a:pt x="116951" y="121200"/>
                    <a:pt x="117985" y="119199"/>
                    <a:pt x="117418" y="117297"/>
                  </a:cubicBezTo>
                  <a:lnTo>
                    <a:pt x="82926" y="2582"/>
                  </a:lnTo>
                  <a:cubicBezTo>
                    <a:pt x="82468" y="1019"/>
                    <a:pt x="81009" y="1"/>
                    <a:pt x="794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6"/>
            <p:cNvSpPr/>
            <p:nvPr/>
          </p:nvSpPr>
          <p:spPr>
            <a:xfrm>
              <a:off x="2393550" y="3766475"/>
              <a:ext cx="573775" cy="191000"/>
            </a:xfrm>
            <a:custGeom>
              <a:avLst/>
              <a:gdLst/>
              <a:ahLst/>
              <a:cxnLst/>
              <a:rect l="l" t="t" r="r" b="b"/>
              <a:pathLst>
                <a:path w="22951" h="7640" fill="none" extrusionOk="0">
                  <a:moveTo>
                    <a:pt x="0" y="7639"/>
                  </a:moveTo>
                  <a:lnTo>
                    <a:pt x="22950" y="0"/>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6"/>
            <p:cNvSpPr/>
            <p:nvPr/>
          </p:nvSpPr>
          <p:spPr>
            <a:xfrm>
              <a:off x="2342675" y="3284450"/>
              <a:ext cx="1578650" cy="523750"/>
            </a:xfrm>
            <a:custGeom>
              <a:avLst/>
              <a:gdLst/>
              <a:ahLst/>
              <a:cxnLst/>
              <a:rect l="l" t="t" r="r" b="b"/>
              <a:pathLst>
                <a:path w="63146" h="20950" fill="none" extrusionOk="0">
                  <a:moveTo>
                    <a:pt x="1" y="20949"/>
                  </a:moveTo>
                  <a:lnTo>
                    <a:pt x="63146" y="1"/>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6"/>
            <p:cNvSpPr/>
            <p:nvPr/>
          </p:nvSpPr>
          <p:spPr>
            <a:xfrm>
              <a:off x="2306825" y="3131025"/>
              <a:ext cx="1577800" cy="523725"/>
            </a:xfrm>
            <a:custGeom>
              <a:avLst/>
              <a:gdLst/>
              <a:ahLst/>
              <a:cxnLst/>
              <a:rect l="l" t="t" r="r" b="b"/>
              <a:pathLst>
                <a:path w="63112" h="20949" fill="none" extrusionOk="0">
                  <a:moveTo>
                    <a:pt x="0" y="20949"/>
                  </a:moveTo>
                  <a:lnTo>
                    <a:pt x="63112" y="0"/>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6"/>
            <p:cNvSpPr/>
            <p:nvPr/>
          </p:nvSpPr>
          <p:spPr>
            <a:xfrm>
              <a:off x="2261775" y="3090150"/>
              <a:ext cx="1262600" cy="418650"/>
            </a:xfrm>
            <a:custGeom>
              <a:avLst/>
              <a:gdLst/>
              <a:ahLst/>
              <a:cxnLst/>
              <a:rect l="l" t="t" r="r" b="b"/>
              <a:pathLst>
                <a:path w="50504" h="16746" fill="none" extrusionOk="0">
                  <a:moveTo>
                    <a:pt x="1" y="16746"/>
                  </a:moveTo>
                  <a:lnTo>
                    <a:pt x="50504" y="1"/>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6"/>
            <p:cNvSpPr/>
            <p:nvPr/>
          </p:nvSpPr>
          <p:spPr>
            <a:xfrm>
              <a:off x="2213425" y="2842475"/>
              <a:ext cx="1577800" cy="523725"/>
            </a:xfrm>
            <a:custGeom>
              <a:avLst/>
              <a:gdLst/>
              <a:ahLst/>
              <a:cxnLst/>
              <a:rect l="l" t="t" r="r" b="b"/>
              <a:pathLst>
                <a:path w="63112" h="20949" fill="none" extrusionOk="0">
                  <a:moveTo>
                    <a:pt x="0" y="20949"/>
                  </a:moveTo>
                  <a:lnTo>
                    <a:pt x="63112" y="1"/>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6"/>
            <p:cNvSpPr/>
            <p:nvPr/>
          </p:nvSpPr>
          <p:spPr>
            <a:xfrm>
              <a:off x="2164225" y="2693200"/>
              <a:ext cx="1576975" cy="523725"/>
            </a:xfrm>
            <a:custGeom>
              <a:avLst/>
              <a:gdLst/>
              <a:ahLst/>
              <a:cxnLst/>
              <a:rect l="l" t="t" r="r" b="b"/>
              <a:pathLst>
                <a:path w="63079" h="20949" fill="none" extrusionOk="0">
                  <a:moveTo>
                    <a:pt x="0" y="20949"/>
                  </a:moveTo>
                  <a:lnTo>
                    <a:pt x="63079" y="1"/>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6"/>
            <p:cNvSpPr/>
            <p:nvPr/>
          </p:nvSpPr>
          <p:spPr>
            <a:xfrm>
              <a:off x="2127525" y="2540600"/>
              <a:ext cx="1576975" cy="524550"/>
            </a:xfrm>
            <a:custGeom>
              <a:avLst/>
              <a:gdLst/>
              <a:ahLst/>
              <a:cxnLst/>
              <a:rect l="l" t="t" r="r" b="b"/>
              <a:pathLst>
                <a:path w="63079" h="20982" fill="none" extrusionOk="0">
                  <a:moveTo>
                    <a:pt x="0" y="20982"/>
                  </a:moveTo>
                  <a:lnTo>
                    <a:pt x="63079" y="0"/>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6"/>
            <p:cNvSpPr/>
            <p:nvPr/>
          </p:nvSpPr>
          <p:spPr>
            <a:xfrm>
              <a:off x="2081650" y="2502225"/>
              <a:ext cx="1252600" cy="417000"/>
            </a:xfrm>
            <a:custGeom>
              <a:avLst/>
              <a:gdLst/>
              <a:ahLst/>
              <a:cxnLst/>
              <a:rect l="l" t="t" r="r" b="b"/>
              <a:pathLst>
                <a:path w="50104" h="16680" fill="none" extrusionOk="0">
                  <a:moveTo>
                    <a:pt x="1" y="16679"/>
                  </a:moveTo>
                  <a:lnTo>
                    <a:pt x="50103" y="1"/>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6"/>
            <p:cNvSpPr/>
            <p:nvPr/>
          </p:nvSpPr>
          <p:spPr>
            <a:xfrm>
              <a:off x="2043300" y="2222025"/>
              <a:ext cx="1576975" cy="524575"/>
            </a:xfrm>
            <a:custGeom>
              <a:avLst/>
              <a:gdLst/>
              <a:ahLst/>
              <a:cxnLst/>
              <a:rect l="l" t="t" r="r" b="b"/>
              <a:pathLst>
                <a:path w="63079" h="20983" fill="none" extrusionOk="0">
                  <a:moveTo>
                    <a:pt x="0" y="20982"/>
                  </a:moveTo>
                  <a:lnTo>
                    <a:pt x="63079" y="1"/>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6"/>
            <p:cNvSpPr/>
            <p:nvPr/>
          </p:nvSpPr>
          <p:spPr>
            <a:xfrm>
              <a:off x="1993250" y="2072750"/>
              <a:ext cx="1577825" cy="524575"/>
            </a:xfrm>
            <a:custGeom>
              <a:avLst/>
              <a:gdLst/>
              <a:ahLst/>
              <a:cxnLst/>
              <a:rect l="l" t="t" r="r" b="b"/>
              <a:pathLst>
                <a:path w="63113" h="20983" fill="none" extrusionOk="0">
                  <a:moveTo>
                    <a:pt x="1" y="20983"/>
                  </a:moveTo>
                  <a:lnTo>
                    <a:pt x="63113" y="1"/>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6"/>
            <p:cNvSpPr/>
            <p:nvPr/>
          </p:nvSpPr>
          <p:spPr>
            <a:xfrm>
              <a:off x="1956575" y="1920150"/>
              <a:ext cx="1577800" cy="524575"/>
            </a:xfrm>
            <a:custGeom>
              <a:avLst/>
              <a:gdLst/>
              <a:ahLst/>
              <a:cxnLst/>
              <a:rect l="l" t="t" r="r" b="b"/>
              <a:pathLst>
                <a:path w="63112" h="20983" fill="none" extrusionOk="0">
                  <a:moveTo>
                    <a:pt x="0" y="20982"/>
                  </a:moveTo>
                  <a:lnTo>
                    <a:pt x="63112" y="0"/>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6"/>
            <p:cNvSpPr/>
            <p:nvPr/>
          </p:nvSpPr>
          <p:spPr>
            <a:xfrm>
              <a:off x="1910700" y="1836750"/>
              <a:ext cx="1388525" cy="462025"/>
            </a:xfrm>
            <a:custGeom>
              <a:avLst/>
              <a:gdLst/>
              <a:ahLst/>
              <a:cxnLst/>
              <a:rect l="l" t="t" r="r" b="b"/>
              <a:pathLst>
                <a:path w="55541" h="18481" fill="none" extrusionOk="0">
                  <a:moveTo>
                    <a:pt x="1" y="18481"/>
                  </a:moveTo>
                  <a:lnTo>
                    <a:pt x="55540" y="1"/>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6"/>
            <p:cNvSpPr/>
            <p:nvPr/>
          </p:nvSpPr>
          <p:spPr>
            <a:xfrm>
              <a:off x="1900700" y="1604925"/>
              <a:ext cx="1578650" cy="523725"/>
            </a:xfrm>
            <a:custGeom>
              <a:avLst/>
              <a:gdLst/>
              <a:ahLst/>
              <a:cxnLst/>
              <a:rect l="l" t="t" r="r" b="b"/>
              <a:pathLst>
                <a:path w="63146" h="20949" fill="none" extrusionOk="0">
                  <a:moveTo>
                    <a:pt x="0" y="20949"/>
                  </a:moveTo>
                  <a:lnTo>
                    <a:pt x="63145" y="0"/>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6"/>
            <p:cNvSpPr/>
            <p:nvPr/>
          </p:nvSpPr>
          <p:spPr>
            <a:xfrm>
              <a:off x="1852325" y="1454825"/>
              <a:ext cx="1576975" cy="524550"/>
            </a:xfrm>
            <a:custGeom>
              <a:avLst/>
              <a:gdLst/>
              <a:ahLst/>
              <a:cxnLst/>
              <a:rect l="l" t="t" r="r" b="b"/>
              <a:pathLst>
                <a:path w="63079" h="20982" fill="none" extrusionOk="0">
                  <a:moveTo>
                    <a:pt x="1" y="20982"/>
                  </a:moveTo>
                  <a:lnTo>
                    <a:pt x="63079" y="0"/>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6"/>
            <p:cNvSpPr/>
            <p:nvPr/>
          </p:nvSpPr>
          <p:spPr>
            <a:xfrm>
              <a:off x="1815625" y="1302200"/>
              <a:ext cx="1577000" cy="524575"/>
            </a:xfrm>
            <a:custGeom>
              <a:avLst/>
              <a:gdLst/>
              <a:ahLst/>
              <a:cxnLst/>
              <a:rect l="l" t="t" r="r" b="b"/>
              <a:pathLst>
                <a:path w="63080" h="20983" fill="none" extrusionOk="0">
                  <a:moveTo>
                    <a:pt x="1" y="20982"/>
                  </a:moveTo>
                  <a:lnTo>
                    <a:pt x="63079" y="1"/>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6"/>
            <p:cNvSpPr/>
            <p:nvPr/>
          </p:nvSpPr>
          <p:spPr>
            <a:xfrm>
              <a:off x="1769775" y="1156275"/>
              <a:ext cx="1576975" cy="524550"/>
            </a:xfrm>
            <a:custGeom>
              <a:avLst/>
              <a:gdLst/>
              <a:ahLst/>
              <a:cxnLst/>
              <a:rect l="l" t="t" r="r" b="b"/>
              <a:pathLst>
                <a:path w="63079" h="20982" fill="none" extrusionOk="0">
                  <a:moveTo>
                    <a:pt x="0" y="20982"/>
                  </a:moveTo>
                  <a:lnTo>
                    <a:pt x="63079" y="0"/>
                  </a:lnTo>
                </a:path>
              </a:pathLst>
            </a:custGeom>
            <a:noFill/>
            <a:ln w="20850" cap="flat" cmpd="sng">
              <a:solidFill>
                <a:srgbClr val="8FB3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6"/>
            <p:cNvSpPr/>
            <p:nvPr/>
          </p:nvSpPr>
          <p:spPr>
            <a:xfrm>
              <a:off x="1378650" y="1115925"/>
              <a:ext cx="1405200" cy="1392775"/>
            </a:xfrm>
            <a:custGeom>
              <a:avLst/>
              <a:gdLst/>
              <a:ahLst/>
              <a:cxnLst/>
              <a:rect l="l" t="t" r="r" b="b"/>
              <a:pathLst>
                <a:path w="56208" h="55711" extrusionOk="0">
                  <a:moveTo>
                    <a:pt x="35072" y="1"/>
                  </a:moveTo>
                  <a:cubicBezTo>
                    <a:pt x="34495" y="1"/>
                    <a:pt x="33910" y="133"/>
                    <a:pt x="33358" y="413"/>
                  </a:cubicBezTo>
                  <a:lnTo>
                    <a:pt x="2636" y="15925"/>
                  </a:lnTo>
                  <a:cubicBezTo>
                    <a:pt x="801" y="16859"/>
                    <a:pt x="1" y="19093"/>
                    <a:pt x="835" y="20961"/>
                  </a:cubicBezTo>
                  <a:lnTo>
                    <a:pt x="16446" y="53551"/>
                  </a:lnTo>
                  <a:cubicBezTo>
                    <a:pt x="17109" y="54902"/>
                    <a:pt x="18495" y="55710"/>
                    <a:pt x="19925" y="55710"/>
                  </a:cubicBezTo>
                  <a:cubicBezTo>
                    <a:pt x="20438" y="55710"/>
                    <a:pt x="20956" y="55606"/>
                    <a:pt x="21449" y="55386"/>
                  </a:cubicBezTo>
                  <a:lnTo>
                    <a:pt x="53372" y="41276"/>
                  </a:lnTo>
                  <a:cubicBezTo>
                    <a:pt x="55374" y="40409"/>
                    <a:pt x="56208" y="38074"/>
                    <a:pt x="55274" y="36106"/>
                  </a:cubicBezTo>
                  <a:lnTo>
                    <a:pt x="38495" y="2115"/>
                  </a:lnTo>
                  <a:cubicBezTo>
                    <a:pt x="37832" y="789"/>
                    <a:pt x="36480" y="1"/>
                    <a:pt x="35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6"/>
            <p:cNvSpPr/>
            <p:nvPr/>
          </p:nvSpPr>
          <p:spPr>
            <a:xfrm>
              <a:off x="1575475" y="1016175"/>
              <a:ext cx="300225" cy="540400"/>
            </a:xfrm>
            <a:custGeom>
              <a:avLst/>
              <a:gdLst/>
              <a:ahLst/>
              <a:cxnLst/>
              <a:rect l="l" t="t" r="r" b="b"/>
              <a:pathLst>
                <a:path w="12009" h="21616" fill="none" extrusionOk="0">
                  <a:moveTo>
                    <a:pt x="767" y="7105"/>
                  </a:moveTo>
                  <a:lnTo>
                    <a:pt x="467" y="5671"/>
                  </a:lnTo>
                  <a:cubicBezTo>
                    <a:pt x="0" y="3236"/>
                    <a:pt x="1568" y="901"/>
                    <a:pt x="3970" y="434"/>
                  </a:cubicBezTo>
                  <a:lnTo>
                    <a:pt x="3970" y="434"/>
                  </a:lnTo>
                  <a:cubicBezTo>
                    <a:pt x="6405" y="0"/>
                    <a:pt x="8740" y="1535"/>
                    <a:pt x="9173" y="3936"/>
                  </a:cubicBezTo>
                  <a:lnTo>
                    <a:pt x="11575" y="15945"/>
                  </a:lnTo>
                  <a:cubicBezTo>
                    <a:pt x="12009" y="18380"/>
                    <a:pt x="10474" y="20715"/>
                    <a:pt x="8072" y="21182"/>
                  </a:cubicBezTo>
                  <a:lnTo>
                    <a:pt x="8072" y="21182"/>
                  </a:lnTo>
                  <a:cubicBezTo>
                    <a:pt x="5637" y="21616"/>
                    <a:pt x="3302" y="20081"/>
                    <a:pt x="2835" y="17680"/>
                  </a:cubicBezTo>
                  <a:lnTo>
                    <a:pt x="2302" y="14778"/>
                  </a:lnTo>
                </a:path>
              </a:pathLst>
            </a:custGeom>
            <a:noFill/>
            <a:ln w="4170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6"/>
            <p:cNvSpPr/>
            <p:nvPr/>
          </p:nvSpPr>
          <p:spPr>
            <a:xfrm>
              <a:off x="1613825" y="1455650"/>
              <a:ext cx="693850" cy="316075"/>
            </a:xfrm>
            <a:custGeom>
              <a:avLst/>
              <a:gdLst/>
              <a:ahLst/>
              <a:cxnLst/>
              <a:rect l="l" t="t" r="r" b="b"/>
              <a:pathLst>
                <a:path w="27754" h="12643" fill="none" extrusionOk="0">
                  <a:moveTo>
                    <a:pt x="0" y="12643"/>
                  </a:moveTo>
                  <a:cubicBezTo>
                    <a:pt x="0" y="12009"/>
                    <a:pt x="334" y="10108"/>
                    <a:pt x="734" y="10475"/>
                  </a:cubicBezTo>
                  <a:cubicBezTo>
                    <a:pt x="1168" y="10842"/>
                    <a:pt x="2369" y="10708"/>
                    <a:pt x="4537" y="10441"/>
                  </a:cubicBezTo>
                  <a:cubicBezTo>
                    <a:pt x="6705" y="10141"/>
                    <a:pt x="7739" y="10341"/>
                    <a:pt x="9207" y="9174"/>
                  </a:cubicBezTo>
                  <a:cubicBezTo>
                    <a:pt x="10675" y="8006"/>
                    <a:pt x="10041" y="7106"/>
                    <a:pt x="11909" y="7506"/>
                  </a:cubicBezTo>
                  <a:cubicBezTo>
                    <a:pt x="13777" y="7940"/>
                    <a:pt x="14844" y="7839"/>
                    <a:pt x="16846" y="6272"/>
                  </a:cubicBezTo>
                  <a:cubicBezTo>
                    <a:pt x="18847" y="4671"/>
                    <a:pt x="17446" y="3770"/>
                    <a:pt x="19848" y="3703"/>
                  </a:cubicBezTo>
                  <a:cubicBezTo>
                    <a:pt x="22250" y="3670"/>
                    <a:pt x="24218" y="2302"/>
                    <a:pt x="24218" y="2302"/>
                  </a:cubicBezTo>
                  <a:cubicBezTo>
                    <a:pt x="24218" y="2302"/>
                    <a:pt x="27353" y="834"/>
                    <a:pt x="27754" y="1"/>
                  </a:cubicBezTo>
                </a:path>
              </a:pathLst>
            </a:custGeom>
            <a:noFill/>
            <a:ln w="108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6"/>
            <p:cNvSpPr/>
            <p:nvPr/>
          </p:nvSpPr>
          <p:spPr>
            <a:xfrm>
              <a:off x="1626325" y="1639950"/>
              <a:ext cx="618800" cy="222675"/>
            </a:xfrm>
            <a:custGeom>
              <a:avLst/>
              <a:gdLst/>
              <a:ahLst/>
              <a:cxnLst/>
              <a:rect l="l" t="t" r="r" b="b"/>
              <a:pathLst>
                <a:path w="24752" h="8907" fill="none" extrusionOk="0">
                  <a:moveTo>
                    <a:pt x="1936" y="8740"/>
                  </a:moveTo>
                  <a:cubicBezTo>
                    <a:pt x="1936" y="8740"/>
                    <a:pt x="1" y="6505"/>
                    <a:pt x="2769" y="7406"/>
                  </a:cubicBezTo>
                  <a:cubicBezTo>
                    <a:pt x="5571" y="8306"/>
                    <a:pt x="6005" y="8907"/>
                    <a:pt x="5905" y="7172"/>
                  </a:cubicBezTo>
                  <a:cubicBezTo>
                    <a:pt x="5838" y="5471"/>
                    <a:pt x="7506" y="6505"/>
                    <a:pt x="9107" y="6438"/>
                  </a:cubicBezTo>
                  <a:cubicBezTo>
                    <a:pt x="10708" y="6338"/>
                    <a:pt x="9941" y="5738"/>
                    <a:pt x="12243" y="5271"/>
                  </a:cubicBezTo>
                  <a:cubicBezTo>
                    <a:pt x="14545" y="4771"/>
                    <a:pt x="13410" y="4304"/>
                    <a:pt x="16613" y="4304"/>
                  </a:cubicBezTo>
                  <a:cubicBezTo>
                    <a:pt x="19848" y="4304"/>
                    <a:pt x="19948" y="4237"/>
                    <a:pt x="21716" y="2502"/>
                  </a:cubicBezTo>
                  <a:cubicBezTo>
                    <a:pt x="23451" y="768"/>
                    <a:pt x="24118" y="0"/>
                    <a:pt x="24752" y="334"/>
                  </a:cubicBezTo>
                </a:path>
              </a:pathLst>
            </a:custGeom>
            <a:noFill/>
            <a:ln w="108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6"/>
            <p:cNvSpPr/>
            <p:nvPr/>
          </p:nvSpPr>
          <p:spPr>
            <a:xfrm>
              <a:off x="1726400" y="1802575"/>
              <a:ext cx="487875" cy="144275"/>
            </a:xfrm>
            <a:custGeom>
              <a:avLst/>
              <a:gdLst/>
              <a:ahLst/>
              <a:cxnLst/>
              <a:rect l="l" t="t" r="r" b="b"/>
              <a:pathLst>
                <a:path w="19515" h="5771" fill="none" extrusionOk="0">
                  <a:moveTo>
                    <a:pt x="1" y="5771"/>
                  </a:moveTo>
                  <a:cubicBezTo>
                    <a:pt x="368" y="5671"/>
                    <a:pt x="5605" y="3803"/>
                    <a:pt x="5605" y="3803"/>
                  </a:cubicBezTo>
                  <a:lnTo>
                    <a:pt x="9040" y="3603"/>
                  </a:lnTo>
                  <a:cubicBezTo>
                    <a:pt x="9040" y="3603"/>
                    <a:pt x="9274" y="1501"/>
                    <a:pt x="12610" y="1601"/>
                  </a:cubicBezTo>
                  <a:cubicBezTo>
                    <a:pt x="15945" y="1668"/>
                    <a:pt x="16179" y="1668"/>
                    <a:pt x="17847" y="834"/>
                  </a:cubicBezTo>
                  <a:lnTo>
                    <a:pt x="19515" y="0"/>
                  </a:lnTo>
                </a:path>
              </a:pathLst>
            </a:custGeom>
            <a:noFill/>
            <a:ln w="108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6"/>
            <p:cNvSpPr/>
            <p:nvPr/>
          </p:nvSpPr>
          <p:spPr>
            <a:xfrm>
              <a:off x="1125150" y="2995925"/>
              <a:ext cx="2179575" cy="3244000"/>
            </a:xfrm>
            <a:custGeom>
              <a:avLst/>
              <a:gdLst/>
              <a:ahLst/>
              <a:cxnLst/>
              <a:rect l="l" t="t" r="r" b="b"/>
              <a:pathLst>
                <a:path w="87183" h="129760" extrusionOk="0">
                  <a:moveTo>
                    <a:pt x="61245" y="23767"/>
                  </a:moveTo>
                  <a:cubicBezTo>
                    <a:pt x="63329" y="23767"/>
                    <a:pt x="65027" y="28158"/>
                    <a:pt x="67849" y="29555"/>
                  </a:cubicBezTo>
                  <a:cubicBezTo>
                    <a:pt x="67782" y="29622"/>
                    <a:pt x="67715" y="29688"/>
                    <a:pt x="67715" y="29688"/>
                  </a:cubicBezTo>
                  <a:cubicBezTo>
                    <a:pt x="67715" y="29688"/>
                    <a:pt x="63846" y="30322"/>
                    <a:pt x="62511" y="32457"/>
                  </a:cubicBezTo>
                  <a:cubicBezTo>
                    <a:pt x="62511" y="32457"/>
                    <a:pt x="60176" y="32590"/>
                    <a:pt x="58509" y="33791"/>
                  </a:cubicBezTo>
                  <a:cubicBezTo>
                    <a:pt x="58509" y="33791"/>
                    <a:pt x="56240" y="32624"/>
                    <a:pt x="54139" y="30656"/>
                  </a:cubicBezTo>
                  <a:cubicBezTo>
                    <a:pt x="53972" y="30489"/>
                    <a:pt x="53772" y="30322"/>
                    <a:pt x="53538" y="30155"/>
                  </a:cubicBezTo>
                  <a:cubicBezTo>
                    <a:pt x="56140" y="28087"/>
                    <a:pt x="58609" y="25519"/>
                    <a:pt x="59976" y="24318"/>
                  </a:cubicBezTo>
                  <a:cubicBezTo>
                    <a:pt x="60421" y="23933"/>
                    <a:pt x="60840" y="23767"/>
                    <a:pt x="61245" y="23767"/>
                  </a:cubicBezTo>
                  <a:close/>
                  <a:moveTo>
                    <a:pt x="56707" y="0"/>
                  </a:moveTo>
                  <a:cubicBezTo>
                    <a:pt x="48668" y="0"/>
                    <a:pt x="32323" y="12342"/>
                    <a:pt x="30589" y="15645"/>
                  </a:cubicBezTo>
                  <a:cubicBezTo>
                    <a:pt x="28821" y="18947"/>
                    <a:pt x="26186" y="26953"/>
                    <a:pt x="24017" y="35492"/>
                  </a:cubicBezTo>
                  <a:cubicBezTo>
                    <a:pt x="21849" y="44032"/>
                    <a:pt x="21349" y="52871"/>
                    <a:pt x="19948" y="57208"/>
                  </a:cubicBezTo>
                  <a:cubicBezTo>
                    <a:pt x="18513" y="61544"/>
                    <a:pt x="16579" y="66448"/>
                    <a:pt x="11942" y="77022"/>
                  </a:cubicBezTo>
                  <a:cubicBezTo>
                    <a:pt x="9340" y="82926"/>
                    <a:pt x="4136" y="96670"/>
                    <a:pt x="0" y="107811"/>
                  </a:cubicBezTo>
                  <a:lnTo>
                    <a:pt x="0" y="129760"/>
                  </a:lnTo>
                  <a:lnTo>
                    <a:pt x="31356" y="129760"/>
                  </a:lnTo>
                  <a:cubicBezTo>
                    <a:pt x="33124" y="116017"/>
                    <a:pt x="38461" y="75921"/>
                    <a:pt x="41463" y="68850"/>
                  </a:cubicBezTo>
                  <a:cubicBezTo>
                    <a:pt x="44532" y="61644"/>
                    <a:pt x="47534" y="60110"/>
                    <a:pt x="50937" y="58375"/>
                  </a:cubicBezTo>
                  <a:cubicBezTo>
                    <a:pt x="51537" y="58109"/>
                    <a:pt x="52171" y="57775"/>
                    <a:pt x="52805" y="57375"/>
                  </a:cubicBezTo>
                  <a:cubicBezTo>
                    <a:pt x="52938" y="57308"/>
                    <a:pt x="53038" y="57275"/>
                    <a:pt x="53171" y="57175"/>
                  </a:cubicBezTo>
                  <a:cubicBezTo>
                    <a:pt x="53272" y="57141"/>
                    <a:pt x="53305" y="57108"/>
                    <a:pt x="53372" y="57041"/>
                  </a:cubicBezTo>
                  <a:cubicBezTo>
                    <a:pt x="53472" y="57008"/>
                    <a:pt x="53505" y="56974"/>
                    <a:pt x="53605" y="56941"/>
                  </a:cubicBezTo>
                  <a:cubicBezTo>
                    <a:pt x="53705" y="56841"/>
                    <a:pt x="53805" y="56808"/>
                    <a:pt x="53939" y="56708"/>
                  </a:cubicBezTo>
                  <a:cubicBezTo>
                    <a:pt x="53972" y="56708"/>
                    <a:pt x="54005" y="56674"/>
                    <a:pt x="54005" y="56674"/>
                  </a:cubicBezTo>
                  <a:cubicBezTo>
                    <a:pt x="54139" y="56607"/>
                    <a:pt x="54272" y="56507"/>
                    <a:pt x="54439" y="56441"/>
                  </a:cubicBezTo>
                  <a:lnTo>
                    <a:pt x="54472" y="56374"/>
                  </a:lnTo>
                  <a:cubicBezTo>
                    <a:pt x="54639" y="56307"/>
                    <a:pt x="54773" y="56207"/>
                    <a:pt x="54939" y="56107"/>
                  </a:cubicBezTo>
                  <a:cubicBezTo>
                    <a:pt x="56774" y="54973"/>
                    <a:pt x="59042" y="53439"/>
                    <a:pt x="61377" y="51637"/>
                  </a:cubicBezTo>
                  <a:cubicBezTo>
                    <a:pt x="65013" y="48835"/>
                    <a:pt x="68683" y="45333"/>
                    <a:pt x="70884" y="41497"/>
                  </a:cubicBezTo>
                  <a:cubicBezTo>
                    <a:pt x="74420" y="35459"/>
                    <a:pt x="77022" y="36593"/>
                    <a:pt x="78690" y="33658"/>
                  </a:cubicBezTo>
                  <a:cubicBezTo>
                    <a:pt x="80524" y="31790"/>
                    <a:pt x="80991" y="30122"/>
                    <a:pt x="85094" y="27754"/>
                  </a:cubicBezTo>
                  <a:cubicBezTo>
                    <a:pt x="87182" y="26710"/>
                    <a:pt x="85296" y="22599"/>
                    <a:pt x="80939" y="22599"/>
                  </a:cubicBezTo>
                  <a:cubicBezTo>
                    <a:pt x="80423" y="22599"/>
                    <a:pt x="79873" y="22656"/>
                    <a:pt x="79290" y="22783"/>
                  </a:cubicBezTo>
                  <a:cubicBezTo>
                    <a:pt x="77622" y="23150"/>
                    <a:pt x="76155" y="23651"/>
                    <a:pt x="74854" y="24251"/>
                  </a:cubicBezTo>
                  <a:cubicBezTo>
                    <a:pt x="73786" y="23917"/>
                    <a:pt x="72085" y="22817"/>
                    <a:pt x="70317" y="21482"/>
                  </a:cubicBezTo>
                  <a:cubicBezTo>
                    <a:pt x="71918" y="20815"/>
                    <a:pt x="73486" y="19481"/>
                    <a:pt x="74353" y="18313"/>
                  </a:cubicBezTo>
                  <a:cubicBezTo>
                    <a:pt x="75754" y="18013"/>
                    <a:pt x="76955" y="17179"/>
                    <a:pt x="77155" y="15411"/>
                  </a:cubicBezTo>
                  <a:cubicBezTo>
                    <a:pt x="77155" y="15411"/>
                    <a:pt x="70884" y="12142"/>
                    <a:pt x="69383" y="10474"/>
                  </a:cubicBezTo>
                  <a:cubicBezTo>
                    <a:pt x="67915" y="8807"/>
                    <a:pt x="59309" y="0"/>
                    <a:pt x="56707" y="0"/>
                  </a:cubicBezTo>
                  <a:close/>
                </a:path>
              </a:pathLst>
            </a:cu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6"/>
            <p:cNvSpPr/>
            <p:nvPr/>
          </p:nvSpPr>
          <p:spPr>
            <a:xfrm>
              <a:off x="2609525" y="3560875"/>
              <a:ext cx="695375" cy="763525"/>
            </a:xfrm>
            <a:custGeom>
              <a:avLst/>
              <a:gdLst/>
              <a:ahLst/>
              <a:cxnLst/>
              <a:rect l="l" t="t" r="r" b="b"/>
              <a:pathLst>
                <a:path w="27815" h="30541" extrusionOk="0">
                  <a:moveTo>
                    <a:pt x="21563" y="1"/>
                  </a:moveTo>
                  <a:cubicBezTo>
                    <a:pt x="21047" y="1"/>
                    <a:pt x="20497" y="58"/>
                    <a:pt x="19915" y="185"/>
                  </a:cubicBezTo>
                  <a:cubicBezTo>
                    <a:pt x="18247" y="552"/>
                    <a:pt x="16780" y="1053"/>
                    <a:pt x="15479" y="1653"/>
                  </a:cubicBezTo>
                  <a:cubicBezTo>
                    <a:pt x="14811" y="1453"/>
                    <a:pt x="13978" y="986"/>
                    <a:pt x="13044" y="352"/>
                  </a:cubicBezTo>
                  <a:cubicBezTo>
                    <a:pt x="12276" y="986"/>
                    <a:pt x="11542" y="1586"/>
                    <a:pt x="10742" y="2187"/>
                  </a:cubicBezTo>
                  <a:cubicBezTo>
                    <a:pt x="9374" y="3221"/>
                    <a:pt x="7806" y="4355"/>
                    <a:pt x="6105" y="4989"/>
                  </a:cubicBezTo>
                  <a:cubicBezTo>
                    <a:pt x="6806" y="5756"/>
                    <a:pt x="7606" y="6523"/>
                    <a:pt x="8474" y="6923"/>
                  </a:cubicBezTo>
                  <a:cubicBezTo>
                    <a:pt x="8407" y="7024"/>
                    <a:pt x="8340" y="7090"/>
                    <a:pt x="8340" y="7090"/>
                  </a:cubicBezTo>
                  <a:cubicBezTo>
                    <a:pt x="8340" y="7090"/>
                    <a:pt x="4437" y="7724"/>
                    <a:pt x="3103" y="9859"/>
                  </a:cubicBezTo>
                  <a:cubicBezTo>
                    <a:pt x="3103" y="9859"/>
                    <a:pt x="1502" y="9926"/>
                    <a:pt x="1" y="10659"/>
                  </a:cubicBezTo>
                  <a:lnTo>
                    <a:pt x="1" y="21867"/>
                  </a:lnTo>
                  <a:lnTo>
                    <a:pt x="201" y="21867"/>
                  </a:lnTo>
                  <a:lnTo>
                    <a:pt x="201" y="30540"/>
                  </a:lnTo>
                  <a:cubicBezTo>
                    <a:pt x="801" y="30073"/>
                    <a:pt x="1435" y="29640"/>
                    <a:pt x="2102" y="29139"/>
                  </a:cubicBezTo>
                  <a:cubicBezTo>
                    <a:pt x="5738" y="26337"/>
                    <a:pt x="9408" y="22835"/>
                    <a:pt x="11609" y="18999"/>
                  </a:cubicBezTo>
                  <a:cubicBezTo>
                    <a:pt x="15112" y="12961"/>
                    <a:pt x="17747" y="14062"/>
                    <a:pt x="19415" y="11160"/>
                  </a:cubicBezTo>
                  <a:cubicBezTo>
                    <a:pt x="21249" y="9292"/>
                    <a:pt x="21716" y="7624"/>
                    <a:pt x="25786" y="5222"/>
                  </a:cubicBezTo>
                  <a:cubicBezTo>
                    <a:pt x="27814" y="4119"/>
                    <a:pt x="25922" y="1"/>
                    <a:pt x="215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6"/>
            <p:cNvSpPr/>
            <p:nvPr/>
          </p:nvSpPr>
          <p:spPr>
            <a:xfrm>
              <a:off x="2106675" y="3018450"/>
              <a:ext cx="894500" cy="701775"/>
            </a:xfrm>
            <a:custGeom>
              <a:avLst/>
              <a:gdLst/>
              <a:ahLst/>
              <a:cxnLst/>
              <a:rect l="l" t="t" r="r" b="b"/>
              <a:pathLst>
                <a:path w="35780" h="28071" extrusionOk="0">
                  <a:moveTo>
                    <a:pt x="18185" y="0"/>
                  </a:moveTo>
                  <a:cubicBezTo>
                    <a:pt x="13912" y="0"/>
                    <a:pt x="5856" y="5067"/>
                    <a:pt x="3503" y="8406"/>
                  </a:cubicBezTo>
                  <a:cubicBezTo>
                    <a:pt x="3503" y="8406"/>
                    <a:pt x="1" y="17212"/>
                    <a:pt x="3503" y="19414"/>
                  </a:cubicBezTo>
                  <a:cubicBezTo>
                    <a:pt x="2736" y="22216"/>
                    <a:pt x="2102" y="26319"/>
                    <a:pt x="4370" y="27720"/>
                  </a:cubicBezTo>
                  <a:cubicBezTo>
                    <a:pt x="4760" y="27961"/>
                    <a:pt x="5198" y="28070"/>
                    <a:pt x="5672" y="28070"/>
                  </a:cubicBezTo>
                  <a:cubicBezTo>
                    <a:pt x="9464" y="28070"/>
                    <a:pt x="15601" y="21100"/>
                    <a:pt x="18180" y="18847"/>
                  </a:cubicBezTo>
                  <a:cubicBezTo>
                    <a:pt x="18632" y="18438"/>
                    <a:pt x="19056" y="18262"/>
                    <a:pt x="19464" y="18262"/>
                  </a:cubicBezTo>
                  <a:cubicBezTo>
                    <a:pt x="21616" y="18262"/>
                    <a:pt x="23329" y="23150"/>
                    <a:pt x="26386" y="24384"/>
                  </a:cubicBezTo>
                  <a:cubicBezTo>
                    <a:pt x="26724" y="24517"/>
                    <a:pt x="27082" y="24578"/>
                    <a:pt x="27451" y="24578"/>
                  </a:cubicBezTo>
                  <a:cubicBezTo>
                    <a:pt x="31060" y="24578"/>
                    <a:pt x="35779" y="18813"/>
                    <a:pt x="33691" y="18813"/>
                  </a:cubicBezTo>
                  <a:cubicBezTo>
                    <a:pt x="32691" y="18813"/>
                    <a:pt x="30622" y="17512"/>
                    <a:pt x="28454" y="15811"/>
                  </a:cubicBezTo>
                  <a:cubicBezTo>
                    <a:pt x="31590" y="14477"/>
                    <a:pt x="34525" y="10507"/>
                    <a:pt x="32824" y="10507"/>
                  </a:cubicBezTo>
                  <a:cubicBezTo>
                    <a:pt x="30522" y="10507"/>
                    <a:pt x="22984" y="3869"/>
                    <a:pt x="20348" y="801"/>
                  </a:cubicBezTo>
                  <a:cubicBezTo>
                    <a:pt x="19875" y="243"/>
                    <a:pt x="19121" y="0"/>
                    <a:pt x="18185" y="0"/>
                  </a:cubicBezTo>
                  <a:close/>
                </a:path>
              </a:pathLst>
            </a:custGeom>
            <a:solidFill>
              <a:srgbClr val="D893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6"/>
            <p:cNvSpPr/>
            <p:nvPr/>
          </p:nvSpPr>
          <p:spPr>
            <a:xfrm>
              <a:off x="1061775" y="2858325"/>
              <a:ext cx="1929725" cy="3358250"/>
            </a:xfrm>
            <a:custGeom>
              <a:avLst/>
              <a:gdLst/>
              <a:ahLst/>
              <a:cxnLst/>
              <a:rect l="l" t="t" r="r" b="b"/>
              <a:pathLst>
                <a:path w="77189" h="134330" extrusionOk="0">
                  <a:moveTo>
                    <a:pt x="56707" y="0"/>
                  </a:moveTo>
                  <a:cubicBezTo>
                    <a:pt x="48668" y="0"/>
                    <a:pt x="32323" y="12776"/>
                    <a:pt x="30555" y="16212"/>
                  </a:cubicBezTo>
                  <a:cubicBezTo>
                    <a:pt x="28821" y="19614"/>
                    <a:pt x="26185" y="27887"/>
                    <a:pt x="24017" y="36727"/>
                  </a:cubicBezTo>
                  <a:cubicBezTo>
                    <a:pt x="21849" y="45566"/>
                    <a:pt x="21349" y="54740"/>
                    <a:pt x="19948" y="59176"/>
                  </a:cubicBezTo>
                  <a:cubicBezTo>
                    <a:pt x="18513" y="63679"/>
                    <a:pt x="16545" y="68716"/>
                    <a:pt x="11942" y="79691"/>
                  </a:cubicBezTo>
                  <a:cubicBezTo>
                    <a:pt x="9340" y="85795"/>
                    <a:pt x="4136" y="100039"/>
                    <a:pt x="0" y="111547"/>
                  </a:cubicBezTo>
                  <a:lnTo>
                    <a:pt x="0" y="134330"/>
                  </a:lnTo>
                  <a:lnTo>
                    <a:pt x="31356" y="134330"/>
                  </a:lnTo>
                  <a:cubicBezTo>
                    <a:pt x="33124" y="120053"/>
                    <a:pt x="38461" y="78590"/>
                    <a:pt x="41463" y="71285"/>
                  </a:cubicBezTo>
                  <a:cubicBezTo>
                    <a:pt x="44532" y="63813"/>
                    <a:pt x="47534" y="62178"/>
                    <a:pt x="50936" y="60444"/>
                  </a:cubicBezTo>
                  <a:cubicBezTo>
                    <a:pt x="53371" y="50837"/>
                    <a:pt x="53371" y="46133"/>
                    <a:pt x="54139" y="31690"/>
                  </a:cubicBezTo>
                  <a:cubicBezTo>
                    <a:pt x="52704" y="30322"/>
                    <a:pt x="49035" y="28254"/>
                    <a:pt x="48668" y="26219"/>
                  </a:cubicBezTo>
                  <a:cubicBezTo>
                    <a:pt x="47701" y="21216"/>
                    <a:pt x="45299" y="16879"/>
                    <a:pt x="55373" y="10942"/>
                  </a:cubicBezTo>
                  <a:cubicBezTo>
                    <a:pt x="55373" y="10942"/>
                    <a:pt x="62358" y="15387"/>
                    <a:pt x="64774" y="15387"/>
                  </a:cubicBezTo>
                  <a:cubicBezTo>
                    <a:pt x="64834" y="15387"/>
                    <a:pt x="64892" y="15384"/>
                    <a:pt x="64946" y="15378"/>
                  </a:cubicBezTo>
                  <a:cubicBezTo>
                    <a:pt x="64946" y="15378"/>
                    <a:pt x="68516" y="17913"/>
                    <a:pt x="70183" y="18580"/>
                  </a:cubicBezTo>
                  <a:cubicBezTo>
                    <a:pt x="70794" y="18824"/>
                    <a:pt x="71828" y="19055"/>
                    <a:pt x="72919" y="19055"/>
                  </a:cubicBezTo>
                  <a:cubicBezTo>
                    <a:pt x="74810" y="19055"/>
                    <a:pt x="76871" y="18362"/>
                    <a:pt x="77188" y="15845"/>
                  </a:cubicBezTo>
                  <a:lnTo>
                    <a:pt x="77188" y="15845"/>
                  </a:lnTo>
                  <a:cubicBezTo>
                    <a:pt x="77188" y="15846"/>
                    <a:pt x="77186" y="15847"/>
                    <a:pt x="77183" y="15847"/>
                  </a:cubicBezTo>
                  <a:cubicBezTo>
                    <a:pt x="76973" y="15847"/>
                    <a:pt x="70862" y="12551"/>
                    <a:pt x="69383" y="10841"/>
                  </a:cubicBezTo>
                  <a:cubicBezTo>
                    <a:pt x="67882" y="9140"/>
                    <a:pt x="59309" y="0"/>
                    <a:pt x="56707" y="0"/>
                  </a:cubicBezTo>
                  <a:close/>
                </a:path>
              </a:pathLst>
            </a:custGeom>
            <a:solidFill>
              <a:srgbClr val="EDB0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6"/>
            <p:cNvSpPr/>
            <p:nvPr/>
          </p:nvSpPr>
          <p:spPr>
            <a:xfrm>
              <a:off x="2615375" y="1441475"/>
              <a:ext cx="2363375" cy="3357425"/>
            </a:xfrm>
            <a:custGeom>
              <a:avLst/>
              <a:gdLst/>
              <a:ahLst/>
              <a:cxnLst/>
              <a:rect l="l" t="t" r="r" b="b"/>
              <a:pathLst>
                <a:path w="94535" h="134297" extrusionOk="0">
                  <a:moveTo>
                    <a:pt x="5905" y="0"/>
                  </a:moveTo>
                  <a:cubicBezTo>
                    <a:pt x="2669" y="0"/>
                    <a:pt x="0" y="2602"/>
                    <a:pt x="0" y="5905"/>
                  </a:cubicBezTo>
                  <a:lnTo>
                    <a:pt x="0" y="128359"/>
                  </a:lnTo>
                  <a:cubicBezTo>
                    <a:pt x="0" y="131628"/>
                    <a:pt x="2636" y="134297"/>
                    <a:pt x="5905" y="134297"/>
                  </a:cubicBezTo>
                  <a:lnTo>
                    <a:pt x="88597" y="134297"/>
                  </a:lnTo>
                  <a:cubicBezTo>
                    <a:pt x="91866" y="134297"/>
                    <a:pt x="94535" y="131628"/>
                    <a:pt x="94535" y="128326"/>
                  </a:cubicBezTo>
                  <a:lnTo>
                    <a:pt x="94535" y="5905"/>
                  </a:lnTo>
                  <a:cubicBezTo>
                    <a:pt x="94535" y="2669"/>
                    <a:pt x="91899" y="0"/>
                    <a:pt x="8859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6"/>
            <p:cNvSpPr/>
            <p:nvPr/>
          </p:nvSpPr>
          <p:spPr>
            <a:xfrm>
              <a:off x="2615375" y="1376425"/>
              <a:ext cx="2363375" cy="3357425"/>
            </a:xfrm>
            <a:custGeom>
              <a:avLst/>
              <a:gdLst/>
              <a:ahLst/>
              <a:cxnLst/>
              <a:rect l="l" t="t" r="r" b="b"/>
              <a:pathLst>
                <a:path w="94535" h="134297" extrusionOk="0">
                  <a:moveTo>
                    <a:pt x="5905" y="1"/>
                  </a:moveTo>
                  <a:cubicBezTo>
                    <a:pt x="2669" y="1"/>
                    <a:pt x="0" y="2636"/>
                    <a:pt x="0" y="5938"/>
                  </a:cubicBezTo>
                  <a:lnTo>
                    <a:pt x="0" y="128393"/>
                  </a:lnTo>
                  <a:cubicBezTo>
                    <a:pt x="0" y="131628"/>
                    <a:pt x="2636" y="134297"/>
                    <a:pt x="5905" y="134297"/>
                  </a:cubicBezTo>
                  <a:lnTo>
                    <a:pt x="88597" y="134297"/>
                  </a:lnTo>
                  <a:cubicBezTo>
                    <a:pt x="91866" y="134297"/>
                    <a:pt x="94535" y="131628"/>
                    <a:pt x="94535" y="128359"/>
                  </a:cubicBezTo>
                  <a:lnTo>
                    <a:pt x="94535" y="5938"/>
                  </a:lnTo>
                  <a:cubicBezTo>
                    <a:pt x="94535" y="2669"/>
                    <a:pt x="91899" y="1"/>
                    <a:pt x="88597" y="1"/>
                  </a:cubicBezTo>
                  <a:close/>
                </a:path>
              </a:pathLst>
            </a:custGeom>
            <a:solidFill>
              <a:srgbClr val="1D0D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6"/>
            <p:cNvSpPr/>
            <p:nvPr/>
          </p:nvSpPr>
          <p:spPr>
            <a:xfrm>
              <a:off x="2752125" y="1498175"/>
              <a:ext cx="2089850" cy="3114750"/>
            </a:xfrm>
            <a:custGeom>
              <a:avLst/>
              <a:gdLst/>
              <a:ahLst/>
              <a:cxnLst/>
              <a:rect l="l" t="t" r="r" b="b"/>
              <a:pathLst>
                <a:path w="83594" h="124590" extrusionOk="0">
                  <a:moveTo>
                    <a:pt x="1" y="1"/>
                  </a:moveTo>
                  <a:lnTo>
                    <a:pt x="1" y="124590"/>
                  </a:lnTo>
                  <a:lnTo>
                    <a:pt x="83594" y="124590"/>
                  </a:lnTo>
                  <a:lnTo>
                    <a:pt x="83594" y="1"/>
                  </a:lnTo>
                  <a:close/>
                </a:path>
              </a:pathLst>
            </a:custGeom>
            <a:solidFill>
              <a:srgbClr val="D9E5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6"/>
            <p:cNvSpPr/>
            <p:nvPr/>
          </p:nvSpPr>
          <p:spPr>
            <a:xfrm>
              <a:off x="4153125" y="1923475"/>
              <a:ext cx="414500" cy="558775"/>
            </a:xfrm>
            <a:custGeom>
              <a:avLst/>
              <a:gdLst/>
              <a:ahLst/>
              <a:cxnLst/>
              <a:rect l="l" t="t" r="r" b="b"/>
              <a:pathLst>
                <a:path w="16580" h="22351" extrusionOk="0">
                  <a:moveTo>
                    <a:pt x="8374" y="1"/>
                  </a:moveTo>
                  <a:lnTo>
                    <a:pt x="1" y="8407"/>
                  </a:lnTo>
                  <a:cubicBezTo>
                    <a:pt x="2936" y="11776"/>
                    <a:pt x="4738" y="16146"/>
                    <a:pt x="4738" y="20983"/>
                  </a:cubicBezTo>
                  <a:cubicBezTo>
                    <a:pt x="4738" y="21450"/>
                    <a:pt x="4738" y="21917"/>
                    <a:pt x="4704" y="22350"/>
                  </a:cubicBezTo>
                  <a:lnTo>
                    <a:pt x="16546" y="22350"/>
                  </a:lnTo>
                  <a:cubicBezTo>
                    <a:pt x="16579" y="21917"/>
                    <a:pt x="16579" y="21450"/>
                    <a:pt x="16579" y="20983"/>
                  </a:cubicBezTo>
                  <a:cubicBezTo>
                    <a:pt x="16579" y="12910"/>
                    <a:pt x="13444" y="5572"/>
                    <a:pt x="83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6"/>
            <p:cNvSpPr/>
            <p:nvPr/>
          </p:nvSpPr>
          <p:spPr>
            <a:xfrm>
              <a:off x="3019825" y="1913475"/>
              <a:ext cx="424500" cy="568775"/>
            </a:xfrm>
            <a:custGeom>
              <a:avLst/>
              <a:gdLst/>
              <a:ahLst/>
              <a:cxnLst/>
              <a:rect l="l" t="t" r="r" b="b"/>
              <a:pathLst>
                <a:path w="16980" h="22751" extrusionOk="0">
                  <a:moveTo>
                    <a:pt x="8573" y="1"/>
                  </a:moveTo>
                  <a:cubicBezTo>
                    <a:pt x="3236" y="5538"/>
                    <a:pt x="1" y="13077"/>
                    <a:pt x="1" y="21383"/>
                  </a:cubicBezTo>
                  <a:cubicBezTo>
                    <a:pt x="1" y="21850"/>
                    <a:pt x="1" y="22317"/>
                    <a:pt x="34" y="22750"/>
                  </a:cubicBezTo>
                  <a:lnTo>
                    <a:pt x="11876" y="22750"/>
                  </a:lnTo>
                  <a:cubicBezTo>
                    <a:pt x="11842" y="22317"/>
                    <a:pt x="11842" y="21850"/>
                    <a:pt x="11842" y="21383"/>
                  </a:cubicBezTo>
                  <a:cubicBezTo>
                    <a:pt x="11842" y="16379"/>
                    <a:pt x="13810" y="11809"/>
                    <a:pt x="16979" y="8373"/>
                  </a:cubicBezTo>
                  <a:lnTo>
                    <a:pt x="857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6"/>
            <p:cNvSpPr/>
            <p:nvPr/>
          </p:nvSpPr>
          <p:spPr>
            <a:xfrm>
              <a:off x="3234150" y="1674975"/>
              <a:ext cx="570425" cy="447850"/>
            </a:xfrm>
            <a:custGeom>
              <a:avLst/>
              <a:gdLst/>
              <a:ahLst/>
              <a:cxnLst/>
              <a:rect l="l" t="t" r="r" b="b"/>
              <a:pathLst>
                <a:path w="22817" h="17914" extrusionOk="0">
                  <a:moveTo>
                    <a:pt x="22350" y="0"/>
                  </a:moveTo>
                  <a:cubicBezTo>
                    <a:pt x="13577" y="0"/>
                    <a:pt x="5638" y="3670"/>
                    <a:pt x="0" y="9541"/>
                  </a:cubicBezTo>
                  <a:lnTo>
                    <a:pt x="8406" y="17913"/>
                  </a:lnTo>
                  <a:cubicBezTo>
                    <a:pt x="11909" y="14177"/>
                    <a:pt x="16912" y="11842"/>
                    <a:pt x="22416" y="11842"/>
                  </a:cubicBezTo>
                  <a:lnTo>
                    <a:pt x="22817" y="11842"/>
                  </a:lnTo>
                  <a:lnTo>
                    <a:pt x="228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6"/>
            <p:cNvSpPr/>
            <p:nvPr/>
          </p:nvSpPr>
          <p:spPr>
            <a:xfrm>
              <a:off x="3804550" y="1674150"/>
              <a:ext cx="558750" cy="459500"/>
            </a:xfrm>
            <a:custGeom>
              <a:avLst/>
              <a:gdLst/>
              <a:ahLst/>
              <a:cxnLst/>
              <a:rect l="l" t="t" r="r" b="b"/>
              <a:pathLst>
                <a:path w="22350" h="18380" extrusionOk="0">
                  <a:moveTo>
                    <a:pt x="1" y="0"/>
                  </a:moveTo>
                  <a:lnTo>
                    <a:pt x="1" y="11875"/>
                  </a:lnTo>
                  <a:cubicBezTo>
                    <a:pt x="5571" y="11942"/>
                    <a:pt x="10542" y="14444"/>
                    <a:pt x="13977" y="18380"/>
                  </a:cubicBezTo>
                  <a:lnTo>
                    <a:pt x="22350" y="9974"/>
                  </a:lnTo>
                  <a:cubicBezTo>
                    <a:pt x="16779" y="3936"/>
                    <a:pt x="8807" y="134"/>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6"/>
            <p:cNvSpPr/>
            <p:nvPr/>
          </p:nvSpPr>
          <p:spPr>
            <a:xfrm>
              <a:off x="3718650" y="2347125"/>
              <a:ext cx="155150" cy="154300"/>
            </a:xfrm>
            <a:custGeom>
              <a:avLst/>
              <a:gdLst/>
              <a:ahLst/>
              <a:cxnLst/>
              <a:rect l="l" t="t" r="r" b="b"/>
              <a:pathLst>
                <a:path w="6206" h="6172" extrusionOk="0">
                  <a:moveTo>
                    <a:pt x="3103" y="0"/>
                  </a:moveTo>
                  <a:cubicBezTo>
                    <a:pt x="1402" y="0"/>
                    <a:pt x="1" y="1368"/>
                    <a:pt x="1" y="3069"/>
                  </a:cubicBezTo>
                  <a:cubicBezTo>
                    <a:pt x="1" y="4770"/>
                    <a:pt x="1402" y="6171"/>
                    <a:pt x="3103" y="6171"/>
                  </a:cubicBezTo>
                  <a:cubicBezTo>
                    <a:pt x="4804" y="6171"/>
                    <a:pt x="6205" y="4770"/>
                    <a:pt x="6205" y="3069"/>
                  </a:cubicBezTo>
                  <a:cubicBezTo>
                    <a:pt x="6205" y="1368"/>
                    <a:pt x="4804" y="0"/>
                    <a:pt x="31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6"/>
            <p:cNvSpPr/>
            <p:nvPr/>
          </p:nvSpPr>
          <p:spPr>
            <a:xfrm>
              <a:off x="2950600" y="2448025"/>
              <a:ext cx="1690400" cy="52575"/>
            </a:xfrm>
            <a:custGeom>
              <a:avLst/>
              <a:gdLst/>
              <a:ahLst/>
              <a:cxnLst/>
              <a:rect l="l" t="t" r="r" b="b"/>
              <a:pathLst>
                <a:path w="67616" h="2103" extrusionOk="0">
                  <a:moveTo>
                    <a:pt x="1" y="1"/>
                  </a:moveTo>
                  <a:lnTo>
                    <a:pt x="1" y="2102"/>
                  </a:lnTo>
                  <a:lnTo>
                    <a:pt x="67616" y="2102"/>
                  </a:lnTo>
                  <a:lnTo>
                    <a:pt x="6761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6"/>
            <p:cNvSpPr/>
            <p:nvPr/>
          </p:nvSpPr>
          <p:spPr>
            <a:xfrm>
              <a:off x="3796225" y="2075250"/>
              <a:ext cx="675500" cy="372800"/>
            </a:xfrm>
            <a:custGeom>
              <a:avLst/>
              <a:gdLst/>
              <a:ahLst/>
              <a:cxnLst/>
              <a:rect l="l" t="t" r="r" b="b"/>
              <a:pathLst>
                <a:path w="27020" h="14912" extrusionOk="0">
                  <a:moveTo>
                    <a:pt x="27019" y="1"/>
                  </a:moveTo>
                  <a:lnTo>
                    <a:pt x="0" y="12743"/>
                  </a:lnTo>
                  <a:lnTo>
                    <a:pt x="334" y="14912"/>
                  </a:lnTo>
                  <a:lnTo>
                    <a:pt x="2701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6"/>
            <p:cNvSpPr/>
            <p:nvPr/>
          </p:nvSpPr>
          <p:spPr>
            <a:xfrm>
              <a:off x="3365075" y="2598125"/>
              <a:ext cx="1268425" cy="105100"/>
            </a:xfrm>
            <a:custGeom>
              <a:avLst/>
              <a:gdLst/>
              <a:ahLst/>
              <a:cxnLst/>
              <a:rect l="l" t="t" r="r" b="b"/>
              <a:pathLst>
                <a:path w="50737" h="4204" extrusionOk="0">
                  <a:moveTo>
                    <a:pt x="0" y="1"/>
                  </a:moveTo>
                  <a:lnTo>
                    <a:pt x="0" y="4204"/>
                  </a:lnTo>
                  <a:lnTo>
                    <a:pt x="50737" y="4204"/>
                  </a:lnTo>
                  <a:lnTo>
                    <a:pt x="507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6"/>
            <p:cNvSpPr/>
            <p:nvPr/>
          </p:nvSpPr>
          <p:spPr>
            <a:xfrm>
              <a:off x="3365075" y="2789100"/>
              <a:ext cx="1268425" cy="105100"/>
            </a:xfrm>
            <a:custGeom>
              <a:avLst/>
              <a:gdLst/>
              <a:ahLst/>
              <a:cxnLst/>
              <a:rect l="l" t="t" r="r" b="b"/>
              <a:pathLst>
                <a:path w="50737" h="4204" extrusionOk="0">
                  <a:moveTo>
                    <a:pt x="0" y="1"/>
                  </a:moveTo>
                  <a:lnTo>
                    <a:pt x="0" y="4204"/>
                  </a:lnTo>
                  <a:lnTo>
                    <a:pt x="50737" y="4204"/>
                  </a:lnTo>
                  <a:lnTo>
                    <a:pt x="507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6"/>
            <p:cNvSpPr/>
            <p:nvPr/>
          </p:nvSpPr>
          <p:spPr>
            <a:xfrm>
              <a:off x="2948950" y="2980075"/>
              <a:ext cx="1684550" cy="105100"/>
            </a:xfrm>
            <a:custGeom>
              <a:avLst/>
              <a:gdLst/>
              <a:ahLst/>
              <a:cxnLst/>
              <a:rect l="l" t="t" r="r" b="b"/>
              <a:pathLst>
                <a:path w="67382" h="4204" extrusionOk="0">
                  <a:moveTo>
                    <a:pt x="0" y="1"/>
                  </a:moveTo>
                  <a:lnTo>
                    <a:pt x="0" y="4204"/>
                  </a:lnTo>
                  <a:lnTo>
                    <a:pt x="67382" y="4204"/>
                  </a:lnTo>
                  <a:lnTo>
                    <a:pt x="673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6"/>
            <p:cNvSpPr/>
            <p:nvPr/>
          </p:nvSpPr>
          <p:spPr>
            <a:xfrm>
              <a:off x="3365900" y="1498175"/>
              <a:ext cx="863150" cy="53400"/>
            </a:xfrm>
            <a:custGeom>
              <a:avLst/>
              <a:gdLst/>
              <a:ahLst/>
              <a:cxnLst/>
              <a:rect l="l" t="t" r="r" b="b"/>
              <a:pathLst>
                <a:path w="34526" h="2136" extrusionOk="0">
                  <a:moveTo>
                    <a:pt x="1" y="1"/>
                  </a:moveTo>
                  <a:cubicBezTo>
                    <a:pt x="34" y="1168"/>
                    <a:pt x="1002" y="2136"/>
                    <a:pt x="2169" y="2136"/>
                  </a:cubicBezTo>
                  <a:lnTo>
                    <a:pt x="32357" y="2136"/>
                  </a:lnTo>
                  <a:cubicBezTo>
                    <a:pt x="33525" y="2136"/>
                    <a:pt x="34459" y="1168"/>
                    <a:pt x="34525" y="1"/>
                  </a:cubicBezTo>
                  <a:close/>
                </a:path>
              </a:pathLst>
            </a:custGeom>
            <a:solidFill>
              <a:srgbClr val="D6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6"/>
            <p:cNvSpPr/>
            <p:nvPr/>
          </p:nvSpPr>
          <p:spPr>
            <a:xfrm>
              <a:off x="3365075" y="1114575"/>
              <a:ext cx="863150" cy="407825"/>
            </a:xfrm>
            <a:custGeom>
              <a:avLst/>
              <a:gdLst/>
              <a:ahLst/>
              <a:cxnLst/>
              <a:rect l="l" t="t" r="r" b="b"/>
              <a:pathLst>
                <a:path w="34526" h="16313" extrusionOk="0">
                  <a:moveTo>
                    <a:pt x="17246" y="2836"/>
                  </a:moveTo>
                  <a:cubicBezTo>
                    <a:pt x="18247" y="2836"/>
                    <a:pt x="19081" y="3670"/>
                    <a:pt x="19081" y="4670"/>
                  </a:cubicBezTo>
                  <a:cubicBezTo>
                    <a:pt x="19081" y="5671"/>
                    <a:pt x="18280" y="6505"/>
                    <a:pt x="17246" y="6505"/>
                  </a:cubicBezTo>
                  <a:cubicBezTo>
                    <a:pt x="16245" y="6505"/>
                    <a:pt x="15411" y="5671"/>
                    <a:pt x="15411" y="4670"/>
                  </a:cubicBezTo>
                  <a:cubicBezTo>
                    <a:pt x="15411" y="3670"/>
                    <a:pt x="16245" y="2836"/>
                    <a:pt x="17246" y="2836"/>
                  </a:cubicBezTo>
                  <a:close/>
                  <a:moveTo>
                    <a:pt x="17246" y="0"/>
                  </a:moveTo>
                  <a:cubicBezTo>
                    <a:pt x="14678" y="0"/>
                    <a:pt x="12576" y="2102"/>
                    <a:pt x="12576" y="4670"/>
                  </a:cubicBezTo>
                  <a:lnTo>
                    <a:pt x="2169" y="4670"/>
                  </a:lnTo>
                  <a:cubicBezTo>
                    <a:pt x="934" y="4670"/>
                    <a:pt x="0" y="5638"/>
                    <a:pt x="0" y="6839"/>
                  </a:cubicBezTo>
                  <a:lnTo>
                    <a:pt x="0" y="14144"/>
                  </a:lnTo>
                  <a:cubicBezTo>
                    <a:pt x="0" y="15345"/>
                    <a:pt x="934" y="16312"/>
                    <a:pt x="2169" y="16312"/>
                  </a:cubicBezTo>
                  <a:lnTo>
                    <a:pt x="32357" y="16312"/>
                  </a:lnTo>
                  <a:cubicBezTo>
                    <a:pt x="33558" y="16312"/>
                    <a:pt x="34525" y="15345"/>
                    <a:pt x="34525" y="14144"/>
                  </a:cubicBezTo>
                  <a:lnTo>
                    <a:pt x="34525" y="6839"/>
                  </a:lnTo>
                  <a:cubicBezTo>
                    <a:pt x="34492" y="5638"/>
                    <a:pt x="33558" y="4670"/>
                    <a:pt x="32357" y="4670"/>
                  </a:cubicBezTo>
                  <a:lnTo>
                    <a:pt x="21916" y="4670"/>
                  </a:lnTo>
                  <a:cubicBezTo>
                    <a:pt x="21916" y="2102"/>
                    <a:pt x="19848" y="0"/>
                    <a:pt x="172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6"/>
            <p:cNvSpPr/>
            <p:nvPr/>
          </p:nvSpPr>
          <p:spPr>
            <a:xfrm>
              <a:off x="3365900" y="1420625"/>
              <a:ext cx="863150" cy="101775"/>
            </a:xfrm>
            <a:custGeom>
              <a:avLst/>
              <a:gdLst/>
              <a:ahLst/>
              <a:cxnLst/>
              <a:rect l="l" t="t" r="r" b="b"/>
              <a:pathLst>
                <a:path w="34526" h="4071" extrusionOk="0">
                  <a:moveTo>
                    <a:pt x="1" y="1"/>
                  </a:moveTo>
                  <a:lnTo>
                    <a:pt x="1" y="1902"/>
                  </a:lnTo>
                  <a:cubicBezTo>
                    <a:pt x="1" y="3103"/>
                    <a:pt x="968" y="4070"/>
                    <a:pt x="2169" y="4070"/>
                  </a:cubicBezTo>
                  <a:lnTo>
                    <a:pt x="32357" y="4070"/>
                  </a:lnTo>
                  <a:cubicBezTo>
                    <a:pt x="33558" y="4070"/>
                    <a:pt x="34525" y="3103"/>
                    <a:pt x="34525" y="1902"/>
                  </a:cubicBezTo>
                  <a:lnTo>
                    <a:pt x="345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6"/>
            <p:cNvSpPr/>
            <p:nvPr/>
          </p:nvSpPr>
          <p:spPr>
            <a:xfrm>
              <a:off x="2948950" y="2598125"/>
              <a:ext cx="321075" cy="296075"/>
            </a:xfrm>
            <a:custGeom>
              <a:avLst/>
              <a:gdLst/>
              <a:ahLst/>
              <a:cxnLst/>
              <a:rect l="l" t="t" r="r" b="b"/>
              <a:pathLst>
                <a:path w="12843" h="11843" extrusionOk="0">
                  <a:moveTo>
                    <a:pt x="11175" y="1669"/>
                  </a:moveTo>
                  <a:lnTo>
                    <a:pt x="11175" y="10175"/>
                  </a:lnTo>
                  <a:lnTo>
                    <a:pt x="1668" y="10175"/>
                  </a:lnTo>
                  <a:lnTo>
                    <a:pt x="1668" y="1669"/>
                  </a:lnTo>
                  <a:close/>
                  <a:moveTo>
                    <a:pt x="0" y="1"/>
                  </a:moveTo>
                  <a:lnTo>
                    <a:pt x="0" y="11843"/>
                  </a:lnTo>
                  <a:lnTo>
                    <a:pt x="12843" y="11843"/>
                  </a:lnTo>
                  <a:lnTo>
                    <a:pt x="128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6"/>
            <p:cNvSpPr/>
            <p:nvPr/>
          </p:nvSpPr>
          <p:spPr>
            <a:xfrm>
              <a:off x="3365075" y="3261100"/>
              <a:ext cx="1268425" cy="105100"/>
            </a:xfrm>
            <a:custGeom>
              <a:avLst/>
              <a:gdLst/>
              <a:ahLst/>
              <a:cxnLst/>
              <a:rect l="l" t="t" r="r" b="b"/>
              <a:pathLst>
                <a:path w="50737" h="4204" extrusionOk="0">
                  <a:moveTo>
                    <a:pt x="0" y="1"/>
                  </a:moveTo>
                  <a:lnTo>
                    <a:pt x="0" y="4204"/>
                  </a:lnTo>
                  <a:lnTo>
                    <a:pt x="50737" y="4204"/>
                  </a:lnTo>
                  <a:lnTo>
                    <a:pt x="507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6"/>
            <p:cNvSpPr/>
            <p:nvPr/>
          </p:nvSpPr>
          <p:spPr>
            <a:xfrm>
              <a:off x="3365075" y="3452075"/>
              <a:ext cx="1268425" cy="105100"/>
            </a:xfrm>
            <a:custGeom>
              <a:avLst/>
              <a:gdLst/>
              <a:ahLst/>
              <a:cxnLst/>
              <a:rect l="l" t="t" r="r" b="b"/>
              <a:pathLst>
                <a:path w="50737" h="4204" extrusionOk="0">
                  <a:moveTo>
                    <a:pt x="0" y="1"/>
                  </a:moveTo>
                  <a:lnTo>
                    <a:pt x="0" y="4204"/>
                  </a:lnTo>
                  <a:lnTo>
                    <a:pt x="50737" y="4204"/>
                  </a:lnTo>
                  <a:lnTo>
                    <a:pt x="507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6"/>
            <p:cNvSpPr/>
            <p:nvPr/>
          </p:nvSpPr>
          <p:spPr>
            <a:xfrm>
              <a:off x="2948950" y="3643050"/>
              <a:ext cx="1684550" cy="105100"/>
            </a:xfrm>
            <a:custGeom>
              <a:avLst/>
              <a:gdLst/>
              <a:ahLst/>
              <a:cxnLst/>
              <a:rect l="l" t="t" r="r" b="b"/>
              <a:pathLst>
                <a:path w="67382" h="4204" extrusionOk="0">
                  <a:moveTo>
                    <a:pt x="0" y="1"/>
                  </a:moveTo>
                  <a:lnTo>
                    <a:pt x="0" y="4204"/>
                  </a:lnTo>
                  <a:lnTo>
                    <a:pt x="67382" y="4204"/>
                  </a:lnTo>
                  <a:lnTo>
                    <a:pt x="673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6"/>
            <p:cNvSpPr/>
            <p:nvPr/>
          </p:nvSpPr>
          <p:spPr>
            <a:xfrm>
              <a:off x="2948950" y="3261100"/>
              <a:ext cx="321075" cy="296075"/>
            </a:xfrm>
            <a:custGeom>
              <a:avLst/>
              <a:gdLst/>
              <a:ahLst/>
              <a:cxnLst/>
              <a:rect l="l" t="t" r="r" b="b"/>
              <a:pathLst>
                <a:path w="12843" h="11843" extrusionOk="0">
                  <a:moveTo>
                    <a:pt x="11175" y="1669"/>
                  </a:moveTo>
                  <a:lnTo>
                    <a:pt x="11175" y="10175"/>
                  </a:lnTo>
                  <a:lnTo>
                    <a:pt x="1668" y="10175"/>
                  </a:lnTo>
                  <a:lnTo>
                    <a:pt x="1668" y="1669"/>
                  </a:lnTo>
                  <a:close/>
                  <a:moveTo>
                    <a:pt x="0" y="1"/>
                  </a:moveTo>
                  <a:lnTo>
                    <a:pt x="0" y="11843"/>
                  </a:lnTo>
                  <a:lnTo>
                    <a:pt x="12843" y="11843"/>
                  </a:lnTo>
                  <a:lnTo>
                    <a:pt x="128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6"/>
            <p:cNvSpPr/>
            <p:nvPr/>
          </p:nvSpPr>
          <p:spPr>
            <a:xfrm>
              <a:off x="2948950" y="3924925"/>
              <a:ext cx="1684550" cy="103425"/>
            </a:xfrm>
            <a:custGeom>
              <a:avLst/>
              <a:gdLst/>
              <a:ahLst/>
              <a:cxnLst/>
              <a:rect l="l" t="t" r="r" b="b"/>
              <a:pathLst>
                <a:path w="67382" h="4137" extrusionOk="0">
                  <a:moveTo>
                    <a:pt x="0" y="0"/>
                  </a:moveTo>
                  <a:lnTo>
                    <a:pt x="0" y="4137"/>
                  </a:lnTo>
                  <a:lnTo>
                    <a:pt x="67382" y="4137"/>
                  </a:lnTo>
                  <a:lnTo>
                    <a:pt x="6738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6"/>
            <p:cNvSpPr/>
            <p:nvPr/>
          </p:nvSpPr>
          <p:spPr>
            <a:xfrm>
              <a:off x="2948950" y="4101700"/>
              <a:ext cx="751400" cy="296075"/>
            </a:xfrm>
            <a:custGeom>
              <a:avLst/>
              <a:gdLst/>
              <a:ahLst/>
              <a:cxnLst/>
              <a:rect l="l" t="t" r="r" b="b"/>
              <a:pathLst>
                <a:path w="30056" h="11843" extrusionOk="0">
                  <a:moveTo>
                    <a:pt x="28821" y="1235"/>
                  </a:moveTo>
                  <a:lnTo>
                    <a:pt x="28821" y="10575"/>
                  </a:lnTo>
                  <a:lnTo>
                    <a:pt x="1234" y="10575"/>
                  </a:lnTo>
                  <a:lnTo>
                    <a:pt x="1234" y="1235"/>
                  </a:lnTo>
                  <a:close/>
                  <a:moveTo>
                    <a:pt x="0" y="1"/>
                  </a:moveTo>
                  <a:lnTo>
                    <a:pt x="0" y="11843"/>
                  </a:lnTo>
                  <a:lnTo>
                    <a:pt x="30055" y="11843"/>
                  </a:lnTo>
                  <a:lnTo>
                    <a:pt x="300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6"/>
            <p:cNvSpPr/>
            <p:nvPr/>
          </p:nvSpPr>
          <p:spPr>
            <a:xfrm>
              <a:off x="3882100" y="4101700"/>
              <a:ext cx="751400" cy="296075"/>
            </a:xfrm>
            <a:custGeom>
              <a:avLst/>
              <a:gdLst/>
              <a:ahLst/>
              <a:cxnLst/>
              <a:rect l="l" t="t" r="r" b="b"/>
              <a:pathLst>
                <a:path w="30056" h="11843" extrusionOk="0">
                  <a:moveTo>
                    <a:pt x="28788" y="1235"/>
                  </a:moveTo>
                  <a:lnTo>
                    <a:pt x="28788" y="10575"/>
                  </a:lnTo>
                  <a:lnTo>
                    <a:pt x="1235" y="10575"/>
                  </a:lnTo>
                  <a:lnTo>
                    <a:pt x="1235" y="1235"/>
                  </a:lnTo>
                  <a:close/>
                  <a:moveTo>
                    <a:pt x="1" y="1"/>
                  </a:moveTo>
                  <a:lnTo>
                    <a:pt x="1" y="11843"/>
                  </a:lnTo>
                  <a:lnTo>
                    <a:pt x="30056" y="11843"/>
                  </a:lnTo>
                  <a:lnTo>
                    <a:pt x="300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6"/>
            <p:cNvSpPr/>
            <p:nvPr/>
          </p:nvSpPr>
          <p:spPr>
            <a:xfrm>
              <a:off x="3010650" y="2608975"/>
              <a:ext cx="287725" cy="188500"/>
            </a:xfrm>
            <a:custGeom>
              <a:avLst/>
              <a:gdLst/>
              <a:ahLst/>
              <a:cxnLst/>
              <a:rect l="l" t="t" r="r" b="b"/>
              <a:pathLst>
                <a:path w="11509" h="7540" fill="none" extrusionOk="0">
                  <a:moveTo>
                    <a:pt x="11509" y="1"/>
                  </a:moveTo>
                  <a:lnTo>
                    <a:pt x="3937" y="7539"/>
                  </a:lnTo>
                  <a:lnTo>
                    <a:pt x="1" y="3603"/>
                  </a:lnTo>
                </a:path>
              </a:pathLst>
            </a:custGeom>
            <a:noFill/>
            <a:ln w="6337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6"/>
            <p:cNvSpPr/>
            <p:nvPr/>
          </p:nvSpPr>
          <p:spPr>
            <a:xfrm>
              <a:off x="3010650" y="3261100"/>
              <a:ext cx="287725" cy="190175"/>
            </a:xfrm>
            <a:custGeom>
              <a:avLst/>
              <a:gdLst/>
              <a:ahLst/>
              <a:cxnLst/>
              <a:rect l="l" t="t" r="r" b="b"/>
              <a:pathLst>
                <a:path w="11509" h="7607" fill="none" extrusionOk="0">
                  <a:moveTo>
                    <a:pt x="11509" y="1"/>
                  </a:moveTo>
                  <a:lnTo>
                    <a:pt x="3937" y="7606"/>
                  </a:lnTo>
                  <a:lnTo>
                    <a:pt x="1" y="3637"/>
                  </a:lnTo>
                </a:path>
              </a:pathLst>
            </a:custGeom>
            <a:noFill/>
            <a:ln w="6337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6"/>
            <p:cNvSpPr/>
            <p:nvPr/>
          </p:nvSpPr>
          <p:spPr>
            <a:xfrm>
              <a:off x="2235925" y="3442950"/>
              <a:ext cx="1004000" cy="928150"/>
            </a:xfrm>
            <a:custGeom>
              <a:avLst/>
              <a:gdLst/>
              <a:ahLst/>
              <a:cxnLst/>
              <a:rect l="l" t="t" r="r" b="b"/>
              <a:pathLst>
                <a:path w="40160" h="37126" extrusionOk="0">
                  <a:moveTo>
                    <a:pt x="33996" y="1"/>
                  </a:moveTo>
                  <a:cubicBezTo>
                    <a:pt x="33474" y="1"/>
                    <a:pt x="32916" y="63"/>
                    <a:pt x="32324" y="199"/>
                  </a:cubicBezTo>
                  <a:cubicBezTo>
                    <a:pt x="26086" y="1600"/>
                    <a:pt x="22584" y="5136"/>
                    <a:pt x="21349" y="6637"/>
                  </a:cubicBezTo>
                  <a:cubicBezTo>
                    <a:pt x="21249" y="6770"/>
                    <a:pt x="21183" y="6870"/>
                    <a:pt x="21049" y="7004"/>
                  </a:cubicBezTo>
                  <a:lnTo>
                    <a:pt x="20816" y="7371"/>
                  </a:lnTo>
                  <a:cubicBezTo>
                    <a:pt x="20816" y="7371"/>
                    <a:pt x="16880" y="7971"/>
                    <a:pt x="15545" y="10239"/>
                  </a:cubicBezTo>
                  <a:cubicBezTo>
                    <a:pt x="15545" y="10239"/>
                    <a:pt x="13210" y="10373"/>
                    <a:pt x="11542" y="11607"/>
                  </a:cubicBezTo>
                  <a:cubicBezTo>
                    <a:pt x="11542" y="11607"/>
                    <a:pt x="9241" y="10406"/>
                    <a:pt x="7173" y="8405"/>
                  </a:cubicBezTo>
                  <a:cubicBezTo>
                    <a:pt x="1335" y="16544"/>
                    <a:pt x="1" y="27919"/>
                    <a:pt x="3970" y="37125"/>
                  </a:cubicBezTo>
                  <a:lnTo>
                    <a:pt x="5838" y="36125"/>
                  </a:lnTo>
                  <a:cubicBezTo>
                    <a:pt x="9975" y="33756"/>
                    <a:pt x="19715" y="27352"/>
                    <a:pt x="24018" y="19713"/>
                  </a:cubicBezTo>
                  <a:cubicBezTo>
                    <a:pt x="27521" y="13442"/>
                    <a:pt x="30156" y="14576"/>
                    <a:pt x="31824" y="11607"/>
                  </a:cubicBezTo>
                  <a:cubicBezTo>
                    <a:pt x="33658" y="9672"/>
                    <a:pt x="34092" y="7938"/>
                    <a:pt x="38195" y="5536"/>
                  </a:cubicBezTo>
                  <a:cubicBezTo>
                    <a:pt x="40160" y="4256"/>
                    <a:pt x="38325" y="1"/>
                    <a:pt x="33996" y="1"/>
                  </a:cubicBezTo>
                  <a:close/>
                </a:path>
              </a:pathLst>
            </a:custGeom>
            <a:solidFill>
              <a:srgbClr val="EDB0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6"/>
            <p:cNvSpPr/>
            <p:nvPr/>
          </p:nvSpPr>
          <p:spPr>
            <a:xfrm>
              <a:off x="2975625" y="3501700"/>
              <a:ext cx="232700" cy="161350"/>
            </a:xfrm>
            <a:custGeom>
              <a:avLst/>
              <a:gdLst/>
              <a:ahLst/>
              <a:cxnLst/>
              <a:rect l="l" t="t" r="r" b="b"/>
              <a:pathLst>
                <a:path w="9308" h="6454" extrusionOk="0">
                  <a:moveTo>
                    <a:pt x="6106" y="1"/>
                  </a:moveTo>
                  <a:cubicBezTo>
                    <a:pt x="5995" y="1"/>
                    <a:pt x="5884" y="18"/>
                    <a:pt x="5771" y="50"/>
                  </a:cubicBezTo>
                  <a:cubicBezTo>
                    <a:pt x="2969" y="884"/>
                    <a:pt x="1" y="3186"/>
                    <a:pt x="601" y="3853"/>
                  </a:cubicBezTo>
                  <a:cubicBezTo>
                    <a:pt x="1098" y="4437"/>
                    <a:pt x="3308" y="6454"/>
                    <a:pt x="4320" y="6454"/>
                  </a:cubicBezTo>
                  <a:cubicBezTo>
                    <a:pt x="4464" y="6454"/>
                    <a:pt x="4584" y="6413"/>
                    <a:pt x="4671" y="6322"/>
                  </a:cubicBezTo>
                  <a:cubicBezTo>
                    <a:pt x="5405" y="5554"/>
                    <a:pt x="9307" y="3953"/>
                    <a:pt x="8307" y="2185"/>
                  </a:cubicBezTo>
                  <a:cubicBezTo>
                    <a:pt x="7446" y="637"/>
                    <a:pt x="6783" y="1"/>
                    <a:pt x="61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6"/>
            <p:cNvSpPr/>
            <p:nvPr/>
          </p:nvSpPr>
          <p:spPr>
            <a:xfrm>
              <a:off x="2918925" y="3701425"/>
              <a:ext cx="119275" cy="80075"/>
            </a:xfrm>
            <a:custGeom>
              <a:avLst/>
              <a:gdLst/>
              <a:ahLst/>
              <a:cxnLst/>
              <a:rect l="l" t="t" r="r" b="b"/>
              <a:pathLst>
                <a:path w="4771" h="3203" extrusionOk="0">
                  <a:moveTo>
                    <a:pt x="0" y="1"/>
                  </a:moveTo>
                  <a:lnTo>
                    <a:pt x="0" y="1"/>
                  </a:lnTo>
                  <a:cubicBezTo>
                    <a:pt x="334" y="334"/>
                    <a:pt x="701" y="601"/>
                    <a:pt x="1101" y="935"/>
                  </a:cubicBezTo>
                  <a:cubicBezTo>
                    <a:pt x="1468" y="1235"/>
                    <a:pt x="1902" y="1535"/>
                    <a:pt x="2269" y="1768"/>
                  </a:cubicBezTo>
                  <a:cubicBezTo>
                    <a:pt x="2702" y="2035"/>
                    <a:pt x="3069" y="2269"/>
                    <a:pt x="3503" y="2536"/>
                  </a:cubicBezTo>
                  <a:cubicBezTo>
                    <a:pt x="3903" y="2736"/>
                    <a:pt x="4337" y="3003"/>
                    <a:pt x="4770" y="3203"/>
                  </a:cubicBezTo>
                  <a:cubicBezTo>
                    <a:pt x="4570" y="2736"/>
                    <a:pt x="4237" y="2369"/>
                    <a:pt x="3903" y="2002"/>
                  </a:cubicBezTo>
                  <a:cubicBezTo>
                    <a:pt x="3570" y="1602"/>
                    <a:pt x="3203" y="1335"/>
                    <a:pt x="2769" y="1035"/>
                  </a:cubicBezTo>
                  <a:cubicBezTo>
                    <a:pt x="2369" y="734"/>
                    <a:pt x="1902" y="501"/>
                    <a:pt x="1435" y="334"/>
                  </a:cubicBezTo>
                  <a:cubicBezTo>
                    <a:pt x="1001" y="167"/>
                    <a:pt x="501" y="34"/>
                    <a:pt x="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6"/>
            <p:cNvSpPr/>
            <p:nvPr/>
          </p:nvSpPr>
          <p:spPr>
            <a:xfrm>
              <a:off x="1301925" y="4550600"/>
              <a:ext cx="852300" cy="368400"/>
            </a:xfrm>
            <a:custGeom>
              <a:avLst/>
              <a:gdLst/>
              <a:ahLst/>
              <a:cxnLst/>
              <a:rect l="l" t="t" r="r" b="b"/>
              <a:pathLst>
                <a:path w="34092" h="14736" extrusionOk="0">
                  <a:moveTo>
                    <a:pt x="3624" y="1"/>
                  </a:moveTo>
                  <a:cubicBezTo>
                    <a:pt x="2877" y="1"/>
                    <a:pt x="2175" y="474"/>
                    <a:pt x="1869" y="1225"/>
                  </a:cubicBezTo>
                  <a:lnTo>
                    <a:pt x="1" y="5829"/>
                  </a:lnTo>
                  <a:lnTo>
                    <a:pt x="32357" y="14735"/>
                  </a:lnTo>
                  <a:lnTo>
                    <a:pt x="33725" y="9431"/>
                  </a:lnTo>
                  <a:cubicBezTo>
                    <a:pt x="34092" y="7930"/>
                    <a:pt x="33191" y="6429"/>
                    <a:pt x="31690" y="6096"/>
                  </a:cubicBezTo>
                  <a:lnTo>
                    <a:pt x="4070" y="58"/>
                  </a:lnTo>
                  <a:cubicBezTo>
                    <a:pt x="3922" y="19"/>
                    <a:pt x="3772" y="1"/>
                    <a:pt x="3624" y="1"/>
                  </a:cubicBezTo>
                  <a:close/>
                </a:path>
              </a:pathLst>
            </a:custGeom>
            <a:solidFill>
              <a:srgbClr val="EFE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6"/>
            <p:cNvSpPr/>
            <p:nvPr/>
          </p:nvSpPr>
          <p:spPr>
            <a:xfrm>
              <a:off x="766555" y="4565468"/>
              <a:ext cx="1390175" cy="1972665"/>
            </a:xfrm>
            <a:custGeom>
              <a:avLst/>
              <a:gdLst/>
              <a:ahLst/>
              <a:cxnLst/>
              <a:rect l="l" t="t" r="r" b="b"/>
              <a:pathLst>
                <a:path w="55607" h="59177" extrusionOk="0">
                  <a:moveTo>
                    <a:pt x="18147" y="1"/>
                  </a:moveTo>
                  <a:lnTo>
                    <a:pt x="1" y="49169"/>
                  </a:lnTo>
                  <a:lnTo>
                    <a:pt x="50403" y="59176"/>
                  </a:lnTo>
                  <a:lnTo>
                    <a:pt x="55607" y="10775"/>
                  </a:lnTo>
                  <a:lnTo>
                    <a:pt x="181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6"/>
            <p:cNvSpPr/>
            <p:nvPr/>
          </p:nvSpPr>
          <p:spPr>
            <a:xfrm>
              <a:off x="4108950" y="4015850"/>
              <a:ext cx="2515150" cy="2352500"/>
            </a:xfrm>
            <a:custGeom>
              <a:avLst/>
              <a:gdLst/>
              <a:ahLst/>
              <a:cxnLst/>
              <a:rect l="l" t="t" r="r" b="b"/>
              <a:pathLst>
                <a:path w="100606" h="94100" extrusionOk="0">
                  <a:moveTo>
                    <a:pt x="15511" y="20714"/>
                  </a:moveTo>
                  <a:cubicBezTo>
                    <a:pt x="15678" y="21081"/>
                    <a:pt x="15878" y="21415"/>
                    <a:pt x="16145" y="21715"/>
                  </a:cubicBezTo>
                  <a:lnTo>
                    <a:pt x="14711" y="21381"/>
                  </a:lnTo>
                  <a:cubicBezTo>
                    <a:pt x="14977" y="21214"/>
                    <a:pt x="15211" y="20981"/>
                    <a:pt x="15511" y="20714"/>
                  </a:cubicBezTo>
                  <a:close/>
                  <a:moveTo>
                    <a:pt x="22149" y="21982"/>
                  </a:moveTo>
                  <a:cubicBezTo>
                    <a:pt x="22483" y="22682"/>
                    <a:pt x="22883" y="23182"/>
                    <a:pt x="23450" y="23516"/>
                  </a:cubicBezTo>
                  <a:lnTo>
                    <a:pt x="20048" y="22682"/>
                  </a:lnTo>
                  <a:cubicBezTo>
                    <a:pt x="20848" y="22549"/>
                    <a:pt x="21549" y="22282"/>
                    <a:pt x="22149" y="21982"/>
                  </a:cubicBezTo>
                  <a:close/>
                  <a:moveTo>
                    <a:pt x="32790" y="19780"/>
                  </a:moveTo>
                  <a:cubicBezTo>
                    <a:pt x="32890" y="19980"/>
                    <a:pt x="32990" y="20180"/>
                    <a:pt x="33057" y="20380"/>
                  </a:cubicBezTo>
                  <a:cubicBezTo>
                    <a:pt x="31489" y="22282"/>
                    <a:pt x="29621" y="24150"/>
                    <a:pt x="29621" y="24150"/>
                  </a:cubicBezTo>
                  <a:cubicBezTo>
                    <a:pt x="29721" y="24517"/>
                    <a:pt x="29855" y="24850"/>
                    <a:pt x="30021" y="25117"/>
                  </a:cubicBezTo>
                  <a:lnTo>
                    <a:pt x="25518" y="23983"/>
                  </a:lnTo>
                  <a:lnTo>
                    <a:pt x="25518" y="23983"/>
                  </a:lnTo>
                  <a:cubicBezTo>
                    <a:pt x="25590" y="23986"/>
                    <a:pt x="25662" y="23988"/>
                    <a:pt x="25734" y="23988"/>
                  </a:cubicBezTo>
                  <a:cubicBezTo>
                    <a:pt x="27201" y="23988"/>
                    <a:pt x="28691" y="23358"/>
                    <a:pt x="29454" y="22849"/>
                  </a:cubicBezTo>
                  <a:cubicBezTo>
                    <a:pt x="30355" y="22215"/>
                    <a:pt x="31789" y="20814"/>
                    <a:pt x="32790" y="19780"/>
                  </a:cubicBezTo>
                  <a:close/>
                  <a:moveTo>
                    <a:pt x="18447" y="28219"/>
                  </a:moveTo>
                  <a:lnTo>
                    <a:pt x="30789" y="31789"/>
                  </a:lnTo>
                  <a:cubicBezTo>
                    <a:pt x="29688" y="33056"/>
                    <a:pt x="28687" y="33990"/>
                    <a:pt x="28354" y="34290"/>
                  </a:cubicBezTo>
                  <a:cubicBezTo>
                    <a:pt x="28320" y="34324"/>
                    <a:pt x="28320" y="34324"/>
                    <a:pt x="28287" y="34324"/>
                  </a:cubicBezTo>
                  <a:lnTo>
                    <a:pt x="28220" y="34357"/>
                  </a:lnTo>
                  <a:lnTo>
                    <a:pt x="27853" y="34224"/>
                  </a:lnTo>
                  <a:cubicBezTo>
                    <a:pt x="27820" y="34224"/>
                    <a:pt x="27787" y="34190"/>
                    <a:pt x="27720" y="34190"/>
                  </a:cubicBezTo>
                  <a:cubicBezTo>
                    <a:pt x="27653" y="34157"/>
                    <a:pt x="27553" y="34157"/>
                    <a:pt x="27486" y="34124"/>
                  </a:cubicBezTo>
                  <a:cubicBezTo>
                    <a:pt x="27420" y="34124"/>
                    <a:pt x="27386" y="34057"/>
                    <a:pt x="27320" y="34057"/>
                  </a:cubicBezTo>
                  <a:cubicBezTo>
                    <a:pt x="27219" y="34057"/>
                    <a:pt x="27153" y="34024"/>
                    <a:pt x="27053" y="34024"/>
                  </a:cubicBezTo>
                  <a:cubicBezTo>
                    <a:pt x="27019" y="34024"/>
                    <a:pt x="26986" y="34024"/>
                    <a:pt x="26886" y="33990"/>
                  </a:cubicBezTo>
                  <a:cubicBezTo>
                    <a:pt x="26819" y="33990"/>
                    <a:pt x="26719" y="33923"/>
                    <a:pt x="26652" y="33923"/>
                  </a:cubicBezTo>
                  <a:lnTo>
                    <a:pt x="26519" y="33923"/>
                  </a:lnTo>
                  <a:cubicBezTo>
                    <a:pt x="26452" y="33923"/>
                    <a:pt x="26352" y="33890"/>
                    <a:pt x="26252" y="33890"/>
                  </a:cubicBezTo>
                  <a:lnTo>
                    <a:pt x="26152" y="33890"/>
                  </a:lnTo>
                  <a:cubicBezTo>
                    <a:pt x="26052" y="33890"/>
                    <a:pt x="25985" y="33890"/>
                    <a:pt x="25885" y="33857"/>
                  </a:cubicBezTo>
                  <a:lnTo>
                    <a:pt x="25185" y="33857"/>
                  </a:lnTo>
                  <a:cubicBezTo>
                    <a:pt x="24484" y="33857"/>
                    <a:pt x="23984" y="33923"/>
                    <a:pt x="23984" y="33923"/>
                  </a:cubicBezTo>
                  <a:cubicBezTo>
                    <a:pt x="22574" y="32320"/>
                    <a:pt x="19607" y="32183"/>
                    <a:pt x="18632" y="32183"/>
                  </a:cubicBezTo>
                  <a:cubicBezTo>
                    <a:pt x="18430" y="32183"/>
                    <a:pt x="18313" y="32189"/>
                    <a:pt x="18313" y="32189"/>
                  </a:cubicBezTo>
                  <a:cubicBezTo>
                    <a:pt x="18713" y="30454"/>
                    <a:pt x="18680" y="29187"/>
                    <a:pt x="18447" y="28219"/>
                  </a:cubicBezTo>
                  <a:close/>
                  <a:moveTo>
                    <a:pt x="22855" y="1"/>
                  </a:moveTo>
                  <a:cubicBezTo>
                    <a:pt x="22734" y="1"/>
                    <a:pt x="22621" y="11"/>
                    <a:pt x="22516" y="33"/>
                  </a:cubicBezTo>
                  <a:cubicBezTo>
                    <a:pt x="19981" y="566"/>
                    <a:pt x="14544" y="11908"/>
                    <a:pt x="13476" y="13909"/>
                  </a:cubicBezTo>
                  <a:cubicBezTo>
                    <a:pt x="12676" y="15343"/>
                    <a:pt x="9707" y="18045"/>
                    <a:pt x="8106" y="19513"/>
                  </a:cubicBezTo>
                  <a:cubicBezTo>
                    <a:pt x="8006" y="19546"/>
                    <a:pt x="7972" y="19580"/>
                    <a:pt x="7872" y="19680"/>
                  </a:cubicBezTo>
                  <a:cubicBezTo>
                    <a:pt x="7605" y="19913"/>
                    <a:pt x="7339" y="20180"/>
                    <a:pt x="7172" y="20314"/>
                  </a:cubicBezTo>
                  <a:lnTo>
                    <a:pt x="3603" y="19880"/>
                  </a:lnTo>
                  <a:cubicBezTo>
                    <a:pt x="3367" y="19833"/>
                    <a:pt x="3131" y="19786"/>
                    <a:pt x="2907" y="19786"/>
                  </a:cubicBezTo>
                  <a:cubicBezTo>
                    <a:pt x="2814" y="19786"/>
                    <a:pt x="2723" y="19794"/>
                    <a:pt x="2635" y="19813"/>
                  </a:cubicBezTo>
                  <a:cubicBezTo>
                    <a:pt x="2435" y="19847"/>
                    <a:pt x="2268" y="19880"/>
                    <a:pt x="2135" y="20014"/>
                  </a:cubicBezTo>
                  <a:cubicBezTo>
                    <a:pt x="2035" y="20047"/>
                    <a:pt x="1968" y="20147"/>
                    <a:pt x="1935" y="20214"/>
                  </a:cubicBezTo>
                  <a:cubicBezTo>
                    <a:pt x="1935" y="20214"/>
                    <a:pt x="1935" y="20247"/>
                    <a:pt x="1868" y="20247"/>
                  </a:cubicBezTo>
                  <a:lnTo>
                    <a:pt x="701" y="20147"/>
                  </a:lnTo>
                  <a:cubicBezTo>
                    <a:pt x="617" y="20116"/>
                    <a:pt x="533" y="20097"/>
                    <a:pt x="456" y="20097"/>
                  </a:cubicBezTo>
                  <a:cubicBezTo>
                    <a:pt x="286" y="20097"/>
                    <a:pt x="146" y="20185"/>
                    <a:pt x="100" y="20414"/>
                  </a:cubicBezTo>
                  <a:cubicBezTo>
                    <a:pt x="0" y="20747"/>
                    <a:pt x="200" y="20914"/>
                    <a:pt x="500" y="21014"/>
                  </a:cubicBezTo>
                  <a:lnTo>
                    <a:pt x="1601" y="21481"/>
                  </a:lnTo>
                  <a:cubicBezTo>
                    <a:pt x="1668" y="22082"/>
                    <a:pt x="2202" y="22415"/>
                    <a:pt x="2869" y="22582"/>
                  </a:cubicBezTo>
                  <a:lnTo>
                    <a:pt x="6638" y="24217"/>
                  </a:lnTo>
                  <a:lnTo>
                    <a:pt x="6505" y="24717"/>
                  </a:lnTo>
                  <a:cubicBezTo>
                    <a:pt x="6438" y="25017"/>
                    <a:pt x="6538" y="25317"/>
                    <a:pt x="6838" y="25384"/>
                  </a:cubicBezTo>
                  <a:lnTo>
                    <a:pt x="7972" y="25684"/>
                  </a:lnTo>
                  <a:cubicBezTo>
                    <a:pt x="7993" y="25688"/>
                    <a:pt x="8014" y="25689"/>
                    <a:pt x="8034" y="25689"/>
                  </a:cubicBezTo>
                  <a:cubicBezTo>
                    <a:pt x="8213" y="25689"/>
                    <a:pt x="8386" y="25564"/>
                    <a:pt x="8506" y="25384"/>
                  </a:cubicBezTo>
                  <a:lnTo>
                    <a:pt x="8673" y="25417"/>
                  </a:lnTo>
                  <a:cubicBezTo>
                    <a:pt x="8106" y="26051"/>
                    <a:pt x="7806" y="26885"/>
                    <a:pt x="8173" y="28019"/>
                  </a:cubicBezTo>
                  <a:cubicBezTo>
                    <a:pt x="9507" y="32422"/>
                    <a:pt x="5371" y="32989"/>
                    <a:pt x="6838" y="36058"/>
                  </a:cubicBezTo>
                  <a:cubicBezTo>
                    <a:pt x="9707" y="42229"/>
                    <a:pt x="11875" y="38260"/>
                    <a:pt x="17713" y="44831"/>
                  </a:cubicBezTo>
                  <a:cubicBezTo>
                    <a:pt x="18613" y="45832"/>
                    <a:pt x="19647" y="46799"/>
                    <a:pt x="20782" y="47700"/>
                  </a:cubicBezTo>
                  <a:lnTo>
                    <a:pt x="20815" y="47733"/>
                  </a:lnTo>
                  <a:cubicBezTo>
                    <a:pt x="21015" y="47900"/>
                    <a:pt x="21182" y="48034"/>
                    <a:pt x="21382" y="48200"/>
                  </a:cubicBezTo>
                  <a:cubicBezTo>
                    <a:pt x="21482" y="48234"/>
                    <a:pt x="21549" y="48334"/>
                    <a:pt x="21615" y="48367"/>
                  </a:cubicBezTo>
                  <a:cubicBezTo>
                    <a:pt x="21716" y="48501"/>
                    <a:pt x="21882" y="48567"/>
                    <a:pt x="22016" y="48701"/>
                  </a:cubicBezTo>
                  <a:cubicBezTo>
                    <a:pt x="22116" y="48801"/>
                    <a:pt x="22183" y="48834"/>
                    <a:pt x="22283" y="48901"/>
                  </a:cubicBezTo>
                  <a:cubicBezTo>
                    <a:pt x="22383" y="49001"/>
                    <a:pt x="22516" y="49134"/>
                    <a:pt x="22683" y="49201"/>
                  </a:cubicBezTo>
                  <a:cubicBezTo>
                    <a:pt x="22783" y="49234"/>
                    <a:pt x="22850" y="49334"/>
                    <a:pt x="22950" y="49368"/>
                  </a:cubicBezTo>
                  <a:cubicBezTo>
                    <a:pt x="23050" y="49468"/>
                    <a:pt x="23217" y="49568"/>
                    <a:pt x="23350" y="49668"/>
                  </a:cubicBezTo>
                  <a:cubicBezTo>
                    <a:pt x="23450" y="49701"/>
                    <a:pt x="23517" y="49801"/>
                    <a:pt x="23617" y="49835"/>
                  </a:cubicBezTo>
                  <a:cubicBezTo>
                    <a:pt x="23784" y="49968"/>
                    <a:pt x="23950" y="50035"/>
                    <a:pt x="24117" y="50168"/>
                  </a:cubicBezTo>
                  <a:cubicBezTo>
                    <a:pt x="24151" y="50202"/>
                    <a:pt x="24217" y="50235"/>
                    <a:pt x="24284" y="50302"/>
                  </a:cubicBezTo>
                  <a:cubicBezTo>
                    <a:pt x="24484" y="50402"/>
                    <a:pt x="24718" y="50569"/>
                    <a:pt x="24951" y="50702"/>
                  </a:cubicBezTo>
                  <a:cubicBezTo>
                    <a:pt x="25018" y="50735"/>
                    <a:pt x="25051" y="50802"/>
                    <a:pt x="25151" y="50836"/>
                  </a:cubicBezTo>
                  <a:cubicBezTo>
                    <a:pt x="25318" y="50902"/>
                    <a:pt x="25485" y="51036"/>
                    <a:pt x="25652" y="51136"/>
                  </a:cubicBezTo>
                  <a:cubicBezTo>
                    <a:pt x="25718" y="51169"/>
                    <a:pt x="25818" y="51236"/>
                    <a:pt x="25952" y="51303"/>
                  </a:cubicBezTo>
                  <a:cubicBezTo>
                    <a:pt x="26052" y="51369"/>
                    <a:pt x="26219" y="51436"/>
                    <a:pt x="26352" y="51536"/>
                  </a:cubicBezTo>
                  <a:cubicBezTo>
                    <a:pt x="26452" y="51569"/>
                    <a:pt x="26552" y="51669"/>
                    <a:pt x="26652" y="51703"/>
                  </a:cubicBezTo>
                  <a:cubicBezTo>
                    <a:pt x="26786" y="51803"/>
                    <a:pt x="26953" y="51870"/>
                    <a:pt x="27053" y="51970"/>
                  </a:cubicBezTo>
                  <a:cubicBezTo>
                    <a:pt x="27153" y="52003"/>
                    <a:pt x="27219" y="52036"/>
                    <a:pt x="27353" y="52136"/>
                  </a:cubicBezTo>
                  <a:cubicBezTo>
                    <a:pt x="27520" y="52203"/>
                    <a:pt x="27686" y="52270"/>
                    <a:pt x="27820" y="52370"/>
                  </a:cubicBezTo>
                  <a:cubicBezTo>
                    <a:pt x="27887" y="52403"/>
                    <a:pt x="27987" y="52470"/>
                    <a:pt x="28020" y="52503"/>
                  </a:cubicBezTo>
                  <a:cubicBezTo>
                    <a:pt x="28287" y="52637"/>
                    <a:pt x="28487" y="52737"/>
                    <a:pt x="28721" y="52870"/>
                  </a:cubicBezTo>
                  <a:cubicBezTo>
                    <a:pt x="28787" y="52904"/>
                    <a:pt x="28821" y="52904"/>
                    <a:pt x="28854" y="52970"/>
                  </a:cubicBezTo>
                  <a:cubicBezTo>
                    <a:pt x="29021" y="53037"/>
                    <a:pt x="29221" y="53104"/>
                    <a:pt x="29388" y="53237"/>
                  </a:cubicBezTo>
                  <a:lnTo>
                    <a:pt x="29655" y="53371"/>
                  </a:lnTo>
                  <a:cubicBezTo>
                    <a:pt x="29821" y="53471"/>
                    <a:pt x="29955" y="53504"/>
                    <a:pt x="30122" y="53571"/>
                  </a:cubicBezTo>
                  <a:cubicBezTo>
                    <a:pt x="30188" y="53638"/>
                    <a:pt x="30288" y="53671"/>
                    <a:pt x="30388" y="53704"/>
                  </a:cubicBezTo>
                  <a:cubicBezTo>
                    <a:pt x="30522" y="53804"/>
                    <a:pt x="30689" y="53838"/>
                    <a:pt x="30822" y="53904"/>
                  </a:cubicBezTo>
                  <a:lnTo>
                    <a:pt x="31056" y="54038"/>
                  </a:lnTo>
                  <a:cubicBezTo>
                    <a:pt x="31189" y="54138"/>
                    <a:pt x="31356" y="54171"/>
                    <a:pt x="31489" y="54238"/>
                  </a:cubicBezTo>
                  <a:lnTo>
                    <a:pt x="31723" y="54371"/>
                  </a:lnTo>
                  <a:cubicBezTo>
                    <a:pt x="31889" y="54471"/>
                    <a:pt x="32123" y="54538"/>
                    <a:pt x="32290" y="54638"/>
                  </a:cubicBezTo>
                  <a:cubicBezTo>
                    <a:pt x="32323" y="54638"/>
                    <a:pt x="32356" y="54672"/>
                    <a:pt x="32390" y="54672"/>
                  </a:cubicBezTo>
                  <a:cubicBezTo>
                    <a:pt x="32623" y="54738"/>
                    <a:pt x="32823" y="54838"/>
                    <a:pt x="33057" y="54972"/>
                  </a:cubicBezTo>
                  <a:cubicBezTo>
                    <a:pt x="33157" y="55005"/>
                    <a:pt x="33190" y="55005"/>
                    <a:pt x="33290" y="55039"/>
                  </a:cubicBezTo>
                  <a:cubicBezTo>
                    <a:pt x="33391" y="55072"/>
                    <a:pt x="33557" y="55172"/>
                    <a:pt x="33691" y="55205"/>
                  </a:cubicBezTo>
                  <a:cubicBezTo>
                    <a:pt x="33791" y="55239"/>
                    <a:pt x="33858" y="55305"/>
                    <a:pt x="33958" y="55305"/>
                  </a:cubicBezTo>
                  <a:cubicBezTo>
                    <a:pt x="34058" y="55339"/>
                    <a:pt x="34191" y="55406"/>
                    <a:pt x="34325" y="55472"/>
                  </a:cubicBezTo>
                  <a:cubicBezTo>
                    <a:pt x="34391" y="55506"/>
                    <a:pt x="34491" y="55539"/>
                    <a:pt x="34558" y="55539"/>
                  </a:cubicBezTo>
                  <a:cubicBezTo>
                    <a:pt x="34691" y="55572"/>
                    <a:pt x="34825" y="55606"/>
                    <a:pt x="34958" y="55706"/>
                  </a:cubicBezTo>
                  <a:cubicBezTo>
                    <a:pt x="35025" y="55739"/>
                    <a:pt x="35125" y="55739"/>
                    <a:pt x="35158" y="55772"/>
                  </a:cubicBezTo>
                  <a:cubicBezTo>
                    <a:pt x="35292" y="55839"/>
                    <a:pt x="35459" y="55906"/>
                    <a:pt x="35559" y="55939"/>
                  </a:cubicBezTo>
                  <a:cubicBezTo>
                    <a:pt x="35625" y="55939"/>
                    <a:pt x="35659" y="56006"/>
                    <a:pt x="35726" y="56006"/>
                  </a:cubicBezTo>
                  <a:cubicBezTo>
                    <a:pt x="35959" y="56073"/>
                    <a:pt x="36126" y="56106"/>
                    <a:pt x="36293" y="56206"/>
                  </a:cubicBezTo>
                  <a:cubicBezTo>
                    <a:pt x="36326" y="56206"/>
                    <a:pt x="36359" y="56239"/>
                    <a:pt x="36393" y="56239"/>
                  </a:cubicBezTo>
                  <a:cubicBezTo>
                    <a:pt x="36526" y="56306"/>
                    <a:pt x="36693" y="56340"/>
                    <a:pt x="36826" y="56406"/>
                  </a:cubicBezTo>
                  <a:cubicBezTo>
                    <a:pt x="36893" y="56440"/>
                    <a:pt x="36960" y="56440"/>
                    <a:pt x="37026" y="56506"/>
                  </a:cubicBezTo>
                  <a:cubicBezTo>
                    <a:pt x="37160" y="56540"/>
                    <a:pt x="37227" y="56573"/>
                    <a:pt x="37360" y="56606"/>
                  </a:cubicBezTo>
                  <a:cubicBezTo>
                    <a:pt x="37460" y="56673"/>
                    <a:pt x="37493" y="56673"/>
                    <a:pt x="37560" y="56706"/>
                  </a:cubicBezTo>
                  <a:cubicBezTo>
                    <a:pt x="37660" y="56740"/>
                    <a:pt x="37794" y="56773"/>
                    <a:pt x="37860" y="56773"/>
                  </a:cubicBezTo>
                  <a:cubicBezTo>
                    <a:pt x="37894" y="56773"/>
                    <a:pt x="37994" y="56840"/>
                    <a:pt x="38027" y="56840"/>
                  </a:cubicBezTo>
                  <a:cubicBezTo>
                    <a:pt x="38161" y="56873"/>
                    <a:pt x="38227" y="56907"/>
                    <a:pt x="38327" y="56907"/>
                  </a:cubicBezTo>
                  <a:cubicBezTo>
                    <a:pt x="38361" y="56907"/>
                    <a:pt x="38394" y="56940"/>
                    <a:pt x="38461" y="56940"/>
                  </a:cubicBezTo>
                  <a:cubicBezTo>
                    <a:pt x="38561" y="57007"/>
                    <a:pt x="38728" y="57040"/>
                    <a:pt x="38861" y="57073"/>
                  </a:cubicBezTo>
                  <a:cubicBezTo>
                    <a:pt x="43398" y="58508"/>
                    <a:pt x="47034" y="58408"/>
                    <a:pt x="52471" y="66213"/>
                  </a:cubicBezTo>
                  <a:cubicBezTo>
                    <a:pt x="55873" y="71183"/>
                    <a:pt x="61144" y="84793"/>
                    <a:pt x="64479" y="94100"/>
                  </a:cubicBezTo>
                  <a:lnTo>
                    <a:pt x="100605" y="94100"/>
                  </a:lnTo>
                  <a:cubicBezTo>
                    <a:pt x="95101" y="85794"/>
                    <a:pt x="87262" y="74052"/>
                    <a:pt x="83093" y="68181"/>
                  </a:cubicBezTo>
                  <a:cubicBezTo>
                    <a:pt x="76255" y="58508"/>
                    <a:pt x="73252" y="54004"/>
                    <a:pt x="70917" y="49902"/>
                  </a:cubicBezTo>
                  <a:cubicBezTo>
                    <a:pt x="69516" y="47400"/>
                    <a:pt x="68049" y="43163"/>
                    <a:pt x="66214" y="38360"/>
                  </a:cubicBezTo>
                  <a:cubicBezTo>
                    <a:pt x="66247" y="38260"/>
                    <a:pt x="66247" y="38227"/>
                    <a:pt x="66314" y="38160"/>
                  </a:cubicBezTo>
                  <a:cubicBezTo>
                    <a:pt x="66648" y="36926"/>
                    <a:pt x="66081" y="35725"/>
                    <a:pt x="65080" y="35391"/>
                  </a:cubicBezTo>
                  <a:cubicBezTo>
                    <a:pt x="64213" y="33223"/>
                    <a:pt x="63312" y="31021"/>
                    <a:pt x="62211" y="28853"/>
                  </a:cubicBezTo>
                  <a:cubicBezTo>
                    <a:pt x="58242" y="20714"/>
                    <a:pt x="53905" y="13209"/>
                    <a:pt x="51503" y="10240"/>
                  </a:cubicBezTo>
                  <a:cubicBezTo>
                    <a:pt x="50002" y="8405"/>
                    <a:pt x="45799" y="8539"/>
                    <a:pt x="42030" y="8505"/>
                  </a:cubicBezTo>
                  <a:lnTo>
                    <a:pt x="41963" y="8505"/>
                  </a:lnTo>
                  <a:cubicBezTo>
                    <a:pt x="41630" y="8505"/>
                    <a:pt x="41296" y="8505"/>
                    <a:pt x="40963" y="8472"/>
                  </a:cubicBezTo>
                  <a:lnTo>
                    <a:pt x="40295" y="8472"/>
                  </a:lnTo>
                  <a:cubicBezTo>
                    <a:pt x="40129" y="8472"/>
                    <a:pt x="39995" y="8472"/>
                    <a:pt x="39828" y="8405"/>
                  </a:cubicBezTo>
                  <a:lnTo>
                    <a:pt x="39728" y="8405"/>
                  </a:lnTo>
                  <a:cubicBezTo>
                    <a:pt x="39628" y="8405"/>
                    <a:pt x="39462" y="8372"/>
                    <a:pt x="39328" y="8372"/>
                  </a:cubicBezTo>
                  <a:lnTo>
                    <a:pt x="39228" y="8372"/>
                  </a:lnTo>
                  <a:cubicBezTo>
                    <a:pt x="39128" y="8372"/>
                    <a:pt x="38995" y="8338"/>
                    <a:pt x="38894" y="8338"/>
                  </a:cubicBezTo>
                  <a:lnTo>
                    <a:pt x="38794" y="8338"/>
                  </a:lnTo>
                  <a:cubicBezTo>
                    <a:pt x="38661" y="8338"/>
                    <a:pt x="38528" y="8305"/>
                    <a:pt x="38461" y="8305"/>
                  </a:cubicBezTo>
                  <a:lnTo>
                    <a:pt x="38327" y="8305"/>
                  </a:lnTo>
                  <a:cubicBezTo>
                    <a:pt x="38194" y="8305"/>
                    <a:pt x="38127" y="8238"/>
                    <a:pt x="38027" y="8238"/>
                  </a:cubicBezTo>
                  <a:cubicBezTo>
                    <a:pt x="37994" y="8238"/>
                    <a:pt x="37960" y="8238"/>
                    <a:pt x="37894" y="8205"/>
                  </a:cubicBezTo>
                  <a:cubicBezTo>
                    <a:pt x="37827" y="8172"/>
                    <a:pt x="37694" y="8172"/>
                    <a:pt x="37627" y="8138"/>
                  </a:cubicBezTo>
                  <a:cubicBezTo>
                    <a:pt x="37560" y="8138"/>
                    <a:pt x="37527" y="8138"/>
                    <a:pt x="37493" y="8072"/>
                  </a:cubicBezTo>
                  <a:cubicBezTo>
                    <a:pt x="37393" y="8038"/>
                    <a:pt x="37327" y="8038"/>
                    <a:pt x="37227" y="8005"/>
                  </a:cubicBezTo>
                  <a:cubicBezTo>
                    <a:pt x="37193" y="8005"/>
                    <a:pt x="37160" y="7972"/>
                    <a:pt x="37127" y="7972"/>
                  </a:cubicBezTo>
                  <a:cubicBezTo>
                    <a:pt x="37026" y="7905"/>
                    <a:pt x="36993" y="7905"/>
                    <a:pt x="36893" y="7871"/>
                  </a:cubicBezTo>
                  <a:cubicBezTo>
                    <a:pt x="36860" y="7838"/>
                    <a:pt x="36793" y="7838"/>
                    <a:pt x="36726" y="7805"/>
                  </a:cubicBezTo>
                  <a:cubicBezTo>
                    <a:pt x="36626" y="7738"/>
                    <a:pt x="36526" y="7671"/>
                    <a:pt x="36393" y="7638"/>
                  </a:cubicBezTo>
                  <a:cubicBezTo>
                    <a:pt x="36326" y="7571"/>
                    <a:pt x="36193" y="7505"/>
                    <a:pt x="36059" y="7471"/>
                  </a:cubicBezTo>
                  <a:cubicBezTo>
                    <a:pt x="36026" y="7404"/>
                    <a:pt x="35992" y="7404"/>
                    <a:pt x="35959" y="7371"/>
                  </a:cubicBezTo>
                  <a:cubicBezTo>
                    <a:pt x="35859" y="7338"/>
                    <a:pt x="35826" y="7304"/>
                    <a:pt x="35726" y="7238"/>
                  </a:cubicBezTo>
                  <a:cubicBezTo>
                    <a:pt x="35692" y="7204"/>
                    <a:pt x="35625" y="7171"/>
                    <a:pt x="35525" y="7138"/>
                  </a:cubicBezTo>
                  <a:cubicBezTo>
                    <a:pt x="35492" y="7071"/>
                    <a:pt x="35392" y="7038"/>
                    <a:pt x="35359" y="7004"/>
                  </a:cubicBezTo>
                  <a:cubicBezTo>
                    <a:pt x="35292" y="6971"/>
                    <a:pt x="35192" y="6904"/>
                    <a:pt x="35125" y="6837"/>
                  </a:cubicBezTo>
                  <a:cubicBezTo>
                    <a:pt x="35058" y="6804"/>
                    <a:pt x="35025" y="6737"/>
                    <a:pt x="34958" y="6737"/>
                  </a:cubicBezTo>
                  <a:cubicBezTo>
                    <a:pt x="34858" y="6704"/>
                    <a:pt x="34792" y="6637"/>
                    <a:pt x="34691" y="6571"/>
                  </a:cubicBezTo>
                  <a:cubicBezTo>
                    <a:pt x="34658" y="6537"/>
                    <a:pt x="34625" y="6504"/>
                    <a:pt x="34525" y="6504"/>
                  </a:cubicBezTo>
                  <a:cubicBezTo>
                    <a:pt x="34458" y="6470"/>
                    <a:pt x="34325" y="6370"/>
                    <a:pt x="34224" y="6304"/>
                  </a:cubicBezTo>
                  <a:cubicBezTo>
                    <a:pt x="34191" y="6237"/>
                    <a:pt x="34158" y="6237"/>
                    <a:pt x="34124" y="6204"/>
                  </a:cubicBezTo>
                  <a:cubicBezTo>
                    <a:pt x="33991" y="6137"/>
                    <a:pt x="33891" y="6037"/>
                    <a:pt x="33791" y="6003"/>
                  </a:cubicBezTo>
                  <a:cubicBezTo>
                    <a:pt x="33724" y="5970"/>
                    <a:pt x="33691" y="5970"/>
                    <a:pt x="33657" y="5903"/>
                  </a:cubicBezTo>
                  <a:cubicBezTo>
                    <a:pt x="33524" y="5837"/>
                    <a:pt x="33357" y="5703"/>
                    <a:pt x="33190" y="5637"/>
                  </a:cubicBezTo>
                  <a:cubicBezTo>
                    <a:pt x="29656" y="3207"/>
                    <a:pt x="24987" y="1"/>
                    <a:pt x="22855" y="1"/>
                  </a:cubicBezTo>
                  <a:close/>
                </a:path>
              </a:pathLst>
            </a:cu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6"/>
            <p:cNvSpPr/>
            <p:nvPr/>
          </p:nvSpPr>
          <p:spPr>
            <a:xfrm>
              <a:off x="4493375" y="4040825"/>
              <a:ext cx="443275" cy="304300"/>
            </a:xfrm>
            <a:custGeom>
              <a:avLst/>
              <a:gdLst/>
              <a:ahLst/>
              <a:cxnLst/>
              <a:rect l="l" t="t" r="r" b="b"/>
              <a:pathLst>
                <a:path w="17731" h="12172" extrusionOk="0">
                  <a:moveTo>
                    <a:pt x="8307" y="1"/>
                  </a:moveTo>
                  <a:cubicBezTo>
                    <a:pt x="7339" y="1602"/>
                    <a:pt x="6772" y="2669"/>
                    <a:pt x="6505" y="3170"/>
                  </a:cubicBezTo>
                  <a:cubicBezTo>
                    <a:pt x="5405" y="5171"/>
                    <a:pt x="1" y="9808"/>
                    <a:pt x="1" y="9808"/>
                  </a:cubicBezTo>
                  <a:cubicBezTo>
                    <a:pt x="640" y="11599"/>
                    <a:pt x="2031" y="12171"/>
                    <a:pt x="3472" y="12171"/>
                  </a:cubicBezTo>
                  <a:cubicBezTo>
                    <a:pt x="5036" y="12171"/>
                    <a:pt x="6658" y="11496"/>
                    <a:pt x="7439" y="10975"/>
                  </a:cubicBezTo>
                  <a:cubicBezTo>
                    <a:pt x="8940" y="9975"/>
                    <a:pt x="11909" y="6706"/>
                    <a:pt x="11909" y="6706"/>
                  </a:cubicBezTo>
                  <a:cubicBezTo>
                    <a:pt x="11971" y="6706"/>
                    <a:pt x="17731" y="2763"/>
                    <a:pt x="17214" y="2763"/>
                  </a:cubicBezTo>
                  <a:cubicBezTo>
                    <a:pt x="17175" y="2763"/>
                    <a:pt x="17098" y="2786"/>
                    <a:pt x="16979" y="2836"/>
                  </a:cubicBezTo>
                  <a:lnTo>
                    <a:pt x="16979" y="1"/>
                  </a:lnTo>
                  <a:close/>
                </a:path>
              </a:pathLst>
            </a:custGeom>
            <a:solidFill>
              <a:srgbClr val="D893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6"/>
            <p:cNvSpPr/>
            <p:nvPr/>
          </p:nvSpPr>
          <p:spPr>
            <a:xfrm>
              <a:off x="4660175" y="4040825"/>
              <a:ext cx="440800" cy="335475"/>
            </a:xfrm>
            <a:custGeom>
              <a:avLst/>
              <a:gdLst/>
              <a:ahLst/>
              <a:cxnLst/>
              <a:rect l="l" t="t" r="r" b="b"/>
              <a:pathLst>
                <a:path w="17632" h="13419" extrusionOk="0">
                  <a:moveTo>
                    <a:pt x="9107" y="1"/>
                  </a:moveTo>
                  <a:cubicBezTo>
                    <a:pt x="7639" y="2269"/>
                    <a:pt x="6838" y="3804"/>
                    <a:pt x="6505" y="4437"/>
                  </a:cubicBezTo>
                  <a:cubicBezTo>
                    <a:pt x="5404" y="6439"/>
                    <a:pt x="0" y="11042"/>
                    <a:pt x="0" y="11042"/>
                  </a:cubicBezTo>
                  <a:cubicBezTo>
                    <a:pt x="638" y="12843"/>
                    <a:pt x="2022" y="13418"/>
                    <a:pt x="3457" y="13418"/>
                  </a:cubicBezTo>
                  <a:cubicBezTo>
                    <a:pt x="5026" y="13418"/>
                    <a:pt x="6655" y="12732"/>
                    <a:pt x="7439" y="12210"/>
                  </a:cubicBezTo>
                  <a:cubicBezTo>
                    <a:pt x="8940" y="11209"/>
                    <a:pt x="11909" y="7973"/>
                    <a:pt x="11909" y="7973"/>
                  </a:cubicBezTo>
                  <a:cubicBezTo>
                    <a:pt x="11970" y="7942"/>
                    <a:pt x="17631" y="4018"/>
                    <a:pt x="17216" y="4018"/>
                  </a:cubicBezTo>
                  <a:cubicBezTo>
                    <a:pt x="17181" y="4018"/>
                    <a:pt x="17105" y="4045"/>
                    <a:pt x="16979" y="4104"/>
                  </a:cubicBezTo>
                  <a:lnTo>
                    <a:pt x="16979" y="1"/>
                  </a:lnTo>
                  <a:close/>
                </a:path>
              </a:pathLst>
            </a:custGeom>
            <a:solidFill>
              <a:srgbClr val="D893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6"/>
            <p:cNvSpPr/>
            <p:nvPr/>
          </p:nvSpPr>
          <p:spPr>
            <a:xfrm>
              <a:off x="4850300" y="4040825"/>
              <a:ext cx="369650" cy="398025"/>
            </a:xfrm>
            <a:custGeom>
              <a:avLst/>
              <a:gdLst/>
              <a:ahLst/>
              <a:cxnLst/>
              <a:rect l="l" t="t" r="r" b="b"/>
              <a:pathLst>
                <a:path w="14786" h="15921" extrusionOk="0">
                  <a:moveTo>
                    <a:pt x="9074" y="1"/>
                  </a:moveTo>
                  <a:cubicBezTo>
                    <a:pt x="6872" y="3603"/>
                    <a:pt x="5838" y="6105"/>
                    <a:pt x="5471" y="6939"/>
                  </a:cubicBezTo>
                  <a:cubicBezTo>
                    <a:pt x="4537" y="8941"/>
                    <a:pt x="1" y="13544"/>
                    <a:pt x="1" y="13544"/>
                  </a:cubicBezTo>
                  <a:cubicBezTo>
                    <a:pt x="527" y="15345"/>
                    <a:pt x="1677" y="15920"/>
                    <a:pt x="2874" y="15920"/>
                  </a:cubicBezTo>
                  <a:cubicBezTo>
                    <a:pt x="4181" y="15920"/>
                    <a:pt x="5543" y="15234"/>
                    <a:pt x="6205" y="14711"/>
                  </a:cubicBezTo>
                  <a:cubicBezTo>
                    <a:pt x="7439" y="13711"/>
                    <a:pt x="9908" y="10475"/>
                    <a:pt x="9908" y="10475"/>
                  </a:cubicBezTo>
                  <a:cubicBezTo>
                    <a:pt x="10000" y="10475"/>
                    <a:pt x="14786" y="6526"/>
                    <a:pt x="14405" y="6526"/>
                  </a:cubicBezTo>
                  <a:cubicBezTo>
                    <a:pt x="14375" y="6526"/>
                    <a:pt x="14312" y="6551"/>
                    <a:pt x="14211" y="6606"/>
                  </a:cubicBezTo>
                  <a:lnTo>
                    <a:pt x="14211" y="1"/>
                  </a:lnTo>
                  <a:close/>
                </a:path>
              </a:pathLst>
            </a:custGeom>
            <a:solidFill>
              <a:srgbClr val="D893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6"/>
            <p:cNvSpPr/>
            <p:nvPr/>
          </p:nvSpPr>
          <p:spPr>
            <a:xfrm>
              <a:off x="4239875" y="3769850"/>
              <a:ext cx="2537650" cy="2596000"/>
            </a:xfrm>
            <a:custGeom>
              <a:avLst/>
              <a:gdLst/>
              <a:ahLst/>
              <a:cxnLst/>
              <a:rect l="l" t="t" r="r" b="b"/>
              <a:pathLst>
                <a:path w="101506" h="103840" extrusionOk="0">
                  <a:moveTo>
                    <a:pt x="17649" y="0"/>
                  </a:moveTo>
                  <a:cubicBezTo>
                    <a:pt x="17529" y="0"/>
                    <a:pt x="17416" y="11"/>
                    <a:pt x="17312" y="32"/>
                  </a:cubicBezTo>
                  <a:cubicBezTo>
                    <a:pt x="14777" y="599"/>
                    <a:pt x="9407" y="11974"/>
                    <a:pt x="8273" y="13975"/>
                  </a:cubicBezTo>
                  <a:cubicBezTo>
                    <a:pt x="7205" y="15977"/>
                    <a:pt x="1768" y="20614"/>
                    <a:pt x="1768" y="20614"/>
                  </a:cubicBezTo>
                  <a:cubicBezTo>
                    <a:pt x="2404" y="22393"/>
                    <a:pt x="3781" y="22969"/>
                    <a:pt x="5194" y="22969"/>
                  </a:cubicBezTo>
                  <a:cubicBezTo>
                    <a:pt x="6746" y="22969"/>
                    <a:pt x="8341" y="22273"/>
                    <a:pt x="9040" y="21714"/>
                  </a:cubicBezTo>
                  <a:cubicBezTo>
                    <a:pt x="10508" y="20714"/>
                    <a:pt x="13476" y="17478"/>
                    <a:pt x="13476" y="17478"/>
                  </a:cubicBezTo>
                  <a:cubicBezTo>
                    <a:pt x="15678" y="17278"/>
                    <a:pt x="18647" y="13375"/>
                    <a:pt x="18647" y="13375"/>
                  </a:cubicBezTo>
                  <a:cubicBezTo>
                    <a:pt x="26853" y="17278"/>
                    <a:pt x="28287" y="19680"/>
                    <a:pt x="28420" y="24783"/>
                  </a:cubicBezTo>
                  <a:cubicBezTo>
                    <a:pt x="28487" y="29854"/>
                    <a:pt x="22850" y="34524"/>
                    <a:pt x="22850" y="34524"/>
                  </a:cubicBezTo>
                  <a:cubicBezTo>
                    <a:pt x="21838" y="34054"/>
                    <a:pt x="20689" y="33946"/>
                    <a:pt x="19849" y="33946"/>
                  </a:cubicBezTo>
                  <a:cubicBezTo>
                    <a:pt x="19137" y="33946"/>
                    <a:pt x="18647" y="34023"/>
                    <a:pt x="18647" y="34023"/>
                  </a:cubicBezTo>
                  <a:cubicBezTo>
                    <a:pt x="17218" y="32485"/>
                    <a:pt x="14274" y="32349"/>
                    <a:pt x="13279" y="32349"/>
                  </a:cubicBezTo>
                  <a:cubicBezTo>
                    <a:pt x="13066" y="32349"/>
                    <a:pt x="12943" y="32355"/>
                    <a:pt x="12943" y="32355"/>
                  </a:cubicBezTo>
                  <a:cubicBezTo>
                    <a:pt x="13977" y="28319"/>
                    <a:pt x="12342" y="26818"/>
                    <a:pt x="11342" y="25784"/>
                  </a:cubicBezTo>
                  <a:cubicBezTo>
                    <a:pt x="10458" y="24887"/>
                    <a:pt x="8692" y="24376"/>
                    <a:pt x="6981" y="24376"/>
                  </a:cubicBezTo>
                  <a:cubicBezTo>
                    <a:pt x="4431" y="24376"/>
                    <a:pt x="2004" y="25510"/>
                    <a:pt x="2802" y="28186"/>
                  </a:cubicBezTo>
                  <a:cubicBezTo>
                    <a:pt x="4136" y="32656"/>
                    <a:pt x="0" y="33156"/>
                    <a:pt x="1468" y="36291"/>
                  </a:cubicBezTo>
                  <a:cubicBezTo>
                    <a:pt x="4403" y="42496"/>
                    <a:pt x="6505" y="38493"/>
                    <a:pt x="12342" y="45064"/>
                  </a:cubicBezTo>
                  <a:cubicBezTo>
                    <a:pt x="18180" y="51636"/>
                    <a:pt x="29088" y="55872"/>
                    <a:pt x="33624" y="57306"/>
                  </a:cubicBezTo>
                  <a:cubicBezTo>
                    <a:pt x="38161" y="58707"/>
                    <a:pt x="41797" y="58641"/>
                    <a:pt x="47200" y="66480"/>
                  </a:cubicBezTo>
                  <a:cubicBezTo>
                    <a:pt x="52638" y="74319"/>
                    <a:pt x="62478" y="103840"/>
                    <a:pt x="62478" y="103840"/>
                  </a:cubicBezTo>
                  <a:lnTo>
                    <a:pt x="101506" y="103840"/>
                  </a:lnTo>
                  <a:cubicBezTo>
                    <a:pt x="101506" y="103840"/>
                    <a:pt x="84694" y="78188"/>
                    <a:pt x="77856" y="68481"/>
                  </a:cubicBezTo>
                  <a:cubicBezTo>
                    <a:pt x="70984" y="58741"/>
                    <a:pt x="68015" y="54204"/>
                    <a:pt x="65680" y="50135"/>
                  </a:cubicBezTo>
                  <a:cubicBezTo>
                    <a:pt x="63412" y="46032"/>
                    <a:pt x="60944" y="37192"/>
                    <a:pt x="56974" y="29020"/>
                  </a:cubicBezTo>
                  <a:cubicBezTo>
                    <a:pt x="53005" y="20847"/>
                    <a:pt x="48668" y="13308"/>
                    <a:pt x="46266" y="10340"/>
                  </a:cubicBezTo>
                  <a:cubicBezTo>
                    <a:pt x="43831" y="7337"/>
                    <a:pt x="34458" y="9539"/>
                    <a:pt x="31122" y="7671"/>
                  </a:cubicBezTo>
                  <a:cubicBezTo>
                    <a:pt x="27953" y="5878"/>
                    <a:pt x="20514" y="0"/>
                    <a:pt x="17649" y="0"/>
                  </a:cubicBezTo>
                  <a:close/>
                </a:path>
              </a:pathLst>
            </a:custGeom>
            <a:solidFill>
              <a:srgbClr val="EDB0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6"/>
            <p:cNvSpPr/>
            <p:nvPr/>
          </p:nvSpPr>
          <p:spPr>
            <a:xfrm>
              <a:off x="3911300" y="4223925"/>
              <a:ext cx="1828825" cy="674675"/>
            </a:xfrm>
            <a:custGeom>
              <a:avLst/>
              <a:gdLst/>
              <a:ahLst/>
              <a:cxnLst/>
              <a:rect l="l" t="t" r="r" b="b"/>
              <a:pathLst>
                <a:path w="73153" h="26987" extrusionOk="0">
                  <a:moveTo>
                    <a:pt x="9322" y="1"/>
                  </a:moveTo>
                  <a:cubicBezTo>
                    <a:pt x="9090" y="1"/>
                    <a:pt x="8854" y="164"/>
                    <a:pt x="8740" y="449"/>
                  </a:cubicBezTo>
                  <a:lnTo>
                    <a:pt x="8573" y="983"/>
                  </a:lnTo>
                  <a:lnTo>
                    <a:pt x="4070" y="182"/>
                  </a:lnTo>
                  <a:cubicBezTo>
                    <a:pt x="3741" y="78"/>
                    <a:pt x="3430" y="19"/>
                    <a:pt x="3146" y="19"/>
                  </a:cubicBezTo>
                  <a:cubicBezTo>
                    <a:pt x="2883" y="19"/>
                    <a:pt x="2644" y="70"/>
                    <a:pt x="2435" y="182"/>
                  </a:cubicBezTo>
                  <a:cubicBezTo>
                    <a:pt x="2369" y="216"/>
                    <a:pt x="2235" y="349"/>
                    <a:pt x="2169" y="449"/>
                  </a:cubicBezTo>
                  <a:lnTo>
                    <a:pt x="868" y="216"/>
                  </a:lnTo>
                  <a:cubicBezTo>
                    <a:pt x="768" y="196"/>
                    <a:pt x="671" y="182"/>
                    <a:pt x="581" y="182"/>
                  </a:cubicBezTo>
                  <a:cubicBezTo>
                    <a:pt x="370" y="182"/>
                    <a:pt x="194" y="259"/>
                    <a:pt x="100" y="516"/>
                  </a:cubicBezTo>
                  <a:cubicBezTo>
                    <a:pt x="0" y="883"/>
                    <a:pt x="201" y="1116"/>
                    <a:pt x="534" y="1183"/>
                  </a:cubicBezTo>
                  <a:lnTo>
                    <a:pt x="1702" y="1783"/>
                  </a:lnTo>
                  <a:cubicBezTo>
                    <a:pt x="1735" y="2484"/>
                    <a:pt x="2335" y="2884"/>
                    <a:pt x="3069" y="3151"/>
                  </a:cubicBezTo>
                  <a:lnTo>
                    <a:pt x="7172" y="5219"/>
                  </a:lnTo>
                  <a:lnTo>
                    <a:pt x="7005" y="5786"/>
                  </a:lnTo>
                  <a:cubicBezTo>
                    <a:pt x="6872" y="6120"/>
                    <a:pt x="7039" y="6453"/>
                    <a:pt x="7272" y="6553"/>
                  </a:cubicBezTo>
                  <a:lnTo>
                    <a:pt x="8540" y="6987"/>
                  </a:lnTo>
                  <a:cubicBezTo>
                    <a:pt x="8588" y="7001"/>
                    <a:pt x="8637" y="7007"/>
                    <a:pt x="8686" y="7007"/>
                  </a:cubicBezTo>
                  <a:cubicBezTo>
                    <a:pt x="8877" y="7007"/>
                    <a:pt x="9067" y="6906"/>
                    <a:pt x="9174" y="6720"/>
                  </a:cubicBezTo>
                  <a:lnTo>
                    <a:pt x="36226" y="16494"/>
                  </a:lnTo>
                  <a:cubicBezTo>
                    <a:pt x="36193" y="16828"/>
                    <a:pt x="36360" y="17128"/>
                    <a:pt x="36593" y="17194"/>
                  </a:cubicBezTo>
                  <a:lnTo>
                    <a:pt x="38128" y="17695"/>
                  </a:lnTo>
                  <a:cubicBezTo>
                    <a:pt x="38188" y="17717"/>
                    <a:pt x="38249" y="17728"/>
                    <a:pt x="38311" y="17728"/>
                  </a:cubicBezTo>
                  <a:cubicBezTo>
                    <a:pt x="38523" y="17728"/>
                    <a:pt x="38732" y="17601"/>
                    <a:pt x="38861" y="17395"/>
                  </a:cubicBezTo>
                  <a:lnTo>
                    <a:pt x="63246" y="26201"/>
                  </a:lnTo>
                  <a:cubicBezTo>
                    <a:pt x="63576" y="26318"/>
                    <a:pt x="63917" y="26374"/>
                    <a:pt x="64257" y="26374"/>
                  </a:cubicBezTo>
                  <a:cubicBezTo>
                    <a:pt x="64981" y="26374"/>
                    <a:pt x="65702" y="26121"/>
                    <a:pt x="66314" y="25667"/>
                  </a:cubicBezTo>
                  <a:lnTo>
                    <a:pt x="67282" y="26001"/>
                  </a:lnTo>
                  <a:lnTo>
                    <a:pt x="69717" y="26868"/>
                  </a:lnTo>
                  <a:cubicBezTo>
                    <a:pt x="69933" y="26948"/>
                    <a:pt x="70154" y="26986"/>
                    <a:pt x="70375" y="26986"/>
                  </a:cubicBezTo>
                  <a:cubicBezTo>
                    <a:pt x="71349" y="26986"/>
                    <a:pt x="72311" y="26248"/>
                    <a:pt x="72719" y="25133"/>
                  </a:cubicBezTo>
                  <a:cubicBezTo>
                    <a:pt x="73153" y="23566"/>
                    <a:pt x="72586" y="22131"/>
                    <a:pt x="71385" y="21731"/>
                  </a:cubicBezTo>
                  <a:lnTo>
                    <a:pt x="67949" y="20664"/>
                  </a:lnTo>
                  <a:cubicBezTo>
                    <a:pt x="67949" y="20597"/>
                    <a:pt x="67916" y="20564"/>
                    <a:pt x="67916" y="20530"/>
                  </a:cubicBezTo>
                  <a:cubicBezTo>
                    <a:pt x="67916" y="20497"/>
                    <a:pt x="67849" y="20463"/>
                    <a:pt x="67849" y="20397"/>
                  </a:cubicBezTo>
                  <a:cubicBezTo>
                    <a:pt x="67815" y="20363"/>
                    <a:pt x="67815" y="20263"/>
                    <a:pt x="67782" y="20230"/>
                  </a:cubicBezTo>
                  <a:cubicBezTo>
                    <a:pt x="67782" y="20197"/>
                    <a:pt x="67749" y="20163"/>
                    <a:pt x="67715" y="20130"/>
                  </a:cubicBezTo>
                  <a:cubicBezTo>
                    <a:pt x="67649" y="20063"/>
                    <a:pt x="67649" y="19996"/>
                    <a:pt x="67615" y="19963"/>
                  </a:cubicBezTo>
                  <a:cubicBezTo>
                    <a:pt x="67582" y="19863"/>
                    <a:pt x="67549" y="19796"/>
                    <a:pt x="67449" y="19663"/>
                  </a:cubicBezTo>
                  <a:cubicBezTo>
                    <a:pt x="67415" y="19630"/>
                    <a:pt x="67415" y="19563"/>
                    <a:pt x="67382" y="19529"/>
                  </a:cubicBezTo>
                  <a:cubicBezTo>
                    <a:pt x="67315" y="19496"/>
                    <a:pt x="67282" y="19396"/>
                    <a:pt x="67248" y="19363"/>
                  </a:cubicBezTo>
                  <a:cubicBezTo>
                    <a:pt x="67215" y="19329"/>
                    <a:pt x="67215" y="19296"/>
                    <a:pt x="67148" y="19229"/>
                  </a:cubicBezTo>
                  <a:lnTo>
                    <a:pt x="67048" y="19129"/>
                  </a:lnTo>
                  <a:lnTo>
                    <a:pt x="66948" y="19029"/>
                  </a:lnTo>
                  <a:lnTo>
                    <a:pt x="66815" y="18896"/>
                  </a:lnTo>
                  <a:cubicBezTo>
                    <a:pt x="66781" y="18862"/>
                    <a:pt x="66748" y="18862"/>
                    <a:pt x="66715" y="18829"/>
                  </a:cubicBezTo>
                  <a:cubicBezTo>
                    <a:pt x="66648" y="18796"/>
                    <a:pt x="66581" y="18729"/>
                    <a:pt x="66548" y="18696"/>
                  </a:cubicBezTo>
                  <a:cubicBezTo>
                    <a:pt x="66481" y="18662"/>
                    <a:pt x="66448" y="18662"/>
                    <a:pt x="66414" y="18629"/>
                  </a:cubicBezTo>
                  <a:cubicBezTo>
                    <a:pt x="66314" y="18562"/>
                    <a:pt x="66281" y="18529"/>
                    <a:pt x="66214" y="18529"/>
                  </a:cubicBezTo>
                  <a:cubicBezTo>
                    <a:pt x="66148" y="18529"/>
                    <a:pt x="66114" y="18495"/>
                    <a:pt x="66114" y="18495"/>
                  </a:cubicBezTo>
                  <a:cubicBezTo>
                    <a:pt x="66048" y="18462"/>
                    <a:pt x="65914" y="18395"/>
                    <a:pt x="65781" y="18362"/>
                  </a:cubicBezTo>
                  <a:lnTo>
                    <a:pt x="41063" y="10523"/>
                  </a:lnTo>
                  <a:cubicBezTo>
                    <a:pt x="41063" y="10223"/>
                    <a:pt x="40930" y="9989"/>
                    <a:pt x="40696" y="9889"/>
                  </a:cubicBezTo>
                  <a:lnTo>
                    <a:pt x="39128" y="9389"/>
                  </a:lnTo>
                  <a:cubicBezTo>
                    <a:pt x="39088" y="9377"/>
                    <a:pt x="39045" y="9372"/>
                    <a:pt x="39001" y="9372"/>
                  </a:cubicBezTo>
                  <a:cubicBezTo>
                    <a:pt x="38786" y="9372"/>
                    <a:pt x="38538" y="9501"/>
                    <a:pt x="38428" y="9722"/>
                  </a:cubicBezTo>
                  <a:lnTo>
                    <a:pt x="11042" y="1016"/>
                  </a:lnTo>
                  <a:cubicBezTo>
                    <a:pt x="11075" y="783"/>
                    <a:pt x="10942" y="516"/>
                    <a:pt x="10708" y="449"/>
                  </a:cubicBezTo>
                  <a:lnTo>
                    <a:pt x="9440" y="15"/>
                  </a:lnTo>
                  <a:cubicBezTo>
                    <a:pt x="9402" y="6"/>
                    <a:pt x="9362" y="1"/>
                    <a:pt x="9322"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6"/>
            <p:cNvSpPr/>
            <p:nvPr/>
          </p:nvSpPr>
          <p:spPr>
            <a:xfrm>
              <a:off x="5662550" y="4642100"/>
              <a:ext cx="211000" cy="162750"/>
            </a:xfrm>
            <a:custGeom>
              <a:avLst/>
              <a:gdLst/>
              <a:ahLst/>
              <a:cxnLst/>
              <a:rect l="l" t="t" r="r" b="b"/>
              <a:pathLst>
                <a:path w="8440" h="6510" extrusionOk="0">
                  <a:moveTo>
                    <a:pt x="1268" y="0"/>
                  </a:moveTo>
                  <a:lnTo>
                    <a:pt x="0" y="4937"/>
                  </a:lnTo>
                  <a:lnTo>
                    <a:pt x="5204" y="6438"/>
                  </a:lnTo>
                  <a:cubicBezTo>
                    <a:pt x="5378" y="6487"/>
                    <a:pt x="5553" y="6510"/>
                    <a:pt x="5727" y="6510"/>
                  </a:cubicBezTo>
                  <a:cubicBezTo>
                    <a:pt x="6761" y="6510"/>
                    <a:pt x="7759" y="5698"/>
                    <a:pt x="8073" y="4470"/>
                  </a:cubicBezTo>
                  <a:cubicBezTo>
                    <a:pt x="8440" y="3069"/>
                    <a:pt x="7773" y="1635"/>
                    <a:pt x="6572" y="1335"/>
                  </a:cubicBezTo>
                  <a:lnTo>
                    <a:pt x="1268" y="0"/>
                  </a:lnTo>
                  <a:close/>
                </a:path>
              </a:pathLst>
            </a:custGeom>
            <a:solidFill>
              <a:srgbClr val="7F7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6"/>
            <p:cNvSpPr/>
            <p:nvPr/>
          </p:nvSpPr>
          <p:spPr>
            <a:xfrm>
              <a:off x="5662550" y="4642100"/>
              <a:ext cx="211000" cy="162750"/>
            </a:xfrm>
            <a:custGeom>
              <a:avLst/>
              <a:gdLst/>
              <a:ahLst/>
              <a:cxnLst/>
              <a:rect l="l" t="t" r="r" b="b"/>
              <a:pathLst>
                <a:path w="8440" h="6510" extrusionOk="0">
                  <a:moveTo>
                    <a:pt x="1268" y="0"/>
                  </a:moveTo>
                  <a:lnTo>
                    <a:pt x="0" y="4937"/>
                  </a:lnTo>
                  <a:lnTo>
                    <a:pt x="5204" y="6438"/>
                  </a:lnTo>
                  <a:cubicBezTo>
                    <a:pt x="5378" y="6487"/>
                    <a:pt x="5553" y="6510"/>
                    <a:pt x="5727" y="6510"/>
                  </a:cubicBezTo>
                  <a:cubicBezTo>
                    <a:pt x="6761" y="6510"/>
                    <a:pt x="7759" y="5698"/>
                    <a:pt x="8073" y="4470"/>
                  </a:cubicBezTo>
                  <a:cubicBezTo>
                    <a:pt x="8440" y="3069"/>
                    <a:pt x="7773" y="1635"/>
                    <a:pt x="6572" y="1335"/>
                  </a:cubicBezTo>
                  <a:lnTo>
                    <a:pt x="1268" y="0"/>
                  </a:lnTo>
                  <a:close/>
                </a:path>
              </a:pathLst>
            </a:custGeom>
            <a:solidFill>
              <a:srgbClr val="7F7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6"/>
            <p:cNvSpPr/>
            <p:nvPr/>
          </p:nvSpPr>
          <p:spPr>
            <a:xfrm>
              <a:off x="5662550" y="4642100"/>
              <a:ext cx="211000" cy="162750"/>
            </a:xfrm>
            <a:custGeom>
              <a:avLst/>
              <a:gdLst/>
              <a:ahLst/>
              <a:cxnLst/>
              <a:rect l="l" t="t" r="r" b="b"/>
              <a:pathLst>
                <a:path w="8440" h="6510" extrusionOk="0">
                  <a:moveTo>
                    <a:pt x="1268" y="0"/>
                  </a:moveTo>
                  <a:lnTo>
                    <a:pt x="0" y="4937"/>
                  </a:lnTo>
                  <a:lnTo>
                    <a:pt x="5204" y="6438"/>
                  </a:lnTo>
                  <a:cubicBezTo>
                    <a:pt x="5378" y="6487"/>
                    <a:pt x="5553" y="6510"/>
                    <a:pt x="5727" y="6510"/>
                  </a:cubicBezTo>
                  <a:cubicBezTo>
                    <a:pt x="6761" y="6510"/>
                    <a:pt x="7759" y="5698"/>
                    <a:pt x="8073" y="4470"/>
                  </a:cubicBezTo>
                  <a:cubicBezTo>
                    <a:pt x="8440" y="3069"/>
                    <a:pt x="7773" y="1635"/>
                    <a:pt x="6572" y="1335"/>
                  </a:cubicBezTo>
                  <a:lnTo>
                    <a:pt x="12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6"/>
            <p:cNvSpPr/>
            <p:nvPr/>
          </p:nvSpPr>
          <p:spPr>
            <a:xfrm>
              <a:off x="5660875" y="4642100"/>
              <a:ext cx="111775" cy="141800"/>
            </a:xfrm>
            <a:custGeom>
              <a:avLst/>
              <a:gdLst/>
              <a:ahLst/>
              <a:cxnLst/>
              <a:rect l="l" t="t" r="r" b="b"/>
              <a:pathLst>
                <a:path w="4471" h="5672" extrusionOk="0">
                  <a:moveTo>
                    <a:pt x="1335" y="0"/>
                  </a:moveTo>
                  <a:lnTo>
                    <a:pt x="1" y="4904"/>
                  </a:lnTo>
                  <a:lnTo>
                    <a:pt x="2769" y="5671"/>
                  </a:lnTo>
                  <a:cubicBezTo>
                    <a:pt x="3470" y="5171"/>
                    <a:pt x="3970" y="4404"/>
                    <a:pt x="4237" y="3436"/>
                  </a:cubicBezTo>
                  <a:cubicBezTo>
                    <a:pt x="4471" y="2469"/>
                    <a:pt x="4437" y="1568"/>
                    <a:pt x="4137" y="734"/>
                  </a:cubicBezTo>
                  <a:lnTo>
                    <a:pt x="1335" y="0"/>
                  </a:lnTo>
                  <a:close/>
                </a:path>
              </a:pathLst>
            </a:custGeom>
            <a:solidFill>
              <a:srgbClr val="1606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6"/>
            <p:cNvSpPr/>
            <p:nvPr/>
          </p:nvSpPr>
          <p:spPr>
            <a:xfrm>
              <a:off x="4013025" y="4248625"/>
              <a:ext cx="62575" cy="41575"/>
            </a:xfrm>
            <a:custGeom>
              <a:avLst/>
              <a:gdLst/>
              <a:ahLst/>
              <a:cxnLst/>
              <a:rect l="l" t="t" r="r" b="b"/>
              <a:pathLst>
                <a:path w="2503" h="1663" extrusionOk="0">
                  <a:moveTo>
                    <a:pt x="588" y="1"/>
                  </a:moveTo>
                  <a:cubicBezTo>
                    <a:pt x="363" y="1"/>
                    <a:pt x="184" y="89"/>
                    <a:pt x="134" y="362"/>
                  </a:cubicBezTo>
                  <a:cubicBezTo>
                    <a:pt x="1" y="695"/>
                    <a:pt x="234" y="895"/>
                    <a:pt x="601" y="996"/>
                  </a:cubicBezTo>
                  <a:lnTo>
                    <a:pt x="2136" y="1663"/>
                  </a:lnTo>
                  <a:lnTo>
                    <a:pt x="2503" y="195"/>
                  </a:lnTo>
                  <a:lnTo>
                    <a:pt x="835" y="28"/>
                  </a:lnTo>
                  <a:cubicBezTo>
                    <a:pt x="749" y="11"/>
                    <a:pt x="666" y="1"/>
                    <a:pt x="588" y="1"/>
                  </a:cubicBezTo>
                  <a:close/>
                </a:path>
              </a:pathLst>
            </a:custGeom>
            <a:solidFill>
              <a:srgbClr val="7F7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6"/>
            <p:cNvSpPr/>
            <p:nvPr/>
          </p:nvSpPr>
          <p:spPr>
            <a:xfrm>
              <a:off x="4050575" y="4239150"/>
              <a:ext cx="190975" cy="130275"/>
            </a:xfrm>
            <a:custGeom>
              <a:avLst/>
              <a:gdLst/>
              <a:ahLst/>
              <a:cxnLst/>
              <a:rect l="l" t="t" r="r" b="b"/>
              <a:pathLst>
                <a:path w="7639" h="5211" extrusionOk="0">
                  <a:moveTo>
                    <a:pt x="1741" y="0"/>
                  </a:moveTo>
                  <a:cubicBezTo>
                    <a:pt x="1094" y="0"/>
                    <a:pt x="575" y="283"/>
                    <a:pt x="334" y="1174"/>
                  </a:cubicBezTo>
                  <a:cubicBezTo>
                    <a:pt x="0" y="2375"/>
                    <a:pt x="767" y="2876"/>
                    <a:pt x="1701" y="3176"/>
                  </a:cubicBezTo>
                  <a:lnTo>
                    <a:pt x="6438" y="5211"/>
                  </a:lnTo>
                  <a:lnTo>
                    <a:pt x="7639" y="707"/>
                  </a:lnTo>
                  <a:lnTo>
                    <a:pt x="2535" y="107"/>
                  </a:lnTo>
                  <a:cubicBezTo>
                    <a:pt x="2257" y="42"/>
                    <a:pt x="1990" y="0"/>
                    <a:pt x="1741" y="0"/>
                  </a:cubicBezTo>
                  <a:close/>
                </a:path>
              </a:pathLst>
            </a:custGeom>
            <a:solidFill>
              <a:srgbClr val="3554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6"/>
            <p:cNvSpPr/>
            <p:nvPr/>
          </p:nvSpPr>
          <p:spPr>
            <a:xfrm>
              <a:off x="4058075" y="4239150"/>
              <a:ext cx="183475" cy="81075"/>
            </a:xfrm>
            <a:custGeom>
              <a:avLst/>
              <a:gdLst/>
              <a:ahLst/>
              <a:cxnLst/>
              <a:rect l="l" t="t" r="r" b="b"/>
              <a:pathLst>
                <a:path w="7339" h="3243" extrusionOk="0">
                  <a:moveTo>
                    <a:pt x="1441" y="0"/>
                  </a:moveTo>
                  <a:cubicBezTo>
                    <a:pt x="794" y="0"/>
                    <a:pt x="275" y="283"/>
                    <a:pt x="34" y="1174"/>
                  </a:cubicBezTo>
                  <a:cubicBezTo>
                    <a:pt x="0" y="1241"/>
                    <a:pt x="0" y="1375"/>
                    <a:pt x="0" y="1441"/>
                  </a:cubicBezTo>
                  <a:lnTo>
                    <a:pt x="6672" y="3243"/>
                  </a:lnTo>
                  <a:lnTo>
                    <a:pt x="7339" y="707"/>
                  </a:lnTo>
                  <a:lnTo>
                    <a:pt x="2235" y="107"/>
                  </a:lnTo>
                  <a:cubicBezTo>
                    <a:pt x="1957" y="42"/>
                    <a:pt x="1690" y="0"/>
                    <a:pt x="1441" y="0"/>
                  </a:cubicBezTo>
                  <a:close/>
                </a:path>
              </a:pathLst>
            </a:custGeom>
            <a:solidFill>
              <a:srgbClr val="1606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6"/>
            <p:cNvSpPr/>
            <p:nvPr/>
          </p:nvSpPr>
          <p:spPr>
            <a:xfrm>
              <a:off x="4232350" y="4248475"/>
              <a:ext cx="1523625" cy="551075"/>
            </a:xfrm>
            <a:custGeom>
              <a:avLst/>
              <a:gdLst/>
              <a:ahLst/>
              <a:cxnLst/>
              <a:rect l="l" t="t" r="r" b="b"/>
              <a:pathLst>
                <a:path w="60945" h="22043" extrusionOk="0">
                  <a:moveTo>
                    <a:pt x="1535" y="1"/>
                  </a:moveTo>
                  <a:lnTo>
                    <a:pt x="1" y="5738"/>
                  </a:lnTo>
                  <a:lnTo>
                    <a:pt x="55907" y="21917"/>
                  </a:lnTo>
                  <a:cubicBezTo>
                    <a:pt x="56184" y="22002"/>
                    <a:pt x="56465" y="22043"/>
                    <a:pt x="56744" y="22043"/>
                  </a:cubicBezTo>
                  <a:cubicBezTo>
                    <a:pt x="58315" y="22043"/>
                    <a:pt x="59839" y="20751"/>
                    <a:pt x="60377" y="18881"/>
                  </a:cubicBezTo>
                  <a:cubicBezTo>
                    <a:pt x="60944" y="16679"/>
                    <a:pt x="59910" y="14511"/>
                    <a:pt x="58009" y="14044"/>
                  </a:cubicBezTo>
                  <a:lnTo>
                    <a:pt x="153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6"/>
            <p:cNvSpPr/>
            <p:nvPr/>
          </p:nvSpPr>
          <p:spPr>
            <a:xfrm>
              <a:off x="4258200" y="4248475"/>
              <a:ext cx="1490275" cy="450350"/>
            </a:xfrm>
            <a:custGeom>
              <a:avLst/>
              <a:gdLst/>
              <a:ahLst/>
              <a:cxnLst/>
              <a:rect l="l" t="t" r="r" b="b"/>
              <a:pathLst>
                <a:path w="59611" h="18014" extrusionOk="0">
                  <a:moveTo>
                    <a:pt x="535" y="1"/>
                  </a:moveTo>
                  <a:lnTo>
                    <a:pt x="1" y="2036"/>
                  </a:lnTo>
                  <a:lnTo>
                    <a:pt x="59510" y="18014"/>
                  </a:lnTo>
                  <a:cubicBezTo>
                    <a:pt x="59610" y="16146"/>
                    <a:pt x="58609" y="14411"/>
                    <a:pt x="57042" y="14044"/>
                  </a:cubicBezTo>
                  <a:lnTo>
                    <a:pt x="53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6"/>
            <p:cNvSpPr/>
            <p:nvPr/>
          </p:nvSpPr>
          <p:spPr>
            <a:xfrm>
              <a:off x="5163025" y="4547125"/>
              <a:ext cx="521225" cy="183450"/>
            </a:xfrm>
            <a:custGeom>
              <a:avLst/>
              <a:gdLst/>
              <a:ahLst/>
              <a:cxnLst/>
              <a:rect l="l" t="t" r="r" b="b"/>
              <a:pathLst>
                <a:path w="20849" h="7338" extrusionOk="0">
                  <a:moveTo>
                    <a:pt x="1205" y="1"/>
                  </a:moveTo>
                  <a:cubicBezTo>
                    <a:pt x="717" y="1"/>
                    <a:pt x="309" y="310"/>
                    <a:pt x="167" y="764"/>
                  </a:cubicBezTo>
                  <a:cubicBezTo>
                    <a:pt x="0" y="1298"/>
                    <a:pt x="334" y="1898"/>
                    <a:pt x="868" y="2065"/>
                  </a:cubicBezTo>
                  <a:lnTo>
                    <a:pt x="19081" y="7302"/>
                  </a:lnTo>
                  <a:cubicBezTo>
                    <a:pt x="19172" y="7326"/>
                    <a:pt x="19264" y="7337"/>
                    <a:pt x="19356" y="7337"/>
                  </a:cubicBezTo>
                  <a:cubicBezTo>
                    <a:pt x="19906" y="7337"/>
                    <a:pt x="20449" y="6925"/>
                    <a:pt x="20649" y="6268"/>
                  </a:cubicBezTo>
                  <a:cubicBezTo>
                    <a:pt x="20849" y="5534"/>
                    <a:pt x="20482" y="4767"/>
                    <a:pt x="19848" y="4600"/>
                  </a:cubicBezTo>
                  <a:lnTo>
                    <a:pt x="1468" y="30"/>
                  </a:lnTo>
                  <a:cubicBezTo>
                    <a:pt x="1379" y="10"/>
                    <a:pt x="1291" y="1"/>
                    <a:pt x="12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6"/>
            <p:cNvSpPr/>
            <p:nvPr/>
          </p:nvSpPr>
          <p:spPr>
            <a:xfrm>
              <a:off x="4938700" y="4416625"/>
              <a:ext cx="116775" cy="208525"/>
            </a:xfrm>
            <a:custGeom>
              <a:avLst/>
              <a:gdLst/>
              <a:ahLst/>
              <a:cxnLst/>
              <a:rect l="l" t="t" r="r" b="b"/>
              <a:pathLst>
                <a:path w="4671" h="8341" extrusionOk="0">
                  <a:moveTo>
                    <a:pt x="2520" y="0"/>
                  </a:moveTo>
                  <a:cubicBezTo>
                    <a:pt x="2247" y="0"/>
                    <a:pt x="1956" y="201"/>
                    <a:pt x="1868" y="580"/>
                  </a:cubicBezTo>
                  <a:lnTo>
                    <a:pt x="134" y="7085"/>
                  </a:lnTo>
                  <a:cubicBezTo>
                    <a:pt x="0" y="7452"/>
                    <a:pt x="167" y="7819"/>
                    <a:pt x="501" y="7919"/>
                  </a:cubicBezTo>
                  <a:lnTo>
                    <a:pt x="2035" y="8319"/>
                  </a:lnTo>
                  <a:cubicBezTo>
                    <a:pt x="2078" y="8333"/>
                    <a:pt x="2123" y="8340"/>
                    <a:pt x="2168" y="8340"/>
                  </a:cubicBezTo>
                  <a:cubicBezTo>
                    <a:pt x="2435" y="8340"/>
                    <a:pt x="2717" y="8099"/>
                    <a:pt x="2802" y="7785"/>
                  </a:cubicBezTo>
                  <a:lnTo>
                    <a:pt x="4537" y="1281"/>
                  </a:lnTo>
                  <a:cubicBezTo>
                    <a:pt x="4670" y="914"/>
                    <a:pt x="4504" y="513"/>
                    <a:pt x="4170" y="447"/>
                  </a:cubicBezTo>
                  <a:lnTo>
                    <a:pt x="2636" y="13"/>
                  </a:lnTo>
                  <a:cubicBezTo>
                    <a:pt x="2598" y="5"/>
                    <a:pt x="2559" y="0"/>
                    <a:pt x="2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6"/>
            <p:cNvSpPr/>
            <p:nvPr/>
          </p:nvSpPr>
          <p:spPr>
            <a:xfrm>
              <a:off x="4192325" y="4229200"/>
              <a:ext cx="99275" cy="175900"/>
            </a:xfrm>
            <a:custGeom>
              <a:avLst/>
              <a:gdLst/>
              <a:ahLst/>
              <a:cxnLst/>
              <a:rect l="l" t="t" r="r" b="b"/>
              <a:pathLst>
                <a:path w="3971" h="7036" extrusionOk="0">
                  <a:moveTo>
                    <a:pt x="2177" y="1"/>
                  </a:moveTo>
                  <a:cubicBezTo>
                    <a:pt x="1926" y="1"/>
                    <a:pt x="1661" y="193"/>
                    <a:pt x="1569" y="472"/>
                  </a:cubicBezTo>
                  <a:lnTo>
                    <a:pt x="134" y="5942"/>
                  </a:lnTo>
                  <a:cubicBezTo>
                    <a:pt x="1" y="6276"/>
                    <a:pt x="168" y="6609"/>
                    <a:pt x="468" y="6676"/>
                  </a:cubicBezTo>
                  <a:lnTo>
                    <a:pt x="1702" y="7010"/>
                  </a:lnTo>
                  <a:cubicBezTo>
                    <a:pt x="1749" y="7027"/>
                    <a:pt x="1798" y="7035"/>
                    <a:pt x="1847" y="7035"/>
                  </a:cubicBezTo>
                  <a:cubicBezTo>
                    <a:pt x="2078" y="7035"/>
                    <a:pt x="2314" y="6851"/>
                    <a:pt x="2369" y="6576"/>
                  </a:cubicBezTo>
                  <a:lnTo>
                    <a:pt x="3837" y="1105"/>
                  </a:lnTo>
                  <a:cubicBezTo>
                    <a:pt x="3970" y="772"/>
                    <a:pt x="3803" y="438"/>
                    <a:pt x="3503" y="338"/>
                  </a:cubicBezTo>
                  <a:lnTo>
                    <a:pt x="2236" y="5"/>
                  </a:lnTo>
                  <a:cubicBezTo>
                    <a:pt x="2216" y="2"/>
                    <a:pt x="2197" y="1"/>
                    <a:pt x="21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6"/>
            <p:cNvSpPr/>
            <p:nvPr/>
          </p:nvSpPr>
          <p:spPr>
            <a:xfrm>
              <a:off x="4243200" y="4381575"/>
              <a:ext cx="348600" cy="558250"/>
            </a:xfrm>
            <a:custGeom>
              <a:avLst/>
              <a:gdLst/>
              <a:ahLst/>
              <a:cxnLst/>
              <a:rect l="l" t="t" r="r" b="b"/>
              <a:pathLst>
                <a:path w="13944" h="22330" extrusionOk="0">
                  <a:moveTo>
                    <a:pt x="7030" y="0"/>
                  </a:moveTo>
                  <a:cubicBezTo>
                    <a:pt x="4475" y="0"/>
                    <a:pt x="2021" y="1133"/>
                    <a:pt x="2803" y="3817"/>
                  </a:cubicBezTo>
                  <a:cubicBezTo>
                    <a:pt x="4137" y="8253"/>
                    <a:pt x="1" y="8754"/>
                    <a:pt x="1468" y="11889"/>
                  </a:cubicBezTo>
                  <a:cubicBezTo>
                    <a:pt x="4337" y="18060"/>
                    <a:pt x="6505" y="14091"/>
                    <a:pt x="12343" y="20695"/>
                  </a:cubicBezTo>
                  <a:cubicBezTo>
                    <a:pt x="12843" y="21229"/>
                    <a:pt x="13410" y="21763"/>
                    <a:pt x="13944" y="22330"/>
                  </a:cubicBezTo>
                  <a:lnTo>
                    <a:pt x="13944" y="7986"/>
                  </a:lnTo>
                  <a:cubicBezTo>
                    <a:pt x="13744" y="7964"/>
                    <a:pt x="13566" y="7957"/>
                    <a:pt x="13418" y="7957"/>
                  </a:cubicBezTo>
                  <a:cubicBezTo>
                    <a:pt x="13121" y="7957"/>
                    <a:pt x="12943" y="7986"/>
                    <a:pt x="12943" y="7986"/>
                  </a:cubicBezTo>
                  <a:cubicBezTo>
                    <a:pt x="13944" y="3883"/>
                    <a:pt x="12343" y="2382"/>
                    <a:pt x="11342" y="1382"/>
                  </a:cubicBezTo>
                  <a:cubicBezTo>
                    <a:pt x="10476" y="502"/>
                    <a:pt x="8730" y="0"/>
                    <a:pt x="7030" y="0"/>
                  </a:cubicBezTo>
                  <a:close/>
                </a:path>
              </a:pathLst>
            </a:custGeom>
            <a:solidFill>
              <a:srgbClr val="EDB0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6"/>
            <p:cNvSpPr/>
            <p:nvPr/>
          </p:nvSpPr>
          <p:spPr>
            <a:xfrm>
              <a:off x="4284900" y="3859875"/>
              <a:ext cx="307750" cy="483900"/>
            </a:xfrm>
            <a:custGeom>
              <a:avLst/>
              <a:gdLst/>
              <a:ahLst/>
              <a:cxnLst/>
              <a:rect l="l" t="t" r="r" b="b"/>
              <a:pathLst>
                <a:path w="12310" h="19356" extrusionOk="0">
                  <a:moveTo>
                    <a:pt x="12276" y="0"/>
                  </a:moveTo>
                  <a:cubicBezTo>
                    <a:pt x="9841" y="3670"/>
                    <a:pt x="7239" y="9074"/>
                    <a:pt x="6505" y="10374"/>
                  </a:cubicBezTo>
                  <a:cubicBezTo>
                    <a:pt x="5404" y="12376"/>
                    <a:pt x="0" y="16979"/>
                    <a:pt x="0" y="16979"/>
                  </a:cubicBezTo>
                  <a:cubicBezTo>
                    <a:pt x="638" y="18781"/>
                    <a:pt x="2022" y="19355"/>
                    <a:pt x="3458" y="19355"/>
                  </a:cubicBezTo>
                  <a:cubicBezTo>
                    <a:pt x="5026" y="19355"/>
                    <a:pt x="6655" y="18669"/>
                    <a:pt x="7439" y="18147"/>
                  </a:cubicBezTo>
                  <a:cubicBezTo>
                    <a:pt x="8940" y="17179"/>
                    <a:pt x="11876" y="13910"/>
                    <a:pt x="11876" y="13910"/>
                  </a:cubicBezTo>
                  <a:cubicBezTo>
                    <a:pt x="12009" y="13910"/>
                    <a:pt x="12176" y="13877"/>
                    <a:pt x="12309" y="13844"/>
                  </a:cubicBezTo>
                  <a:lnTo>
                    <a:pt x="12309" y="0"/>
                  </a:lnTo>
                  <a:close/>
                </a:path>
              </a:pathLst>
            </a:custGeom>
            <a:solidFill>
              <a:srgbClr val="EDB0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6"/>
            <p:cNvSpPr/>
            <p:nvPr/>
          </p:nvSpPr>
          <p:spPr>
            <a:xfrm>
              <a:off x="4941200" y="3911575"/>
              <a:ext cx="415600" cy="185050"/>
            </a:xfrm>
            <a:custGeom>
              <a:avLst/>
              <a:gdLst/>
              <a:ahLst/>
              <a:cxnLst/>
              <a:rect l="l" t="t" r="r" b="b"/>
              <a:pathLst>
                <a:path w="16624" h="7402" extrusionOk="0">
                  <a:moveTo>
                    <a:pt x="0" y="1"/>
                  </a:moveTo>
                  <a:cubicBezTo>
                    <a:pt x="67" y="101"/>
                    <a:pt x="3570" y="3069"/>
                    <a:pt x="11609" y="6472"/>
                  </a:cubicBezTo>
                  <a:cubicBezTo>
                    <a:pt x="13205" y="7135"/>
                    <a:pt x="14149" y="7401"/>
                    <a:pt x="14636" y="7401"/>
                  </a:cubicBezTo>
                  <a:cubicBezTo>
                    <a:pt x="16624" y="7401"/>
                    <a:pt x="11008" y="2969"/>
                    <a:pt x="11008" y="2969"/>
                  </a:cubicBezTo>
                  <a:cubicBezTo>
                    <a:pt x="7939" y="2936"/>
                    <a:pt x="4737" y="3003"/>
                    <a:pt x="3103" y="2035"/>
                  </a:cubicBezTo>
                  <a:cubicBezTo>
                    <a:pt x="2335" y="1535"/>
                    <a:pt x="1235" y="834"/>
                    <a:pt x="0"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6"/>
            <p:cNvSpPr/>
            <p:nvPr/>
          </p:nvSpPr>
          <p:spPr>
            <a:xfrm>
              <a:off x="4668500" y="4047500"/>
              <a:ext cx="40900" cy="83425"/>
            </a:xfrm>
            <a:custGeom>
              <a:avLst/>
              <a:gdLst/>
              <a:ahLst/>
              <a:cxnLst/>
              <a:rect l="l" t="t" r="r" b="b"/>
              <a:pathLst>
                <a:path w="1636" h="3337" extrusionOk="0">
                  <a:moveTo>
                    <a:pt x="268" y="1"/>
                  </a:moveTo>
                  <a:cubicBezTo>
                    <a:pt x="268" y="1"/>
                    <a:pt x="1" y="2403"/>
                    <a:pt x="768" y="3336"/>
                  </a:cubicBezTo>
                  <a:lnTo>
                    <a:pt x="1635" y="2336"/>
                  </a:lnTo>
                  <a:cubicBezTo>
                    <a:pt x="1635" y="2336"/>
                    <a:pt x="634" y="1435"/>
                    <a:pt x="2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6"/>
            <p:cNvSpPr/>
            <p:nvPr/>
          </p:nvSpPr>
          <p:spPr>
            <a:xfrm>
              <a:off x="4279900" y="4599550"/>
              <a:ext cx="102600" cy="92600"/>
            </a:xfrm>
            <a:custGeom>
              <a:avLst/>
              <a:gdLst/>
              <a:ahLst/>
              <a:cxnLst/>
              <a:rect l="l" t="t" r="r" b="b"/>
              <a:pathLst>
                <a:path w="4104" h="3704" extrusionOk="0">
                  <a:moveTo>
                    <a:pt x="4014" y="0"/>
                  </a:moveTo>
                  <a:cubicBezTo>
                    <a:pt x="1176" y="0"/>
                    <a:pt x="0" y="3137"/>
                    <a:pt x="0" y="3137"/>
                  </a:cubicBezTo>
                  <a:lnTo>
                    <a:pt x="300" y="3704"/>
                  </a:lnTo>
                  <a:cubicBezTo>
                    <a:pt x="601" y="1803"/>
                    <a:pt x="4103" y="1"/>
                    <a:pt x="4103" y="1"/>
                  </a:cubicBezTo>
                  <a:cubicBezTo>
                    <a:pt x="4073" y="1"/>
                    <a:pt x="4044" y="0"/>
                    <a:pt x="401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6"/>
            <p:cNvSpPr/>
            <p:nvPr/>
          </p:nvSpPr>
          <p:spPr>
            <a:xfrm>
              <a:off x="4305750" y="4393575"/>
              <a:ext cx="76750" cy="115125"/>
            </a:xfrm>
            <a:custGeom>
              <a:avLst/>
              <a:gdLst/>
              <a:ahLst/>
              <a:cxnLst/>
              <a:rect l="l" t="t" r="r" b="b"/>
              <a:pathLst>
                <a:path w="3070" h="4605" extrusionOk="0">
                  <a:moveTo>
                    <a:pt x="1835" y="1"/>
                  </a:moveTo>
                  <a:lnTo>
                    <a:pt x="1835" y="1"/>
                  </a:lnTo>
                  <a:cubicBezTo>
                    <a:pt x="1835" y="1"/>
                    <a:pt x="768" y="335"/>
                    <a:pt x="401" y="1269"/>
                  </a:cubicBezTo>
                  <a:cubicBezTo>
                    <a:pt x="0" y="2236"/>
                    <a:pt x="134" y="2703"/>
                    <a:pt x="334" y="3437"/>
                  </a:cubicBezTo>
                  <a:cubicBezTo>
                    <a:pt x="567" y="4171"/>
                    <a:pt x="567" y="4604"/>
                    <a:pt x="567" y="4604"/>
                  </a:cubicBezTo>
                  <a:cubicBezTo>
                    <a:pt x="567" y="4604"/>
                    <a:pt x="3069" y="4604"/>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6"/>
            <p:cNvSpPr/>
            <p:nvPr/>
          </p:nvSpPr>
          <p:spPr>
            <a:xfrm>
              <a:off x="4284075" y="4208450"/>
              <a:ext cx="85900" cy="76750"/>
            </a:xfrm>
            <a:custGeom>
              <a:avLst/>
              <a:gdLst/>
              <a:ahLst/>
              <a:cxnLst/>
              <a:rect l="l" t="t" r="r" b="b"/>
              <a:pathLst>
                <a:path w="3436" h="3070" extrusionOk="0">
                  <a:moveTo>
                    <a:pt x="3369" y="1"/>
                  </a:moveTo>
                  <a:lnTo>
                    <a:pt x="0" y="3070"/>
                  </a:lnTo>
                  <a:cubicBezTo>
                    <a:pt x="0" y="3070"/>
                    <a:pt x="3436" y="2669"/>
                    <a:pt x="33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6"/>
            <p:cNvSpPr/>
            <p:nvPr/>
          </p:nvSpPr>
          <p:spPr>
            <a:xfrm>
              <a:off x="5419050" y="5257825"/>
              <a:ext cx="838125" cy="461725"/>
            </a:xfrm>
            <a:custGeom>
              <a:avLst/>
              <a:gdLst/>
              <a:ahLst/>
              <a:cxnLst/>
              <a:rect l="l" t="t" r="r" b="b"/>
              <a:pathLst>
                <a:path w="33525" h="18469" extrusionOk="0">
                  <a:moveTo>
                    <a:pt x="29357" y="0"/>
                  </a:moveTo>
                  <a:cubicBezTo>
                    <a:pt x="29137" y="0"/>
                    <a:pt x="28911" y="40"/>
                    <a:pt x="28687" y="122"/>
                  </a:cubicBezTo>
                  <a:lnTo>
                    <a:pt x="2168" y="9829"/>
                  </a:lnTo>
                  <a:cubicBezTo>
                    <a:pt x="734" y="10363"/>
                    <a:pt x="0" y="11998"/>
                    <a:pt x="601" y="13399"/>
                  </a:cubicBezTo>
                  <a:lnTo>
                    <a:pt x="2669" y="18469"/>
                  </a:lnTo>
                  <a:lnTo>
                    <a:pt x="33524" y="5326"/>
                  </a:lnTo>
                  <a:lnTo>
                    <a:pt x="31022" y="990"/>
                  </a:lnTo>
                  <a:cubicBezTo>
                    <a:pt x="30646" y="363"/>
                    <a:pt x="30025" y="0"/>
                    <a:pt x="29357" y="0"/>
                  </a:cubicBezTo>
                  <a:close/>
                </a:path>
              </a:pathLst>
            </a:custGeom>
            <a:solidFill>
              <a:srgbClr val="EFE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6"/>
            <p:cNvSpPr/>
            <p:nvPr/>
          </p:nvSpPr>
          <p:spPr>
            <a:xfrm>
              <a:off x="5439050" y="5332600"/>
              <a:ext cx="1507775" cy="1573650"/>
            </a:xfrm>
            <a:custGeom>
              <a:avLst/>
              <a:gdLst/>
              <a:ahLst/>
              <a:cxnLst/>
              <a:rect l="l" t="t" r="r" b="b"/>
              <a:pathLst>
                <a:path w="60311" h="62946" extrusionOk="0">
                  <a:moveTo>
                    <a:pt x="35693" y="0"/>
                  </a:moveTo>
                  <a:lnTo>
                    <a:pt x="1" y="15711"/>
                  </a:lnTo>
                  <a:lnTo>
                    <a:pt x="11709" y="62945"/>
                  </a:lnTo>
                  <a:lnTo>
                    <a:pt x="60310" y="46267"/>
                  </a:lnTo>
                  <a:lnTo>
                    <a:pt x="356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3" name="Google Shape;1173;p46"/>
          <p:cNvGrpSpPr/>
          <p:nvPr/>
        </p:nvGrpSpPr>
        <p:grpSpPr>
          <a:xfrm>
            <a:off x="7644150" y="1039200"/>
            <a:ext cx="961550" cy="803100"/>
            <a:chOff x="4781075" y="719300"/>
            <a:chExt cx="961550" cy="803100"/>
          </a:xfrm>
        </p:grpSpPr>
        <p:sp>
          <p:nvSpPr>
            <p:cNvPr id="1174" name="Google Shape;1174;p46"/>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6"/>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6"/>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7" name="Google Shape;1177;p46"/>
          <p:cNvSpPr/>
          <p:nvPr/>
        </p:nvSpPr>
        <p:spPr>
          <a:xfrm>
            <a:off x="6115350" y="4690300"/>
            <a:ext cx="1829400" cy="2088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1"/>
        <p:cNvGrpSpPr/>
        <p:nvPr/>
      </p:nvGrpSpPr>
      <p:grpSpPr>
        <a:xfrm>
          <a:off x="0" y="0"/>
          <a:ext cx="0" cy="0"/>
          <a:chOff x="0" y="0"/>
          <a:chExt cx="0" cy="0"/>
        </a:xfrm>
      </p:grpSpPr>
      <p:grpSp>
        <p:nvGrpSpPr>
          <p:cNvPr id="1182" name="Google Shape;1182;p47"/>
          <p:cNvGrpSpPr/>
          <p:nvPr/>
        </p:nvGrpSpPr>
        <p:grpSpPr>
          <a:xfrm>
            <a:off x="5215425" y="1929275"/>
            <a:ext cx="3957474" cy="3010850"/>
            <a:chOff x="-273350" y="1897250"/>
            <a:chExt cx="3957474" cy="3010850"/>
          </a:xfrm>
        </p:grpSpPr>
        <p:sp>
          <p:nvSpPr>
            <p:cNvPr id="1183" name="Google Shape;1183;p47"/>
            <p:cNvSpPr/>
            <p:nvPr/>
          </p:nvSpPr>
          <p:spPr>
            <a:xfrm>
              <a:off x="-273350" y="2528925"/>
              <a:ext cx="3395425" cy="2379175"/>
            </a:xfrm>
            <a:custGeom>
              <a:avLst/>
              <a:gdLst/>
              <a:ahLst/>
              <a:cxnLst/>
              <a:rect l="l" t="t" r="r" b="b"/>
              <a:pathLst>
                <a:path w="135817" h="95167" extrusionOk="0">
                  <a:moveTo>
                    <a:pt x="0" y="95167"/>
                  </a:moveTo>
                  <a:lnTo>
                    <a:pt x="44601" y="47113"/>
                  </a:lnTo>
                  <a:lnTo>
                    <a:pt x="62441" y="61500"/>
                  </a:lnTo>
                  <a:lnTo>
                    <a:pt x="92079" y="21855"/>
                  </a:lnTo>
                  <a:lnTo>
                    <a:pt x="107618" y="34450"/>
                  </a:lnTo>
                  <a:lnTo>
                    <a:pt x="135817" y="0"/>
                  </a:lnTo>
                </a:path>
              </a:pathLst>
            </a:custGeom>
            <a:noFill/>
            <a:ln w="152400" cap="flat" cmpd="sng">
              <a:solidFill>
                <a:schemeClr val="accent3"/>
              </a:solidFill>
              <a:prstDash val="solid"/>
              <a:miter lim="8000"/>
              <a:headEnd type="none" w="med" len="med"/>
              <a:tailEnd type="none" w="med" len="med"/>
            </a:ln>
          </p:spPr>
        </p:sp>
        <p:sp>
          <p:nvSpPr>
            <p:cNvPr id="1184" name="Google Shape;1184;p47"/>
            <p:cNvSpPr/>
            <p:nvPr/>
          </p:nvSpPr>
          <p:spPr>
            <a:xfrm rot="2161912">
              <a:off x="2985964" y="2000776"/>
              <a:ext cx="562020" cy="645548"/>
            </a:xfrm>
            <a:prstGeom prst="triangl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5" name="Google Shape;1185;p47"/>
          <p:cNvSpPr/>
          <p:nvPr/>
        </p:nvSpPr>
        <p:spPr>
          <a:xfrm>
            <a:off x="6944463" y="4568875"/>
            <a:ext cx="1829400" cy="2274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7"/>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ARE THE CONSEQUENCES OF THE GAP?</a:t>
            </a:r>
            <a:endParaRPr>
              <a:solidFill>
                <a:schemeClr val="accent3"/>
              </a:solidFill>
            </a:endParaRPr>
          </a:p>
        </p:txBody>
      </p:sp>
      <p:sp>
        <p:nvSpPr>
          <p:cNvPr id="1187" name="Google Shape;1187;p47"/>
          <p:cNvSpPr txBox="1">
            <a:spLocks noGrp="1"/>
          </p:cNvSpPr>
          <p:nvPr>
            <p:ph type="subTitle" idx="3"/>
          </p:nvPr>
        </p:nvSpPr>
        <p:spPr>
          <a:xfrm>
            <a:off x="2256038" y="1557100"/>
            <a:ext cx="3487800" cy="438900"/>
          </a:xfrm>
          <a:prstGeom prst="rect">
            <a:avLst/>
          </a:prstGeom>
        </p:spPr>
        <p:txBody>
          <a:bodyPr spcFirstLastPara="1" wrap="square" lIns="91425" tIns="91425" rIns="91425" bIns="91425" anchor="b" anchorCtr="0">
            <a:noAutofit/>
          </a:bodyPr>
          <a:lstStyle/>
          <a:p>
            <a:pPr marL="0" lvl="0" indent="0" algn="r" rtl="0">
              <a:spcBef>
                <a:spcPts val="0"/>
              </a:spcBef>
              <a:spcAft>
                <a:spcPts val="1200"/>
              </a:spcAft>
              <a:buNone/>
            </a:pPr>
            <a:r>
              <a:rPr lang="en"/>
              <a:t>COMPANY MISSION 01</a:t>
            </a:r>
            <a:endParaRPr/>
          </a:p>
        </p:txBody>
      </p:sp>
      <p:sp>
        <p:nvSpPr>
          <p:cNvPr id="1188" name="Google Shape;1188;p47"/>
          <p:cNvSpPr txBox="1">
            <a:spLocks noGrp="1"/>
          </p:cNvSpPr>
          <p:nvPr>
            <p:ph type="subTitle" idx="4"/>
          </p:nvPr>
        </p:nvSpPr>
        <p:spPr>
          <a:xfrm>
            <a:off x="742550" y="3081150"/>
            <a:ext cx="3487800" cy="438900"/>
          </a:xfrm>
          <a:prstGeom prst="rect">
            <a:avLst/>
          </a:prstGeom>
        </p:spPr>
        <p:txBody>
          <a:bodyPr spcFirstLastPara="1" wrap="square" lIns="91425" tIns="91425" rIns="91425" bIns="91425" anchor="b" anchorCtr="0">
            <a:noAutofit/>
          </a:bodyPr>
          <a:lstStyle/>
          <a:p>
            <a:pPr marL="0" lvl="0" indent="0" algn="r" rtl="0">
              <a:spcBef>
                <a:spcPts val="0"/>
              </a:spcBef>
              <a:spcAft>
                <a:spcPts val="1200"/>
              </a:spcAft>
              <a:buNone/>
            </a:pPr>
            <a:r>
              <a:rPr lang="en"/>
              <a:t>COMPANY MISSION 02</a:t>
            </a:r>
            <a:endParaRPr/>
          </a:p>
        </p:txBody>
      </p:sp>
      <p:sp>
        <p:nvSpPr>
          <p:cNvPr id="1189" name="Google Shape;1189;p47"/>
          <p:cNvSpPr txBox="1">
            <a:spLocks noGrp="1"/>
          </p:cNvSpPr>
          <p:nvPr>
            <p:ph type="subTitle" idx="1"/>
          </p:nvPr>
        </p:nvSpPr>
        <p:spPr>
          <a:xfrm>
            <a:off x="2256037" y="1929275"/>
            <a:ext cx="3487800" cy="709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Mercury is the closest planet to the Sun and the smallest one in the Solar System—it’s only a bit larger than the Moon</a:t>
            </a:r>
            <a:endParaRPr/>
          </a:p>
        </p:txBody>
      </p:sp>
      <p:sp>
        <p:nvSpPr>
          <p:cNvPr id="1190" name="Google Shape;1190;p47"/>
          <p:cNvSpPr txBox="1">
            <a:spLocks noGrp="1"/>
          </p:cNvSpPr>
          <p:nvPr>
            <p:ph type="subTitle" idx="2"/>
          </p:nvPr>
        </p:nvSpPr>
        <p:spPr>
          <a:xfrm>
            <a:off x="742554" y="3453325"/>
            <a:ext cx="3487800" cy="709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Venus has a beautiful name and is the second planet from the Sun. It’s terribly hot even hotter than Mercury</a:t>
            </a:r>
            <a:endParaRPr/>
          </a:p>
        </p:txBody>
      </p:sp>
      <p:sp>
        <p:nvSpPr>
          <p:cNvPr id="1191" name="Google Shape;1191;p47"/>
          <p:cNvSpPr/>
          <p:nvPr/>
        </p:nvSpPr>
        <p:spPr>
          <a:xfrm>
            <a:off x="4566937" y="3180175"/>
            <a:ext cx="948900" cy="948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7"/>
          <p:cNvSpPr/>
          <p:nvPr/>
        </p:nvSpPr>
        <p:spPr>
          <a:xfrm>
            <a:off x="6129493" y="1622850"/>
            <a:ext cx="948900" cy="948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3" name="Google Shape;1193;p47"/>
          <p:cNvGrpSpPr/>
          <p:nvPr/>
        </p:nvGrpSpPr>
        <p:grpSpPr>
          <a:xfrm>
            <a:off x="4858189" y="3470977"/>
            <a:ext cx="366364" cy="367290"/>
            <a:chOff x="-61354875" y="4101525"/>
            <a:chExt cx="316650" cy="317450"/>
          </a:xfrm>
        </p:grpSpPr>
        <p:sp>
          <p:nvSpPr>
            <p:cNvPr id="1194" name="Google Shape;1194;p47"/>
            <p:cNvSpPr/>
            <p:nvPr/>
          </p:nvSpPr>
          <p:spPr>
            <a:xfrm>
              <a:off x="-61172925" y="4240150"/>
              <a:ext cx="62225" cy="145750"/>
            </a:xfrm>
            <a:custGeom>
              <a:avLst/>
              <a:gdLst/>
              <a:ahLst/>
              <a:cxnLst/>
              <a:rect l="l" t="t" r="r" b="b"/>
              <a:pathLst>
                <a:path w="2489" h="5830" extrusionOk="0">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7"/>
            <p:cNvSpPr/>
            <p:nvPr/>
          </p:nvSpPr>
          <p:spPr>
            <a:xfrm>
              <a:off x="-61354875" y="4101525"/>
              <a:ext cx="316650" cy="317450"/>
            </a:xfrm>
            <a:custGeom>
              <a:avLst/>
              <a:gdLst/>
              <a:ahLst/>
              <a:cxnLst/>
              <a:rect l="l" t="t" r="r" b="b"/>
              <a:pathLst>
                <a:path w="12666" h="12698" extrusionOk="0">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6" name="Google Shape;1196;p47"/>
          <p:cNvGrpSpPr/>
          <p:nvPr/>
        </p:nvGrpSpPr>
        <p:grpSpPr>
          <a:xfrm>
            <a:off x="6421212" y="1876633"/>
            <a:ext cx="365467" cy="368389"/>
            <a:chOff x="-62516625" y="3743175"/>
            <a:chExt cx="315875" cy="318400"/>
          </a:xfrm>
        </p:grpSpPr>
        <p:sp>
          <p:nvSpPr>
            <p:cNvPr id="1197" name="Google Shape;1197;p47"/>
            <p:cNvSpPr/>
            <p:nvPr/>
          </p:nvSpPr>
          <p:spPr>
            <a:xfrm>
              <a:off x="-62334675" y="3884950"/>
              <a:ext cx="62250" cy="145725"/>
            </a:xfrm>
            <a:custGeom>
              <a:avLst/>
              <a:gdLst/>
              <a:ahLst/>
              <a:cxnLst/>
              <a:rect l="l" t="t" r="r" b="b"/>
              <a:pathLst>
                <a:path w="2490" h="5829" extrusionOk="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7"/>
            <p:cNvSpPr/>
            <p:nvPr/>
          </p:nvSpPr>
          <p:spPr>
            <a:xfrm>
              <a:off x="-62516625" y="3743175"/>
              <a:ext cx="315875" cy="318400"/>
            </a:xfrm>
            <a:custGeom>
              <a:avLst/>
              <a:gdLst/>
              <a:ahLst/>
              <a:cxnLst/>
              <a:rect l="l" t="t" r="r" b="b"/>
              <a:pathLst>
                <a:path w="12635" h="12736" extrusionOk="0">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9" name="Google Shape;1199;p47"/>
          <p:cNvGrpSpPr/>
          <p:nvPr/>
        </p:nvGrpSpPr>
        <p:grpSpPr>
          <a:xfrm>
            <a:off x="7262439" y="3975765"/>
            <a:ext cx="1193472" cy="716633"/>
            <a:chOff x="501325" y="4100602"/>
            <a:chExt cx="1775471" cy="1066101"/>
          </a:xfrm>
        </p:grpSpPr>
        <p:sp>
          <p:nvSpPr>
            <p:cNvPr id="1200" name="Google Shape;1200;p47"/>
            <p:cNvSpPr/>
            <p:nvPr/>
          </p:nvSpPr>
          <p:spPr>
            <a:xfrm>
              <a:off x="547489" y="5008751"/>
              <a:ext cx="677290" cy="157952"/>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7"/>
            <p:cNvSpPr/>
            <p:nvPr/>
          </p:nvSpPr>
          <p:spPr>
            <a:xfrm>
              <a:off x="605049"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7"/>
            <p:cNvSpPr/>
            <p:nvPr/>
          </p:nvSpPr>
          <p:spPr>
            <a:xfrm>
              <a:off x="694046"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7"/>
            <p:cNvSpPr/>
            <p:nvPr/>
          </p:nvSpPr>
          <p:spPr>
            <a:xfrm>
              <a:off x="783063"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7"/>
            <p:cNvSpPr/>
            <p:nvPr/>
          </p:nvSpPr>
          <p:spPr>
            <a:xfrm>
              <a:off x="871398" y="50227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7"/>
            <p:cNvSpPr/>
            <p:nvPr/>
          </p:nvSpPr>
          <p:spPr>
            <a:xfrm>
              <a:off x="960416" y="50227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7"/>
            <p:cNvSpPr/>
            <p:nvPr/>
          </p:nvSpPr>
          <p:spPr>
            <a:xfrm>
              <a:off x="1050075" y="5022795"/>
              <a:ext cx="28810" cy="129182"/>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7"/>
            <p:cNvSpPr/>
            <p:nvPr/>
          </p:nvSpPr>
          <p:spPr>
            <a:xfrm>
              <a:off x="1138430" y="50227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7"/>
            <p:cNvSpPr/>
            <p:nvPr/>
          </p:nvSpPr>
          <p:spPr>
            <a:xfrm>
              <a:off x="577603" y="5022795"/>
              <a:ext cx="187404" cy="128520"/>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7"/>
            <p:cNvSpPr/>
            <p:nvPr/>
          </p:nvSpPr>
          <p:spPr>
            <a:xfrm>
              <a:off x="547489" y="5008751"/>
              <a:ext cx="677290" cy="14064"/>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7"/>
            <p:cNvSpPr/>
            <p:nvPr/>
          </p:nvSpPr>
          <p:spPr>
            <a:xfrm>
              <a:off x="501325" y="4849475"/>
              <a:ext cx="676608" cy="157952"/>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7"/>
            <p:cNvSpPr/>
            <p:nvPr/>
          </p:nvSpPr>
          <p:spPr>
            <a:xfrm>
              <a:off x="558203" y="4863519"/>
              <a:ext cx="28790" cy="129844"/>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7"/>
            <p:cNvSpPr/>
            <p:nvPr/>
          </p:nvSpPr>
          <p:spPr>
            <a:xfrm>
              <a:off x="646538"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7"/>
            <p:cNvSpPr/>
            <p:nvPr/>
          </p:nvSpPr>
          <p:spPr>
            <a:xfrm>
              <a:off x="736217" y="48635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7"/>
            <p:cNvSpPr/>
            <p:nvPr/>
          </p:nvSpPr>
          <p:spPr>
            <a:xfrm>
              <a:off x="824552"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7"/>
            <p:cNvSpPr/>
            <p:nvPr/>
          </p:nvSpPr>
          <p:spPr>
            <a:xfrm>
              <a:off x="913570"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7"/>
            <p:cNvSpPr/>
            <p:nvPr/>
          </p:nvSpPr>
          <p:spPr>
            <a:xfrm>
              <a:off x="1001905"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7"/>
            <p:cNvSpPr/>
            <p:nvPr/>
          </p:nvSpPr>
          <p:spPr>
            <a:xfrm>
              <a:off x="1091584"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7"/>
            <p:cNvSpPr/>
            <p:nvPr/>
          </p:nvSpPr>
          <p:spPr>
            <a:xfrm>
              <a:off x="531439" y="4863519"/>
              <a:ext cx="187404" cy="129182"/>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7"/>
            <p:cNvSpPr/>
            <p:nvPr/>
          </p:nvSpPr>
          <p:spPr>
            <a:xfrm>
              <a:off x="501325" y="4849475"/>
              <a:ext cx="676608" cy="14064"/>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7"/>
            <p:cNvSpPr/>
            <p:nvPr/>
          </p:nvSpPr>
          <p:spPr>
            <a:xfrm>
              <a:off x="1574749" y="5008751"/>
              <a:ext cx="677290" cy="157952"/>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7"/>
            <p:cNvSpPr/>
            <p:nvPr/>
          </p:nvSpPr>
          <p:spPr>
            <a:xfrm>
              <a:off x="1631647"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7"/>
            <p:cNvSpPr/>
            <p:nvPr/>
          </p:nvSpPr>
          <p:spPr>
            <a:xfrm>
              <a:off x="1720644"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7"/>
            <p:cNvSpPr/>
            <p:nvPr/>
          </p:nvSpPr>
          <p:spPr>
            <a:xfrm>
              <a:off x="1810323" y="50227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7"/>
            <p:cNvSpPr/>
            <p:nvPr/>
          </p:nvSpPr>
          <p:spPr>
            <a:xfrm>
              <a:off x="1898659"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p:cNvSpPr/>
            <p:nvPr/>
          </p:nvSpPr>
          <p:spPr>
            <a:xfrm>
              <a:off x="1987676"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p:cNvSpPr/>
            <p:nvPr/>
          </p:nvSpPr>
          <p:spPr>
            <a:xfrm>
              <a:off x="2076011"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p:cNvSpPr/>
            <p:nvPr/>
          </p:nvSpPr>
          <p:spPr>
            <a:xfrm>
              <a:off x="2165690"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p:cNvSpPr/>
            <p:nvPr/>
          </p:nvSpPr>
          <p:spPr>
            <a:xfrm>
              <a:off x="1605545" y="5022795"/>
              <a:ext cx="187404" cy="128520"/>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p:cNvSpPr/>
            <p:nvPr/>
          </p:nvSpPr>
          <p:spPr>
            <a:xfrm>
              <a:off x="1605545" y="5022795"/>
              <a:ext cx="187404" cy="128520"/>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7"/>
            <p:cNvSpPr/>
            <p:nvPr/>
          </p:nvSpPr>
          <p:spPr>
            <a:xfrm>
              <a:off x="1574749" y="5008751"/>
              <a:ext cx="677290" cy="14064"/>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7"/>
            <p:cNvSpPr/>
            <p:nvPr/>
          </p:nvSpPr>
          <p:spPr>
            <a:xfrm>
              <a:off x="1308400" y="4850137"/>
              <a:ext cx="676608" cy="158634"/>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47"/>
            <p:cNvSpPr/>
            <p:nvPr/>
          </p:nvSpPr>
          <p:spPr>
            <a:xfrm>
              <a:off x="1365297"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47"/>
            <p:cNvSpPr/>
            <p:nvPr/>
          </p:nvSpPr>
          <p:spPr>
            <a:xfrm>
              <a:off x="1454294"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7"/>
            <p:cNvSpPr/>
            <p:nvPr/>
          </p:nvSpPr>
          <p:spPr>
            <a:xfrm>
              <a:off x="1543312"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7"/>
            <p:cNvSpPr/>
            <p:nvPr/>
          </p:nvSpPr>
          <p:spPr>
            <a:xfrm>
              <a:off x="1631647" y="48635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7"/>
            <p:cNvSpPr/>
            <p:nvPr/>
          </p:nvSpPr>
          <p:spPr>
            <a:xfrm>
              <a:off x="1720644" y="48635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7"/>
            <p:cNvSpPr/>
            <p:nvPr/>
          </p:nvSpPr>
          <p:spPr>
            <a:xfrm>
              <a:off x="1810323"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7"/>
            <p:cNvSpPr/>
            <p:nvPr/>
          </p:nvSpPr>
          <p:spPr>
            <a:xfrm>
              <a:off x="1898659" y="48635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7"/>
            <p:cNvSpPr/>
            <p:nvPr/>
          </p:nvSpPr>
          <p:spPr>
            <a:xfrm>
              <a:off x="1338514" y="4863519"/>
              <a:ext cx="187404" cy="129182"/>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7"/>
            <p:cNvSpPr/>
            <p:nvPr/>
          </p:nvSpPr>
          <p:spPr>
            <a:xfrm>
              <a:off x="1308400" y="4849475"/>
              <a:ext cx="676608" cy="14064"/>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7"/>
            <p:cNvSpPr/>
            <p:nvPr/>
          </p:nvSpPr>
          <p:spPr>
            <a:xfrm>
              <a:off x="1599527" y="4693529"/>
              <a:ext cx="677270" cy="158634"/>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7"/>
            <p:cNvSpPr/>
            <p:nvPr/>
          </p:nvSpPr>
          <p:spPr>
            <a:xfrm>
              <a:off x="1657066" y="4707593"/>
              <a:ext cx="29472" cy="129182"/>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7"/>
            <p:cNvSpPr/>
            <p:nvPr/>
          </p:nvSpPr>
          <p:spPr>
            <a:xfrm>
              <a:off x="1746083" y="4707593"/>
              <a:ext cx="28790" cy="129182"/>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7"/>
            <p:cNvSpPr/>
            <p:nvPr/>
          </p:nvSpPr>
          <p:spPr>
            <a:xfrm>
              <a:off x="1923436" y="4707593"/>
              <a:ext cx="28790" cy="129182"/>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7"/>
            <p:cNvSpPr/>
            <p:nvPr/>
          </p:nvSpPr>
          <p:spPr>
            <a:xfrm>
              <a:off x="2012433" y="4707593"/>
              <a:ext cx="29472" cy="129182"/>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7"/>
            <p:cNvSpPr/>
            <p:nvPr/>
          </p:nvSpPr>
          <p:spPr>
            <a:xfrm>
              <a:off x="2101450" y="47075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7"/>
            <p:cNvSpPr/>
            <p:nvPr/>
          </p:nvSpPr>
          <p:spPr>
            <a:xfrm>
              <a:off x="2189785" y="47075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7"/>
            <p:cNvSpPr/>
            <p:nvPr/>
          </p:nvSpPr>
          <p:spPr>
            <a:xfrm>
              <a:off x="1629640" y="4707593"/>
              <a:ext cx="187404" cy="128520"/>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7"/>
            <p:cNvSpPr/>
            <p:nvPr/>
          </p:nvSpPr>
          <p:spPr>
            <a:xfrm>
              <a:off x="1629640" y="4707593"/>
              <a:ext cx="187404" cy="128520"/>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7"/>
            <p:cNvSpPr/>
            <p:nvPr/>
          </p:nvSpPr>
          <p:spPr>
            <a:xfrm>
              <a:off x="1599527" y="4692867"/>
              <a:ext cx="677270" cy="14746"/>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7"/>
            <p:cNvSpPr/>
            <p:nvPr/>
          </p:nvSpPr>
          <p:spPr>
            <a:xfrm>
              <a:off x="1652391" y="4119340"/>
              <a:ext cx="577559" cy="560426"/>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7"/>
            <p:cNvSpPr/>
            <p:nvPr/>
          </p:nvSpPr>
          <p:spPr>
            <a:xfrm>
              <a:off x="1639010" y="4100602"/>
              <a:ext cx="598966" cy="598986"/>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7"/>
            <p:cNvSpPr/>
            <p:nvPr/>
          </p:nvSpPr>
          <p:spPr>
            <a:xfrm>
              <a:off x="1645690" y="4112419"/>
              <a:ext cx="592285" cy="575794"/>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7"/>
            <p:cNvSpPr/>
            <p:nvPr/>
          </p:nvSpPr>
          <p:spPr>
            <a:xfrm>
              <a:off x="1836425" y="4242484"/>
              <a:ext cx="212843" cy="344674"/>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7"/>
            <p:cNvSpPr/>
            <p:nvPr/>
          </p:nvSpPr>
          <p:spPr>
            <a:xfrm>
              <a:off x="1689206" y="4155272"/>
              <a:ext cx="423640" cy="422516"/>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6" name="Google Shape;1256;p47"/>
          <p:cNvGrpSpPr/>
          <p:nvPr/>
        </p:nvGrpSpPr>
        <p:grpSpPr>
          <a:xfrm>
            <a:off x="486425" y="1441925"/>
            <a:ext cx="961550" cy="803100"/>
            <a:chOff x="1428800" y="3101325"/>
            <a:chExt cx="961550" cy="803100"/>
          </a:xfrm>
        </p:grpSpPr>
        <p:sp>
          <p:nvSpPr>
            <p:cNvPr id="1257" name="Google Shape;1257;p47"/>
            <p:cNvSpPr/>
            <p:nvPr/>
          </p:nvSpPr>
          <p:spPr>
            <a:xfrm>
              <a:off x="1428800" y="3204725"/>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7"/>
            <p:cNvSpPr/>
            <p:nvPr/>
          </p:nvSpPr>
          <p:spPr>
            <a:xfrm>
              <a:off x="1953350" y="3101325"/>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7"/>
            <p:cNvSpPr/>
            <p:nvPr/>
          </p:nvSpPr>
          <p:spPr>
            <a:xfrm>
              <a:off x="1952525" y="3466575"/>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3"/>
        <p:cNvGrpSpPr/>
        <p:nvPr/>
      </p:nvGrpSpPr>
      <p:grpSpPr>
        <a:xfrm>
          <a:off x="0" y="0"/>
          <a:ext cx="0" cy="0"/>
          <a:chOff x="0" y="0"/>
          <a:chExt cx="0" cy="0"/>
        </a:xfrm>
      </p:grpSpPr>
      <p:grpSp>
        <p:nvGrpSpPr>
          <p:cNvPr id="1264" name="Google Shape;1264;p48"/>
          <p:cNvGrpSpPr/>
          <p:nvPr/>
        </p:nvGrpSpPr>
        <p:grpSpPr>
          <a:xfrm>
            <a:off x="4799558" y="1091908"/>
            <a:ext cx="4046392" cy="2160105"/>
            <a:chOff x="212370" y="1668445"/>
            <a:chExt cx="4288249" cy="2289217"/>
          </a:xfrm>
        </p:grpSpPr>
        <p:sp>
          <p:nvSpPr>
            <p:cNvPr id="1265" name="Google Shape;1265;p48"/>
            <p:cNvSpPr/>
            <p:nvPr/>
          </p:nvSpPr>
          <p:spPr>
            <a:xfrm>
              <a:off x="920339" y="1997402"/>
              <a:ext cx="3091965" cy="1890809"/>
            </a:xfrm>
            <a:custGeom>
              <a:avLst/>
              <a:gdLst/>
              <a:ahLst/>
              <a:cxnLst/>
              <a:rect l="l" t="t" r="r" b="b"/>
              <a:pathLst>
                <a:path w="174564" h="106750" extrusionOk="0">
                  <a:moveTo>
                    <a:pt x="3739" y="0"/>
                  </a:moveTo>
                  <a:cubicBezTo>
                    <a:pt x="1672" y="0"/>
                    <a:pt x="1" y="1703"/>
                    <a:pt x="1" y="3770"/>
                  </a:cubicBezTo>
                  <a:lnTo>
                    <a:pt x="1" y="102981"/>
                  </a:lnTo>
                  <a:cubicBezTo>
                    <a:pt x="1" y="105078"/>
                    <a:pt x="1672" y="106750"/>
                    <a:pt x="3739" y="106750"/>
                  </a:cubicBezTo>
                  <a:lnTo>
                    <a:pt x="170825" y="106750"/>
                  </a:lnTo>
                  <a:cubicBezTo>
                    <a:pt x="172861" y="106750"/>
                    <a:pt x="174563" y="105078"/>
                    <a:pt x="174563" y="102981"/>
                  </a:cubicBezTo>
                  <a:lnTo>
                    <a:pt x="174563" y="3770"/>
                  </a:lnTo>
                  <a:cubicBezTo>
                    <a:pt x="174563" y="1703"/>
                    <a:pt x="172891" y="0"/>
                    <a:pt x="1708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8"/>
            <p:cNvSpPr/>
            <p:nvPr/>
          </p:nvSpPr>
          <p:spPr>
            <a:xfrm>
              <a:off x="1065174" y="2144380"/>
              <a:ext cx="2801214" cy="1596853"/>
            </a:xfrm>
            <a:custGeom>
              <a:avLst/>
              <a:gdLst/>
              <a:ahLst/>
              <a:cxnLst/>
              <a:rect l="l" t="t" r="r" b="b"/>
              <a:pathLst>
                <a:path w="158149" h="90154" extrusionOk="0">
                  <a:moveTo>
                    <a:pt x="0" y="0"/>
                  </a:moveTo>
                  <a:lnTo>
                    <a:pt x="0" y="90154"/>
                  </a:lnTo>
                  <a:lnTo>
                    <a:pt x="158149" y="90154"/>
                  </a:lnTo>
                  <a:lnTo>
                    <a:pt x="1581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8"/>
            <p:cNvSpPr/>
            <p:nvPr/>
          </p:nvSpPr>
          <p:spPr>
            <a:xfrm>
              <a:off x="2377741" y="2055552"/>
              <a:ext cx="144304" cy="26923"/>
            </a:xfrm>
            <a:custGeom>
              <a:avLst/>
              <a:gdLst/>
              <a:ahLst/>
              <a:cxnLst/>
              <a:rect l="l" t="t" r="r" b="b"/>
              <a:pathLst>
                <a:path w="8147" h="1520" extrusionOk="0">
                  <a:moveTo>
                    <a:pt x="7326" y="395"/>
                  </a:moveTo>
                  <a:cubicBezTo>
                    <a:pt x="7539" y="395"/>
                    <a:pt x="7721" y="547"/>
                    <a:pt x="7721" y="760"/>
                  </a:cubicBezTo>
                  <a:cubicBezTo>
                    <a:pt x="7721" y="942"/>
                    <a:pt x="7569" y="1155"/>
                    <a:pt x="7326" y="1155"/>
                  </a:cubicBezTo>
                  <a:lnTo>
                    <a:pt x="730" y="1155"/>
                  </a:lnTo>
                  <a:cubicBezTo>
                    <a:pt x="548" y="1155"/>
                    <a:pt x="335" y="1003"/>
                    <a:pt x="335" y="760"/>
                  </a:cubicBezTo>
                  <a:cubicBezTo>
                    <a:pt x="335" y="578"/>
                    <a:pt x="487" y="395"/>
                    <a:pt x="730" y="395"/>
                  </a:cubicBezTo>
                  <a:close/>
                  <a:moveTo>
                    <a:pt x="761" y="0"/>
                  </a:moveTo>
                  <a:cubicBezTo>
                    <a:pt x="335" y="0"/>
                    <a:pt x="1" y="335"/>
                    <a:pt x="1" y="760"/>
                  </a:cubicBezTo>
                  <a:cubicBezTo>
                    <a:pt x="1" y="1186"/>
                    <a:pt x="335" y="1520"/>
                    <a:pt x="761" y="1520"/>
                  </a:cubicBezTo>
                  <a:lnTo>
                    <a:pt x="7387" y="1520"/>
                  </a:lnTo>
                  <a:cubicBezTo>
                    <a:pt x="7782" y="1520"/>
                    <a:pt x="8147" y="1186"/>
                    <a:pt x="8147" y="760"/>
                  </a:cubicBezTo>
                  <a:cubicBezTo>
                    <a:pt x="8147" y="335"/>
                    <a:pt x="7782" y="0"/>
                    <a:pt x="7387"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8"/>
            <p:cNvSpPr/>
            <p:nvPr/>
          </p:nvSpPr>
          <p:spPr>
            <a:xfrm>
              <a:off x="2527412" y="2055552"/>
              <a:ext cx="28021" cy="26923"/>
            </a:xfrm>
            <a:custGeom>
              <a:avLst/>
              <a:gdLst/>
              <a:ahLst/>
              <a:cxnLst/>
              <a:rect l="l" t="t" r="r" b="b"/>
              <a:pathLst>
                <a:path w="1582" h="1520" extrusionOk="0">
                  <a:moveTo>
                    <a:pt x="791" y="395"/>
                  </a:moveTo>
                  <a:cubicBezTo>
                    <a:pt x="1004" y="395"/>
                    <a:pt x="1217" y="547"/>
                    <a:pt x="1217" y="760"/>
                  </a:cubicBezTo>
                  <a:cubicBezTo>
                    <a:pt x="1217" y="942"/>
                    <a:pt x="1004" y="1155"/>
                    <a:pt x="791" y="1155"/>
                  </a:cubicBezTo>
                  <a:cubicBezTo>
                    <a:pt x="548" y="1155"/>
                    <a:pt x="366" y="1003"/>
                    <a:pt x="366" y="760"/>
                  </a:cubicBezTo>
                  <a:cubicBezTo>
                    <a:pt x="366" y="578"/>
                    <a:pt x="548" y="395"/>
                    <a:pt x="791" y="395"/>
                  </a:cubicBezTo>
                  <a:close/>
                  <a:moveTo>
                    <a:pt x="791" y="0"/>
                  </a:moveTo>
                  <a:cubicBezTo>
                    <a:pt x="335" y="0"/>
                    <a:pt x="1" y="335"/>
                    <a:pt x="1" y="760"/>
                  </a:cubicBezTo>
                  <a:cubicBezTo>
                    <a:pt x="1" y="1186"/>
                    <a:pt x="335" y="1520"/>
                    <a:pt x="791" y="1520"/>
                  </a:cubicBezTo>
                  <a:cubicBezTo>
                    <a:pt x="1217" y="1520"/>
                    <a:pt x="1581" y="1186"/>
                    <a:pt x="1581" y="760"/>
                  </a:cubicBezTo>
                  <a:cubicBezTo>
                    <a:pt x="1581" y="335"/>
                    <a:pt x="1247" y="0"/>
                    <a:pt x="791"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8"/>
            <p:cNvSpPr/>
            <p:nvPr/>
          </p:nvSpPr>
          <p:spPr>
            <a:xfrm>
              <a:off x="1300980" y="2144380"/>
              <a:ext cx="6483" cy="1596853"/>
            </a:xfrm>
            <a:custGeom>
              <a:avLst/>
              <a:gdLst/>
              <a:ahLst/>
              <a:cxnLst/>
              <a:rect l="l" t="t" r="r" b="b"/>
              <a:pathLst>
                <a:path w="366" h="90154" extrusionOk="0">
                  <a:moveTo>
                    <a:pt x="0" y="0"/>
                  </a:moveTo>
                  <a:lnTo>
                    <a:pt x="0"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8"/>
            <p:cNvSpPr/>
            <p:nvPr/>
          </p:nvSpPr>
          <p:spPr>
            <a:xfrm>
              <a:off x="1178764" y="2144380"/>
              <a:ext cx="6483" cy="1596853"/>
            </a:xfrm>
            <a:custGeom>
              <a:avLst/>
              <a:gdLst/>
              <a:ahLst/>
              <a:cxnLst/>
              <a:rect l="l" t="t" r="r" b="b"/>
              <a:pathLst>
                <a:path w="366" h="90154" extrusionOk="0">
                  <a:moveTo>
                    <a:pt x="1" y="0"/>
                  </a:moveTo>
                  <a:lnTo>
                    <a:pt x="1"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8"/>
            <p:cNvSpPr/>
            <p:nvPr/>
          </p:nvSpPr>
          <p:spPr>
            <a:xfrm>
              <a:off x="1423197" y="2144380"/>
              <a:ext cx="7014" cy="1596853"/>
            </a:xfrm>
            <a:custGeom>
              <a:avLst/>
              <a:gdLst/>
              <a:ahLst/>
              <a:cxnLst/>
              <a:rect l="l" t="t" r="r" b="b"/>
              <a:pathLst>
                <a:path w="396" h="90154" extrusionOk="0">
                  <a:moveTo>
                    <a:pt x="0" y="0"/>
                  </a:moveTo>
                  <a:lnTo>
                    <a:pt x="0" y="90154"/>
                  </a:lnTo>
                  <a:lnTo>
                    <a:pt x="395" y="90154"/>
                  </a:lnTo>
                  <a:lnTo>
                    <a:pt x="39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8"/>
            <p:cNvSpPr/>
            <p:nvPr/>
          </p:nvSpPr>
          <p:spPr>
            <a:xfrm>
              <a:off x="1545413" y="2144380"/>
              <a:ext cx="6465" cy="1596853"/>
            </a:xfrm>
            <a:custGeom>
              <a:avLst/>
              <a:gdLst/>
              <a:ahLst/>
              <a:cxnLst/>
              <a:rect l="l" t="t" r="r" b="b"/>
              <a:pathLst>
                <a:path w="365" h="90154" extrusionOk="0">
                  <a:moveTo>
                    <a:pt x="0" y="0"/>
                  </a:moveTo>
                  <a:lnTo>
                    <a:pt x="0"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8"/>
            <p:cNvSpPr/>
            <p:nvPr/>
          </p:nvSpPr>
          <p:spPr>
            <a:xfrm>
              <a:off x="1667611" y="2144380"/>
              <a:ext cx="7032" cy="1596853"/>
            </a:xfrm>
            <a:custGeom>
              <a:avLst/>
              <a:gdLst/>
              <a:ahLst/>
              <a:cxnLst/>
              <a:rect l="l" t="t" r="r" b="b"/>
              <a:pathLst>
                <a:path w="397" h="90154" extrusionOk="0">
                  <a:moveTo>
                    <a:pt x="1" y="0"/>
                  </a:moveTo>
                  <a:lnTo>
                    <a:pt x="1" y="90154"/>
                  </a:lnTo>
                  <a:lnTo>
                    <a:pt x="396" y="90154"/>
                  </a:lnTo>
                  <a:lnTo>
                    <a:pt x="39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8"/>
            <p:cNvSpPr/>
            <p:nvPr/>
          </p:nvSpPr>
          <p:spPr>
            <a:xfrm>
              <a:off x="1912044" y="2144380"/>
              <a:ext cx="7014" cy="1596853"/>
            </a:xfrm>
            <a:custGeom>
              <a:avLst/>
              <a:gdLst/>
              <a:ahLst/>
              <a:cxnLst/>
              <a:rect l="l" t="t" r="r" b="b"/>
              <a:pathLst>
                <a:path w="396" h="90154" extrusionOk="0">
                  <a:moveTo>
                    <a:pt x="1" y="0"/>
                  </a:moveTo>
                  <a:lnTo>
                    <a:pt x="1" y="90154"/>
                  </a:lnTo>
                  <a:lnTo>
                    <a:pt x="396" y="90154"/>
                  </a:lnTo>
                  <a:lnTo>
                    <a:pt x="39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8"/>
            <p:cNvSpPr/>
            <p:nvPr/>
          </p:nvSpPr>
          <p:spPr>
            <a:xfrm>
              <a:off x="1790377" y="2144380"/>
              <a:ext cx="6465" cy="1596853"/>
            </a:xfrm>
            <a:custGeom>
              <a:avLst/>
              <a:gdLst/>
              <a:ahLst/>
              <a:cxnLst/>
              <a:rect l="l" t="t" r="r" b="b"/>
              <a:pathLst>
                <a:path w="365" h="90154" extrusionOk="0">
                  <a:moveTo>
                    <a:pt x="0" y="0"/>
                  </a:moveTo>
                  <a:lnTo>
                    <a:pt x="0"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8"/>
            <p:cNvSpPr/>
            <p:nvPr/>
          </p:nvSpPr>
          <p:spPr>
            <a:xfrm>
              <a:off x="2034792" y="2144380"/>
              <a:ext cx="6483" cy="1596853"/>
            </a:xfrm>
            <a:custGeom>
              <a:avLst/>
              <a:gdLst/>
              <a:ahLst/>
              <a:cxnLst/>
              <a:rect l="l" t="t" r="r" b="b"/>
              <a:pathLst>
                <a:path w="366" h="90154" extrusionOk="0">
                  <a:moveTo>
                    <a:pt x="1" y="0"/>
                  </a:moveTo>
                  <a:lnTo>
                    <a:pt x="1" y="90154"/>
                  </a:lnTo>
                  <a:lnTo>
                    <a:pt x="366" y="90154"/>
                  </a:lnTo>
                  <a:lnTo>
                    <a:pt x="36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8"/>
            <p:cNvSpPr/>
            <p:nvPr/>
          </p:nvSpPr>
          <p:spPr>
            <a:xfrm>
              <a:off x="2157008" y="2144380"/>
              <a:ext cx="6483" cy="1596853"/>
            </a:xfrm>
            <a:custGeom>
              <a:avLst/>
              <a:gdLst/>
              <a:ahLst/>
              <a:cxnLst/>
              <a:rect l="l" t="t" r="r" b="b"/>
              <a:pathLst>
                <a:path w="366" h="90154" extrusionOk="0">
                  <a:moveTo>
                    <a:pt x="1" y="0"/>
                  </a:moveTo>
                  <a:lnTo>
                    <a:pt x="1"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8"/>
            <p:cNvSpPr/>
            <p:nvPr/>
          </p:nvSpPr>
          <p:spPr>
            <a:xfrm>
              <a:off x="2279755" y="2144380"/>
              <a:ext cx="6483" cy="1596853"/>
            </a:xfrm>
            <a:custGeom>
              <a:avLst/>
              <a:gdLst/>
              <a:ahLst/>
              <a:cxnLst/>
              <a:rect l="l" t="t" r="r" b="b"/>
              <a:pathLst>
                <a:path w="366" h="90154" extrusionOk="0">
                  <a:moveTo>
                    <a:pt x="1" y="0"/>
                  </a:moveTo>
                  <a:lnTo>
                    <a:pt x="1" y="90154"/>
                  </a:lnTo>
                  <a:lnTo>
                    <a:pt x="366" y="90154"/>
                  </a:lnTo>
                  <a:lnTo>
                    <a:pt x="36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8"/>
            <p:cNvSpPr/>
            <p:nvPr/>
          </p:nvSpPr>
          <p:spPr>
            <a:xfrm>
              <a:off x="2523657" y="2144380"/>
              <a:ext cx="7014" cy="1596853"/>
            </a:xfrm>
            <a:custGeom>
              <a:avLst/>
              <a:gdLst/>
              <a:ahLst/>
              <a:cxnLst/>
              <a:rect l="l" t="t" r="r" b="b"/>
              <a:pathLst>
                <a:path w="396" h="90154" extrusionOk="0">
                  <a:moveTo>
                    <a:pt x="0" y="0"/>
                  </a:moveTo>
                  <a:lnTo>
                    <a:pt x="0" y="90154"/>
                  </a:lnTo>
                  <a:lnTo>
                    <a:pt x="395" y="90154"/>
                  </a:lnTo>
                  <a:lnTo>
                    <a:pt x="39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8"/>
            <p:cNvSpPr/>
            <p:nvPr/>
          </p:nvSpPr>
          <p:spPr>
            <a:xfrm>
              <a:off x="2401440" y="2144380"/>
              <a:ext cx="6465" cy="1596853"/>
            </a:xfrm>
            <a:custGeom>
              <a:avLst/>
              <a:gdLst/>
              <a:ahLst/>
              <a:cxnLst/>
              <a:rect l="l" t="t" r="r" b="b"/>
              <a:pathLst>
                <a:path w="365" h="90154" extrusionOk="0">
                  <a:moveTo>
                    <a:pt x="0" y="0"/>
                  </a:moveTo>
                  <a:lnTo>
                    <a:pt x="0"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8"/>
            <p:cNvSpPr/>
            <p:nvPr/>
          </p:nvSpPr>
          <p:spPr>
            <a:xfrm>
              <a:off x="2646404" y="2144380"/>
              <a:ext cx="6483" cy="1596853"/>
            </a:xfrm>
            <a:custGeom>
              <a:avLst/>
              <a:gdLst/>
              <a:ahLst/>
              <a:cxnLst/>
              <a:rect l="l" t="t" r="r" b="b"/>
              <a:pathLst>
                <a:path w="366" h="90154" extrusionOk="0">
                  <a:moveTo>
                    <a:pt x="0" y="0"/>
                  </a:moveTo>
                  <a:lnTo>
                    <a:pt x="0"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8"/>
            <p:cNvSpPr/>
            <p:nvPr/>
          </p:nvSpPr>
          <p:spPr>
            <a:xfrm>
              <a:off x="2768620" y="2144380"/>
              <a:ext cx="7014" cy="1596853"/>
            </a:xfrm>
            <a:custGeom>
              <a:avLst/>
              <a:gdLst/>
              <a:ahLst/>
              <a:cxnLst/>
              <a:rect l="l" t="t" r="r" b="b"/>
              <a:pathLst>
                <a:path w="396" h="90154" extrusionOk="0">
                  <a:moveTo>
                    <a:pt x="0" y="0"/>
                  </a:moveTo>
                  <a:lnTo>
                    <a:pt x="0" y="90154"/>
                  </a:lnTo>
                  <a:lnTo>
                    <a:pt x="395" y="90154"/>
                  </a:lnTo>
                  <a:lnTo>
                    <a:pt x="39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8"/>
            <p:cNvSpPr/>
            <p:nvPr/>
          </p:nvSpPr>
          <p:spPr>
            <a:xfrm>
              <a:off x="2890288" y="2144380"/>
              <a:ext cx="7014" cy="1596853"/>
            </a:xfrm>
            <a:custGeom>
              <a:avLst/>
              <a:gdLst/>
              <a:ahLst/>
              <a:cxnLst/>
              <a:rect l="l" t="t" r="r" b="b"/>
              <a:pathLst>
                <a:path w="396" h="90154" extrusionOk="0">
                  <a:moveTo>
                    <a:pt x="1" y="0"/>
                  </a:moveTo>
                  <a:lnTo>
                    <a:pt x="1" y="90154"/>
                  </a:lnTo>
                  <a:lnTo>
                    <a:pt x="396" y="90154"/>
                  </a:lnTo>
                  <a:lnTo>
                    <a:pt x="39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8"/>
            <p:cNvSpPr/>
            <p:nvPr/>
          </p:nvSpPr>
          <p:spPr>
            <a:xfrm>
              <a:off x="3135252" y="2144380"/>
              <a:ext cx="7014" cy="1596853"/>
            </a:xfrm>
            <a:custGeom>
              <a:avLst/>
              <a:gdLst/>
              <a:ahLst/>
              <a:cxnLst/>
              <a:rect l="l" t="t" r="r" b="b"/>
              <a:pathLst>
                <a:path w="396" h="90154" extrusionOk="0">
                  <a:moveTo>
                    <a:pt x="1" y="0"/>
                  </a:moveTo>
                  <a:lnTo>
                    <a:pt x="1" y="90154"/>
                  </a:lnTo>
                  <a:lnTo>
                    <a:pt x="396" y="90154"/>
                  </a:lnTo>
                  <a:lnTo>
                    <a:pt x="39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8"/>
            <p:cNvSpPr/>
            <p:nvPr/>
          </p:nvSpPr>
          <p:spPr>
            <a:xfrm>
              <a:off x="3013035" y="2144380"/>
              <a:ext cx="7014" cy="1596853"/>
            </a:xfrm>
            <a:custGeom>
              <a:avLst/>
              <a:gdLst/>
              <a:ahLst/>
              <a:cxnLst/>
              <a:rect l="l" t="t" r="r" b="b"/>
              <a:pathLst>
                <a:path w="396" h="90154" extrusionOk="0">
                  <a:moveTo>
                    <a:pt x="1" y="0"/>
                  </a:moveTo>
                  <a:lnTo>
                    <a:pt x="1" y="90154"/>
                  </a:lnTo>
                  <a:lnTo>
                    <a:pt x="396" y="90154"/>
                  </a:lnTo>
                  <a:lnTo>
                    <a:pt x="39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8"/>
            <p:cNvSpPr/>
            <p:nvPr/>
          </p:nvSpPr>
          <p:spPr>
            <a:xfrm>
              <a:off x="3257468" y="2144380"/>
              <a:ext cx="6483" cy="1596853"/>
            </a:xfrm>
            <a:custGeom>
              <a:avLst/>
              <a:gdLst/>
              <a:ahLst/>
              <a:cxnLst/>
              <a:rect l="l" t="t" r="r" b="b"/>
              <a:pathLst>
                <a:path w="366" h="90154" extrusionOk="0">
                  <a:moveTo>
                    <a:pt x="0" y="0"/>
                  </a:moveTo>
                  <a:lnTo>
                    <a:pt x="0"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8"/>
            <p:cNvSpPr/>
            <p:nvPr/>
          </p:nvSpPr>
          <p:spPr>
            <a:xfrm>
              <a:off x="3379684" y="2144380"/>
              <a:ext cx="7014" cy="1596853"/>
            </a:xfrm>
            <a:custGeom>
              <a:avLst/>
              <a:gdLst/>
              <a:ahLst/>
              <a:cxnLst/>
              <a:rect l="l" t="t" r="r" b="b"/>
              <a:pathLst>
                <a:path w="396" h="90154" extrusionOk="0">
                  <a:moveTo>
                    <a:pt x="0" y="0"/>
                  </a:moveTo>
                  <a:lnTo>
                    <a:pt x="0" y="90154"/>
                  </a:lnTo>
                  <a:lnTo>
                    <a:pt x="395" y="90154"/>
                  </a:lnTo>
                  <a:lnTo>
                    <a:pt x="39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8"/>
            <p:cNvSpPr/>
            <p:nvPr/>
          </p:nvSpPr>
          <p:spPr>
            <a:xfrm>
              <a:off x="3502432" y="2144380"/>
              <a:ext cx="6483" cy="1596853"/>
            </a:xfrm>
            <a:custGeom>
              <a:avLst/>
              <a:gdLst/>
              <a:ahLst/>
              <a:cxnLst/>
              <a:rect l="l" t="t" r="r" b="b"/>
              <a:pathLst>
                <a:path w="366" h="90154" extrusionOk="0">
                  <a:moveTo>
                    <a:pt x="0" y="0"/>
                  </a:moveTo>
                  <a:lnTo>
                    <a:pt x="0"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8"/>
            <p:cNvSpPr/>
            <p:nvPr/>
          </p:nvSpPr>
          <p:spPr>
            <a:xfrm>
              <a:off x="3624648" y="2144380"/>
              <a:ext cx="7014" cy="1596853"/>
            </a:xfrm>
            <a:custGeom>
              <a:avLst/>
              <a:gdLst/>
              <a:ahLst/>
              <a:cxnLst/>
              <a:rect l="l" t="t" r="r" b="b"/>
              <a:pathLst>
                <a:path w="396" h="90154" extrusionOk="0">
                  <a:moveTo>
                    <a:pt x="0" y="0"/>
                  </a:moveTo>
                  <a:lnTo>
                    <a:pt x="0" y="90154"/>
                  </a:lnTo>
                  <a:lnTo>
                    <a:pt x="395" y="90154"/>
                  </a:lnTo>
                  <a:lnTo>
                    <a:pt x="39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8"/>
            <p:cNvSpPr/>
            <p:nvPr/>
          </p:nvSpPr>
          <p:spPr>
            <a:xfrm>
              <a:off x="3746315" y="2144380"/>
              <a:ext cx="7014" cy="1596853"/>
            </a:xfrm>
            <a:custGeom>
              <a:avLst/>
              <a:gdLst/>
              <a:ahLst/>
              <a:cxnLst/>
              <a:rect l="l" t="t" r="r" b="b"/>
              <a:pathLst>
                <a:path w="396" h="90154" extrusionOk="0">
                  <a:moveTo>
                    <a:pt x="1" y="0"/>
                  </a:moveTo>
                  <a:lnTo>
                    <a:pt x="1" y="90154"/>
                  </a:lnTo>
                  <a:lnTo>
                    <a:pt x="396" y="90154"/>
                  </a:lnTo>
                  <a:lnTo>
                    <a:pt x="39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8"/>
            <p:cNvSpPr/>
            <p:nvPr/>
          </p:nvSpPr>
          <p:spPr>
            <a:xfrm>
              <a:off x="2034792" y="2451798"/>
              <a:ext cx="6483" cy="296118"/>
            </a:xfrm>
            <a:custGeom>
              <a:avLst/>
              <a:gdLst/>
              <a:ahLst/>
              <a:cxnLst/>
              <a:rect l="l" t="t" r="r" b="b"/>
              <a:pathLst>
                <a:path w="366" h="16718" extrusionOk="0">
                  <a:moveTo>
                    <a:pt x="1" y="0"/>
                  </a:moveTo>
                  <a:lnTo>
                    <a:pt x="1" y="16718"/>
                  </a:lnTo>
                  <a:lnTo>
                    <a:pt x="366" y="16718"/>
                  </a:lnTo>
                  <a:lnTo>
                    <a:pt x="36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8"/>
            <p:cNvSpPr/>
            <p:nvPr/>
          </p:nvSpPr>
          <p:spPr>
            <a:xfrm>
              <a:off x="1984187" y="2501252"/>
              <a:ext cx="107692" cy="198699"/>
            </a:xfrm>
            <a:custGeom>
              <a:avLst/>
              <a:gdLst/>
              <a:ahLst/>
              <a:cxnLst/>
              <a:rect l="l" t="t" r="r" b="b"/>
              <a:pathLst>
                <a:path w="6080" h="11218" extrusionOk="0">
                  <a:moveTo>
                    <a:pt x="3043" y="1"/>
                  </a:moveTo>
                  <a:cubicBezTo>
                    <a:pt x="1735" y="1"/>
                    <a:pt x="428" y="107"/>
                    <a:pt x="335" y="309"/>
                  </a:cubicBezTo>
                  <a:cubicBezTo>
                    <a:pt x="153" y="673"/>
                    <a:pt x="1" y="10430"/>
                    <a:pt x="335" y="10886"/>
                  </a:cubicBezTo>
                  <a:cubicBezTo>
                    <a:pt x="484" y="11110"/>
                    <a:pt x="1705" y="11217"/>
                    <a:pt x="2952" y="11217"/>
                  </a:cubicBezTo>
                  <a:cubicBezTo>
                    <a:pt x="4242" y="11217"/>
                    <a:pt x="5560" y="11103"/>
                    <a:pt x="5745" y="10886"/>
                  </a:cubicBezTo>
                  <a:cubicBezTo>
                    <a:pt x="6080" y="10491"/>
                    <a:pt x="6080" y="704"/>
                    <a:pt x="5745" y="309"/>
                  </a:cubicBezTo>
                  <a:cubicBezTo>
                    <a:pt x="5566" y="100"/>
                    <a:pt x="4304" y="1"/>
                    <a:pt x="30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8"/>
            <p:cNvSpPr/>
            <p:nvPr/>
          </p:nvSpPr>
          <p:spPr>
            <a:xfrm>
              <a:off x="2523657" y="2295663"/>
              <a:ext cx="7014" cy="535715"/>
            </a:xfrm>
            <a:custGeom>
              <a:avLst/>
              <a:gdLst/>
              <a:ahLst/>
              <a:cxnLst/>
              <a:rect l="l" t="t" r="r" b="b"/>
              <a:pathLst>
                <a:path w="396" h="30245" extrusionOk="0">
                  <a:moveTo>
                    <a:pt x="0" y="1"/>
                  </a:moveTo>
                  <a:lnTo>
                    <a:pt x="0" y="30244"/>
                  </a:lnTo>
                  <a:lnTo>
                    <a:pt x="395" y="30244"/>
                  </a:lnTo>
                  <a:lnTo>
                    <a:pt x="39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8"/>
            <p:cNvSpPr/>
            <p:nvPr/>
          </p:nvSpPr>
          <p:spPr>
            <a:xfrm>
              <a:off x="2473583" y="2483681"/>
              <a:ext cx="107692" cy="199035"/>
            </a:xfrm>
            <a:custGeom>
              <a:avLst/>
              <a:gdLst/>
              <a:ahLst/>
              <a:cxnLst/>
              <a:rect l="l" t="t" r="r" b="b"/>
              <a:pathLst>
                <a:path w="6080" h="11237" extrusionOk="0">
                  <a:moveTo>
                    <a:pt x="3115" y="1"/>
                  </a:moveTo>
                  <a:cubicBezTo>
                    <a:pt x="1786" y="1"/>
                    <a:pt x="429" y="108"/>
                    <a:pt x="335" y="298"/>
                  </a:cubicBezTo>
                  <a:cubicBezTo>
                    <a:pt x="152" y="693"/>
                    <a:pt x="0" y="10450"/>
                    <a:pt x="335" y="10906"/>
                  </a:cubicBezTo>
                  <a:cubicBezTo>
                    <a:pt x="484" y="11130"/>
                    <a:pt x="1705" y="11236"/>
                    <a:pt x="2948" y="11236"/>
                  </a:cubicBezTo>
                  <a:cubicBezTo>
                    <a:pt x="4234" y="11236"/>
                    <a:pt x="5545" y="11122"/>
                    <a:pt x="5715" y="10906"/>
                  </a:cubicBezTo>
                  <a:cubicBezTo>
                    <a:pt x="6079" y="10480"/>
                    <a:pt x="6079" y="723"/>
                    <a:pt x="5715" y="298"/>
                  </a:cubicBezTo>
                  <a:cubicBezTo>
                    <a:pt x="5554" y="93"/>
                    <a:pt x="4346" y="1"/>
                    <a:pt x="31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8"/>
            <p:cNvSpPr/>
            <p:nvPr/>
          </p:nvSpPr>
          <p:spPr>
            <a:xfrm>
              <a:off x="1668692" y="2264435"/>
              <a:ext cx="6483" cy="535715"/>
            </a:xfrm>
            <a:custGeom>
              <a:avLst/>
              <a:gdLst/>
              <a:ahLst/>
              <a:cxnLst/>
              <a:rect l="l" t="t" r="r" b="b"/>
              <a:pathLst>
                <a:path w="366" h="30245" extrusionOk="0">
                  <a:moveTo>
                    <a:pt x="1" y="1"/>
                  </a:moveTo>
                  <a:lnTo>
                    <a:pt x="1" y="30244"/>
                  </a:lnTo>
                  <a:lnTo>
                    <a:pt x="365" y="30244"/>
                  </a:lnTo>
                  <a:lnTo>
                    <a:pt x="36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8"/>
            <p:cNvSpPr/>
            <p:nvPr/>
          </p:nvSpPr>
          <p:spPr>
            <a:xfrm>
              <a:off x="1618087" y="2452808"/>
              <a:ext cx="107692" cy="198681"/>
            </a:xfrm>
            <a:custGeom>
              <a:avLst/>
              <a:gdLst/>
              <a:ahLst/>
              <a:cxnLst/>
              <a:rect l="l" t="t" r="r" b="b"/>
              <a:pathLst>
                <a:path w="6080" h="11217" extrusionOk="0">
                  <a:moveTo>
                    <a:pt x="3039" y="0"/>
                  </a:moveTo>
                  <a:cubicBezTo>
                    <a:pt x="1735" y="0"/>
                    <a:pt x="428" y="107"/>
                    <a:pt x="335" y="308"/>
                  </a:cubicBezTo>
                  <a:cubicBezTo>
                    <a:pt x="152" y="673"/>
                    <a:pt x="0" y="10430"/>
                    <a:pt x="335" y="10886"/>
                  </a:cubicBezTo>
                  <a:cubicBezTo>
                    <a:pt x="484" y="11110"/>
                    <a:pt x="1705" y="11216"/>
                    <a:pt x="2948" y="11216"/>
                  </a:cubicBezTo>
                  <a:cubicBezTo>
                    <a:pt x="4235" y="11216"/>
                    <a:pt x="5545" y="11102"/>
                    <a:pt x="5715" y="10886"/>
                  </a:cubicBezTo>
                  <a:cubicBezTo>
                    <a:pt x="6080" y="10491"/>
                    <a:pt x="6080" y="703"/>
                    <a:pt x="5715" y="308"/>
                  </a:cubicBezTo>
                  <a:cubicBezTo>
                    <a:pt x="5551" y="99"/>
                    <a:pt x="4296" y="0"/>
                    <a:pt x="30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8"/>
            <p:cNvSpPr/>
            <p:nvPr/>
          </p:nvSpPr>
          <p:spPr>
            <a:xfrm>
              <a:off x="2768620" y="2133080"/>
              <a:ext cx="7014" cy="535697"/>
            </a:xfrm>
            <a:custGeom>
              <a:avLst/>
              <a:gdLst/>
              <a:ahLst/>
              <a:cxnLst/>
              <a:rect l="l" t="t" r="r" b="b"/>
              <a:pathLst>
                <a:path w="396" h="30244" extrusionOk="0">
                  <a:moveTo>
                    <a:pt x="0" y="0"/>
                  </a:moveTo>
                  <a:lnTo>
                    <a:pt x="0" y="30244"/>
                  </a:lnTo>
                  <a:lnTo>
                    <a:pt x="395" y="30244"/>
                  </a:lnTo>
                  <a:lnTo>
                    <a:pt x="39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8"/>
            <p:cNvSpPr/>
            <p:nvPr/>
          </p:nvSpPr>
          <p:spPr>
            <a:xfrm>
              <a:off x="2717467" y="2321434"/>
              <a:ext cx="107692" cy="199035"/>
            </a:xfrm>
            <a:custGeom>
              <a:avLst/>
              <a:gdLst/>
              <a:ahLst/>
              <a:cxnLst/>
              <a:rect l="l" t="t" r="r" b="b"/>
              <a:pathLst>
                <a:path w="6080" h="11237" extrusionOk="0">
                  <a:moveTo>
                    <a:pt x="3069" y="1"/>
                  </a:moveTo>
                  <a:cubicBezTo>
                    <a:pt x="1765" y="1"/>
                    <a:pt x="458" y="107"/>
                    <a:pt x="365" y="309"/>
                  </a:cubicBezTo>
                  <a:cubicBezTo>
                    <a:pt x="152" y="673"/>
                    <a:pt x="1" y="10461"/>
                    <a:pt x="365" y="10917"/>
                  </a:cubicBezTo>
                  <a:cubicBezTo>
                    <a:pt x="512" y="11136"/>
                    <a:pt x="1690" y="11236"/>
                    <a:pt x="2909" y="11236"/>
                  </a:cubicBezTo>
                  <a:cubicBezTo>
                    <a:pt x="4217" y="11236"/>
                    <a:pt x="5572" y="11121"/>
                    <a:pt x="5745" y="10917"/>
                  </a:cubicBezTo>
                  <a:cubicBezTo>
                    <a:pt x="6080" y="10491"/>
                    <a:pt x="6080" y="734"/>
                    <a:pt x="5745" y="309"/>
                  </a:cubicBezTo>
                  <a:cubicBezTo>
                    <a:pt x="5581" y="100"/>
                    <a:pt x="4326" y="1"/>
                    <a:pt x="30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8"/>
            <p:cNvSpPr/>
            <p:nvPr/>
          </p:nvSpPr>
          <p:spPr>
            <a:xfrm>
              <a:off x="3379684" y="1820277"/>
              <a:ext cx="7014" cy="342967"/>
            </a:xfrm>
            <a:custGeom>
              <a:avLst/>
              <a:gdLst/>
              <a:ahLst/>
              <a:cxnLst/>
              <a:rect l="l" t="t" r="r" b="b"/>
              <a:pathLst>
                <a:path w="396" h="19363" extrusionOk="0">
                  <a:moveTo>
                    <a:pt x="0" y="0"/>
                  </a:moveTo>
                  <a:lnTo>
                    <a:pt x="0" y="19362"/>
                  </a:lnTo>
                  <a:lnTo>
                    <a:pt x="395" y="19362"/>
                  </a:lnTo>
                  <a:lnTo>
                    <a:pt x="39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8"/>
            <p:cNvSpPr/>
            <p:nvPr/>
          </p:nvSpPr>
          <p:spPr>
            <a:xfrm>
              <a:off x="3328530" y="1917660"/>
              <a:ext cx="107692" cy="152381"/>
            </a:xfrm>
            <a:custGeom>
              <a:avLst/>
              <a:gdLst/>
              <a:ahLst/>
              <a:cxnLst/>
              <a:rect l="l" t="t" r="r" b="b"/>
              <a:pathLst>
                <a:path w="6080" h="8603" extrusionOk="0">
                  <a:moveTo>
                    <a:pt x="3069" y="0"/>
                  </a:moveTo>
                  <a:cubicBezTo>
                    <a:pt x="1765" y="0"/>
                    <a:pt x="458" y="107"/>
                    <a:pt x="365" y="308"/>
                  </a:cubicBezTo>
                  <a:cubicBezTo>
                    <a:pt x="153" y="673"/>
                    <a:pt x="1" y="7816"/>
                    <a:pt x="365" y="8272"/>
                  </a:cubicBezTo>
                  <a:cubicBezTo>
                    <a:pt x="515" y="8496"/>
                    <a:pt x="1736" y="8602"/>
                    <a:pt x="2979" y="8602"/>
                  </a:cubicBezTo>
                  <a:cubicBezTo>
                    <a:pt x="4265" y="8602"/>
                    <a:pt x="5575" y="8488"/>
                    <a:pt x="5745" y="8272"/>
                  </a:cubicBezTo>
                  <a:cubicBezTo>
                    <a:pt x="6080" y="7876"/>
                    <a:pt x="6080" y="733"/>
                    <a:pt x="5745" y="308"/>
                  </a:cubicBezTo>
                  <a:cubicBezTo>
                    <a:pt x="5581" y="99"/>
                    <a:pt x="4327" y="0"/>
                    <a:pt x="30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8"/>
            <p:cNvSpPr/>
            <p:nvPr/>
          </p:nvSpPr>
          <p:spPr>
            <a:xfrm>
              <a:off x="3257468" y="1894563"/>
              <a:ext cx="6483" cy="343516"/>
            </a:xfrm>
            <a:custGeom>
              <a:avLst/>
              <a:gdLst/>
              <a:ahLst/>
              <a:cxnLst/>
              <a:rect l="l" t="t" r="r" b="b"/>
              <a:pathLst>
                <a:path w="366" h="19394" extrusionOk="0">
                  <a:moveTo>
                    <a:pt x="0" y="1"/>
                  </a:moveTo>
                  <a:lnTo>
                    <a:pt x="0" y="19393"/>
                  </a:lnTo>
                  <a:lnTo>
                    <a:pt x="365" y="19393"/>
                  </a:lnTo>
                  <a:lnTo>
                    <a:pt x="36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8"/>
            <p:cNvSpPr/>
            <p:nvPr/>
          </p:nvSpPr>
          <p:spPr>
            <a:xfrm>
              <a:off x="3206863" y="1992354"/>
              <a:ext cx="107692" cy="152522"/>
            </a:xfrm>
            <a:custGeom>
              <a:avLst/>
              <a:gdLst/>
              <a:ahLst/>
              <a:cxnLst/>
              <a:rect l="l" t="t" r="r" b="b"/>
              <a:pathLst>
                <a:path w="6080" h="8611" extrusionOk="0">
                  <a:moveTo>
                    <a:pt x="3071" y="0"/>
                  </a:moveTo>
                  <a:cubicBezTo>
                    <a:pt x="1761" y="0"/>
                    <a:pt x="443" y="99"/>
                    <a:pt x="335" y="285"/>
                  </a:cubicBezTo>
                  <a:cubicBezTo>
                    <a:pt x="152" y="681"/>
                    <a:pt x="0" y="7824"/>
                    <a:pt x="335" y="8280"/>
                  </a:cubicBezTo>
                  <a:cubicBezTo>
                    <a:pt x="484" y="8504"/>
                    <a:pt x="1712" y="8610"/>
                    <a:pt x="2963" y="8610"/>
                  </a:cubicBezTo>
                  <a:cubicBezTo>
                    <a:pt x="4257" y="8610"/>
                    <a:pt x="5575" y="8496"/>
                    <a:pt x="5745" y="8280"/>
                  </a:cubicBezTo>
                  <a:cubicBezTo>
                    <a:pt x="6079" y="7854"/>
                    <a:pt x="6079" y="711"/>
                    <a:pt x="5745" y="285"/>
                  </a:cubicBezTo>
                  <a:cubicBezTo>
                    <a:pt x="5581" y="92"/>
                    <a:pt x="4330" y="0"/>
                    <a:pt x="3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8"/>
            <p:cNvSpPr/>
            <p:nvPr/>
          </p:nvSpPr>
          <p:spPr>
            <a:xfrm>
              <a:off x="3624648" y="1668445"/>
              <a:ext cx="7014" cy="343516"/>
            </a:xfrm>
            <a:custGeom>
              <a:avLst/>
              <a:gdLst/>
              <a:ahLst/>
              <a:cxnLst/>
              <a:rect l="l" t="t" r="r" b="b"/>
              <a:pathLst>
                <a:path w="396" h="19394" extrusionOk="0">
                  <a:moveTo>
                    <a:pt x="0" y="1"/>
                  </a:moveTo>
                  <a:lnTo>
                    <a:pt x="0" y="19393"/>
                  </a:lnTo>
                  <a:lnTo>
                    <a:pt x="395" y="19393"/>
                  </a:lnTo>
                  <a:lnTo>
                    <a:pt x="39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8"/>
            <p:cNvSpPr/>
            <p:nvPr/>
          </p:nvSpPr>
          <p:spPr>
            <a:xfrm>
              <a:off x="3573494" y="1766236"/>
              <a:ext cx="107692" cy="152522"/>
            </a:xfrm>
            <a:custGeom>
              <a:avLst/>
              <a:gdLst/>
              <a:ahLst/>
              <a:cxnLst/>
              <a:rect l="l" t="t" r="r" b="b"/>
              <a:pathLst>
                <a:path w="6080" h="8611" extrusionOk="0">
                  <a:moveTo>
                    <a:pt x="3072" y="0"/>
                  </a:moveTo>
                  <a:cubicBezTo>
                    <a:pt x="1762" y="0"/>
                    <a:pt x="444" y="99"/>
                    <a:pt x="335" y="285"/>
                  </a:cubicBezTo>
                  <a:cubicBezTo>
                    <a:pt x="153" y="680"/>
                    <a:pt x="1" y="7823"/>
                    <a:pt x="335" y="8279"/>
                  </a:cubicBezTo>
                  <a:cubicBezTo>
                    <a:pt x="499" y="8503"/>
                    <a:pt x="1728" y="8610"/>
                    <a:pt x="2975" y="8610"/>
                  </a:cubicBezTo>
                  <a:cubicBezTo>
                    <a:pt x="4265" y="8610"/>
                    <a:pt x="5575" y="8496"/>
                    <a:pt x="5745" y="8279"/>
                  </a:cubicBezTo>
                  <a:cubicBezTo>
                    <a:pt x="6080" y="7854"/>
                    <a:pt x="6080" y="711"/>
                    <a:pt x="5745" y="285"/>
                  </a:cubicBezTo>
                  <a:cubicBezTo>
                    <a:pt x="5582" y="92"/>
                    <a:pt x="4330" y="0"/>
                    <a:pt x="3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8"/>
            <p:cNvSpPr/>
            <p:nvPr/>
          </p:nvSpPr>
          <p:spPr>
            <a:xfrm>
              <a:off x="1545413" y="2201450"/>
              <a:ext cx="6465" cy="398956"/>
            </a:xfrm>
            <a:custGeom>
              <a:avLst/>
              <a:gdLst/>
              <a:ahLst/>
              <a:cxnLst/>
              <a:rect l="l" t="t" r="r" b="b"/>
              <a:pathLst>
                <a:path w="365" h="22524" extrusionOk="0">
                  <a:moveTo>
                    <a:pt x="0" y="0"/>
                  </a:moveTo>
                  <a:lnTo>
                    <a:pt x="0" y="22524"/>
                  </a:lnTo>
                  <a:lnTo>
                    <a:pt x="365" y="22524"/>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8"/>
            <p:cNvSpPr/>
            <p:nvPr/>
          </p:nvSpPr>
          <p:spPr>
            <a:xfrm>
              <a:off x="1494791" y="2339076"/>
              <a:ext cx="107692" cy="198805"/>
            </a:xfrm>
            <a:custGeom>
              <a:avLst/>
              <a:gdLst/>
              <a:ahLst/>
              <a:cxnLst/>
              <a:rect l="l" t="t" r="r" b="b"/>
              <a:pathLst>
                <a:path w="6080" h="11224" extrusionOk="0">
                  <a:moveTo>
                    <a:pt x="3072" y="0"/>
                  </a:moveTo>
                  <a:cubicBezTo>
                    <a:pt x="1762" y="0"/>
                    <a:pt x="444" y="99"/>
                    <a:pt x="335" y="285"/>
                  </a:cubicBezTo>
                  <a:cubicBezTo>
                    <a:pt x="153" y="680"/>
                    <a:pt x="1" y="10437"/>
                    <a:pt x="335" y="10893"/>
                  </a:cubicBezTo>
                  <a:cubicBezTo>
                    <a:pt x="485" y="11117"/>
                    <a:pt x="1713" y="11224"/>
                    <a:pt x="2963" y="11224"/>
                  </a:cubicBezTo>
                  <a:cubicBezTo>
                    <a:pt x="4258" y="11224"/>
                    <a:pt x="5576" y="11110"/>
                    <a:pt x="5746" y="10893"/>
                  </a:cubicBezTo>
                  <a:cubicBezTo>
                    <a:pt x="6080" y="10468"/>
                    <a:pt x="6080" y="711"/>
                    <a:pt x="5746" y="285"/>
                  </a:cubicBezTo>
                  <a:cubicBezTo>
                    <a:pt x="5582" y="92"/>
                    <a:pt x="4331" y="0"/>
                    <a:pt x="3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8"/>
            <p:cNvSpPr/>
            <p:nvPr/>
          </p:nvSpPr>
          <p:spPr>
            <a:xfrm>
              <a:off x="1790377" y="2378043"/>
              <a:ext cx="6465" cy="278901"/>
            </a:xfrm>
            <a:custGeom>
              <a:avLst/>
              <a:gdLst/>
              <a:ahLst/>
              <a:cxnLst/>
              <a:rect l="l" t="t" r="r" b="b"/>
              <a:pathLst>
                <a:path w="365" h="15746" extrusionOk="0">
                  <a:moveTo>
                    <a:pt x="0" y="0"/>
                  </a:moveTo>
                  <a:lnTo>
                    <a:pt x="0" y="15745"/>
                  </a:lnTo>
                  <a:lnTo>
                    <a:pt x="365" y="15745"/>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8"/>
            <p:cNvSpPr/>
            <p:nvPr/>
          </p:nvSpPr>
          <p:spPr>
            <a:xfrm>
              <a:off x="1739223" y="2419083"/>
              <a:ext cx="107692" cy="91892"/>
            </a:xfrm>
            <a:custGeom>
              <a:avLst/>
              <a:gdLst/>
              <a:ahLst/>
              <a:cxnLst/>
              <a:rect l="l" t="t" r="r" b="b"/>
              <a:pathLst>
                <a:path w="6080" h="5188" extrusionOk="0">
                  <a:moveTo>
                    <a:pt x="3115" y="0"/>
                  </a:moveTo>
                  <a:cubicBezTo>
                    <a:pt x="1786" y="0"/>
                    <a:pt x="430" y="108"/>
                    <a:pt x="335" y="297"/>
                  </a:cubicBezTo>
                  <a:cubicBezTo>
                    <a:pt x="152" y="723"/>
                    <a:pt x="1" y="4401"/>
                    <a:pt x="335" y="4857"/>
                  </a:cubicBezTo>
                  <a:cubicBezTo>
                    <a:pt x="484" y="5081"/>
                    <a:pt x="1705" y="5187"/>
                    <a:pt x="2948" y="5187"/>
                  </a:cubicBezTo>
                  <a:cubicBezTo>
                    <a:pt x="4235" y="5187"/>
                    <a:pt x="5545" y="5073"/>
                    <a:pt x="5715" y="4857"/>
                  </a:cubicBezTo>
                  <a:cubicBezTo>
                    <a:pt x="6080" y="4431"/>
                    <a:pt x="6080" y="753"/>
                    <a:pt x="5715" y="297"/>
                  </a:cubicBezTo>
                  <a:cubicBezTo>
                    <a:pt x="5554" y="93"/>
                    <a:pt x="4346" y="0"/>
                    <a:pt x="3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8"/>
            <p:cNvSpPr/>
            <p:nvPr/>
          </p:nvSpPr>
          <p:spPr>
            <a:xfrm>
              <a:off x="2157008" y="2378043"/>
              <a:ext cx="6483" cy="278901"/>
            </a:xfrm>
            <a:custGeom>
              <a:avLst/>
              <a:gdLst/>
              <a:ahLst/>
              <a:cxnLst/>
              <a:rect l="l" t="t" r="r" b="b"/>
              <a:pathLst>
                <a:path w="366" h="15746" extrusionOk="0">
                  <a:moveTo>
                    <a:pt x="1" y="0"/>
                  </a:moveTo>
                  <a:lnTo>
                    <a:pt x="1" y="15745"/>
                  </a:lnTo>
                  <a:lnTo>
                    <a:pt x="365" y="15745"/>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8"/>
            <p:cNvSpPr/>
            <p:nvPr/>
          </p:nvSpPr>
          <p:spPr>
            <a:xfrm>
              <a:off x="2105854" y="2419083"/>
              <a:ext cx="107710" cy="91892"/>
            </a:xfrm>
            <a:custGeom>
              <a:avLst/>
              <a:gdLst/>
              <a:ahLst/>
              <a:cxnLst/>
              <a:rect l="l" t="t" r="r" b="b"/>
              <a:pathLst>
                <a:path w="6081" h="5188" extrusionOk="0">
                  <a:moveTo>
                    <a:pt x="3142" y="0"/>
                  </a:moveTo>
                  <a:cubicBezTo>
                    <a:pt x="1810" y="0"/>
                    <a:pt x="446" y="108"/>
                    <a:pt x="335" y="297"/>
                  </a:cubicBezTo>
                  <a:cubicBezTo>
                    <a:pt x="153" y="723"/>
                    <a:pt x="1" y="4401"/>
                    <a:pt x="335" y="4857"/>
                  </a:cubicBezTo>
                  <a:cubicBezTo>
                    <a:pt x="485" y="5081"/>
                    <a:pt x="1713" y="5187"/>
                    <a:pt x="2963" y="5187"/>
                  </a:cubicBezTo>
                  <a:cubicBezTo>
                    <a:pt x="4258" y="5187"/>
                    <a:pt x="5576" y="5073"/>
                    <a:pt x="5746" y="4857"/>
                  </a:cubicBezTo>
                  <a:cubicBezTo>
                    <a:pt x="6080" y="4431"/>
                    <a:pt x="6080" y="753"/>
                    <a:pt x="5746" y="297"/>
                  </a:cubicBezTo>
                  <a:cubicBezTo>
                    <a:pt x="5585" y="93"/>
                    <a:pt x="4377" y="0"/>
                    <a:pt x="3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8"/>
            <p:cNvSpPr/>
            <p:nvPr/>
          </p:nvSpPr>
          <p:spPr>
            <a:xfrm>
              <a:off x="1423197" y="2252586"/>
              <a:ext cx="7014" cy="279450"/>
            </a:xfrm>
            <a:custGeom>
              <a:avLst/>
              <a:gdLst/>
              <a:ahLst/>
              <a:cxnLst/>
              <a:rect l="l" t="t" r="r" b="b"/>
              <a:pathLst>
                <a:path w="396" h="15777" extrusionOk="0">
                  <a:moveTo>
                    <a:pt x="0" y="1"/>
                  </a:moveTo>
                  <a:lnTo>
                    <a:pt x="0" y="15776"/>
                  </a:lnTo>
                  <a:lnTo>
                    <a:pt x="395" y="15776"/>
                  </a:lnTo>
                  <a:lnTo>
                    <a:pt x="39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8"/>
            <p:cNvSpPr/>
            <p:nvPr/>
          </p:nvSpPr>
          <p:spPr>
            <a:xfrm>
              <a:off x="1372592" y="2293980"/>
              <a:ext cx="107692" cy="91892"/>
            </a:xfrm>
            <a:custGeom>
              <a:avLst/>
              <a:gdLst/>
              <a:ahLst/>
              <a:cxnLst/>
              <a:rect l="l" t="t" r="r" b="b"/>
              <a:pathLst>
                <a:path w="6080" h="5188" extrusionOk="0">
                  <a:moveTo>
                    <a:pt x="3038" y="1"/>
                  </a:moveTo>
                  <a:cubicBezTo>
                    <a:pt x="1734" y="1"/>
                    <a:pt x="427" y="107"/>
                    <a:pt x="334" y="308"/>
                  </a:cubicBezTo>
                  <a:cubicBezTo>
                    <a:pt x="152" y="704"/>
                    <a:pt x="0" y="4412"/>
                    <a:pt x="334" y="4868"/>
                  </a:cubicBezTo>
                  <a:cubicBezTo>
                    <a:pt x="481" y="5088"/>
                    <a:pt x="1659" y="5187"/>
                    <a:pt x="2878" y="5187"/>
                  </a:cubicBezTo>
                  <a:cubicBezTo>
                    <a:pt x="4187" y="5187"/>
                    <a:pt x="5541" y="5072"/>
                    <a:pt x="5714" y="4868"/>
                  </a:cubicBezTo>
                  <a:cubicBezTo>
                    <a:pt x="6079" y="4442"/>
                    <a:pt x="6079" y="734"/>
                    <a:pt x="5714" y="308"/>
                  </a:cubicBezTo>
                  <a:cubicBezTo>
                    <a:pt x="5550" y="100"/>
                    <a:pt x="4296" y="1"/>
                    <a:pt x="30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8"/>
            <p:cNvSpPr/>
            <p:nvPr/>
          </p:nvSpPr>
          <p:spPr>
            <a:xfrm>
              <a:off x="2646404" y="2392568"/>
              <a:ext cx="6483" cy="279450"/>
            </a:xfrm>
            <a:custGeom>
              <a:avLst/>
              <a:gdLst/>
              <a:ahLst/>
              <a:cxnLst/>
              <a:rect l="l" t="t" r="r" b="b"/>
              <a:pathLst>
                <a:path w="366" h="15777" extrusionOk="0">
                  <a:moveTo>
                    <a:pt x="0" y="1"/>
                  </a:moveTo>
                  <a:lnTo>
                    <a:pt x="0" y="15776"/>
                  </a:lnTo>
                  <a:lnTo>
                    <a:pt x="365" y="15776"/>
                  </a:lnTo>
                  <a:lnTo>
                    <a:pt x="36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8"/>
            <p:cNvSpPr/>
            <p:nvPr/>
          </p:nvSpPr>
          <p:spPr>
            <a:xfrm>
              <a:off x="2595800" y="2433094"/>
              <a:ext cx="107143" cy="91875"/>
            </a:xfrm>
            <a:custGeom>
              <a:avLst/>
              <a:gdLst/>
              <a:ahLst/>
              <a:cxnLst/>
              <a:rect l="l" t="t" r="r" b="b"/>
              <a:pathLst>
                <a:path w="6049" h="5187" extrusionOk="0">
                  <a:moveTo>
                    <a:pt x="2941" y="0"/>
                  </a:moveTo>
                  <a:cubicBezTo>
                    <a:pt x="1657" y="0"/>
                    <a:pt x="395" y="99"/>
                    <a:pt x="304" y="296"/>
                  </a:cubicBezTo>
                  <a:cubicBezTo>
                    <a:pt x="122" y="722"/>
                    <a:pt x="0" y="4400"/>
                    <a:pt x="304" y="4856"/>
                  </a:cubicBezTo>
                  <a:cubicBezTo>
                    <a:pt x="453" y="5080"/>
                    <a:pt x="1674" y="5186"/>
                    <a:pt x="2921" y="5186"/>
                  </a:cubicBezTo>
                  <a:cubicBezTo>
                    <a:pt x="4211" y="5186"/>
                    <a:pt x="5529" y="5072"/>
                    <a:pt x="5714" y="4856"/>
                  </a:cubicBezTo>
                  <a:cubicBezTo>
                    <a:pt x="6049" y="4491"/>
                    <a:pt x="6049" y="752"/>
                    <a:pt x="5714" y="296"/>
                  </a:cubicBezTo>
                  <a:cubicBezTo>
                    <a:pt x="5532" y="99"/>
                    <a:pt x="4225" y="0"/>
                    <a:pt x="29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8"/>
            <p:cNvSpPr/>
            <p:nvPr/>
          </p:nvSpPr>
          <p:spPr>
            <a:xfrm>
              <a:off x="3135252" y="1906962"/>
              <a:ext cx="7014" cy="278883"/>
            </a:xfrm>
            <a:custGeom>
              <a:avLst/>
              <a:gdLst/>
              <a:ahLst/>
              <a:cxnLst/>
              <a:rect l="l" t="t" r="r" b="b"/>
              <a:pathLst>
                <a:path w="396" h="15745" extrusionOk="0">
                  <a:moveTo>
                    <a:pt x="1" y="0"/>
                  </a:moveTo>
                  <a:lnTo>
                    <a:pt x="1" y="15745"/>
                  </a:lnTo>
                  <a:lnTo>
                    <a:pt x="396" y="15745"/>
                  </a:lnTo>
                  <a:lnTo>
                    <a:pt x="39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8"/>
            <p:cNvSpPr/>
            <p:nvPr/>
          </p:nvSpPr>
          <p:spPr>
            <a:xfrm>
              <a:off x="3084647" y="1948002"/>
              <a:ext cx="107692" cy="91892"/>
            </a:xfrm>
            <a:custGeom>
              <a:avLst/>
              <a:gdLst/>
              <a:ahLst/>
              <a:cxnLst/>
              <a:rect l="l" t="t" r="r" b="b"/>
              <a:pathLst>
                <a:path w="6080" h="5188" extrusionOk="0">
                  <a:moveTo>
                    <a:pt x="3115" y="0"/>
                  </a:moveTo>
                  <a:cubicBezTo>
                    <a:pt x="1786" y="0"/>
                    <a:pt x="429" y="108"/>
                    <a:pt x="335" y="297"/>
                  </a:cubicBezTo>
                  <a:cubicBezTo>
                    <a:pt x="152" y="723"/>
                    <a:pt x="0" y="4400"/>
                    <a:pt x="335" y="4856"/>
                  </a:cubicBezTo>
                  <a:cubicBezTo>
                    <a:pt x="484" y="5080"/>
                    <a:pt x="1705" y="5187"/>
                    <a:pt x="2948" y="5187"/>
                  </a:cubicBezTo>
                  <a:cubicBezTo>
                    <a:pt x="4235" y="5187"/>
                    <a:pt x="5545" y="5073"/>
                    <a:pt x="5715" y="4856"/>
                  </a:cubicBezTo>
                  <a:cubicBezTo>
                    <a:pt x="6080" y="4431"/>
                    <a:pt x="6080" y="753"/>
                    <a:pt x="5715" y="297"/>
                  </a:cubicBezTo>
                  <a:cubicBezTo>
                    <a:pt x="5554" y="92"/>
                    <a:pt x="4346" y="0"/>
                    <a:pt x="3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8"/>
            <p:cNvSpPr/>
            <p:nvPr/>
          </p:nvSpPr>
          <p:spPr>
            <a:xfrm>
              <a:off x="3746315" y="1673830"/>
              <a:ext cx="7014" cy="279450"/>
            </a:xfrm>
            <a:custGeom>
              <a:avLst/>
              <a:gdLst/>
              <a:ahLst/>
              <a:cxnLst/>
              <a:rect l="l" t="t" r="r" b="b"/>
              <a:pathLst>
                <a:path w="396" h="15777" extrusionOk="0">
                  <a:moveTo>
                    <a:pt x="1" y="1"/>
                  </a:moveTo>
                  <a:lnTo>
                    <a:pt x="1" y="15776"/>
                  </a:lnTo>
                  <a:lnTo>
                    <a:pt x="396" y="15776"/>
                  </a:lnTo>
                  <a:lnTo>
                    <a:pt x="396"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8"/>
            <p:cNvSpPr/>
            <p:nvPr/>
          </p:nvSpPr>
          <p:spPr>
            <a:xfrm>
              <a:off x="3696242" y="1715224"/>
              <a:ext cx="107710" cy="91892"/>
            </a:xfrm>
            <a:custGeom>
              <a:avLst/>
              <a:gdLst/>
              <a:ahLst/>
              <a:cxnLst/>
              <a:rect l="l" t="t" r="r" b="b"/>
              <a:pathLst>
                <a:path w="6081" h="5188" extrusionOk="0">
                  <a:moveTo>
                    <a:pt x="3043" y="0"/>
                  </a:moveTo>
                  <a:cubicBezTo>
                    <a:pt x="1735" y="0"/>
                    <a:pt x="428" y="107"/>
                    <a:pt x="335" y="308"/>
                  </a:cubicBezTo>
                  <a:cubicBezTo>
                    <a:pt x="153" y="703"/>
                    <a:pt x="1" y="4412"/>
                    <a:pt x="335" y="4867"/>
                  </a:cubicBezTo>
                  <a:cubicBezTo>
                    <a:pt x="482" y="5087"/>
                    <a:pt x="1660" y="5187"/>
                    <a:pt x="2882" y="5187"/>
                  </a:cubicBezTo>
                  <a:cubicBezTo>
                    <a:pt x="4194" y="5187"/>
                    <a:pt x="5557" y="5072"/>
                    <a:pt x="5746" y="4867"/>
                  </a:cubicBezTo>
                  <a:cubicBezTo>
                    <a:pt x="6080" y="4442"/>
                    <a:pt x="6080" y="764"/>
                    <a:pt x="5746" y="308"/>
                  </a:cubicBezTo>
                  <a:cubicBezTo>
                    <a:pt x="5567" y="99"/>
                    <a:pt x="4304" y="0"/>
                    <a:pt x="3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8"/>
            <p:cNvSpPr/>
            <p:nvPr/>
          </p:nvSpPr>
          <p:spPr>
            <a:xfrm>
              <a:off x="1178764" y="2059856"/>
              <a:ext cx="6483" cy="481869"/>
            </a:xfrm>
            <a:custGeom>
              <a:avLst/>
              <a:gdLst/>
              <a:ahLst/>
              <a:cxnLst/>
              <a:rect l="l" t="t" r="r" b="b"/>
              <a:pathLst>
                <a:path w="366" h="27205" extrusionOk="0">
                  <a:moveTo>
                    <a:pt x="1" y="0"/>
                  </a:moveTo>
                  <a:lnTo>
                    <a:pt x="1" y="27204"/>
                  </a:lnTo>
                  <a:lnTo>
                    <a:pt x="365" y="27204"/>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8"/>
            <p:cNvSpPr/>
            <p:nvPr/>
          </p:nvSpPr>
          <p:spPr>
            <a:xfrm>
              <a:off x="1128160" y="2208924"/>
              <a:ext cx="107692" cy="258443"/>
            </a:xfrm>
            <a:custGeom>
              <a:avLst/>
              <a:gdLst/>
              <a:ahLst/>
              <a:cxnLst/>
              <a:rect l="l" t="t" r="r" b="b"/>
              <a:pathLst>
                <a:path w="6080" h="14591" extrusionOk="0">
                  <a:moveTo>
                    <a:pt x="3043" y="0"/>
                  </a:moveTo>
                  <a:cubicBezTo>
                    <a:pt x="1734" y="0"/>
                    <a:pt x="428" y="107"/>
                    <a:pt x="335" y="308"/>
                  </a:cubicBezTo>
                  <a:cubicBezTo>
                    <a:pt x="152" y="673"/>
                    <a:pt x="0" y="13804"/>
                    <a:pt x="335" y="14259"/>
                  </a:cubicBezTo>
                  <a:cubicBezTo>
                    <a:pt x="484" y="14484"/>
                    <a:pt x="1705" y="14590"/>
                    <a:pt x="2952" y="14590"/>
                  </a:cubicBezTo>
                  <a:cubicBezTo>
                    <a:pt x="4242" y="14590"/>
                    <a:pt x="5560" y="14476"/>
                    <a:pt x="5745" y="14259"/>
                  </a:cubicBezTo>
                  <a:cubicBezTo>
                    <a:pt x="6080" y="13834"/>
                    <a:pt x="6080" y="733"/>
                    <a:pt x="5745" y="308"/>
                  </a:cubicBezTo>
                  <a:cubicBezTo>
                    <a:pt x="5566" y="99"/>
                    <a:pt x="4304" y="0"/>
                    <a:pt x="3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8"/>
            <p:cNvSpPr/>
            <p:nvPr/>
          </p:nvSpPr>
          <p:spPr>
            <a:xfrm>
              <a:off x="2890288" y="2011944"/>
              <a:ext cx="7014" cy="481869"/>
            </a:xfrm>
            <a:custGeom>
              <a:avLst/>
              <a:gdLst/>
              <a:ahLst/>
              <a:cxnLst/>
              <a:rect l="l" t="t" r="r" b="b"/>
              <a:pathLst>
                <a:path w="396" h="27205" extrusionOk="0">
                  <a:moveTo>
                    <a:pt x="1" y="0"/>
                  </a:moveTo>
                  <a:lnTo>
                    <a:pt x="1" y="27204"/>
                  </a:lnTo>
                  <a:lnTo>
                    <a:pt x="396" y="27204"/>
                  </a:lnTo>
                  <a:lnTo>
                    <a:pt x="39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8"/>
            <p:cNvSpPr/>
            <p:nvPr/>
          </p:nvSpPr>
          <p:spPr>
            <a:xfrm>
              <a:off x="2840214" y="2161402"/>
              <a:ext cx="107692" cy="258036"/>
            </a:xfrm>
            <a:custGeom>
              <a:avLst/>
              <a:gdLst/>
              <a:ahLst/>
              <a:cxnLst/>
              <a:rect l="l" t="t" r="r" b="b"/>
              <a:pathLst>
                <a:path w="6080" h="14568" extrusionOk="0">
                  <a:moveTo>
                    <a:pt x="3049" y="1"/>
                  </a:moveTo>
                  <a:cubicBezTo>
                    <a:pt x="1739" y="1"/>
                    <a:pt x="428" y="100"/>
                    <a:pt x="335" y="286"/>
                  </a:cubicBezTo>
                  <a:cubicBezTo>
                    <a:pt x="153" y="681"/>
                    <a:pt x="1" y="13781"/>
                    <a:pt x="335" y="14237"/>
                  </a:cubicBezTo>
                  <a:cubicBezTo>
                    <a:pt x="484" y="14461"/>
                    <a:pt x="1705" y="14568"/>
                    <a:pt x="2952" y="14568"/>
                  </a:cubicBezTo>
                  <a:cubicBezTo>
                    <a:pt x="4242" y="14568"/>
                    <a:pt x="5560" y="14454"/>
                    <a:pt x="5746" y="14237"/>
                  </a:cubicBezTo>
                  <a:cubicBezTo>
                    <a:pt x="6080" y="13812"/>
                    <a:pt x="6080" y="711"/>
                    <a:pt x="5746" y="286"/>
                  </a:cubicBezTo>
                  <a:cubicBezTo>
                    <a:pt x="5567" y="92"/>
                    <a:pt x="4308" y="1"/>
                    <a:pt x="30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8"/>
            <p:cNvSpPr/>
            <p:nvPr/>
          </p:nvSpPr>
          <p:spPr>
            <a:xfrm>
              <a:off x="1300980" y="1824581"/>
              <a:ext cx="6483" cy="599781"/>
            </a:xfrm>
            <a:custGeom>
              <a:avLst/>
              <a:gdLst/>
              <a:ahLst/>
              <a:cxnLst/>
              <a:rect l="l" t="t" r="r" b="b"/>
              <a:pathLst>
                <a:path w="366" h="33862" extrusionOk="0">
                  <a:moveTo>
                    <a:pt x="0" y="1"/>
                  </a:moveTo>
                  <a:lnTo>
                    <a:pt x="0" y="33861"/>
                  </a:lnTo>
                  <a:lnTo>
                    <a:pt x="365" y="33861"/>
                  </a:lnTo>
                  <a:lnTo>
                    <a:pt x="36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8"/>
            <p:cNvSpPr/>
            <p:nvPr/>
          </p:nvSpPr>
          <p:spPr>
            <a:xfrm>
              <a:off x="1249827" y="1883192"/>
              <a:ext cx="107692" cy="416191"/>
            </a:xfrm>
            <a:custGeom>
              <a:avLst/>
              <a:gdLst/>
              <a:ahLst/>
              <a:cxnLst/>
              <a:rect l="l" t="t" r="r" b="b"/>
              <a:pathLst>
                <a:path w="6080" h="23497" extrusionOk="0">
                  <a:moveTo>
                    <a:pt x="3066" y="1"/>
                  </a:moveTo>
                  <a:cubicBezTo>
                    <a:pt x="1758" y="1"/>
                    <a:pt x="444" y="107"/>
                    <a:pt x="335" y="309"/>
                  </a:cubicBezTo>
                  <a:cubicBezTo>
                    <a:pt x="153" y="673"/>
                    <a:pt x="1" y="22741"/>
                    <a:pt x="335" y="23166"/>
                  </a:cubicBezTo>
                  <a:cubicBezTo>
                    <a:pt x="485" y="23390"/>
                    <a:pt x="1713" y="23497"/>
                    <a:pt x="2963" y="23497"/>
                  </a:cubicBezTo>
                  <a:cubicBezTo>
                    <a:pt x="4257" y="23497"/>
                    <a:pt x="5576" y="23382"/>
                    <a:pt x="5746" y="23166"/>
                  </a:cubicBezTo>
                  <a:cubicBezTo>
                    <a:pt x="6080" y="22771"/>
                    <a:pt x="6080" y="734"/>
                    <a:pt x="5746" y="309"/>
                  </a:cubicBezTo>
                  <a:cubicBezTo>
                    <a:pt x="5582" y="100"/>
                    <a:pt x="4327" y="1"/>
                    <a:pt x="30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8"/>
            <p:cNvSpPr/>
            <p:nvPr/>
          </p:nvSpPr>
          <p:spPr>
            <a:xfrm>
              <a:off x="3502432" y="1771284"/>
              <a:ext cx="6483" cy="542162"/>
            </a:xfrm>
            <a:custGeom>
              <a:avLst/>
              <a:gdLst/>
              <a:ahLst/>
              <a:cxnLst/>
              <a:rect l="l" t="t" r="r" b="b"/>
              <a:pathLst>
                <a:path w="366" h="30609" extrusionOk="0">
                  <a:moveTo>
                    <a:pt x="0" y="0"/>
                  </a:moveTo>
                  <a:lnTo>
                    <a:pt x="0" y="30609"/>
                  </a:lnTo>
                  <a:lnTo>
                    <a:pt x="365" y="30609"/>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8"/>
            <p:cNvSpPr/>
            <p:nvPr/>
          </p:nvSpPr>
          <p:spPr>
            <a:xfrm>
              <a:off x="3451278" y="1830302"/>
              <a:ext cx="107692" cy="359050"/>
            </a:xfrm>
            <a:custGeom>
              <a:avLst/>
              <a:gdLst/>
              <a:ahLst/>
              <a:cxnLst/>
              <a:rect l="l" t="t" r="r" b="b"/>
              <a:pathLst>
                <a:path w="6080" h="20271" extrusionOk="0">
                  <a:moveTo>
                    <a:pt x="3045" y="0"/>
                  </a:moveTo>
                  <a:cubicBezTo>
                    <a:pt x="1739" y="0"/>
                    <a:pt x="428" y="99"/>
                    <a:pt x="335" y="285"/>
                  </a:cubicBezTo>
                  <a:cubicBezTo>
                    <a:pt x="153" y="711"/>
                    <a:pt x="1" y="19495"/>
                    <a:pt x="335" y="19951"/>
                  </a:cubicBezTo>
                  <a:cubicBezTo>
                    <a:pt x="482" y="20171"/>
                    <a:pt x="1660" y="20271"/>
                    <a:pt x="2879" y="20271"/>
                  </a:cubicBezTo>
                  <a:cubicBezTo>
                    <a:pt x="4187" y="20271"/>
                    <a:pt x="5542" y="20156"/>
                    <a:pt x="5715" y="19951"/>
                  </a:cubicBezTo>
                  <a:cubicBezTo>
                    <a:pt x="6080" y="19526"/>
                    <a:pt x="6080" y="711"/>
                    <a:pt x="5715" y="285"/>
                  </a:cubicBezTo>
                  <a:cubicBezTo>
                    <a:pt x="5551" y="92"/>
                    <a:pt x="4300" y="0"/>
                    <a:pt x="30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8"/>
            <p:cNvSpPr/>
            <p:nvPr/>
          </p:nvSpPr>
          <p:spPr>
            <a:xfrm>
              <a:off x="2401440" y="2521249"/>
              <a:ext cx="6465" cy="515239"/>
            </a:xfrm>
            <a:custGeom>
              <a:avLst/>
              <a:gdLst/>
              <a:ahLst/>
              <a:cxnLst/>
              <a:rect l="l" t="t" r="r" b="b"/>
              <a:pathLst>
                <a:path w="365" h="29089" extrusionOk="0">
                  <a:moveTo>
                    <a:pt x="0" y="0"/>
                  </a:moveTo>
                  <a:lnTo>
                    <a:pt x="0" y="29089"/>
                  </a:lnTo>
                  <a:lnTo>
                    <a:pt x="365" y="29089"/>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8"/>
            <p:cNvSpPr/>
            <p:nvPr/>
          </p:nvSpPr>
          <p:spPr>
            <a:xfrm>
              <a:off x="2350836" y="2579860"/>
              <a:ext cx="107692" cy="332747"/>
            </a:xfrm>
            <a:custGeom>
              <a:avLst/>
              <a:gdLst/>
              <a:ahLst/>
              <a:cxnLst/>
              <a:rect l="l" t="t" r="r" b="b"/>
              <a:pathLst>
                <a:path w="6080" h="18786" extrusionOk="0">
                  <a:moveTo>
                    <a:pt x="3065" y="1"/>
                  </a:moveTo>
                  <a:cubicBezTo>
                    <a:pt x="1757" y="1"/>
                    <a:pt x="443" y="107"/>
                    <a:pt x="334" y="308"/>
                  </a:cubicBezTo>
                  <a:cubicBezTo>
                    <a:pt x="152" y="734"/>
                    <a:pt x="0" y="17999"/>
                    <a:pt x="334" y="18455"/>
                  </a:cubicBezTo>
                  <a:cubicBezTo>
                    <a:pt x="484" y="18679"/>
                    <a:pt x="1712" y="18785"/>
                    <a:pt x="2962" y="18785"/>
                  </a:cubicBezTo>
                  <a:cubicBezTo>
                    <a:pt x="4257" y="18785"/>
                    <a:pt x="5575" y="18671"/>
                    <a:pt x="5745" y="18455"/>
                  </a:cubicBezTo>
                  <a:cubicBezTo>
                    <a:pt x="6079" y="18059"/>
                    <a:pt x="6079" y="764"/>
                    <a:pt x="5745" y="308"/>
                  </a:cubicBezTo>
                  <a:cubicBezTo>
                    <a:pt x="5581" y="100"/>
                    <a:pt x="4326" y="1"/>
                    <a:pt x="30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8"/>
            <p:cNvSpPr/>
            <p:nvPr/>
          </p:nvSpPr>
          <p:spPr>
            <a:xfrm>
              <a:off x="3013035" y="1964014"/>
              <a:ext cx="7014" cy="338663"/>
            </a:xfrm>
            <a:custGeom>
              <a:avLst/>
              <a:gdLst/>
              <a:ahLst/>
              <a:cxnLst/>
              <a:rect l="l" t="t" r="r" b="b"/>
              <a:pathLst>
                <a:path w="396" h="19120" extrusionOk="0">
                  <a:moveTo>
                    <a:pt x="1" y="1"/>
                  </a:moveTo>
                  <a:lnTo>
                    <a:pt x="1" y="19120"/>
                  </a:lnTo>
                  <a:lnTo>
                    <a:pt x="396" y="19120"/>
                  </a:lnTo>
                  <a:lnTo>
                    <a:pt x="396"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8"/>
            <p:cNvSpPr/>
            <p:nvPr/>
          </p:nvSpPr>
          <p:spPr>
            <a:xfrm>
              <a:off x="2961899" y="2001830"/>
              <a:ext cx="108223" cy="258248"/>
            </a:xfrm>
            <a:custGeom>
              <a:avLst/>
              <a:gdLst/>
              <a:ahLst/>
              <a:cxnLst/>
              <a:rect l="l" t="t" r="r" b="b"/>
              <a:pathLst>
                <a:path w="6110" h="14580" extrusionOk="0">
                  <a:moveTo>
                    <a:pt x="3142" y="1"/>
                  </a:moveTo>
                  <a:cubicBezTo>
                    <a:pt x="1809" y="1"/>
                    <a:pt x="445" y="108"/>
                    <a:pt x="335" y="298"/>
                  </a:cubicBezTo>
                  <a:cubicBezTo>
                    <a:pt x="152" y="693"/>
                    <a:pt x="0" y="13793"/>
                    <a:pt x="335" y="14249"/>
                  </a:cubicBezTo>
                  <a:cubicBezTo>
                    <a:pt x="484" y="14473"/>
                    <a:pt x="1712" y="14580"/>
                    <a:pt x="2963" y="14580"/>
                  </a:cubicBezTo>
                  <a:cubicBezTo>
                    <a:pt x="4257" y="14580"/>
                    <a:pt x="5575" y="14466"/>
                    <a:pt x="5745" y="14249"/>
                  </a:cubicBezTo>
                  <a:cubicBezTo>
                    <a:pt x="6110" y="13824"/>
                    <a:pt x="6110" y="723"/>
                    <a:pt x="5745" y="298"/>
                  </a:cubicBezTo>
                  <a:cubicBezTo>
                    <a:pt x="5584" y="93"/>
                    <a:pt x="4376" y="1"/>
                    <a:pt x="31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8"/>
            <p:cNvSpPr/>
            <p:nvPr/>
          </p:nvSpPr>
          <p:spPr>
            <a:xfrm>
              <a:off x="1912044" y="2548172"/>
              <a:ext cx="7014" cy="338645"/>
            </a:xfrm>
            <a:custGeom>
              <a:avLst/>
              <a:gdLst/>
              <a:ahLst/>
              <a:cxnLst/>
              <a:rect l="l" t="t" r="r" b="b"/>
              <a:pathLst>
                <a:path w="396" h="19119" extrusionOk="0">
                  <a:moveTo>
                    <a:pt x="1" y="0"/>
                  </a:moveTo>
                  <a:lnTo>
                    <a:pt x="1" y="19119"/>
                  </a:lnTo>
                  <a:lnTo>
                    <a:pt x="396" y="19119"/>
                  </a:lnTo>
                  <a:lnTo>
                    <a:pt x="39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8"/>
            <p:cNvSpPr/>
            <p:nvPr/>
          </p:nvSpPr>
          <p:spPr>
            <a:xfrm>
              <a:off x="1861439" y="2585776"/>
              <a:ext cx="107692" cy="258461"/>
            </a:xfrm>
            <a:custGeom>
              <a:avLst/>
              <a:gdLst/>
              <a:ahLst/>
              <a:cxnLst/>
              <a:rect l="l" t="t" r="r" b="b"/>
              <a:pathLst>
                <a:path w="6080" h="14592" extrusionOk="0">
                  <a:moveTo>
                    <a:pt x="3069" y="1"/>
                  </a:moveTo>
                  <a:cubicBezTo>
                    <a:pt x="1765" y="1"/>
                    <a:pt x="458" y="108"/>
                    <a:pt x="365" y="309"/>
                  </a:cubicBezTo>
                  <a:cubicBezTo>
                    <a:pt x="152" y="674"/>
                    <a:pt x="0" y="13804"/>
                    <a:pt x="365" y="14260"/>
                  </a:cubicBezTo>
                  <a:cubicBezTo>
                    <a:pt x="514" y="14484"/>
                    <a:pt x="1735" y="14591"/>
                    <a:pt x="2978" y="14591"/>
                  </a:cubicBezTo>
                  <a:cubicBezTo>
                    <a:pt x="4265" y="14591"/>
                    <a:pt x="5575" y="14477"/>
                    <a:pt x="5745" y="14260"/>
                  </a:cubicBezTo>
                  <a:cubicBezTo>
                    <a:pt x="6079" y="13835"/>
                    <a:pt x="6079" y="765"/>
                    <a:pt x="5745" y="309"/>
                  </a:cubicBezTo>
                  <a:cubicBezTo>
                    <a:pt x="5581" y="100"/>
                    <a:pt x="4326" y="1"/>
                    <a:pt x="30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8"/>
            <p:cNvSpPr/>
            <p:nvPr/>
          </p:nvSpPr>
          <p:spPr>
            <a:xfrm>
              <a:off x="2279755" y="2427036"/>
              <a:ext cx="6483" cy="338645"/>
            </a:xfrm>
            <a:custGeom>
              <a:avLst/>
              <a:gdLst/>
              <a:ahLst/>
              <a:cxnLst/>
              <a:rect l="l" t="t" r="r" b="b"/>
              <a:pathLst>
                <a:path w="366" h="19119" extrusionOk="0">
                  <a:moveTo>
                    <a:pt x="1" y="0"/>
                  </a:moveTo>
                  <a:lnTo>
                    <a:pt x="1" y="19119"/>
                  </a:lnTo>
                  <a:lnTo>
                    <a:pt x="366" y="19119"/>
                  </a:lnTo>
                  <a:lnTo>
                    <a:pt x="36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8"/>
            <p:cNvSpPr/>
            <p:nvPr/>
          </p:nvSpPr>
          <p:spPr>
            <a:xfrm>
              <a:off x="2228620" y="2465596"/>
              <a:ext cx="107692" cy="258036"/>
            </a:xfrm>
            <a:custGeom>
              <a:avLst/>
              <a:gdLst/>
              <a:ahLst/>
              <a:cxnLst/>
              <a:rect l="l" t="t" r="r" b="b"/>
              <a:pathLst>
                <a:path w="6080" h="14568" extrusionOk="0">
                  <a:moveTo>
                    <a:pt x="3044" y="0"/>
                  </a:moveTo>
                  <a:cubicBezTo>
                    <a:pt x="1738" y="0"/>
                    <a:pt x="428" y="99"/>
                    <a:pt x="335" y="285"/>
                  </a:cubicBezTo>
                  <a:cubicBezTo>
                    <a:pt x="152" y="680"/>
                    <a:pt x="0" y="13781"/>
                    <a:pt x="335" y="14237"/>
                  </a:cubicBezTo>
                  <a:cubicBezTo>
                    <a:pt x="484" y="14461"/>
                    <a:pt x="1705" y="14567"/>
                    <a:pt x="2948" y="14567"/>
                  </a:cubicBezTo>
                  <a:cubicBezTo>
                    <a:pt x="4234" y="14567"/>
                    <a:pt x="5545" y="14453"/>
                    <a:pt x="5715" y="14237"/>
                  </a:cubicBezTo>
                  <a:cubicBezTo>
                    <a:pt x="6079" y="13811"/>
                    <a:pt x="6079" y="711"/>
                    <a:pt x="5715" y="285"/>
                  </a:cubicBezTo>
                  <a:cubicBezTo>
                    <a:pt x="5551" y="92"/>
                    <a:pt x="4299" y="0"/>
                    <a:pt x="30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8"/>
            <p:cNvSpPr/>
            <p:nvPr/>
          </p:nvSpPr>
          <p:spPr>
            <a:xfrm>
              <a:off x="1065174" y="2948722"/>
              <a:ext cx="360733" cy="792510"/>
            </a:xfrm>
            <a:custGeom>
              <a:avLst/>
              <a:gdLst/>
              <a:ahLst/>
              <a:cxnLst/>
              <a:rect l="l" t="t" r="r" b="b"/>
              <a:pathLst>
                <a:path w="20366" h="44743" extrusionOk="0">
                  <a:moveTo>
                    <a:pt x="0" y="0"/>
                  </a:moveTo>
                  <a:lnTo>
                    <a:pt x="0" y="44743"/>
                  </a:lnTo>
                  <a:lnTo>
                    <a:pt x="20365" y="44743"/>
                  </a:lnTo>
                  <a:lnTo>
                    <a:pt x="2036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8"/>
            <p:cNvSpPr/>
            <p:nvPr/>
          </p:nvSpPr>
          <p:spPr>
            <a:xfrm>
              <a:off x="1548637" y="3157075"/>
              <a:ext cx="366649" cy="584158"/>
            </a:xfrm>
            <a:custGeom>
              <a:avLst/>
              <a:gdLst/>
              <a:ahLst/>
              <a:cxnLst/>
              <a:rect l="l" t="t" r="r" b="b"/>
              <a:pathLst>
                <a:path w="20700" h="32980" extrusionOk="0">
                  <a:moveTo>
                    <a:pt x="0" y="1"/>
                  </a:moveTo>
                  <a:lnTo>
                    <a:pt x="0" y="32980"/>
                  </a:lnTo>
                  <a:lnTo>
                    <a:pt x="20700" y="32980"/>
                  </a:lnTo>
                  <a:lnTo>
                    <a:pt x="207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8"/>
            <p:cNvSpPr/>
            <p:nvPr/>
          </p:nvSpPr>
          <p:spPr>
            <a:xfrm>
              <a:off x="2037484" y="3527478"/>
              <a:ext cx="366666" cy="213754"/>
            </a:xfrm>
            <a:custGeom>
              <a:avLst/>
              <a:gdLst/>
              <a:ahLst/>
              <a:cxnLst/>
              <a:rect l="l" t="t" r="r" b="b"/>
              <a:pathLst>
                <a:path w="20701" h="12068" extrusionOk="0">
                  <a:moveTo>
                    <a:pt x="1" y="1"/>
                  </a:moveTo>
                  <a:lnTo>
                    <a:pt x="1" y="12068"/>
                  </a:lnTo>
                  <a:lnTo>
                    <a:pt x="20700" y="12068"/>
                  </a:lnTo>
                  <a:lnTo>
                    <a:pt x="207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8"/>
            <p:cNvSpPr/>
            <p:nvPr/>
          </p:nvSpPr>
          <p:spPr>
            <a:xfrm>
              <a:off x="3016277" y="3272294"/>
              <a:ext cx="367180" cy="468938"/>
            </a:xfrm>
            <a:custGeom>
              <a:avLst/>
              <a:gdLst/>
              <a:ahLst/>
              <a:cxnLst/>
              <a:rect l="l" t="t" r="r" b="b"/>
              <a:pathLst>
                <a:path w="20730" h="26475" extrusionOk="0">
                  <a:moveTo>
                    <a:pt x="0" y="0"/>
                  </a:moveTo>
                  <a:lnTo>
                    <a:pt x="0" y="26475"/>
                  </a:lnTo>
                  <a:lnTo>
                    <a:pt x="20730" y="26475"/>
                  </a:lnTo>
                  <a:lnTo>
                    <a:pt x="207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8"/>
            <p:cNvSpPr/>
            <p:nvPr/>
          </p:nvSpPr>
          <p:spPr>
            <a:xfrm>
              <a:off x="3499739" y="2705370"/>
              <a:ext cx="366649" cy="1035862"/>
            </a:xfrm>
            <a:custGeom>
              <a:avLst/>
              <a:gdLst/>
              <a:ahLst/>
              <a:cxnLst/>
              <a:rect l="l" t="t" r="r" b="b"/>
              <a:pathLst>
                <a:path w="20700" h="58482" extrusionOk="0">
                  <a:moveTo>
                    <a:pt x="0" y="1"/>
                  </a:moveTo>
                  <a:lnTo>
                    <a:pt x="0" y="58482"/>
                  </a:lnTo>
                  <a:lnTo>
                    <a:pt x="20700" y="58482"/>
                  </a:lnTo>
                  <a:lnTo>
                    <a:pt x="207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8"/>
            <p:cNvSpPr/>
            <p:nvPr/>
          </p:nvSpPr>
          <p:spPr>
            <a:xfrm>
              <a:off x="2526880" y="2975645"/>
              <a:ext cx="367198" cy="765587"/>
            </a:xfrm>
            <a:custGeom>
              <a:avLst/>
              <a:gdLst/>
              <a:ahLst/>
              <a:cxnLst/>
              <a:rect l="l" t="t" r="r" b="b"/>
              <a:pathLst>
                <a:path w="20731" h="43223" extrusionOk="0">
                  <a:moveTo>
                    <a:pt x="0" y="0"/>
                  </a:moveTo>
                  <a:lnTo>
                    <a:pt x="0" y="43223"/>
                  </a:lnTo>
                  <a:lnTo>
                    <a:pt x="20730" y="43223"/>
                  </a:lnTo>
                  <a:lnTo>
                    <a:pt x="207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8"/>
            <p:cNvSpPr/>
            <p:nvPr/>
          </p:nvSpPr>
          <p:spPr>
            <a:xfrm>
              <a:off x="1675688" y="1766502"/>
              <a:ext cx="362894" cy="304407"/>
            </a:xfrm>
            <a:custGeom>
              <a:avLst/>
              <a:gdLst/>
              <a:ahLst/>
              <a:cxnLst/>
              <a:rect l="l" t="t" r="r" b="b"/>
              <a:pathLst>
                <a:path w="20488" h="17186" extrusionOk="0">
                  <a:moveTo>
                    <a:pt x="10498" y="1"/>
                  </a:moveTo>
                  <a:cubicBezTo>
                    <a:pt x="6617" y="1"/>
                    <a:pt x="2814" y="1947"/>
                    <a:pt x="1612" y="5954"/>
                  </a:cubicBezTo>
                  <a:cubicBezTo>
                    <a:pt x="1" y="11274"/>
                    <a:pt x="3891" y="16897"/>
                    <a:pt x="9423" y="17170"/>
                  </a:cubicBezTo>
                  <a:cubicBezTo>
                    <a:pt x="9627" y="17180"/>
                    <a:pt x="9833" y="17186"/>
                    <a:pt x="10040" y="17186"/>
                  </a:cubicBezTo>
                  <a:cubicBezTo>
                    <a:pt x="12914" y="17186"/>
                    <a:pt x="16006" y="16193"/>
                    <a:pt x="17934" y="14009"/>
                  </a:cubicBezTo>
                  <a:cubicBezTo>
                    <a:pt x="20001" y="11729"/>
                    <a:pt x="20488" y="8386"/>
                    <a:pt x="19454" y="5559"/>
                  </a:cubicBezTo>
                  <a:cubicBezTo>
                    <a:pt x="18907" y="3948"/>
                    <a:pt x="17782" y="2489"/>
                    <a:pt x="16232" y="1547"/>
                  </a:cubicBezTo>
                  <a:cubicBezTo>
                    <a:pt x="14533" y="521"/>
                    <a:pt x="12505" y="1"/>
                    <a:pt x="1049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8"/>
            <p:cNvSpPr/>
            <p:nvPr/>
          </p:nvSpPr>
          <p:spPr>
            <a:xfrm>
              <a:off x="1721457" y="1803255"/>
              <a:ext cx="275677" cy="231538"/>
            </a:xfrm>
            <a:custGeom>
              <a:avLst/>
              <a:gdLst/>
              <a:ahLst/>
              <a:cxnLst/>
              <a:rect l="l" t="t" r="r" b="b"/>
              <a:pathLst>
                <a:path w="15564" h="13072" extrusionOk="0">
                  <a:moveTo>
                    <a:pt x="7987" y="0"/>
                  </a:moveTo>
                  <a:cubicBezTo>
                    <a:pt x="5023" y="0"/>
                    <a:pt x="2117" y="1474"/>
                    <a:pt x="1216" y="4518"/>
                  </a:cubicBezTo>
                  <a:cubicBezTo>
                    <a:pt x="0" y="8591"/>
                    <a:pt x="2979" y="12876"/>
                    <a:pt x="7204" y="13059"/>
                  </a:cubicBezTo>
                  <a:cubicBezTo>
                    <a:pt x="7368" y="13067"/>
                    <a:pt x="7533" y="13072"/>
                    <a:pt x="7699" y="13072"/>
                  </a:cubicBezTo>
                  <a:cubicBezTo>
                    <a:pt x="9875" y="13072"/>
                    <a:pt x="12208" y="12326"/>
                    <a:pt x="13648" y="10688"/>
                  </a:cubicBezTo>
                  <a:cubicBezTo>
                    <a:pt x="15168" y="8925"/>
                    <a:pt x="15563" y="6341"/>
                    <a:pt x="14803" y="4214"/>
                  </a:cubicBezTo>
                  <a:cubicBezTo>
                    <a:pt x="14347" y="2967"/>
                    <a:pt x="13527" y="1873"/>
                    <a:pt x="12372" y="1174"/>
                  </a:cubicBezTo>
                  <a:cubicBezTo>
                    <a:pt x="11075" y="396"/>
                    <a:pt x="9523" y="0"/>
                    <a:pt x="798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8"/>
            <p:cNvSpPr/>
            <p:nvPr/>
          </p:nvSpPr>
          <p:spPr>
            <a:xfrm>
              <a:off x="1893747" y="1802511"/>
              <a:ext cx="40934" cy="21007"/>
            </a:xfrm>
            <a:custGeom>
              <a:avLst/>
              <a:gdLst/>
              <a:ahLst/>
              <a:cxnLst/>
              <a:rect l="l" t="t" r="r" b="b"/>
              <a:pathLst>
                <a:path w="2311" h="1186" extrusionOk="0">
                  <a:moveTo>
                    <a:pt x="91" y="0"/>
                  </a:moveTo>
                  <a:lnTo>
                    <a:pt x="0" y="395"/>
                  </a:lnTo>
                  <a:cubicBezTo>
                    <a:pt x="760" y="578"/>
                    <a:pt x="1520" y="851"/>
                    <a:pt x="2189" y="1186"/>
                  </a:cubicBezTo>
                  <a:lnTo>
                    <a:pt x="2310" y="851"/>
                  </a:lnTo>
                  <a:cubicBezTo>
                    <a:pt x="1641" y="456"/>
                    <a:pt x="882" y="152"/>
                    <a:pt x="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8"/>
            <p:cNvSpPr/>
            <p:nvPr/>
          </p:nvSpPr>
          <p:spPr>
            <a:xfrm>
              <a:off x="1958344" y="1838042"/>
              <a:ext cx="37161" cy="121153"/>
            </a:xfrm>
            <a:custGeom>
              <a:avLst/>
              <a:gdLst/>
              <a:ahLst/>
              <a:cxnLst/>
              <a:rect l="l" t="t" r="r" b="b"/>
              <a:pathLst>
                <a:path w="2098" h="6840" extrusionOk="0">
                  <a:moveTo>
                    <a:pt x="274" y="0"/>
                  </a:moveTo>
                  <a:lnTo>
                    <a:pt x="1" y="274"/>
                  </a:lnTo>
                  <a:cubicBezTo>
                    <a:pt x="548" y="882"/>
                    <a:pt x="973" y="1581"/>
                    <a:pt x="1216" y="2341"/>
                  </a:cubicBezTo>
                  <a:cubicBezTo>
                    <a:pt x="1764" y="3739"/>
                    <a:pt x="1733" y="5320"/>
                    <a:pt x="1216" y="6748"/>
                  </a:cubicBezTo>
                  <a:lnTo>
                    <a:pt x="1581" y="6839"/>
                  </a:lnTo>
                  <a:cubicBezTo>
                    <a:pt x="2098" y="5380"/>
                    <a:pt x="2098" y="3648"/>
                    <a:pt x="1612" y="2189"/>
                  </a:cubicBezTo>
                  <a:cubicBezTo>
                    <a:pt x="1308" y="1338"/>
                    <a:pt x="852" y="608"/>
                    <a:pt x="2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8"/>
            <p:cNvSpPr/>
            <p:nvPr/>
          </p:nvSpPr>
          <p:spPr>
            <a:xfrm>
              <a:off x="1728454" y="1800350"/>
              <a:ext cx="250366" cy="237985"/>
            </a:xfrm>
            <a:custGeom>
              <a:avLst/>
              <a:gdLst/>
              <a:ahLst/>
              <a:cxnLst/>
              <a:rect l="l" t="t" r="r" b="b"/>
              <a:pathLst>
                <a:path w="14135" h="13436" extrusionOk="0">
                  <a:moveTo>
                    <a:pt x="6870" y="1"/>
                  </a:moveTo>
                  <a:cubicBezTo>
                    <a:pt x="3739" y="244"/>
                    <a:pt x="1399" y="1976"/>
                    <a:pt x="609" y="4651"/>
                  </a:cubicBezTo>
                  <a:cubicBezTo>
                    <a:pt x="1" y="6657"/>
                    <a:pt x="335" y="8815"/>
                    <a:pt x="1581" y="10578"/>
                  </a:cubicBezTo>
                  <a:cubicBezTo>
                    <a:pt x="2797" y="12281"/>
                    <a:pt x="4682" y="13314"/>
                    <a:pt x="6718" y="13436"/>
                  </a:cubicBezTo>
                  <a:lnTo>
                    <a:pt x="7204" y="13436"/>
                  </a:lnTo>
                  <a:cubicBezTo>
                    <a:pt x="9697" y="13436"/>
                    <a:pt x="11977" y="12524"/>
                    <a:pt x="13375" y="11004"/>
                  </a:cubicBezTo>
                  <a:cubicBezTo>
                    <a:pt x="13679" y="10639"/>
                    <a:pt x="13891" y="10305"/>
                    <a:pt x="14135" y="9940"/>
                  </a:cubicBezTo>
                  <a:lnTo>
                    <a:pt x="13770" y="9727"/>
                  </a:lnTo>
                  <a:cubicBezTo>
                    <a:pt x="13557" y="10092"/>
                    <a:pt x="13314" y="10426"/>
                    <a:pt x="13071" y="10730"/>
                  </a:cubicBezTo>
                  <a:cubicBezTo>
                    <a:pt x="11701" y="12186"/>
                    <a:pt x="9555" y="13052"/>
                    <a:pt x="7185" y="13052"/>
                  </a:cubicBezTo>
                  <a:cubicBezTo>
                    <a:pt x="7030" y="13052"/>
                    <a:pt x="6874" y="13048"/>
                    <a:pt x="6718" y="13040"/>
                  </a:cubicBezTo>
                  <a:cubicBezTo>
                    <a:pt x="4803" y="12980"/>
                    <a:pt x="3040" y="11977"/>
                    <a:pt x="1885" y="10335"/>
                  </a:cubicBezTo>
                  <a:cubicBezTo>
                    <a:pt x="700" y="8724"/>
                    <a:pt x="365" y="6657"/>
                    <a:pt x="943" y="4773"/>
                  </a:cubicBezTo>
                  <a:cubicBezTo>
                    <a:pt x="1703" y="2250"/>
                    <a:pt x="3952" y="609"/>
                    <a:pt x="6900" y="396"/>
                  </a:cubicBezTo>
                  <a:lnTo>
                    <a:pt x="68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8"/>
            <p:cNvSpPr/>
            <p:nvPr/>
          </p:nvSpPr>
          <p:spPr>
            <a:xfrm>
              <a:off x="1817282" y="1832126"/>
              <a:ext cx="87234" cy="176594"/>
            </a:xfrm>
            <a:custGeom>
              <a:avLst/>
              <a:gdLst/>
              <a:ahLst/>
              <a:cxnLst/>
              <a:rect l="l" t="t" r="r" b="b"/>
              <a:pathLst>
                <a:path w="4925" h="9970" extrusionOk="0">
                  <a:moveTo>
                    <a:pt x="2433" y="0"/>
                  </a:moveTo>
                  <a:cubicBezTo>
                    <a:pt x="2068" y="0"/>
                    <a:pt x="1885" y="91"/>
                    <a:pt x="1825" y="274"/>
                  </a:cubicBezTo>
                  <a:cubicBezTo>
                    <a:pt x="1794" y="395"/>
                    <a:pt x="1733" y="578"/>
                    <a:pt x="1733" y="851"/>
                  </a:cubicBezTo>
                  <a:lnTo>
                    <a:pt x="1733" y="1489"/>
                  </a:lnTo>
                  <a:cubicBezTo>
                    <a:pt x="1247" y="1611"/>
                    <a:pt x="822" y="1824"/>
                    <a:pt x="518" y="2219"/>
                  </a:cubicBezTo>
                  <a:cubicBezTo>
                    <a:pt x="214" y="2584"/>
                    <a:pt x="62" y="3009"/>
                    <a:pt x="62" y="3465"/>
                  </a:cubicBezTo>
                  <a:cubicBezTo>
                    <a:pt x="62" y="3921"/>
                    <a:pt x="183" y="4286"/>
                    <a:pt x="426" y="4590"/>
                  </a:cubicBezTo>
                  <a:cubicBezTo>
                    <a:pt x="639" y="4894"/>
                    <a:pt x="913" y="5137"/>
                    <a:pt x="1217" y="5258"/>
                  </a:cubicBezTo>
                  <a:cubicBezTo>
                    <a:pt x="1551" y="5350"/>
                    <a:pt x="1855" y="5471"/>
                    <a:pt x="2159" y="5562"/>
                  </a:cubicBezTo>
                  <a:cubicBezTo>
                    <a:pt x="2463" y="5623"/>
                    <a:pt x="2737" y="5745"/>
                    <a:pt x="2949" y="5806"/>
                  </a:cubicBezTo>
                  <a:cubicBezTo>
                    <a:pt x="3192" y="5897"/>
                    <a:pt x="3314" y="6018"/>
                    <a:pt x="3314" y="6201"/>
                  </a:cubicBezTo>
                  <a:cubicBezTo>
                    <a:pt x="3314" y="6687"/>
                    <a:pt x="3010" y="6930"/>
                    <a:pt x="2433" y="6930"/>
                  </a:cubicBezTo>
                  <a:cubicBezTo>
                    <a:pt x="2129" y="6930"/>
                    <a:pt x="1825" y="6778"/>
                    <a:pt x="1581" y="6474"/>
                  </a:cubicBezTo>
                  <a:cubicBezTo>
                    <a:pt x="1278" y="6170"/>
                    <a:pt x="1065" y="6018"/>
                    <a:pt x="882" y="6018"/>
                  </a:cubicBezTo>
                  <a:cubicBezTo>
                    <a:pt x="670" y="6018"/>
                    <a:pt x="518" y="6079"/>
                    <a:pt x="366" y="6231"/>
                  </a:cubicBezTo>
                  <a:cubicBezTo>
                    <a:pt x="122" y="6474"/>
                    <a:pt x="1" y="6687"/>
                    <a:pt x="1" y="6839"/>
                  </a:cubicBezTo>
                  <a:cubicBezTo>
                    <a:pt x="1" y="6991"/>
                    <a:pt x="62" y="7143"/>
                    <a:pt x="214" y="7386"/>
                  </a:cubicBezTo>
                  <a:lnTo>
                    <a:pt x="366" y="7569"/>
                  </a:lnTo>
                  <a:cubicBezTo>
                    <a:pt x="487" y="7690"/>
                    <a:pt x="639" y="7842"/>
                    <a:pt x="913" y="7994"/>
                  </a:cubicBezTo>
                  <a:cubicBezTo>
                    <a:pt x="1186" y="8146"/>
                    <a:pt x="1490" y="8237"/>
                    <a:pt x="1794" y="8328"/>
                  </a:cubicBezTo>
                  <a:lnTo>
                    <a:pt x="1794" y="9058"/>
                  </a:lnTo>
                  <a:cubicBezTo>
                    <a:pt x="1794" y="9301"/>
                    <a:pt x="1825" y="9544"/>
                    <a:pt x="1855" y="9666"/>
                  </a:cubicBezTo>
                  <a:cubicBezTo>
                    <a:pt x="1885" y="9757"/>
                    <a:pt x="1946" y="9848"/>
                    <a:pt x="2037" y="9879"/>
                  </a:cubicBezTo>
                  <a:cubicBezTo>
                    <a:pt x="2129" y="9909"/>
                    <a:pt x="2281" y="9970"/>
                    <a:pt x="2433" y="9970"/>
                  </a:cubicBezTo>
                  <a:cubicBezTo>
                    <a:pt x="2585" y="9970"/>
                    <a:pt x="2706" y="9909"/>
                    <a:pt x="2797" y="9879"/>
                  </a:cubicBezTo>
                  <a:cubicBezTo>
                    <a:pt x="2919" y="9848"/>
                    <a:pt x="3010" y="9757"/>
                    <a:pt x="3040" y="9666"/>
                  </a:cubicBezTo>
                  <a:cubicBezTo>
                    <a:pt x="3071" y="9544"/>
                    <a:pt x="3101" y="9362"/>
                    <a:pt x="3101" y="9088"/>
                  </a:cubicBezTo>
                  <a:lnTo>
                    <a:pt x="3101" y="8328"/>
                  </a:lnTo>
                  <a:cubicBezTo>
                    <a:pt x="3648" y="8207"/>
                    <a:pt x="4074" y="7994"/>
                    <a:pt x="4408" y="7599"/>
                  </a:cubicBezTo>
                  <a:cubicBezTo>
                    <a:pt x="4743" y="7234"/>
                    <a:pt x="4925" y="6717"/>
                    <a:pt x="4925" y="6110"/>
                  </a:cubicBezTo>
                  <a:cubicBezTo>
                    <a:pt x="4925" y="5714"/>
                    <a:pt x="4864" y="5350"/>
                    <a:pt x="4743" y="5289"/>
                  </a:cubicBezTo>
                  <a:cubicBezTo>
                    <a:pt x="4560" y="5015"/>
                    <a:pt x="4378" y="4833"/>
                    <a:pt x="4135" y="4711"/>
                  </a:cubicBezTo>
                  <a:cubicBezTo>
                    <a:pt x="3922" y="4590"/>
                    <a:pt x="3648" y="4499"/>
                    <a:pt x="3375" y="4407"/>
                  </a:cubicBezTo>
                  <a:cubicBezTo>
                    <a:pt x="3101" y="4286"/>
                    <a:pt x="2858" y="4255"/>
                    <a:pt x="2615" y="4225"/>
                  </a:cubicBezTo>
                  <a:cubicBezTo>
                    <a:pt x="2341" y="4195"/>
                    <a:pt x="2159" y="4103"/>
                    <a:pt x="2007" y="3982"/>
                  </a:cubicBezTo>
                  <a:cubicBezTo>
                    <a:pt x="1855" y="3891"/>
                    <a:pt x="1794" y="3769"/>
                    <a:pt x="1794" y="3587"/>
                  </a:cubicBezTo>
                  <a:cubicBezTo>
                    <a:pt x="1794" y="3374"/>
                    <a:pt x="1855" y="3283"/>
                    <a:pt x="1977" y="3161"/>
                  </a:cubicBezTo>
                  <a:cubicBezTo>
                    <a:pt x="2098" y="3040"/>
                    <a:pt x="2281" y="3009"/>
                    <a:pt x="2463" y="3009"/>
                  </a:cubicBezTo>
                  <a:cubicBezTo>
                    <a:pt x="2645" y="3009"/>
                    <a:pt x="2858" y="3040"/>
                    <a:pt x="2949" y="3131"/>
                  </a:cubicBezTo>
                  <a:cubicBezTo>
                    <a:pt x="3010" y="3161"/>
                    <a:pt x="3071" y="3192"/>
                    <a:pt x="3101" y="3222"/>
                  </a:cubicBezTo>
                  <a:cubicBezTo>
                    <a:pt x="3162" y="3313"/>
                    <a:pt x="3223" y="3344"/>
                    <a:pt x="3344" y="3435"/>
                  </a:cubicBezTo>
                  <a:cubicBezTo>
                    <a:pt x="3405" y="3496"/>
                    <a:pt x="3527" y="3526"/>
                    <a:pt x="3679" y="3526"/>
                  </a:cubicBezTo>
                  <a:cubicBezTo>
                    <a:pt x="3922" y="3526"/>
                    <a:pt x="4104" y="3374"/>
                    <a:pt x="4287" y="3131"/>
                  </a:cubicBezTo>
                  <a:cubicBezTo>
                    <a:pt x="4469" y="2857"/>
                    <a:pt x="4560" y="2675"/>
                    <a:pt x="4560" y="2553"/>
                  </a:cubicBezTo>
                  <a:cubicBezTo>
                    <a:pt x="4560" y="2432"/>
                    <a:pt x="4439" y="2280"/>
                    <a:pt x="4256" y="2097"/>
                  </a:cubicBezTo>
                  <a:lnTo>
                    <a:pt x="4226" y="2067"/>
                  </a:lnTo>
                  <a:lnTo>
                    <a:pt x="4104" y="1976"/>
                  </a:lnTo>
                  <a:cubicBezTo>
                    <a:pt x="4013" y="1915"/>
                    <a:pt x="3922" y="1824"/>
                    <a:pt x="3709" y="1763"/>
                  </a:cubicBezTo>
                  <a:cubicBezTo>
                    <a:pt x="3527" y="1672"/>
                    <a:pt x="3344" y="1611"/>
                    <a:pt x="3101" y="1550"/>
                  </a:cubicBezTo>
                  <a:lnTo>
                    <a:pt x="3101" y="912"/>
                  </a:lnTo>
                  <a:cubicBezTo>
                    <a:pt x="3101" y="730"/>
                    <a:pt x="3071" y="578"/>
                    <a:pt x="3071" y="456"/>
                  </a:cubicBezTo>
                  <a:cubicBezTo>
                    <a:pt x="3040" y="334"/>
                    <a:pt x="3010" y="243"/>
                    <a:pt x="2888" y="152"/>
                  </a:cubicBezTo>
                  <a:cubicBezTo>
                    <a:pt x="2797" y="30"/>
                    <a:pt x="2645" y="0"/>
                    <a:pt x="24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8"/>
            <p:cNvSpPr/>
            <p:nvPr/>
          </p:nvSpPr>
          <p:spPr>
            <a:xfrm>
              <a:off x="2032648" y="2901111"/>
              <a:ext cx="362876" cy="304177"/>
            </a:xfrm>
            <a:custGeom>
              <a:avLst/>
              <a:gdLst/>
              <a:ahLst/>
              <a:cxnLst/>
              <a:rect l="l" t="t" r="r" b="b"/>
              <a:pathLst>
                <a:path w="20487" h="17173" extrusionOk="0">
                  <a:moveTo>
                    <a:pt x="10489" y="1"/>
                  </a:moveTo>
                  <a:cubicBezTo>
                    <a:pt x="6599" y="1"/>
                    <a:pt x="2783" y="1934"/>
                    <a:pt x="1581" y="5941"/>
                  </a:cubicBezTo>
                  <a:cubicBezTo>
                    <a:pt x="0" y="11260"/>
                    <a:pt x="3860" y="16883"/>
                    <a:pt x="9423" y="17157"/>
                  </a:cubicBezTo>
                  <a:cubicBezTo>
                    <a:pt x="9632" y="17167"/>
                    <a:pt x="9842" y="17172"/>
                    <a:pt x="10054" y="17172"/>
                  </a:cubicBezTo>
                  <a:cubicBezTo>
                    <a:pt x="12920" y="17172"/>
                    <a:pt x="15980" y="16204"/>
                    <a:pt x="17934" y="13996"/>
                  </a:cubicBezTo>
                  <a:cubicBezTo>
                    <a:pt x="19970" y="11746"/>
                    <a:pt x="20487" y="8372"/>
                    <a:pt x="19453" y="5576"/>
                  </a:cubicBezTo>
                  <a:cubicBezTo>
                    <a:pt x="18876" y="3935"/>
                    <a:pt x="17782" y="2506"/>
                    <a:pt x="16231" y="1533"/>
                  </a:cubicBezTo>
                  <a:cubicBezTo>
                    <a:pt x="14532" y="518"/>
                    <a:pt x="12500" y="1"/>
                    <a:pt x="10489" y="1"/>
                  </a:cubicBezTo>
                  <a:close/>
                </a:path>
              </a:pathLst>
            </a:custGeom>
            <a:solidFill>
              <a:schemeClr val="accent6"/>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8"/>
            <p:cNvSpPr/>
            <p:nvPr/>
          </p:nvSpPr>
          <p:spPr>
            <a:xfrm>
              <a:off x="2078400" y="2938042"/>
              <a:ext cx="275128" cy="231662"/>
            </a:xfrm>
            <a:custGeom>
              <a:avLst/>
              <a:gdLst/>
              <a:ahLst/>
              <a:cxnLst/>
              <a:rect l="l" t="t" r="r" b="b"/>
              <a:pathLst>
                <a:path w="15533" h="13079" extrusionOk="0">
                  <a:moveTo>
                    <a:pt x="7945" y="0"/>
                  </a:moveTo>
                  <a:cubicBezTo>
                    <a:pt x="4997" y="0"/>
                    <a:pt x="2116" y="1468"/>
                    <a:pt x="1217" y="4524"/>
                  </a:cubicBezTo>
                  <a:cubicBezTo>
                    <a:pt x="1" y="8567"/>
                    <a:pt x="2949" y="12883"/>
                    <a:pt x="7174" y="13066"/>
                  </a:cubicBezTo>
                  <a:cubicBezTo>
                    <a:pt x="7338" y="13074"/>
                    <a:pt x="7503" y="13079"/>
                    <a:pt x="7669" y="13079"/>
                  </a:cubicBezTo>
                  <a:cubicBezTo>
                    <a:pt x="9845" y="13079"/>
                    <a:pt x="12180" y="12331"/>
                    <a:pt x="13648" y="10664"/>
                  </a:cubicBezTo>
                  <a:cubicBezTo>
                    <a:pt x="15168" y="8901"/>
                    <a:pt x="15533" y="6379"/>
                    <a:pt x="14773" y="4221"/>
                  </a:cubicBezTo>
                  <a:cubicBezTo>
                    <a:pt x="14317" y="2944"/>
                    <a:pt x="13527" y="1850"/>
                    <a:pt x="12341" y="1181"/>
                  </a:cubicBezTo>
                  <a:cubicBezTo>
                    <a:pt x="11039" y="400"/>
                    <a:pt x="9483" y="0"/>
                    <a:pt x="79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8"/>
            <p:cNvSpPr/>
            <p:nvPr/>
          </p:nvSpPr>
          <p:spPr>
            <a:xfrm>
              <a:off x="2250689" y="2937422"/>
              <a:ext cx="40934" cy="20476"/>
            </a:xfrm>
            <a:custGeom>
              <a:avLst/>
              <a:gdLst/>
              <a:ahLst/>
              <a:cxnLst/>
              <a:rect l="l" t="t" r="r" b="b"/>
              <a:pathLst>
                <a:path w="2311" h="1156" extrusionOk="0">
                  <a:moveTo>
                    <a:pt x="61" y="0"/>
                  </a:moveTo>
                  <a:lnTo>
                    <a:pt x="0" y="365"/>
                  </a:lnTo>
                  <a:cubicBezTo>
                    <a:pt x="760" y="547"/>
                    <a:pt x="1520" y="821"/>
                    <a:pt x="2159" y="1155"/>
                  </a:cubicBezTo>
                  <a:lnTo>
                    <a:pt x="2311" y="821"/>
                  </a:lnTo>
                  <a:cubicBezTo>
                    <a:pt x="1642" y="426"/>
                    <a:pt x="882" y="152"/>
                    <a:pt x="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8"/>
            <p:cNvSpPr/>
            <p:nvPr/>
          </p:nvSpPr>
          <p:spPr>
            <a:xfrm>
              <a:off x="2315287" y="2972953"/>
              <a:ext cx="37179" cy="121153"/>
            </a:xfrm>
            <a:custGeom>
              <a:avLst/>
              <a:gdLst/>
              <a:ahLst/>
              <a:cxnLst/>
              <a:rect l="l" t="t" r="r" b="b"/>
              <a:pathLst>
                <a:path w="2099" h="6840" extrusionOk="0">
                  <a:moveTo>
                    <a:pt x="274" y="0"/>
                  </a:moveTo>
                  <a:lnTo>
                    <a:pt x="1" y="274"/>
                  </a:lnTo>
                  <a:cubicBezTo>
                    <a:pt x="518" y="851"/>
                    <a:pt x="943" y="1550"/>
                    <a:pt x="1217" y="2310"/>
                  </a:cubicBezTo>
                  <a:cubicBezTo>
                    <a:pt x="1733" y="3709"/>
                    <a:pt x="1703" y="5319"/>
                    <a:pt x="1217" y="6718"/>
                  </a:cubicBezTo>
                  <a:lnTo>
                    <a:pt x="1551" y="6839"/>
                  </a:lnTo>
                  <a:cubicBezTo>
                    <a:pt x="2098" y="5380"/>
                    <a:pt x="2098" y="3678"/>
                    <a:pt x="1581" y="2158"/>
                  </a:cubicBezTo>
                  <a:cubicBezTo>
                    <a:pt x="1278" y="1338"/>
                    <a:pt x="822" y="608"/>
                    <a:pt x="2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8"/>
            <p:cNvSpPr/>
            <p:nvPr/>
          </p:nvSpPr>
          <p:spPr>
            <a:xfrm>
              <a:off x="2084865" y="2935261"/>
              <a:ext cx="250366" cy="237454"/>
            </a:xfrm>
            <a:custGeom>
              <a:avLst/>
              <a:gdLst/>
              <a:ahLst/>
              <a:cxnLst/>
              <a:rect l="l" t="t" r="r" b="b"/>
              <a:pathLst>
                <a:path w="14135" h="13406" extrusionOk="0">
                  <a:moveTo>
                    <a:pt x="6870" y="1"/>
                  </a:moveTo>
                  <a:cubicBezTo>
                    <a:pt x="3770" y="213"/>
                    <a:pt x="1399" y="1976"/>
                    <a:pt x="608" y="4621"/>
                  </a:cubicBezTo>
                  <a:cubicBezTo>
                    <a:pt x="1" y="6657"/>
                    <a:pt x="335" y="8815"/>
                    <a:pt x="1612" y="10548"/>
                  </a:cubicBezTo>
                  <a:cubicBezTo>
                    <a:pt x="2827" y="12280"/>
                    <a:pt x="4681" y="13283"/>
                    <a:pt x="6748" y="13405"/>
                  </a:cubicBezTo>
                  <a:lnTo>
                    <a:pt x="7235" y="13405"/>
                  </a:lnTo>
                  <a:cubicBezTo>
                    <a:pt x="9697" y="13405"/>
                    <a:pt x="11976" y="12524"/>
                    <a:pt x="13375" y="10973"/>
                  </a:cubicBezTo>
                  <a:cubicBezTo>
                    <a:pt x="13679" y="10639"/>
                    <a:pt x="13922" y="10274"/>
                    <a:pt x="14135" y="9910"/>
                  </a:cubicBezTo>
                  <a:lnTo>
                    <a:pt x="13800" y="9727"/>
                  </a:lnTo>
                  <a:cubicBezTo>
                    <a:pt x="13587" y="10062"/>
                    <a:pt x="13344" y="10396"/>
                    <a:pt x="13071" y="10700"/>
                  </a:cubicBezTo>
                  <a:cubicBezTo>
                    <a:pt x="11712" y="12203"/>
                    <a:pt x="9500" y="13047"/>
                    <a:pt x="7115" y="13047"/>
                  </a:cubicBezTo>
                  <a:cubicBezTo>
                    <a:pt x="6994" y="13047"/>
                    <a:pt x="6871" y="13045"/>
                    <a:pt x="6748" y="13040"/>
                  </a:cubicBezTo>
                  <a:cubicBezTo>
                    <a:pt x="4833" y="12949"/>
                    <a:pt x="3040" y="11976"/>
                    <a:pt x="1915" y="10335"/>
                  </a:cubicBezTo>
                  <a:cubicBezTo>
                    <a:pt x="730" y="8694"/>
                    <a:pt x="396" y="6657"/>
                    <a:pt x="973" y="4742"/>
                  </a:cubicBezTo>
                  <a:cubicBezTo>
                    <a:pt x="1733" y="2219"/>
                    <a:pt x="3952" y="608"/>
                    <a:pt x="6931" y="365"/>
                  </a:cubicBezTo>
                  <a:lnTo>
                    <a:pt x="68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8"/>
            <p:cNvSpPr/>
            <p:nvPr/>
          </p:nvSpPr>
          <p:spPr>
            <a:xfrm>
              <a:off x="2173693" y="2965957"/>
              <a:ext cx="87783" cy="176594"/>
            </a:xfrm>
            <a:custGeom>
              <a:avLst/>
              <a:gdLst/>
              <a:ahLst/>
              <a:cxnLst/>
              <a:rect l="l" t="t" r="r" b="b"/>
              <a:pathLst>
                <a:path w="4956" h="9970" extrusionOk="0">
                  <a:moveTo>
                    <a:pt x="2433" y="0"/>
                  </a:moveTo>
                  <a:cubicBezTo>
                    <a:pt x="2098" y="0"/>
                    <a:pt x="1916" y="91"/>
                    <a:pt x="1825" y="274"/>
                  </a:cubicBezTo>
                  <a:cubicBezTo>
                    <a:pt x="1794" y="395"/>
                    <a:pt x="1764" y="578"/>
                    <a:pt x="1764" y="851"/>
                  </a:cubicBezTo>
                  <a:lnTo>
                    <a:pt x="1764" y="1490"/>
                  </a:lnTo>
                  <a:cubicBezTo>
                    <a:pt x="1277" y="1611"/>
                    <a:pt x="852" y="1824"/>
                    <a:pt x="548" y="2219"/>
                  </a:cubicBezTo>
                  <a:cubicBezTo>
                    <a:pt x="244" y="2584"/>
                    <a:pt x="92" y="3009"/>
                    <a:pt x="92" y="3465"/>
                  </a:cubicBezTo>
                  <a:cubicBezTo>
                    <a:pt x="92" y="3921"/>
                    <a:pt x="183" y="4286"/>
                    <a:pt x="426" y="4620"/>
                  </a:cubicBezTo>
                  <a:cubicBezTo>
                    <a:pt x="670" y="4924"/>
                    <a:pt x="913" y="5137"/>
                    <a:pt x="1217" y="5259"/>
                  </a:cubicBezTo>
                  <a:cubicBezTo>
                    <a:pt x="1581" y="5380"/>
                    <a:pt x="1885" y="5471"/>
                    <a:pt x="2189" y="5563"/>
                  </a:cubicBezTo>
                  <a:cubicBezTo>
                    <a:pt x="2493" y="5623"/>
                    <a:pt x="2736" y="5745"/>
                    <a:pt x="2980" y="5806"/>
                  </a:cubicBezTo>
                  <a:cubicBezTo>
                    <a:pt x="3192" y="5897"/>
                    <a:pt x="3314" y="6018"/>
                    <a:pt x="3314" y="6201"/>
                  </a:cubicBezTo>
                  <a:cubicBezTo>
                    <a:pt x="3314" y="6687"/>
                    <a:pt x="3010" y="6930"/>
                    <a:pt x="2433" y="6930"/>
                  </a:cubicBezTo>
                  <a:cubicBezTo>
                    <a:pt x="2129" y="6930"/>
                    <a:pt x="1825" y="6778"/>
                    <a:pt x="1612" y="6474"/>
                  </a:cubicBezTo>
                  <a:cubicBezTo>
                    <a:pt x="1308" y="6170"/>
                    <a:pt x="1065" y="6018"/>
                    <a:pt x="882" y="6018"/>
                  </a:cubicBezTo>
                  <a:cubicBezTo>
                    <a:pt x="700" y="6018"/>
                    <a:pt x="548" y="6079"/>
                    <a:pt x="396" y="6231"/>
                  </a:cubicBezTo>
                  <a:cubicBezTo>
                    <a:pt x="122" y="6474"/>
                    <a:pt x="1" y="6687"/>
                    <a:pt x="1" y="6839"/>
                  </a:cubicBezTo>
                  <a:cubicBezTo>
                    <a:pt x="1" y="6991"/>
                    <a:pt x="92" y="7143"/>
                    <a:pt x="244" y="7386"/>
                  </a:cubicBezTo>
                  <a:lnTo>
                    <a:pt x="396" y="7569"/>
                  </a:lnTo>
                  <a:cubicBezTo>
                    <a:pt x="518" y="7690"/>
                    <a:pt x="670" y="7842"/>
                    <a:pt x="913" y="7994"/>
                  </a:cubicBezTo>
                  <a:cubicBezTo>
                    <a:pt x="1186" y="8146"/>
                    <a:pt x="1490" y="8268"/>
                    <a:pt x="1794" y="8329"/>
                  </a:cubicBezTo>
                  <a:lnTo>
                    <a:pt x="1794" y="9058"/>
                  </a:lnTo>
                  <a:cubicBezTo>
                    <a:pt x="1794" y="9332"/>
                    <a:pt x="1825" y="9544"/>
                    <a:pt x="1885" y="9666"/>
                  </a:cubicBezTo>
                  <a:cubicBezTo>
                    <a:pt x="1916" y="9788"/>
                    <a:pt x="1946" y="9848"/>
                    <a:pt x="2068" y="9879"/>
                  </a:cubicBezTo>
                  <a:cubicBezTo>
                    <a:pt x="2129" y="9939"/>
                    <a:pt x="2281" y="9970"/>
                    <a:pt x="2433" y="9970"/>
                  </a:cubicBezTo>
                  <a:cubicBezTo>
                    <a:pt x="2584" y="9970"/>
                    <a:pt x="2706" y="9939"/>
                    <a:pt x="2828" y="9879"/>
                  </a:cubicBezTo>
                  <a:cubicBezTo>
                    <a:pt x="2949" y="9848"/>
                    <a:pt x="3010" y="9788"/>
                    <a:pt x="3040" y="9666"/>
                  </a:cubicBezTo>
                  <a:cubicBezTo>
                    <a:pt x="3101" y="9544"/>
                    <a:pt x="3132" y="9362"/>
                    <a:pt x="3132" y="9088"/>
                  </a:cubicBezTo>
                  <a:lnTo>
                    <a:pt x="3132" y="8329"/>
                  </a:lnTo>
                  <a:cubicBezTo>
                    <a:pt x="3648" y="8207"/>
                    <a:pt x="4074" y="7994"/>
                    <a:pt x="4408" y="7599"/>
                  </a:cubicBezTo>
                  <a:cubicBezTo>
                    <a:pt x="4773" y="7265"/>
                    <a:pt x="4955" y="6778"/>
                    <a:pt x="4955" y="6170"/>
                  </a:cubicBezTo>
                  <a:cubicBezTo>
                    <a:pt x="4955" y="5745"/>
                    <a:pt x="4864" y="5411"/>
                    <a:pt x="4773" y="5289"/>
                  </a:cubicBezTo>
                  <a:cubicBezTo>
                    <a:pt x="4560" y="5015"/>
                    <a:pt x="4378" y="4833"/>
                    <a:pt x="4165" y="4711"/>
                  </a:cubicBezTo>
                  <a:cubicBezTo>
                    <a:pt x="3922" y="4620"/>
                    <a:pt x="3648" y="4499"/>
                    <a:pt x="3405" y="4407"/>
                  </a:cubicBezTo>
                  <a:cubicBezTo>
                    <a:pt x="3132" y="4316"/>
                    <a:pt x="2858" y="4256"/>
                    <a:pt x="2645" y="4225"/>
                  </a:cubicBezTo>
                  <a:cubicBezTo>
                    <a:pt x="2372" y="4195"/>
                    <a:pt x="2189" y="4104"/>
                    <a:pt x="2037" y="4012"/>
                  </a:cubicBezTo>
                  <a:cubicBezTo>
                    <a:pt x="1885" y="3891"/>
                    <a:pt x="1794" y="3769"/>
                    <a:pt x="1794" y="3587"/>
                  </a:cubicBezTo>
                  <a:cubicBezTo>
                    <a:pt x="1794" y="3404"/>
                    <a:pt x="1885" y="3283"/>
                    <a:pt x="1977" y="3161"/>
                  </a:cubicBezTo>
                  <a:cubicBezTo>
                    <a:pt x="2098" y="3040"/>
                    <a:pt x="2281" y="3009"/>
                    <a:pt x="2493" y="3009"/>
                  </a:cubicBezTo>
                  <a:cubicBezTo>
                    <a:pt x="2676" y="3009"/>
                    <a:pt x="2858" y="3040"/>
                    <a:pt x="2980" y="3131"/>
                  </a:cubicBezTo>
                  <a:cubicBezTo>
                    <a:pt x="3010" y="3161"/>
                    <a:pt x="3101" y="3192"/>
                    <a:pt x="3132" y="3252"/>
                  </a:cubicBezTo>
                  <a:cubicBezTo>
                    <a:pt x="3162" y="3313"/>
                    <a:pt x="3253" y="3344"/>
                    <a:pt x="3344" y="3435"/>
                  </a:cubicBezTo>
                  <a:cubicBezTo>
                    <a:pt x="3436" y="3496"/>
                    <a:pt x="3557" y="3556"/>
                    <a:pt x="3709" y="3556"/>
                  </a:cubicBezTo>
                  <a:cubicBezTo>
                    <a:pt x="3922" y="3556"/>
                    <a:pt x="4104" y="3404"/>
                    <a:pt x="4317" y="3131"/>
                  </a:cubicBezTo>
                  <a:cubicBezTo>
                    <a:pt x="4499" y="2857"/>
                    <a:pt x="4560" y="2675"/>
                    <a:pt x="4560" y="2553"/>
                  </a:cubicBezTo>
                  <a:cubicBezTo>
                    <a:pt x="4560" y="2432"/>
                    <a:pt x="4469" y="2280"/>
                    <a:pt x="4256" y="2097"/>
                  </a:cubicBezTo>
                  <a:lnTo>
                    <a:pt x="4226" y="2067"/>
                  </a:lnTo>
                  <a:lnTo>
                    <a:pt x="4104" y="1976"/>
                  </a:lnTo>
                  <a:cubicBezTo>
                    <a:pt x="4043" y="1915"/>
                    <a:pt x="3922" y="1824"/>
                    <a:pt x="3740" y="1763"/>
                  </a:cubicBezTo>
                  <a:cubicBezTo>
                    <a:pt x="3557" y="1672"/>
                    <a:pt x="3344" y="1611"/>
                    <a:pt x="3132" y="1581"/>
                  </a:cubicBezTo>
                  <a:lnTo>
                    <a:pt x="3132" y="912"/>
                  </a:lnTo>
                  <a:cubicBezTo>
                    <a:pt x="3132" y="730"/>
                    <a:pt x="3101" y="578"/>
                    <a:pt x="3101" y="456"/>
                  </a:cubicBezTo>
                  <a:cubicBezTo>
                    <a:pt x="3040" y="365"/>
                    <a:pt x="3010" y="243"/>
                    <a:pt x="2888" y="152"/>
                  </a:cubicBezTo>
                  <a:cubicBezTo>
                    <a:pt x="2828" y="61"/>
                    <a:pt x="2676" y="0"/>
                    <a:pt x="24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8"/>
            <p:cNvSpPr/>
            <p:nvPr/>
          </p:nvSpPr>
          <p:spPr>
            <a:xfrm>
              <a:off x="2216770" y="2808209"/>
              <a:ext cx="7014" cy="54395"/>
            </a:xfrm>
            <a:custGeom>
              <a:avLst/>
              <a:gdLst/>
              <a:ahLst/>
              <a:cxnLst/>
              <a:rect l="l" t="t" r="r" b="b"/>
              <a:pathLst>
                <a:path w="396" h="3071" extrusionOk="0">
                  <a:moveTo>
                    <a:pt x="1" y="0"/>
                  </a:moveTo>
                  <a:lnTo>
                    <a:pt x="1" y="3070"/>
                  </a:lnTo>
                  <a:lnTo>
                    <a:pt x="396" y="3070"/>
                  </a:lnTo>
                  <a:lnTo>
                    <a:pt x="3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8"/>
            <p:cNvSpPr/>
            <p:nvPr/>
          </p:nvSpPr>
          <p:spPr>
            <a:xfrm>
              <a:off x="2179627" y="2835664"/>
              <a:ext cx="7014" cy="54395"/>
            </a:xfrm>
            <a:custGeom>
              <a:avLst/>
              <a:gdLst/>
              <a:ahLst/>
              <a:cxnLst/>
              <a:rect l="l" t="t" r="r" b="b"/>
              <a:pathLst>
                <a:path w="396" h="3071" extrusionOk="0">
                  <a:moveTo>
                    <a:pt x="0" y="0"/>
                  </a:moveTo>
                  <a:lnTo>
                    <a:pt x="0" y="3070"/>
                  </a:lnTo>
                  <a:lnTo>
                    <a:pt x="395" y="3070"/>
                  </a:lnTo>
                  <a:lnTo>
                    <a:pt x="39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8"/>
            <p:cNvSpPr/>
            <p:nvPr/>
          </p:nvSpPr>
          <p:spPr>
            <a:xfrm>
              <a:off x="2253382" y="2843740"/>
              <a:ext cx="6483" cy="38241"/>
            </a:xfrm>
            <a:custGeom>
              <a:avLst/>
              <a:gdLst/>
              <a:ahLst/>
              <a:cxnLst/>
              <a:rect l="l" t="t" r="r" b="b"/>
              <a:pathLst>
                <a:path w="366" h="2159" extrusionOk="0">
                  <a:moveTo>
                    <a:pt x="0" y="0"/>
                  </a:moveTo>
                  <a:lnTo>
                    <a:pt x="0" y="2158"/>
                  </a:lnTo>
                  <a:lnTo>
                    <a:pt x="365" y="2158"/>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8"/>
            <p:cNvSpPr/>
            <p:nvPr/>
          </p:nvSpPr>
          <p:spPr>
            <a:xfrm>
              <a:off x="3010343" y="2469086"/>
              <a:ext cx="362894" cy="304407"/>
            </a:xfrm>
            <a:custGeom>
              <a:avLst/>
              <a:gdLst/>
              <a:ahLst/>
              <a:cxnLst/>
              <a:rect l="l" t="t" r="r" b="b"/>
              <a:pathLst>
                <a:path w="20488" h="17186" extrusionOk="0">
                  <a:moveTo>
                    <a:pt x="10498" y="1"/>
                  </a:moveTo>
                  <a:cubicBezTo>
                    <a:pt x="6617" y="1"/>
                    <a:pt x="2814" y="1948"/>
                    <a:pt x="1612" y="5955"/>
                  </a:cubicBezTo>
                  <a:cubicBezTo>
                    <a:pt x="1" y="11274"/>
                    <a:pt x="3891" y="16897"/>
                    <a:pt x="9423" y="17171"/>
                  </a:cubicBezTo>
                  <a:cubicBezTo>
                    <a:pt x="9627" y="17181"/>
                    <a:pt x="9833" y="17186"/>
                    <a:pt x="10039" y="17186"/>
                  </a:cubicBezTo>
                  <a:cubicBezTo>
                    <a:pt x="12910" y="17186"/>
                    <a:pt x="15978" y="16193"/>
                    <a:pt x="17934" y="14009"/>
                  </a:cubicBezTo>
                  <a:cubicBezTo>
                    <a:pt x="20032" y="11760"/>
                    <a:pt x="20487" y="8386"/>
                    <a:pt x="19454" y="5559"/>
                  </a:cubicBezTo>
                  <a:cubicBezTo>
                    <a:pt x="18877" y="3948"/>
                    <a:pt x="17782" y="2489"/>
                    <a:pt x="16232" y="1547"/>
                  </a:cubicBezTo>
                  <a:cubicBezTo>
                    <a:pt x="14533" y="521"/>
                    <a:pt x="12505" y="1"/>
                    <a:pt x="1049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8"/>
            <p:cNvSpPr/>
            <p:nvPr/>
          </p:nvSpPr>
          <p:spPr>
            <a:xfrm>
              <a:off x="3056112" y="2505839"/>
              <a:ext cx="275128" cy="231538"/>
            </a:xfrm>
            <a:custGeom>
              <a:avLst/>
              <a:gdLst/>
              <a:ahLst/>
              <a:cxnLst/>
              <a:rect l="l" t="t" r="r" b="b"/>
              <a:pathLst>
                <a:path w="15533" h="13072" extrusionOk="0">
                  <a:moveTo>
                    <a:pt x="7965" y="1"/>
                  </a:moveTo>
                  <a:cubicBezTo>
                    <a:pt x="5010" y="1"/>
                    <a:pt x="2117" y="1475"/>
                    <a:pt x="1216" y="4518"/>
                  </a:cubicBezTo>
                  <a:cubicBezTo>
                    <a:pt x="0" y="8591"/>
                    <a:pt x="2979" y="12877"/>
                    <a:pt x="7174" y="13059"/>
                  </a:cubicBezTo>
                  <a:cubicBezTo>
                    <a:pt x="7340" y="13068"/>
                    <a:pt x="7507" y="13072"/>
                    <a:pt x="7674" y="13072"/>
                  </a:cubicBezTo>
                  <a:cubicBezTo>
                    <a:pt x="9871" y="13072"/>
                    <a:pt x="12180" y="12326"/>
                    <a:pt x="13648" y="10688"/>
                  </a:cubicBezTo>
                  <a:cubicBezTo>
                    <a:pt x="15198" y="8925"/>
                    <a:pt x="15533" y="6372"/>
                    <a:pt x="14773" y="4214"/>
                  </a:cubicBezTo>
                  <a:cubicBezTo>
                    <a:pt x="14317" y="2968"/>
                    <a:pt x="13526" y="1873"/>
                    <a:pt x="12341" y="1174"/>
                  </a:cubicBezTo>
                  <a:cubicBezTo>
                    <a:pt x="11044" y="396"/>
                    <a:pt x="9496" y="1"/>
                    <a:pt x="796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8"/>
            <p:cNvSpPr/>
            <p:nvPr/>
          </p:nvSpPr>
          <p:spPr>
            <a:xfrm>
              <a:off x="3228402" y="2505627"/>
              <a:ext cx="41996" cy="21025"/>
            </a:xfrm>
            <a:custGeom>
              <a:avLst/>
              <a:gdLst/>
              <a:ahLst/>
              <a:cxnLst/>
              <a:rect l="l" t="t" r="r" b="b"/>
              <a:pathLst>
                <a:path w="2371" h="1187" extrusionOk="0">
                  <a:moveTo>
                    <a:pt x="91" y="1"/>
                  </a:moveTo>
                  <a:lnTo>
                    <a:pt x="0" y="396"/>
                  </a:lnTo>
                  <a:cubicBezTo>
                    <a:pt x="760" y="578"/>
                    <a:pt x="1520" y="852"/>
                    <a:pt x="2158" y="1186"/>
                  </a:cubicBezTo>
                  <a:lnTo>
                    <a:pt x="2371" y="822"/>
                  </a:lnTo>
                  <a:cubicBezTo>
                    <a:pt x="1641" y="457"/>
                    <a:pt x="882" y="153"/>
                    <a:pt x="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8"/>
            <p:cNvSpPr/>
            <p:nvPr/>
          </p:nvSpPr>
          <p:spPr>
            <a:xfrm>
              <a:off x="3292999" y="2540626"/>
              <a:ext cx="37710" cy="121153"/>
            </a:xfrm>
            <a:custGeom>
              <a:avLst/>
              <a:gdLst/>
              <a:ahLst/>
              <a:cxnLst/>
              <a:rect l="l" t="t" r="r" b="b"/>
              <a:pathLst>
                <a:path w="2129" h="6840" extrusionOk="0">
                  <a:moveTo>
                    <a:pt x="274" y="1"/>
                  </a:moveTo>
                  <a:lnTo>
                    <a:pt x="1" y="274"/>
                  </a:lnTo>
                  <a:cubicBezTo>
                    <a:pt x="548" y="882"/>
                    <a:pt x="943" y="1581"/>
                    <a:pt x="1216" y="2341"/>
                  </a:cubicBezTo>
                  <a:cubicBezTo>
                    <a:pt x="1763" y="3739"/>
                    <a:pt x="1703" y="5320"/>
                    <a:pt x="1216" y="6748"/>
                  </a:cubicBezTo>
                  <a:lnTo>
                    <a:pt x="1551" y="6840"/>
                  </a:lnTo>
                  <a:cubicBezTo>
                    <a:pt x="2128" y="5411"/>
                    <a:pt x="2128" y="3709"/>
                    <a:pt x="1611" y="2189"/>
                  </a:cubicBezTo>
                  <a:cubicBezTo>
                    <a:pt x="1308" y="1338"/>
                    <a:pt x="852" y="609"/>
                    <a:pt x="2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8"/>
            <p:cNvSpPr/>
            <p:nvPr/>
          </p:nvSpPr>
          <p:spPr>
            <a:xfrm>
              <a:off x="3063640" y="2504015"/>
              <a:ext cx="250366" cy="237454"/>
            </a:xfrm>
            <a:custGeom>
              <a:avLst/>
              <a:gdLst/>
              <a:ahLst/>
              <a:cxnLst/>
              <a:rect l="l" t="t" r="r" b="b"/>
              <a:pathLst>
                <a:path w="14135" h="13406" extrusionOk="0">
                  <a:moveTo>
                    <a:pt x="6870" y="1"/>
                  </a:moveTo>
                  <a:cubicBezTo>
                    <a:pt x="3770" y="213"/>
                    <a:pt x="1399" y="1976"/>
                    <a:pt x="609" y="4621"/>
                  </a:cubicBezTo>
                  <a:cubicBezTo>
                    <a:pt x="1" y="6627"/>
                    <a:pt x="335" y="8815"/>
                    <a:pt x="1582" y="10548"/>
                  </a:cubicBezTo>
                  <a:cubicBezTo>
                    <a:pt x="2797" y="12250"/>
                    <a:pt x="4682" y="13284"/>
                    <a:pt x="6718" y="13405"/>
                  </a:cubicBezTo>
                  <a:lnTo>
                    <a:pt x="7205" y="13405"/>
                  </a:lnTo>
                  <a:cubicBezTo>
                    <a:pt x="9697" y="13405"/>
                    <a:pt x="11916" y="12493"/>
                    <a:pt x="13375" y="10974"/>
                  </a:cubicBezTo>
                  <a:cubicBezTo>
                    <a:pt x="13679" y="10639"/>
                    <a:pt x="13892" y="10274"/>
                    <a:pt x="14135" y="9910"/>
                  </a:cubicBezTo>
                  <a:lnTo>
                    <a:pt x="13801" y="9727"/>
                  </a:lnTo>
                  <a:cubicBezTo>
                    <a:pt x="13557" y="10062"/>
                    <a:pt x="13345" y="10396"/>
                    <a:pt x="13071" y="10700"/>
                  </a:cubicBezTo>
                  <a:cubicBezTo>
                    <a:pt x="11701" y="12155"/>
                    <a:pt x="9555" y="13021"/>
                    <a:pt x="7185" y="13021"/>
                  </a:cubicBezTo>
                  <a:cubicBezTo>
                    <a:pt x="7030" y="13021"/>
                    <a:pt x="6875" y="13017"/>
                    <a:pt x="6718" y="13010"/>
                  </a:cubicBezTo>
                  <a:cubicBezTo>
                    <a:pt x="4834" y="12949"/>
                    <a:pt x="3041" y="11946"/>
                    <a:pt x="1885" y="10335"/>
                  </a:cubicBezTo>
                  <a:cubicBezTo>
                    <a:pt x="730" y="8694"/>
                    <a:pt x="366" y="6627"/>
                    <a:pt x="943" y="4742"/>
                  </a:cubicBezTo>
                  <a:cubicBezTo>
                    <a:pt x="1703" y="2220"/>
                    <a:pt x="3952" y="609"/>
                    <a:pt x="6901" y="365"/>
                  </a:cubicBezTo>
                  <a:lnTo>
                    <a:pt x="68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8"/>
            <p:cNvSpPr/>
            <p:nvPr/>
          </p:nvSpPr>
          <p:spPr>
            <a:xfrm>
              <a:off x="3152486" y="2533630"/>
              <a:ext cx="87234" cy="177692"/>
            </a:xfrm>
            <a:custGeom>
              <a:avLst/>
              <a:gdLst/>
              <a:ahLst/>
              <a:cxnLst/>
              <a:rect l="l" t="t" r="r" b="b"/>
              <a:pathLst>
                <a:path w="4925" h="10032" extrusionOk="0">
                  <a:moveTo>
                    <a:pt x="2432" y="0"/>
                  </a:moveTo>
                  <a:cubicBezTo>
                    <a:pt x="2098" y="0"/>
                    <a:pt x="1885" y="61"/>
                    <a:pt x="1824" y="244"/>
                  </a:cubicBezTo>
                  <a:cubicBezTo>
                    <a:pt x="1794" y="365"/>
                    <a:pt x="1733" y="548"/>
                    <a:pt x="1733" y="821"/>
                  </a:cubicBezTo>
                  <a:lnTo>
                    <a:pt x="1733" y="1551"/>
                  </a:lnTo>
                  <a:cubicBezTo>
                    <a:pt x="1246" y="1672"/>
                    <a:pt x="821" y="1885"/>
                    <a:pt x="517" y="2280"/>
                  </a:cubicBezTo>
                  <a:cubicBezTo>
                    <a:pt x="213" y="2645"/>
                    <a:pt x="61" y="3070"/>
                    <a:pt x="61" y="3526"/>
                  </a:cubicBezTo>
                  <a:cubicBezTo>
                    <a:pt x="61" y="3982"/>
                    <a:pt x="183" y="4347"/>
                    <a:pt x="426" y="4651"/>
                  </a:cubicBezTo>
                  <a:cubicBezTo>
                    <a:pt x="639" y="4955"/>
                    <a:pt x="912" y="5198"/>
                    <a:pt x="1216" y="5320"/>
                  </a:cubicBezTo>
                  <a:cubicBezTo>
                    <a:pt x="1550" y="5411"/>
                    <a:pt x="1854" y="5532"/>
                    <a:pt x="2158" y="5624"/>
                  </a:cubicBezTo>
                  <a:cubicBezTo>
                    <a:pt x="2462" y="5684"/>
                    <a:pt x="2736" y="5806"/>
                    <a:pt x="2949" y="5867"/>
                  </a:cubicBezTo>
                  <a:cubicBezTo>
                    <a:pt x="3192" y="5958"/>
                    <a:pt x="3313" y="6080"/>
                    <a:pt x="3313" y="6262"/>
                  </a:cubicBezTo>
                  <a:cubicBezTo>
                    <a:pt x="3313" y="6748"/>
                    <a:pt x="3009" y="6991"/>
                    <a:pt x="2432" y="6991"/>
                  </a:cubicBezTo>
                  <a:cubicBezTo>
                    <a:pt x="2128" y="6991"/>
                    <a:pt x="1824" y="6839"/>
                    <a:pt x="1581" y="6536"/>
                  </a:cubicBezTo>
                  <a:cubicBezTo>
                    <a:pt x="1277" y="6232"/>
                    <a:pt x="1064" y="6080"/>
                    <a:pt x="882" y="6080"/>
                  </a:cubicBezTo>
                  <a:cubicBezTo>
                    <a:pt x="669" y="6080"/>
                    <a:pt x="517" y="6140"/>
                    <a:pt x="365" y="6292"/>
                  </a:cubicBezTo>
                  <a:cubicBezTo>
                    <a:pt x="122" y="6536"/>
                    <a:pt x="0" y="6748"/>
                    <a:pt x="0" y="6900"/>
                  </a:cubicBezTo>
                  <a:cubicBezTo>
                    <a:pt x="0" y="7052"/>
                    <a:pt x="61" y="7204"/>
                    <a:pt x="213" y="7447"/>
                  </a:cubicBezTo>
                  <a:lnTo>
                    <a:pt x="365" y="7630"/>
                  </a:lnTo>
                  <a:cubicBezTo>
                    <a:pt x="487" y="7751"/>
                    <a:pt x="639" y="7903"/>
                    <a:pt x="912" y="8055"/>
                  </a:cubicBezTo>
                  <a:cubicBezTo>
                    <a:pt x="1186" y="8207"/>
                    <a:pt x="1490" y="8298"/>
                    <a:pt x="1794" y="8390"/>
                  </a:cubicBezTo>
                  <a:lnTo>
                    <a:pt x="1794" y="9119"/>
                  </a:lnTo>
                  <a:cubicBezTo>
                    <a:pt x="1794" y="9362"/>
                    <a:pt x="1824" y="9605"/>
                    <a:pt x="1854" y="9727"/>
                  </a:cubicBezTo>
                  <a:cubicBezTo>
                    <a:pt x="1885" y="9818"/>
                    <a:pt x="1946" y="9909"/>
                    <a:pt x="2037" y="9940"/>
                  </a:cubicBezTo>
                  <a:cubicBezTo>
                    <a:pt x="2128" y="9970"/>
                    <a:pt x="2280" y="10031"/>
                    <a:pt x="2432" y="10031"/>
                  </a:cubicBezTo>
                  <a:cubicBezTo>
                    <a:pt x="2584" y="10031"/>
                    <a:pt x="2705" y="9970"/>
                    <a:pt x="2797" y="9940"/>
                  </a:cubicBezTo>
                  <a:cubicBezTo>
                    <a:pt x="2918" y="9909"/>
                    <a:pt x="3009" y="9818"/>
                    <a:pt x="3040" y="9727"/>
                  </a:cubicBezTo>
                  <a:cubicBezTo>
                    <a:pt x="3070" y="9605"/>
                    <a:pt x="3101" y="9423"/>
                    <a:pt x="3101" y="9150"/>
                  </a:cubicBezTo>
                  <a:lnTo>
                    <a:pt x="3101" y="8390"/>
                  </a:lnTo>
                  <a:cubicBezTo>
                    <a:pt x="3648" y="8268"/>
                    <a:pt x="4073" y="8055"/>
                    <a:pt x="4408" y="7660"/>
                  </a:cubicBezTo>
                  <a:cubicBezTo>
                    <a:pt x="4742" y="7295"/>
                    <a:pt x="4924" y="6779"/>
                    <a:pt x="4924" y="6171"/>
                  </a:cubicBezTo>
                  <a:cubicBezTo>
                    <a:pt x="4924" y="5776"/>
                    <a:pt x="4864" y="5411"/>
                    <a:pt x="4742" y="5259"/>
                  </a:cubicBezTo>
                  <a:cubicBezTo>
                    <a:pt x="4560" y="4985"/>
                    <a:pt x="4377" y="4803"/>
                    <a:pt x="4134" y="4681"/>
                  </a:cubicBezTo>
                  <a:cubicBezTo>
                    <a:pt x="3921" y="4590"/>
                    <a:pt x="3648" y="4469"/>
                    <a:pt x="3374" y="4377"/>
                  </a:cubicBezTo>
                  <a:cubicBezTo>
                    <a:pt x="3101" y="4286"/>
                    <a:pt x="2857" y="4225"/>
                    <a:pt x="2614" y="4195"/>
                  </a:cubicBezTo>
                  <a:cubicBezTo>
                    <a:pt x="2341" y="4165"/>
                    <a:pt x="2158" y="4073"/>
                    <a:pt x="2006" y="3982"/>
                  </a:cubicBezTo>
                  <a:cubicBezTo>
                    <a:pt x="1854" y="3861"/>
                    <a:pt x="1794" y="3739"/>
                    <a:pt x="1794" y="3557"/>
                  </a:cubicBezTo>
                  <a:cubicBezTo>
                    <a:pt x="1794" y="3374"/>
                    <a:pt x="1854" y="3253"/>
                    <a:pt x="1976" y="3131"/>
                  </a:cubicBezTo>
                  <a:cubicBezTo>
                    <a:pt x="2098" y="3010"/>
                    <a:pt x="2280" y="2979"/>
                    <a:pt x="2462" y="2979"/>
                  </a:cubicBezTo>
                  <a:cubicBezTo>
                    <a:pt x="2645" y="2979"/>
                    <a:pt x="2857" y="3010"/>
                    <a:pt x="2949" y="3101"/>
                  </a:cubicBezTo>
                  <a:cubicBezTo>
                    <a:pt x="3009" y="3131"/>
                    <a:pt x="3070" y="3162"/>
                    <a:pt x="3101" y="3222"/>
                  </a:cubicBezTo>
                  <a:cubicBezTo>
                    <a:pt x="3161" y="3283"/>
                    <a:pt x="3222" y="3314"/>
                    <a:pt x="3344" y="3405"/>
                  </a:cubicBezTo>
                  <a:cubicBezTo>
                    <a:pt x="3405" y="3466"/>
                    <a:pt x="3526" y="3526"/>
                    <a:pt x="3678" y="3526"/>
                  </a:cubicBezTo>
                  <a:cubicBezTo>
                    <a:pt x="3921" y="3526"/>
                    <a:pt x="4104" y="3374"/>
                    <a:pt x="4286" y="3101"/>
                  </a:cubicBezTo>
                  <a:cubicBezTo>
                    <a:pt x="4468" y="2827"/>
                    <a:pt x="4560" y="2645"/>
                    <a:pt x="4560" y="2523"/>
                  </a:cubicBezTo>
                  <a:cubicBezTo>
                    <a:pt x="4560" y="2432"/>
                    <a:pt x="4438" y="2280"/>
                    <a:pt x="4256" y="2067"/>
                  </a:cubicBezTo>
                  <a:lnTo>
                    <a:pt x="4225" y="2037"/>
                  </a:lnTo>
                  <a:lnTo>
                    <a:pt x="4104" y="1976"/>
                  </a:lnTo>
                  <a:cubicBezTo>
                    <a:pt x="4012" y="1885"/>
                    <a:pt x="3921" y="1824"/>
                    <a:pt x="3709" y="1733"/>
                  </a:cubicBezTo>
                  <a:cubicBezTo>
                    <a:pt x="3526" y="1672"/>
                    <a:pt x="3344" y="1581"/>
                    <a:pt x="3101" y="1551"/>
                  </a:cubicBezTo>
                  <a:lnTo>
                    <a:pt x="3101" y="912"/>
                  </a:lnTo>
                  <a:cubicBezTo>
                    <a:pt x="3101" y="700"/>
                    <a:pt x="3070" y="548"/>
                    <a:pt x="3070" y="456"/>
                  </a:cubicBezTo>
                  <a:cubicBezTo>
                    <a:pt x="3040" y="335"/>
                    <a:pt x="3009" y="213"/>
                    <a:pt x="2888" y="152"/>
                  </a:cubicBezTo>
                  <a:cubicBezTo>
                    <a:pt x="2797" y="31"/>
                    <a:pt x="2645" y="0"/>
                    <a:pt x="24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8"/>
            <p:cNvSpPr/>
            <p:nvPr/>
          </p:nvSpPr>
          <p:spPr>
            <a:xfrm>
              <a:off x="3195014" y="2376414"/>
              <a:ext cx="6483" cy="54944"/>
            </a:xfrm>
            <a:custGeom>
              <a:avLst/>
              <a:gdLst/>
              <a:ahLst/>
              <a:cxnLst/>
              <a:rect l="l" t="t" r="r" b="b"/>
              <a:pathLst>
                <a:path w="366" h="3102" extrusionOk="0">
                  <a:moveTo>
                    <a:pt x="0" y="1"/>
                  </a:moveTo>
                  <a:lnTo>
                    <a:pt x="0" y="3101"/>
                  </a:lnTo>
                  <a:lnTo>
                    <a:pt x="365" y="3101"/>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48"/>
            <p:cNvSpPr/>
            <p:nvPr/>
          </p:nvSpPr>
          <p:spPr>
            <a:xfrm>
              <a:off x="3158402" y="2403337"/>
              <a:ext cx="7014" cy="54944"/>
            </a:xfrm>
            <a:custGeom>
              <a:avLst/>
              <a:gdLst/>
              <a:ahLst/>
              <a:cxnLst/>
              <a:rect l="l" t="t" r="r" b="b"/>
              <a:pathLst>
                <a:path w="396" h="3102" extrusionOk="0">
                  <a:moveTo>
                    <a:pt x="1" y="1"/>
                  </a:moveTo>
                  <a:lnTo>
                    <a:pt x="1" y="3101"/>
                  </a:lnTo>
                  <a:lnTo>
                    <a:pt x="396" y="3101"/>
                  </a:lnTo>
                  <a:lnTo>
                    <a:pt x="39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48"/>
            <p:cNvSpPr/>
            <p:nvPr/>
          </p:nvSpPr>
          <p:spPr>
            <a:xfrm>
              <a:off x="3231094" y="2411414"/>
              <a:ext cx="7014" cy="38241"/>
            </a:xfrm>
            <a:custGeom>
              <a:avLst/>
              <a:gdLst/>
              <a:ahLst/>
              <a:cxnLst/>
              <a:rect l="l" t="t" r="r" b="b"/>
              <a:pathLst>
                <a:path w="396" h="2159" extrusionOk="0">
                  <a:moveTo>
                    <a:pt x="0" y="1"/>
                  </a:moveTo>
                  <a:lnTo>
                    <a:pt x="0" y="2159"/>
                  </a:lnTo>
                  <a:lnTo>
                    <a:pt x="395" y="2159"/>
                  </a:lnTo>
                  <a:lnTo>
                    <a:pt x="3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8"/>
            <p:cNvSpPr/>
            <p:nvPr/>
          </p:nvSpPr>
          <p:spPr>
            <a:xfrm>
              <a:off x="212370" y="2240754"/>
              <a:ext cx="4284477" cy="1716908"/>
            </a:xfrm>
            <a:custGeom>
              <a:avLst/>
              <a:gdLst/>
              <a:ahLst/>
              <a:cxnLst/>
              <a:rect l="l" t="t" r="r" b="b"/>
              <a:pathLst>
                <a:path w="241890" h="96932" extrusionOk="0">
                  <a:moveTo>
                    <a:pt x="240795" y="0"/>
                  </a:moveTo>
                  <a:lnTo>
                    <a:pt x="224837" y="15958"/>
                  </a:lnTo>
                  <a:lnTo>
                    <a:pt x="207907" y="15958"/>
                  </a:lnTo>
                  <a:lnTo>
                    <a:pt x="186083" y="37752"/>
                  </a:lnTo>
                  <a:lnTo>
                    <a:pt x="166265" y="37752"/>
                  </a:lnTo>
                  <a:lnTo>
                    <a:pt x="154958" y="49028"/>
                  </a:lnTo>
                  <a:lnTo>
                    <a:pt x="129334" y="49028"/>
                  </a:lnTo>
                  <a:lnTo>
                    <a:pt x="112556" y="65807"/>
                  </a:lnTo>
                  <a:lnTo>
                    <a:pt x="99121" y="65807"/>
                  </a:lnTo>
                  <a:lnTo>
                    <a:pt x="92251" y="58907"/>
                  </a:lnTo>
                  <a:lnTo>
                    <a:pt x="64014" y="58907"/>
                  </a:lnTo>
                  <a:lnTo>
                    <a:pt x="47448" y="75503"/>
                  </a:lnTo>
                  <a:lnTo>
                    <a:pt x="20305" y="75503"/>
                  </a:lnTo>
                  <a:lnTo>
                    <a:pt x="0" y="95868"/>
                  </a:lnTo>
                  <a:lnTo>
                    <a:pt x="1064" y="96932"/>
                  </a:lnTo>
                  <a:lnTo>
                    <a:pt x="20973" y="77023"/>
                  </a:lnTo>
                  <a:lnTo>
                    <a:pt x="48056" y="77023"/>
                  </a:lnTo>
                  <a:lnTo>
                    <a:pt x="64622" y="60427"/>
                  </a:lnTo>
                  <a:lnTo>
                    <a:pt x="91643" y="60427"/>
                  </a:lnTo>
                  <a:lnTo>
                    <a:pt x="98513" y="67326"/>
                  </a:lnTo>
                  <a:lnTo>
                    <a:pt x="113224" y="67326"/>
                  </a:lnTo>
                  <a:lnTo>
                    <a:pt x="129972" y="50548"/>
                  </a:lnTo>
                  <a:lnTo>
                    <a:pt x="155566" y="50548"/>
                  </a:lnTo>
                  <a:lnTo>
                    <a:pt x="166873" y="39271"/>
                  </a:lnTo>
                  <a:lnTo>
                    <a:pt x="186691" y="39271"/>
                  </a:lnTo>
                  <a:lnTo>
                    <a:pt x="208545" y="17478"/>
                  </a:lnTo>
                  <a:lnTo>
                    <a:pt x="225476" y="17478"/>
                  </a:lnTo>
                  <a:lnTo>
                    <a:pt x="241889" y="1064"/>
                  </a:lnTo>
                  <a:lnTo>
                    <a:pt x="2407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8"/>
            <p:cNvSpPr/>
            <p:nvPr/>
          </p:nvSpPr>
          <p:spPr>
            <a:xfrm>
              <a:off x="4355767" y="2236450"/>
              <a:ext cx="144853" cy="146447"/>
            </a:xfrm>
            <a:custGeom>
              <a:avLst/>
              <a:gdLst/>
              <a:ahLst/>
              <a:cxnLst/>
              <a:rect l="l" t="t" r="r" b="b"/>
              <a:pathLst>
                <a:path w="8178" h="8268" extrusionOk="0">
                  <a:moveTo>
                    <a:pt x="1" y="0"/>
                  </a:moveTo>
                  <a:lnTo>
                    <a:pt x="1" y="1520"/>
                  </a:lnTo>
                  <a:lnTo>
                    <a:pt x="6657" y="1520"/>
                  </a:lnTo>
                  <a:lnTo>
                    <a:pt x="6657" y="8268"/>
                  </a:lnTo>
                  <a:lnTo>
                    <a:pt x="8177" y="8268"/>
                  </a:lnTo>
                  <a:lnTo>
                    <a:pt x="8177"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8"/>
            <p:cNvSpPr/>
            <p:nvPr/>
          </p:nvSpPr>
          <p:spPr>
            <a:xfrm>
              <a:off x="989258" y="3527780"/>
              <a:ext cx="155073" cy="131179"/>
            </a:xfrm>
            <a:custGeom>
              <a:avLst/>
              <a:gdLst/>
              <a:ahLst/>
              <a:cxnLst/>
              <a:rect l="l" t="t" r="r" b="b"/>
              <a:pathLst>
                <a:path w="8755" h="7406" extrusionOk="0">
                  <a:moveTo>
                    <a:pt x="4528" y="0"/>
                  </a:moveTo>
                  <a:cubicBezTo>
                    <a:pt x="2862" y="0"/>
                    <a:pt x="1222" y="838"/>
                    <a:pt x="699" y="2567"/>
                  </a:cubicBezTo>
                  <a:cubicBezTo>
                    <a:pt x="0" y="4847"/>
                    <a:pt x="1672" y="7279"/>
                    <a:pt x="4043" y="7400"/>
                  </a:cubicBezTo>
                  <a:cubicBezTo>
                    <a:pt x="4122" y="7404"/>
                    <a:pt x="4203" y="7406"/>
                    <a:pt x="4283" y="7406"/>
                  </a:cubicBezTo>
                  <a:cubicBezTo>
                    <a:pt x="5499" y="7406"/>
                    <a:pt x="6835" y="6975"/>
                    <a:pt x="7690" y="6063"/>
                  </a:cubicBezTo>
                  <a:cubicBezTo>
                    <a:pt x="8572" y="5029"/>
                    <a:pt x="8754" y="3601"/>
                    <a:pt x="8329" y="2385"/>
                  </a:cubicBezTo>
                  <a:cubicBezTo>
                    <a:pt x="8055" y="1686"/>
                    <a:pt x="7599" y="1048"/>
                    <a:pt x="6961" y="652"/>
                  </a:cubicBezTo>
                  <a:cubicBezTo>
                    <a:pt x="6240" y="220"/>
                    <a:pt x="5381" y="0"/>
                    <a:pt x="45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8"/>
            <p:cNvSpPr/>
            <p:nvPr/>
          </p:nvSpPr>
          <p:spPr>
            <a:xfrm>
              <a:off x="1033947" y="3563984"/>
              <a:ext cx="68388" cy="57796"/>
            </a:xfrm>
            <a:custGeom>
              <a:avLst/>
              <a:gdLst/>
              <a:ahLst/>
              <a:cxnLst/>
              <a:rect l="l" t="t" r="r" b="b"/>
              <a:pathLst>
                <a:path w="3861" h="3263" extrusionOk="0">
                  <a:moveTo>
                    <a:pt x="1995" y="1"/>
                  </a:moveTo>
                  <a:cubicBezTo>
                    <a:pt x="1254" y="1"/>
                    <a:pt x="526" y="366"/>
                    <a:pt x="304" y="1131"/>
                  </a:cubicBezTo>
                  <a:cubicBezTo>
                    <a:pt x="0" y="2104"/>
                    <a:pt x="699" y="3168"/>
                    <a:pt x="1763" y="3259"/>
                  </a:cubicBezTo>
                  <a:cubicBezTo>
                    <a:pt x="1804" y="3261"/>
                    <a:pt x="1845" y="3262"/>
                    <a:pt x="1886" y="3262"/>
                  </a:cubicBezTo>
                  <a:cubicBezTo>
                    <a:pt x="2430" y="3262"/>
                    <a:pt x="3007" y="3075"/>
                    <a:pt x="3374" y="2651"/>
                  </a:cubicBezTo>
                  <a:cubicBezTo>
                    <a:pt x="3800" y="2225"/>
                    <a:pt x="3860" y="1587"/>
                    <a:pt x="3678" y="1040"/>
                  </a:cubicBezTo>
                  <a:cubicBezTo>
                    <a:pt x="3556" y="736"/>
                    <a:pt x="3374" y="493"/>
                    <a:pt x="3070" y="280"/>
                  </a:cubicBezTo>
                  <a:cubicBezTo>
                    <a:pt x="2752" y="96"/>
                    <a:pt x="2372" y="1"/>
                    <a:pt x="19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48"/>
            <p:cNvSpPr/>
            <p:nvPr/>
          </p:nvSpPr>
          <p:spPr>
            <a:xfrm>
              <a:off x="1269222" y="3235594"/>
              <a:ext cx="155073" cy="131037"/>
            </a:xfrm>
            <a:custGeom>
              <a:avLst/>
              <a:gdLst/>
              <a:ahLst/>
              <a:cxnLst/>
              <a:rect l="l" t="t" r="r" b="b"/>
              <a:pathLst>
                <a:path w="8755" h="7398" extrusionOk="0">
                  <a:moveTo>
                    <a:pt x="4501" y="0"/>
                  </a:moveTo>
                  <a:cubicBezTo>
                    <a:pt x="2844" y="0"/>
                    <a:pt x="1219" y="839"/>
                    <a:pt x="699" y="2559"/>
                  </a:cubicBezTo>
                  <a:cubicBezTo>
                    <a:pt x="0" y="4838"/>
                    <a:pt x="1672" y="7270"/>
                    <a:pt x="4043" y="7391"/>
                  </a:cubicBezTo>
                  <a:cubicBezTo>
                    <a:pt x="4127" y="7395"/>
                    <a:pt x="4212" y="7397"/>
                    <a:pt x="4297" y="7397"/>
                  </a:cubicBezTo>
                  <a:cubicBezTo>
                    <a:pt x="5509" y="7397"/>
                    <a:pt x="6838" y="6991"/>
                    <a:pt x="7690" y="6054"/>
                  </a:cubicBezTo>
                  <a:cubicBezTo>
                    <a:pt x="8572" y="5021"/>
                    <a:pt x="8754" y="3592"/>
                    <a:pt x="8328" y="2376"/>
                  </a:cubicBezTo>
                  <a:cubicBezTo>
                    <a:pt x="8055" y="1677"/>
                    <a:pt x="7599" y="1039"/>
                    <a:pt x="6961" y="674"/>
                  </a:cubicBezTo>
                  <a:cubicBezTo>
                    <a:pt x="6233" y="227"/>
                    <a:pt x="5363" y="0"/>
                    <a:pt x="4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8"/>
            <p:cNvSpPr/>
            <p:nvPr/>
          </p:nvSpPr>
          <p:spPr>
            <a:xfrm>
              <a:off x="1313893" y="3271922"/>
              <a:ext cx="68406" cy="57636"/>
            </a:xfrm>
            <a:custGeom>
              <a:avLst/>
              <a:gdLst/>
              <a:ahLst/>
              <a:cxnLst/>
              <a:rect l="l" t="t" r="r" b="b"/>
              <a:pathLst>
                <a:path w="3862" h="3254" extrusionOk="0">
                  <a:moveTo>
                    <a:pt x="1989" y="1"/>
                  </a:moveTo>
                  <a:cubicBezTo>
                    <a:pt x="1251" y="1"/>
                    <a:pt x="526" y="372"/>
                    <a:pt x="305" y="1115"/>
                  </a:cubicBezTo>
                  <a:cubicBezTo>
                    <a:pt x="1" y="2119"/>
                    <a:pt x="730" y="3182"/>
                    <a:pt x="1794" y="3243"/>
                  </a:cubicBezTo>
                  <a:cubicBezTo>
                    <a:pt x="1855" y="3250"/>
                    <a:pt x="1918" y="3253"/>
                    <a:pt x="1982" y="3253"/>
                  </a:cubicBezTo>
                  <a:cubicBezTo>
                    <a:pt x="2487" y="3253"/>
                    <a:pt x="3051" y="3040"/>
                    <a:pt x="3375" y="2635"/>
                  </a:cubicBezTo>
                  <a:cubicBezTo>
                    <a:pt x="3770" y="2210"/>
                    <a:pt x="3861" y="1571"/>
                    <a:pt x="3679" y="1055"/>
                  </a:cubicBezTo>
                  <a:cubicBezTo>
                    <a:pt x="3557" y="751"/>
                    <a:pt x="3375" y="477"/>
                    <a:pt x="3071" y="295"/>
                  </a:cubicBezTo>
                  <a:cubicBezTo>
                    <a:pt x="2751" y="99"/>
                    <a:pt x="2368" y="1"/>
                    <a:pt x="19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8"/>
            <p:cNvSpPr/>
            <p:nvPr/>
          </p:nvSpPr>
          <p:spPr>
            <a:xfrm>
              <a:off x="1766678" y="3235594"/>
              <a:ext cx="154542" cy="131037"/>
            </a:xfrm>
            <a:custGeom>
              <a:avLst/>
              <a:gdLst/>
              <a:ahLst/>
              <a:cxnLst/>
              <a:rect l="l" t="t" r="r" b="b"/>
              <a:pathLst>
                <a:path w="8725" h="7398" extrusionOk="0">
                  <a:moveTo>
                    <a:pt x="4502" y="0"/>
                  </a:moveTo>
                  <a:cubicBezTo>
                    <a:pt x="2845" y="0"/>
                    <a:pt x="1220" y="839"/>
                    <a:pt x="700" y="2559"/>
                  </a:cubicBezTo>
                  <a:cubicBezTo>
                    <a:pt x="1" y="4838"/>
                    <a:pt x="1672" y="7270"/>
                    <a:pt x="4043" y="7391"/>
                  </a:cubicBezTo>
                  <a:cubicBezTo>
                    <a:pt x="4128" y="7395"/>
                    <a:pt x="4212" y="7397"/>
                    <a:pt x="4298" y="7397"/>
                  </a:cubicBezTo>
                  <a:cubicBezTo>
                    <a:pt x="5510" y="7397"/>
                    <a:pt x="6839" y="6991"/>
                    <a:pt x="7691" y="6054"/>
                  </a:cubicBezTo>
                  <a:cubicBezTo>
                    <a:pt x="8542" y="5021"/>
                    <a:pt x="8724" y="3592"/>
                    <a:pt x="8329" y="2376"/>
                  </a:cubicBezTo>
                  <a:cubicBezTo>
                    <a:pt x="8056" y="1677"/>
                    <a:pt x="7600" y="1039"/>
                    <a:pt x="6961" y="674"/>
                  </a:cubicBezTo>
                  <a:cubicBezTo>
                    <a:pt x="6234" y="227"/>
                    <a:pt x="5363" y="0"/>
                    <a:pt x="45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8"/>
            <p:cNvSpPr/>
            <p:nvPr/>
          </p:nvSpPr>
          <p:spPr>
            <a:xfrm>
              <a:off x="1810835" y="3271922"/>
              <a:ext cx="68919" cy="57636"/>
            </a:xfrm>
            <a:custGeom>
              <a:avLst/>
              <a:gdLst/>
              <a:ahLst/>
              <a:cxnLst/>
              <a:rect l="l" t="t" r="r" b="b"/>
              <a:pathLst>
                <a:path w="3891" h="3254" extrusionOk="0">
                  <a:moveTo>
                    <a:pt x="2004" y="1"/>
                  </a:moveTo>
                  <a:cubicBezTo>
                    <a:pt x="1264" y="1"/>
                    <a:pt x="545" y="372"/>
                    <a:pt x="304" y="1115"/>
                  </a:cubicBezTo>
                  <a:cubicBezTo>
                    <a:pt x="0" y="2119"/>
                    <a:pt x="730" y="3182"/>
                    <a:pt x="1793" y="3243"/>
                  </a:cubicBezTo>
                  <a:cubicBezTo>
                    <a:pt x="1858" y="3250"/>
                    <a:pt x="1923" y="3253"/>
                    <a:pt x="1989" y="3253"/>
                  </a:cubicBezTo>
                  <a:cubicBezTo>
                    <a:pt x="2511" y="3253"/>
                    <a:pt x="3053" y="3040"/>
                    <a:pt x="3404" y="2635"/>
                  </a:cubicBezTo>
                  <a:cubicBezTo>
                    <a:pt x="3769" y="2210"/>
                    <a:pt x="3891" y="1571"/>
                    <a:pt x="3708" y="1055"/>
                  </a:cubicBezTo>
                  <a:cubicBezTo>
                    <a:pt x="3587" y="751"/>
                    <a:pt x="3404" y="477"/>
                    <a:pt x="3101" y="295"/>
                  </a:cubicBezTo>
                  <a:cubicBezTo>
                    <a:pt x="2770" y="99"/>
                    <a:pt x="2384" y="1"/>
                    <a:pt x="20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8"/>
            <p:cNvSpPr/>
            <p:nvPr/>
          </p:nvSpPr>
          <p:spPr>
            <a:xfrm>
              <a:off x="1883509" y="3353347"/>
              <a:ext cx="155073" cy="131196"/>
            </a:xfrm>
            <a:custGeom>
              <a:avLst/>
              <a:gdLst/>
              <a:ahLst/>
              <a:cxnLst/>
              <a:rect l="l" t="t" r="r" b="b"/>
              <a:pathLst>
                <a:path w="8755" h="7407" extrusionOk="0">
                  <a:moveTo>
                    <a:pt x="4528" y="0"/>
                  </a:moveTo>
                  <a:cubicBezTo>
                    <a:pt x="2862" y="0"/>
                    <a:pt x="1222" y="838"/>
                    <a:pt x="700" y="2567"/>
                  </a:cubicBezTo>
                  <a:cubicBezTo>
                    <a:pt x="1" y="4847"/>
                    <a:pt x="1703" y="7278"/>
                    <a:pt x="4043" y="7400"/>
                  </a:cubicBezTo>
                  <a:cubicBezTo>
                    <a:pt x="4127" y="7404"/>
                    <a:pt x="4212" y="7406"/>
                    <a:pt x="4298" y="7406"/>
                  </a:cubicBezTo>
                  <a:cubicBezTo>
                    <a:pt x="5510" y="7406"/>
                    <a:pt x="6839" y="7000"/>
                    <a:pt x="7691" y="6063"/>
                  </a:cubicBezTo>
                  <a:cubicBezTo>
                    <a:pt x="8572" y="4999"/>
                    <a:pt x="8755" y="3570"/>
                    <a:pt x="8329" y="2385"/>
                  </a:cubicBezTo>
                  <a:cubicBezTo>
                    <a:pt x="8086" y="1686"/>
                    <a:pt x="7630" y="1047"/>
                    <a:pt x="6961" y="652"/>
                  </a:cubicBezTo>
                  <a:cubicBezTo>
                    <a:pt x="6241" y="220"/>
                    <a:pt x="5381" y="0"/>
                    <a:pt x="45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48"/>
            <p:cNvSpPr/>
            <p:nvPr/>
          </p:nvSpPr>
          <p:spPr>
            <a:xfrm>
              <a:off x="1928198" y="3389835"/>
              <a:ext cx="68937" cy="57495"/>
            </a:xfrm>
            <a:custGeom>
              <a:avLst/>
              <a:gdLst/>
              <a:ahLst/>
              <a:cxnLst/>
              <a:rect l="l" t="t" r="r" b="b"/>
              <a:pathLst>
                <a:path w="3892" h="3246" extrusionOk="0">
                  <a:moveTo>
                    <a:pt x="1989" y="0"/>
                  </a:moveTo>
                  <a:cubicBezTo>
                    <a:pt x="1250" y="0"/>
                    <a:pt x="525" y="372"/>
                    <a:pt x="304" y="1115"/>
                  </a:cubicBezTo>
                  <a:cubicBezTo>
                    <a:pt x="0" y="2118"/>
                    <a:pt x="730" y="3182"/>
                    <a:pt x="1794" y="3243"/>
                  </a:cubicBezTo>
                  <a:cubicBezTo>
                    <a:pt x="1832" y="3245"/>
                    <a:pt x="1872" y="3246"/>
                    <a:pt x="1911" y="3246"/>
                  </a:cubicBezTo>
                  <a:cubicBezTo>
                    <a:pt x="2434" y="3246"/>
                    <a:pt x="3035" y="3059"/>
                    <a:pt x="3374" y="2635"/>
                  </a:cubicBezTo>
                  <a:cubicBezTo>
                    <a:pt x="3800" y="2209"/>
                    <a:pt x="3891" y="1571"/>
                    <a:pt x="3678" y="1054"/>
                  </a:cubicBezTo>
                  <a:cubicBezTo>
                    <a:pt x="3587" y="750"/>
                    <a:pt x="3374" y="477"/>
                    <a:pt x="3070" y="294"/>
                  </a:cubicBezTo>
                  <a:cubicBezTo>
                    <a:pt x="2751" y="98"/>
                    <a:pt x="2368" y="0"/>
                    <a:pt x="19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48"/>
            <p:cNvSpPr/>
            <p:nvPr/>
          </p:nvSpPr>
          <p:spPr>
            <a:xfrm>
              <a:off x="2132246" y="3353347"/>
              <a:ext cx="154524" cy="131196"/>
            </a:xfrm>
            <a:custGeom>
              <a:avLst/>
              <a:gdLst/>
              <a:ahLst/>
              <a:cxnLst/>
              <a:rect l="l" t="t" r="r" b="b"/>
              <a:pathLst>
                <a:path w="8724" h="7407" extrusionOk="0">
                  <a:moveTo>
                    <a:pt x="4526" y="0"/>
                  </a:moveTo>
                  <a:cubicBezTo>
                    <a:pt x="2858" y="0"/>
                    <a:pt x="1212" y="838"/>
                    <a:pt x="669" y="2567"/>
                  </a:cubicBezTo>
                  <a:cubicBezTo>
                    <a:pt x="0" y="4847"/>
                    <a:pt x="1672" y="7278"/>
                    <a:pt x="4013" y="7400"/>
                  </a:cubicBezTo>
                  <a:cubicBezTo>
                    <a:pt x="4099" y="7404"/>
                    <a:pt x="4186" y="7406"/>
                    <a:pt x="4273" y="7406"/>
                  </a:cubicBezTo>
                  <a:cubicBezTo>
                    <a:pt x="5506" y="7406"/>
                    <a:pt x="6808" y="7000"/>
                    <a:pt x="7660" y="6063"/>
                  </a:cubicBezTo>
                  <a:cubicBezTo>
                    <a:pt x="8542" y="4999"/>
                    <a:pt x="8724" y="3570"/>
                    <a:pt x="8329" y="2385"/>
                  </a:cubicBezTo>
                  <a:cubicBezTo>
                    <a:pt x="8055" y="1686"/>
                    <a:pt x="7599" y="1047"/>
                    <a:pt x="6961" y="652"/>
                  </a:cubicBezTo>
                  <a:cubicBezTo>
                    <a:pt x="6241" y="220"/>
                    <a:pt x="5381" y="0"/>
                    <a:pt x="45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8"/>
            <p:cNvSpPr/>
            <p:nvPr/>
          </p:nvSpPr>
          <p:spPr>
            <a:xfrm>
              <a:off x="2176385" y="3389835"/>
              <a:ext cx="68937" cy="57495"/>
            </a:xfrm>
            <a:custGeom>
              <a:avLst/>
              <a:gdLst/>
              <a:ahLst/>
              <a:cxnLst/>
              <a:rect l="l" t="t" r="r" b="b"/>
              <a:pathLst>
                <a:path w="3892" h="3246" extrusionOk="0">
                  <a:moveTo>
                    <a:pt x="2005" y="0"/>
                  </a:moveTo>
                  <a:cubicBezTo>
                    <a:pt x="1264" y="0"/>
                    <a:pt x="546" y="372"/>
                    <a:pt x="305" y="1115"/>
                  </a:cubicBezTo>
                  <a:cubicBezTo>
                    <a:pt x="1" y="2118"/>
                    <a:pt x="730" y="3182"/>
                    <a:pt x="1794" y="3243"/>
                  </a:cubicBezTo>
                  <a:cubicBezTo>
                    <a:pt x="1835" y="3245"/>
                    <a:pt x="1876" y="3246"/>
                    <a:pt x="1917" y="3246"/>
                  </a:cubicBezTo>
                  <a:cubicBezTo>
                    <a:pt x="2461" y="3246"/>
                    <a:pt x="3036" y="3059"/>
                    <a:pt x="3375" y="2635"/>
                  </a:cubicBezTo>
                  <a:cubicBezTo>
                    <a:pt x="3800" y="2209"/>
                    <a:pt x="3891" y="1571"/>
                    <a:pt x="3709" y="1054"/>
                  </a:cubicBezTo>
                  <a:cubicBezTo>
                    <a:pt x="3588" y="750"/>
                    <a:pt x="3405" y="477"/>
                    <a:pt x="3101" y="294"/>
                  </a:cubicBezTo>
                  <a:cubicBezTo>
                    <a:pt x="2771" y="98"/>
                    <a:pt x="2385" y="0"/>
                    <a:pt x="20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48"/>
            <p:cNvSpPr/>
            <p:nvPr/>
          </p:nvSpPr>
          <p:spPr>
            <a:xfrm>
              <a:off x="2426734" y="3063305"/>
              <a:ext cx="155622" cy="131143"/>
            </a:xfrm>
            <a:custGeom>
              <a:avLst/>
              <a:gdLst/>
              <a:ahLst/>
              <a:cxnLst/>
              <a:rect l="l" t="t" r="r" b="b"/>
              <a:pathLst>
                <a:path w="8786" h="7404" extrusionOk="0">
                  <a:moveTo>
                    <a:pt x="4502" y="1"/>
                  </a:moveTo>
                  <a:cubicBezTo>
                    <a:pt x="2845" y="1"/>
                    <a:pt x="1220" y="839"/>
                    <a:pt x="700" y="2559"/>
                  </a:cubicBezTo>
                  <a:cubicBezTo>
                    <a:pt x="1" y="4839"/>
                    <a:pt x="1673" y="7270"/>
                    <a:pt x="4043" y="7392"/>
                  </a:cubicBezTo>
                  <a:cubicBezTo>
                    <a:pt x="4156" y="7400"/>
                    <a:pt x="4269" y="7404"/>
                    <a:pt x="4383" y="7404"/>
                  </a:cubicBezTo>
                  <a:cubicBezTo>
                    <a:pt x="5572" y="7404"/>
                    <a:pt x="6859" y="6969"/>
                    <a:pt x="7691" y="6054"/>
                  </a:cubicBezTo>
                  <a:cubicBezTo>
                    <a:pt x="8572" y="5051"/>
                    <a:pt x="8785" y="3592"/>
                    <a:pt x="8329" y="2377"/>
                  </a:cubicBezTo>
                  <a:cubicBezTo>
                    <a:pt x="8056" y="1708"/>
                    <a:pt x="7600" y="1039"/>
                    <a:pt x="6961" y="674"/>
                  </a:cubicBezTo>
                  <a:cubicBezTo>
                    <a:pt x="6234" y="227"/>
                    <a:pt x="5364" y="1"/>
                    <a:pt x="45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48"/>
            <p:cNvSpPr/>
            <p:nvPr/>
          </p:nvSpPr>
          <p:spPr>
            <a:xfrm>
              <a:off x="2471422" y="3099651"/>
              <a:ext cx="68388" cy="57619"/>
            </a:xfrm>
            <a:custGeom>
              <a:avLst/>
              <a:gdLst/>
              <a:ahLst/>
              <a:cxnLst/>
              <a:rect l="l" t="t" r="r" b="b"/>
              <a:pathLst>
                <a:path w="3861" h="3253" extrusionOk="0">
                  <a:moveTo>
                    <a:pt x="1989" y="0"/>
                  </a:moveTo>
                  <a:cubicBezTo>
                    <a:pt x="1251" y="0"/>
                    <a:pt x="526" y="372"/>
                    <a:pt x="305" y="1115"/>
                  </a:cubicBezTo>
                  <a:cubicBezTo>
                    <a:pt x="1" y="2118"/>
                    <a:pt x="730" y="3182"/>
                    <a:pt x="1764" y="3243"/>
                  </a:cubicBezTo>
                  <a:cubicBezTo>
                    <a:pt x="1828" y="3249"/>
                    <a:pt x="1894" y="3253"/>
                    <a:pt x="1959" y="3253"/>
                  </a:cubicBezTo>
                  <a:cubicBezTo>
                    <a:pt x="2481" y="3253"/>
                    <a:pt x="3024" y="3040"/>
                    <a:pt x="3375" y="2635"/>
                  </a:cubicBezTo>
                  <a:cubicBezTo>
                    <a:pt x="3800" y="2240"/>
                    <a:pt x="3861" y="1571"/>
                    <a:pt x="3679" y="1054"/>
                  </a:cubicBezTo>
                  <a:cubicBezTo>
                    <a:pt x="3557" y="750"/>
                    <a:pt x="3375" y="477"/>
                    <a:pt x="3071" y="294"/>
                  </a:cubicBezTo>
                  <a:cubicBezTo>
                    <a:pt x="2751" y="98"/>
                    <a:pt x="2368" y="0"/>
                    <a:pt x="19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8"/>
            <p:cNvSpPr/>
            <p:nvPr/>
          </p:nvSpPr>
          <p:spPr>
            <a:xfrm>
              <a:off x="2894592" y="3063305"/>
              <a:ext cx="155622" cy="131143"/>
            </a:xfrm>
            <a:custGeom>
              <a:avLst/>
              <a:gdLst/>
              <a:ahLst/>
              <a:cxnLst/>
              <a:rect l="l" t="t" r="r" b="b"/>
              <a:pathLst>
                <a:path w="8786" h="7404" extrusionOk="0">
                  <a:moveTo>
                    <a:pt x="4501" y="1"/>
                  </a:moveTo>
                  <a:cubicBezTo>
                    <a:pt x="2841" y="1"/>
                    <a:pt x="1209" y="839"/>
                    <a:pt x="669" y="2559"/>
                  </a:cubicBezTo>
                  <a:cubicBezTo>
                    <a:pt x="1" y="4839"/>
                    <a:pt x="1672" y="7270"/>
                    <a:pt x="4043" y="7392"/>
                  </a:cubicBezTo>
                  <a:cubicBezTo>
                    <a:pt x="4155" y="7400"/>
                    <a:pt x="4269" y="7404"/>
                    <a:pt x="4383" y="7404"/>
                  </a:cubicBezTo>
                  <a:cubicBezTo>
                    <a:pt x="5567" y="7404"/>
                    <a:pt x="6831" y="6969"/>
                    <a:pt x="7691" y="6054"/>
                  </a:cubicBezTo>
                  <a:cubicBezTo>
                    <a:pt x="8542" y="5051"/>
                    <a:pt x="8785" y="3592"/>
                    <a:pt x="8329" y="2377"/>
                  </a:cubicBezTo>
                  <a:cubicBezTo>
                    <a:pt x="8056" y="1708"/>
                    <a:pt x="7600" y="1039"/>
                    <a:pt x="6961" y="674"/>
                  </a:cubicBezTo>
                  <a:cubicBezTo>
                    <a:pt x="6234" y="227"/>
                    <a:pt x="5363" y="1"/>
                    <a:pt x="45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48"/>
            <p:cNvSpPr/>
            <p:nvPr/>
          </p:nvSpPr>
          <p:spPr>
            <a:xfrm>
              <a:off x="2939280" y="3099651"/>
              <a:ext cx="68388" cy="57619"/>
            </a:xfrm>
            <a:custGeom>
              <a:avLst/>
              <a:gdLst/>
              <a:ahLst/>
              <a:cxnLst/>
              <a:rect l="l" t="t" r="r" b="b"/>
              <a:pathLst>
                <a:path w="3861" h="3253" extrusionOk="0">
                  <a:moveTo>
                    <a:pt x="1989" y="0"/>
                  </a:moveTo>
                  <a:cubicBezTo>
                    <a:pt x="1251" y="0"/>
                    <a:pt x="525" y="372"/>
                    <a:pt x="304" y="1115"/>
                  </a:cubicBezTo>
                  <a:cubicBezTo>
                    <a:pt x="1" y="2118"/>
                    <a:pt x="700" y="3182"/>
                    <a:pt x="1763" y="3243"/>
                  </a:cubicBezTo>
                  <a:cubicBezTo>
                    <a:pt x="1828" y="3249"/>
                    <a:pt x="1893" y="3253"/>
                    <a:pt x="1959" y="3253"/>
                  </a:cubicBezTo>
                  <a:cubicBezTo>
                    <a:pt x="2481" y="3253"/>
                    <a:pt x="3023" y="3040"/>
                    <a:pt x="3374" y="2635"/>
                  </a:cubicBezTo>
                  <a:cubicBezTo>
                    <a:pt x="3800" y="2240"/>
                    <a:pt x="3861" y="1571"/>
                    <a:pt x="3678" y="1054"/>
                  </a:cubicBezTo>
                  <a:cubicBezTo>
                    <a:pt x="3557" y="750"/>
                    <a:pt x="3374" y="477"/>
                    <a:pt x="3071" y="294"/>
                  </a:cubicBezTo>
                  <a:cubicBezTo>
                    <a:pt x="2751" y="98"/>
                    <a:pt x="2368" y="0"/>
                    <a:pt x="19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48"/>
            <p:cNvSpPr/>
            <p:nvPr/>
          </p:nvSpPr>
          <p:spPr>
            <a:xfrm>
              <a:off x="3089482" y="2856830"/>
              <a:ext cx="155073" cy="130878"/>
            </a:xfrm>
            <a:custGeom>
              <a:avLst/>
              <a:gdLst/>
              <a:ahLst/>
              <a:cxnLst/>
              <a:rect l="l" t="t" r="r" b="b"/>
              <a:pathLst>
                <a:path w="8755" h="7389" extrusionOk="0">
                  <a:moveTo>
                    <a:pt x="4508" y="1"/>
                  </a:moveTo>
                  <a:cubicBezTo>
                    <a:pt x="2849" y="1"/>
                    <a:pt x="1221" y="832"/>
                    <a:pt x="700" y="2574"/>
                  </a:cubicBezTo>
                  <a:cubicBezTo>
                    <a:pt x="1" y="4854"/>
                    <a:pt x="1703" y="7286"/>
                    <a:pt x="4044" y="7377"/>
                  </a:cubicBezTo>
                  <a:cubicBezTo>
                    <a:pt x="4156" y="7385"/>
                    <a:pt x="4270" y="7389"/>
                    <a:pt x="4384" y="7389"/>
                  </a:cubicBezTo>
                  <a:cubicBezTo>
                    <a:pt x="5573" y="7389"/>
                    <a:pt x="6859" y="6957"/>
                    <a:pt x="7691" y="6070"/>
                  </a:cubicBezTo>
                  <a:cubicBezTo>
                    <a:pt x="8573" y="5006"/>
                    <a:pt x="8755" y="3547"/>
                    <a:pt x="8329" y="2362"/>
                  </a:cubicBezTo>
                  <a:cubicBezTo>
                    <a:pt x="8086" y="1693"/>
                    <a:pt x="7630" y="1055"/>
                    <a:pt x="6962" y="660"/>
                  </a:cubicBezTo>
                  <a:cubicBezTo>
                    <a:pt x="6235" y="224"/>
                    <a:pt x="5368" y="1"/>
                    <a:pt x="45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8"/>
            <p:cNvSpPr/>
            <p:nvPr/>
          </p:nvSpPr>
          <p:spPr>
            <a:xfrm>
              <a:off x="3134171" y="2892928"/>
              <a:ext cx="68937" cy="58008"/>
            </a:xfrm>
            <a:custGeom>
              <a:avLst/>
              <a:gdLst/>
              <a:ahLst/>
              <a:cxnLst/>
              <a:rect l="l" t="t" r="r" b="b"/>
              <a:pathLst>
                <a:path w="3892" h="3275" extrusionOk="0">
                  <a:moveTo>
                    <a:pt x="1996" y="1"/>
                  </a:moveTo>
                  <a:cubicBezTo>
                    <a:pt x="1255" y="1"/>
                    <a:pt x="526" y="379"/>
                    <a:pt x="305" y="1144"/>
                  </a:cubicBezTo>
                  <a:cubicBezTo>
                    <a:pt x="1" y="2117"/>
                    <a:pt x="730" y="3181"/>
                    <a:pt x="1794" y="3272"/>
                  </a:cubicBezTo>
                  <a:cubicBezTo>
                    <a:pt x="1828" y="3274"/>
                    <a:pt x="1863" y="3275"/>
                    <a:pt x="1898" y="3275"/>
                  </a:cubicBezTo>
                  <a:cubicBezTo>
                    <a:pt x="2424" y="3275"/>
                    <a:pt x="3033" y="3063"/>
                    <a:pt x="3375" y="2664"/>
                  </a:cubicBezTo>
                  <a:cubicBezTo>
                    <a:pt x="3800" y="2239"/>
                    <a:pt x="3891" y="1600"/>
                    <a:pt x="3679" y="1053"/>
                  </a:cubicBezTo>
                  <a:cubicBezTo>
                    <a:pt x="3587" y="749"/>
                    <a:pt x="3375" y="476"/>
                    <a:pt x="3071" y="293"/>
                  </a:cubicBezTo>
                  <a:cubicBezTo>
                    <a:pt x="2753" y="99"/>
                    <a:pt x="2373" y="1"/>
                    <a:pt x="19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48"/>
            <p:cNvSpPr/>
            <p:nvPr/>
          </p:nvSpPr>
          <p:spPr>
            <a:xfrm>
              <a:off x="3432981" y="2856830"/>
              <a:ext cx="155604" cy="130878"/>
            </a:xfrm>
            <a:custGeom>
              <a:avLst/>
              <a:gdLst/>
              <a:ahLst/>
              <a:cxnLst/>
              <a:rect l="l" t="t" r="r" b="b"/>
              <a:pathLst>
                <a:path w="8785" h="7389" extrusionOk="0">
                  <a:moveTo>
                    <a:pt x="4506" y="1"/>
                  </a:moveTo>
                  <a:cubicBezTo>
                    <a:pt x="2845" y="1"/>
                    <a:pt x="1210" y="832"/>
                    <a:pt x="669" y="2574"/>
                  </a:cubicBezTo>
                  <a:cubicBezTo>
                    <a:pt x="0" y="4854"/>
                    <a:pt x="1672" y="7286"/>
                    <a:pt x="4013" y="7377"/>
                  </a:cubicBezTo>
                  <a:cubicBezTo>
                    <a:pt x="4128" y="7385"/>
                    <a:pt x="4244" y="7389"/>
                    <a:pt x="4360" y="7389"/>
                  </a:cubicBezTo>
                  <a:cubicBezTo>
                    <a:pt x="5567" y="7389"/>
                    <a:pt x="6828" y="6957"/>
                    <a:pt x="7660" y="6070"/>
                  </a:cubicBezTo>
                  <a:cubicBezTo>
                    <a:pt x="8542" y="5006"/>
                    <a:pt x="8785" y="3547"/>
                    <a:pt x="8329" y="2362"/>
                  </a:cubicBezTo>
                  <a:cubicBezTo>
                    <a:pt x="8055" y="1693"/>
                    <a:pt x="7599" y="1055"/>
                    <a:pt x="6961" y="660"/>
                  </a:cubicBezTo>
                  <a:cubicBezTo>
                    <a:pt x="6235" y="224"/>
                    <a:pt x="5367" y="1"/>
                    <a:pt x="4506"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48"/>
            <p:cNvSpPr/>
            <p:nvPr/>
          </p:nvSpPr>
          <p:spPr>
            <a:xfrm>
              <a:off x="3478201" y="2892928"/>
              <a:ext cx="68388" cy="58008"/>
            </a:xfrm>
            <a:custGeom>
              <a:avLst/>
              <a:gdLst/>
              <a:ahLst/>
              <a:cxnLst/>
              <a:rect l="l" t="t" r="r" b="b"/>
              <a:pathLst>
                <a:path w="3861" h="3275" extrusionOk="0">
                  <a:moveTo>
                    <a:pt x="1996" y="1"/>
                  </a:moveTo>
                  <a:cubicBezTo>
                    <a:pt x="1255" y="1"/>
                    <a:pt x="526" y="379"/>
                    <a:pt x="305" y="1144"/>
                  </a:cubicBezTo>
                  <a:cubicBezTo>
                    <a:pt x="1" y="2117"/>
                    <a:pt x="730" y="3181"/>
                    <a:pt x="1794" y="3272"/>
                  </a:cubicBezTo>
                  <a:cubicBezTo>
                    <a:pt x="1828" y="3274"/>
                    <a:pt x="1863" y="3275"/>
                    <a:pt x="1898" y="3275"/>
                  </a:cubicBezTo>
                  <a:cubicBezTo>
                    <a:pt x="2424" y="3275"/>
                    <a:pt x="3033" y="3063"/>
                    <a:pt x="3375" y="2664"/>
                  </a:cubicBezTo>
                  <a:cubicBezTo>
                    <a:pt x="3770" y="2239"/>
                    <a:pt x="3861" y="1600"/>
                    <a:pt x="3679" y="1053"/>
                  </a:cubicBezTo>
                  <a:cubicBezTo>
                    <a:pt x="3557" y="749"/>
                    <a:pt x="3375" y="476"/>
                    <a:pt x="3071" y="293"/>
                  </a:cubicBezTo>
                  <a:cubicBezTo>
                    <a:pt x="2753" y="99"/>
                    <a:pt x="2373" y="1"/>
                    <a:pt x="19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48"/>
            <p:cNvSpPr/>
            <p:nvPr/>
          </p:nvSpPr>
          <p:spPr>
            <a:xfrm>
              <a:off x="3822762" y="2473779"/>
              <a:ext cx="154542" cy="131037"/>
            </a:xfrm>
            <a:custGeom>
              <a:avLst/>
              <a:gdLst/>
              <a:ahLst/>
              <a:cxnLst/>
              <a:rect l="l" t="t" r="r" b="b"/>
              <a:pathLst>
                <a:path w="8725" h="7398" extrusionOk="0">
                  <a:moveTo>
                    <a:pt x="4472" y="1"/>
                  </a:moveTo>
                  <a:cubicBezTo>
                    <a:pt x="2815" y="1"/>
                    <a:pt x="1190" y="839"/>
                    <a:pt x="670" y="2559"/>
                  </a:cubicBezTo>
                  <a:cubicBezTo>
                    <a:pt x="1" y="4838"/>
                    <a:pt x="1673" y="7270"/>
                    <a:pt x="4013" y="7392"/>
                  </a:cubicBezTo>
                  <a:cubicBezTo>
                    <a:pt x="4099" y="7396"/>
                    <a:pt x="4186" y="7398"/>
                    <a:pt x="4273" y="7398"/>
                  </a:cubicBezTo>
                  <a:cubicBezTo>
                    <a:pt x="5506" y="7398"/>
                    <a:pt x="6809" y="6991"/>
                    <a:pt x="7661" y="6054"/>
                  </a:cubicBezTo>
                  <a:cubicBezTo>
                    <a:pt x="8542" y="5051"/>
                    <a:pt x="8724" y="3592"/>
                    <a:pt x="8299" y="2376"/>
                  </a:cubicBezTo>
                  <a:cubicBezTo>
                    <a:pt x="8056" y="1677"/>
                    <a:pt x="7600" y="1039"/>
                    <a:pt x="6931" y="674"/>
                  </a:cubicBezTo>
                  <a:cubicBezTo>
                    <a:pt x="6203" y="227"/>
                    <a:pt x="5333" y="1"/>
                    <a:pt x="4472"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48"/>
            <p:cNvSpPr/>
            <p:nvPr/>
          </p:nvSpPr>
          <p:spPr>
            <a:xfrm>
              <a:off x="3866919" y="2510126"/>
              <a:ext cx="68919" cy="57495"/>
            </a:xfrm>
            <a:custGeom>
              <a:avLst/>
              <a:gdLst/>
              <a:ahLst/>
              <a:cxnLst/>
              <a:rect l="l" t="t" r="r" b="b"/>
              <a:pathLst>
                <a:path w="3891" h="3246" extrusionOk="0">
                  <a:moveTo>
                    <a:pt x="2004" y="0"/>
                  </a:moveTo>
                  <a:cubicBezTo>
                    <a:pt x="1264" y="0"/>
                    <a:pt x="545" y="372"/>
                    <a:pt x="304" y="1115"/>
                  </a:cubicBezTo>
                  <a:cubicBezTo>
                    <a:pt x="0" y="2118"/>
                    <a:pt x="730" y="3182"/>
                    <a:pt x="1794" y="3242"/>
                  </a:cubicBezTo>
                  <a:cubicBezTo>
                    <a:pt x="1835" y="3245"/>
                    <a:pt x="1876" y="3246"/>
                    <a:pt x="1917" y="3246"/>
                  </a:cubicBezTo>
                  <a:cubicBezTo>
                    <a:pt x="2460" y="3246"/>
                    <a:pt x="3037" y="3058"/>
                    <a:pt x="3405" y="2634"/>
                  </a:cubicBezTo>
                  <a:cubicBezTo>
                    <a:pt x="3769" y="2239"/>
                    <a:pt x="3891" y="1571"/>
                    <a:pt x="3709" y="1054"/>
                  </a:cubicBezTo>
                  <a:cubicBezTo>
                    <a:pt x="3587" y="750"/>
                    <a:pt x="3405" y="476"/>
                    <a:pt x="3101" y="294"/>
                  </a:cubicBezTo>
                  <a:cubicBezTo>
                    <a:pt x="2771" y="98"/>
                    <a:pt x="2385" y="0"/>
                    <a:pt x="20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8"/>
            <p:cNvSpPr/>
            <p:nvPr/>
          </p:nvSpPr>
          <p:spPr>
            <a:xfrm>
              <a:off x="4116719" y="2473779"/>
              <a:ext cx="155073" cy="131037"/>
            </a:xfrm>
            <a:custGeom>
              <a:avLst/>
              <a:gdLst/>
              <a:ahLst/>
              <a:cxnLst/>
              <a:rect l="l" t="t" r="r" b="b"/>
              <a:pathLst>
                <a:path w="8755" h="7398" extrusionOk="0">
                  <a:moveTo>
                    <a:pt x="4502" y="1"/>
                  </a:moveTo>
                  <a:cubicBezTo>
                    <a:pt x="2845" y="1"/>
                    <a:pt x="1220" y="839"/>
                    <a:pt x="700" y="2559"/>
                  </a:cubicBezTo>
                  <a:cubicBezTo>
                    <a:pt x="1" y="4838"/>
                    <a:pt x="1673" y="7270"/>
                    <a:pt x="4013" y="7392"/>
                  </a:cubicBezTo>
                  <a:cubicBezTo>
                    <a:pt x="4099" y="7396"/>
                    <a:pt x="4186" y="7398"/>
                    <a:pt x="4274" y="7398"/>
                  </a:cubicBezTo>
                  <a:cubicBezTo>
                    <a:pt x="5510" y="7398"/>
                    <a:pt x="6837" y="6991"/>
                    <a:pt x="7661" y="6054"/>
                  </a:cubicBezTo>
                  <a:cubicBezTo>
                    <a:pt x="8542" y="5051"/>
                    <a:pt x="8755" y="3592"/>
                    <a:pt x="8329" y="2376"/>
                  </a:cubicBezTo>
                  <a:cubicBezTo>
                    <a:pt x="8056" y="1677"/>
                    <a:pt x="7600" y="1039"/>
                    <a:pt x="6962" y="674"/>
                  </a:cubicBezTo>
                  <a:cubicBezTo>
                    <a:pt x="6234" y="227"/>
                    <a:pt x="5364" y="1"/>
                    <a:pt x="45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8"/>
            <p:cNvSpPr/>
            <p:nvPr/>
          </p:nvSpPr>
          <p:spPr>
            <a:xfrm>
              <a:off x="4161408" y="2510126"/>
              <a:ext cx="68406" cy="57495"/>
            </a:xfrm>
            <a:custGeom>
              <a:avLst/>
              <a:gdLst/>
              <a:ahLst/>
              <a:cxnLst/>
              <a:rect l="l" t="t" r="r" b="b"/>
              <a:pathLst>
                <a:path w="3862" h="3246" extrusionOk="0">
                  <a:moveTo>
                    <a:pt x="1976" y="0"/>
                  </a:moveTo>
                  <a:cubicBezTo>
                    <a:pt x="1238" y="0"/>
                    <a:pt x="526" y="372"/>
                    <a:pt x="305" y="1115"/>
                  </a:cubicBezTo>
                  <a:cubicBezTo>
                    <a:pt x="1" y="2118"/>
                    <a:pt x="700" y="3182"/>
                    <a:pt x="1764" y="3242"/>
                  </a:cubicBezTo>
                  <a:cubicBezTo>
                    <a:pt x="1805" y="3245"/>
                    <a:pt x="1846" y="3246"/>
                    <a:pt x="1887" y="3246"/>
                  </a:cubicBezTo>
                  <a:cubicBezTo>
                    <a:pt x="2430" y="3246"/>
                    <a:pt x="3008" y="3058"/>
                    <a:pt x="3375" y="2634"/>
                  </a:cubicBezTo>
                  <a:cubicBezTo>
                    <a:pt x="3739" y="2239"/>
                    <a:pt x="3861" y="1571"/>
                    <a:pt x="3679" y="1054"/>
                  </a:cubicBezTo>
                  <a:cubicBezTo>
                    <a:pt x="3557" y="750"/>
                    <a:pt x="3375" y="476"/>
                    <a:pt x="3071" y="294"/>
                  </a:cubicBezTo>
                  <a:cubicBezTo>
                    <a:pt x="2741" y="98"/>
                    <a:pt x="2355" y="0"/>
                    <a:pt x="19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9" name="Google Shape;1389;p48"/>
          <p:cNvSpPr/>
          <p:nvPr/>
        </p:nvSpPr>
        <p:spPr>
          <a:xfrm>
            <a:off x="7202350" y="4570675"/>
            <a:ext cx="1829400" cy="2274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8"/>
          <p:cNvSpPr txBox="1">
            <a:spLocks noGrp="1"/>
          </p:cNvSpPr>
          <p:nvPr>
            <p:ph type="title" idx="2"/>
          </p:nvPr>
        </p:nvSpPr>
        <p:spPr>
          <a:xfrm>
            <a:off x="2128415" y="1051579"/>
            <a:ext cx="1641900" cy="1405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grpSp>
        <p:nvGrpSpPr>
          <p:cNvPr id="1391" name="Google Shape;1391;p48"/>
          <p:cNvGrpSpPr/>
          <p:nvPr/>
        </p:nvGrpSpPr>
        <p:grpSpPr>
          <a:xfrm>
            <a:off x="7115675" y="1735425"/>
            <a:ext cx="1659550" cy="2985750"/>
            <a:chOff x="8019425" y="1821750"/>
            <a:chExt cx="1659550" cy="2985750"/>
          </a:xfrm>
        </p:grpSpPr>
        <p:sp>
          <p:nvSpPr>
            <p:cNvPr id="1392" name="Google Shape;1392;p48"/>
            <p:cNvSpPr/>
            <p:nvPr/>
          </p:nvSpPr>
          <p:spPr>
            <a:xfrm>
              <a:off x="8019425" y="1861400"/>
              <a:ext cx="207675" cy="215550"/>
            </a:xfrm>
            <a:custGeom>
              <a:avLst/>
              <a:gdLst/>
              <a:ahLst/>
              <a:cxnLst/>
              <a:rect l="l" t="t" r="r" b="b"/>
              <a:pathLst>
                <a:path w="8307" h="8622" extrusionOk="0">
                  <a:moveTo>
                    <a:pt x="309" y="1"/>
                  </a:moveTo>
                  <a:cubicBezTo>
                    <a:pt x="204" y="1"/>
                    <a:pt x="142" y="36"/>
                    <a:pt x="134" y="116"/>
                  </a:cubicBezTo>
                  <a:cubicBezTo>
                    <a:pt x="1" y="783"/>
                    <a:pt x="1969" y="1617"/>
                    <a:pt x="2269" y="1984"/>
                  </a:cubicBezTo>
                  <a:cubicBezTo>
                    <a:pt x="2469" y="2284"/>
                    <a:pt x="67" y="4452"/>
                    <a:pt x="2269" y="5620"/>
                  </a:cubicBezTo>
                  <a:cubicBezTo>
                    <a:pt x="4971" y="7087"/>
                    <a:pt x="6005" y="8622"/>
                    <a:pt x="6005" y="8622"/>
                  </a:cubicBezTo>
                  <a:lnTo>
                    <a:pt x="8307" y="5286"/>
                  </a:lnTo>
                  <a:cubicBezTo>
                    <a:pt x="8307" y="5286"/>
                    <a:pt x="5771" y="3218"/>
                    <a:pt x="4937" y="2551"/>
                  </a:cubicBezTo>
                  <a:cubicBezTo>
                    <a:pt x="4232" y="1963"/>
                    <a:pt x="1090" y="1"/>
                    <a:pt x="309" y="1"/>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8"/>
            <p:cNvSpPr/>
            <p:nvPr/>
          </p:nvSpPr>
          <p:spPr>
            <a:xfrm>
              <a:off x="9388750" y="2942675"/>
              <a:ext cx="96750" cy="23250"/>
            </a:xfrm>
            <a:custGeom>
              <a:avLst/>
              <a:gdLst/>
              <a:ahLst/>
              <a:cxnLst/>
              <a:rect l="l" t="t" r="r" b="b"/>
              <a:pathLst>
                <a:path w="3870" h="930" extrusionOk="0">
                  <a:moveTo>
                    <a:pt x="165" y="0"/>
                  </a:moveTo>
                  <a:cubicBezTo>
                    <a:pt x="111" y="0"/>
                    <a:pt x="56" y="39"/>
                    <a:pt x="33" y="62"/>
                  </a:cubicBezTo>
                  <a:cubicBezTo>
                    <a:pt x="0" y="129"/>
                    <a:pt x="33" y="229"/>
                    <a:pt x="67" y="262"/>
                  </a:cubicBezTo>
                  <a:cubicBezTo>
                    <a:pt x="834" y="796"/>
                    <a:pt x="1668" y="929"/>
                    <a:pt x="2335" y="929"/>
                  </a:cubicBezTo>
                  <a:cubicBezTo>
                    <a:pt x="3069" y="929"/>
                    <a:pt x="3669" y="763"/>
                    <a:pt x="3736" y="696"/>
                  </a:cubicBezTo>
                  <a:cubicBezTo>
                    <a:pt x="3836" y="696"/>
                    <a:pt x="3870" y="596"/>
                    <a:pt x="3836" y="529"/>
                  </a:cubicBezTo>
                  <a:cubicBezTo>
                    <a:pt x="3836" y="454"/>
                    <a:pt x="3780" y="417"/>
                    <a:pt x="3724" y="417"/>
                  </a:cubicBezTo>
                  <a:cubicBezTo>
                    <a:pt x="3705" y="417"/>
                    <a:pt x="3686" y="421"/>
                    <a:pt x="3669" y="429"/>
                  </a:cubicBezTo>
                  <a:cubicBezTo>
                    <a:pt x="3633" y="429"/>
                    <a:pt x="3039" y="621"/>
                    <a:pt x="2269" y="621"/>
                  </a:cubicBezTo>
                  <a:cubicBezTo>
                    <a:pt x="1640" y="621"/>
                    <a:pt x="893" y="493"/>
                    <a:pt x="234" y="29"/>
                  </a:cubicBezTo>
                  <a:cubicBezTo>
                    <a:pt x="213" y="8"/>
                    <a:pt x="189" y="0"/>
                    <a:pt x="165" y="0"/>
                  </a:cubicBezTo>
                  <a:close/>
                </a:path>
              </a:pathLst>
            </a:custGeom>
            <a:solidFill>
              <a:srgbClr val="464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8"/>
            <p:cNvSpPr/>
            <p:nvPr/>
          </p:nvSpPr>
          <p:spPr>
            <a:xfrm>
              <a:off x="8734100" y="4624575"/>
              <a:ext cx="305250" cy="162650"/>
            </a:xfrm>
            <a:custGeom>
              <a:avLst/>
              <a:gdLst/>
              <a:ahLst/>
              <a:cxnLst/>
              <a:rect l="l" t="t" r="r" b="b"/>
              <a:pathLst>
                <a:path w="12210" h="6506" extrusionOk="0">
                  <a:moveTo>
                    <a:pt x="7606" y="1"/>
                  </a:moveTo>
                  <a:cubicBezTo>
                    <a:pt x="7606" y="1"/>
                    <a:pt x="4904" y="3137"/>
                    <a:pt x="2536" y="3770"/>
                  </a:cubicBezTo>
                  <a:cubicBezTo>
                    <a:pt x="1" y="4437"/>
                    <a:pt x="268" y="6372"/>
                    <a:pt x="2069" y="6439"/>
                  </a:cubicBezTo>
                  <a:cubicBezTo>
                    <a:pt x="2850" y="6453"/>
                    <a:pt x="3418" y="6505"/>
                    <a:pt x="3984" y="6505"/>
                  </a:cubicBezTo>
                  <a:cubicBezTo>
                    <a:pt x="4724" y="6505"/>
                    <a:pt x="5463" y="6417"/>
                    <a:pt x="6672" y="6039"/>
                  </a:cubicBezTo>
                  <a:cubicBezTo>
                    <a:pt x="8573" y="5472"/>
                    <a:pt x="9007" y="4437"/>
                    <a:pt x="9908" y="4271"/>
                  </a:cubicBezTo>
                  <a:cubicBezTo>
                    <a:pt x="10842" y="4104"/>
                    <a:pt x="11876" y="4037"/>
                    <a:pt x="12043" y="3270"/>
                  </a:cubicBezTo>
                  <a:cubicBezTo>
                    <a:pt x="12209" y="2469"/>
                    <a:pt x="12009" y="168"/>
                    <a:pt x="12009" y="168"/>
                  </a:cubicBezTo>
                  <a:lnTo>
                    <a:pt x="76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8"/>
            <p:cNvSpPr/>
            <p:nvPr/>
          </p:nvSpPr>
          <p:spPr>
            <a:xfrm>
              <a:off x="9172100" y="4621250"/>
              <a:ext cx="174975" cy="186250"/>
            </a:xfrm>
            <a:custGeom>
              <a:avLst/>
              <a:gdLst/>
              <a:ahLst/>
              <a:cxnLst/>
              <a:rect l="l" t="t" r="r" b="b"/>
              <a:pathLst>
                <a:path w="6999" h="7450" extrusionOk="0">
                  <a:moveTo>
                    <a:pt x="5564" y="1"/>
                  </a:moveTo>
                  <a:lnTo>
                    <a:pt x="1828" y="468"/>
                  </a:lnTo>
                  <a:cubicBezTo>
                    <a:pt x="1828" y="634"/>
                    <a:pt x="1828" y="1802"/>
                    <a:pt x="1561" y="3737"/>
                  </a:cubicBezTo>
                  <a:cubicBezTo>
                    <a:pt x="1273" y="5562"/>
                    <a:pt x="1" y="7449"/>
                    <a:pt x="1759" y="7449"/>
                  </a:cubicBezTo>
                  <a:cubicBezTo>
                    <a:pt x="1833" y="7449"/>
                    <a:pt x="1911" y="7446"/>
                    <a:pt x="1995" y="7439"/>
                  </a:cubicBezTo>
                  <a:cubicBezTo>
                    <a:pt x="4063" y="7272"/>
                    <a:pt x="6998" y="7072"/>
                    <a:pt x="6198" y="4604"/>
                  </a:cubicBezTo>
                  <a:cubicBezTo>
                    <a:pt x="5397" y="2135"/>
                    <a:pt x="5564" y="1"/>
                    <a:pt x="55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8"/>
            <p:cNvSpPr/>
            <p:nvPr/>
          </p:nvSpPr>
          <p:spPr>
            <a:xfrm>
              <a:off x="8842525" y="3086500"/>
              <a:ext cx="497875" cy="1572125"/>
            </a:xfrm>
            <a:custGeom>
              <a:avLst/>
              <a:gdLst/>
              <a:ahLst/>
              <a:cxnLst/>
              <a:rect l="l" t="t" r="r" b="b"/>
              <a:pathLst>
                <a:path w="19915" h="62885" extrusionOk="0">
                  <a:moveTo>
                    <a:pt x="9928" y="0"/>
                  </a:moveTo>
                  <a:cubicBezTo>
                    <a:pt x="5524" y="0"/>
                    <a:pt x="1095" y="374"/>
                    <a:pt x="0" y="1781"/>
                  </a:cubicBezTo>
                  <a:lnTo>
                    <a:pt x="2268" y="62058"/>
                  </a:lnTo>
                  <a:cubicBezTo>
                    <a:pt x="2268" y="62058"/>
                    <a:pt x="3870" y="62577"/>
                    <a:pt x="5668" y="62577"/>
                  </a:cubicBezTo>
                  <a:cubicBezTo>
                    <a:pt x="6568" y="62577"/>
                    <a:pt x="7517" y="62447"/>
                    <a:pt x="8339" y="62058"/>
                  </a:cubicBezTo>
                  <a:lnTo>
                    <a:pt x="10041" y="14924"/>
                  </a:lnTo>
                  <a:lnTo>
                    <a:pt x="13543" y="62158"/>
                  </a:lnTo>
                  <a:cubicBezTo>
                    <a:pt x="13543" y="62158"/>
                    <a:pt x="14863" y="62884"/>
                    <a:pt x="16711" y="62884"/>
                  </a:cubicBezTo>
                  <a:cubicBezTo>
                    <a:pt x="17635" y="62884"/>
                    <a:pt x="18691" y="62703"/>
                    <a:pt x="19781" y="62158"/>
                  </a:cubicBezTo>
                  <a:lnTo>
                    <a:pt x="19914" y="480"/>
                  </a:lnTo>
                  <a:cubicBezTo>
                    <a:pt x="19879" y="480"/>
                    <a:pt x="14920" y="0"/>
                    <a:pt x="99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8"/>
            <p:cNvSpPr/>
            <p:nvPr/>
          </p:nvSpPr>
          <p:spPr>
            <a:xfrm>
              <a:off x="9030150" y="3255425"/>
              <a:ext cx="75900" cy="213350"/>
            </a:xfrm>
            <a:custGeom>
              <a:avLst/>
              <a:gdLst/>
              <a:ahLst/>
              <a:cxnLst/>
              <a:rect l="l" t="t" r="r" b="b"/>
              <a:pathLst>
                <a:path w="3036" h="8534" extrusionOk="0">
                  <a:moveTo>
                    <a:pt x="176" y="0"/>
                  </a:moveTo>
                  <a:cubicBezTo>
                    <a:pt x="131" y="0"/>
                    <a:pt x="91" y="47"/>
                    <a:pt x="67" y="94"/>
                  </a:cubicBezTo>
                  <a:cubicBezTo>
                    <a:pt x="0" y="261"/>
                    <a:pt x="1201" y="7500"/>
                    <a:pt x="1435" y="8267"/>
                  </a:cubicBezTo>
                  <a:cubicBezTo>
                    <a:pt x="1502" y="8300"/>
                    <a:pt x="1535" y="8367"/>
                    <a:pt x="1568" y="8367"/>
                  </a:cubicBezTo>
                  <a:lnTo>
                    <a:pt x="2903" y="8534"/>
                  </a:lnTo>
                  <a:cubicBezTo>
                    <a:pt x="2936" y="8534"/>
                    <a:pt x="3003" y="8534"/>
                    <a:pt x="3003" y="8500"/>
                  </a:cubicBezTo>
                  <a:cubicBezTo>
                    <a:pt x="3036" y="8434"/>
                    <a:pt x="3036" y="8400"/>
                    <a:pt x="3036" y="8367"/>
                  </a:cubicBezTo>
                  <a:cubicBezTo>
                    <a:pt x="3036" y="8267"/>
                    <a:pt x="2169" y="1362"/>
                    <a:pt x="2202" y="228"/>
                  </a:cubicBezTo>
                  <a:cubicBezTo>
                    <a:pt x="2202" y="195"/>
                    <a:pt x="2169" y="94"/>
                    <a:pt x="2069" y="94"/>
                  </a:cubicBezTo>
                  <a:cubicBezTo>
                    <a:pt x="2064" y="90"/>
                    <a:pt x="2058" y="88"/>
                    <a:pt x="2052" y="88"/>
                  </a:cubicBezTo>
                  <a:cubicBezTo>
                    <a:pt x="2010" y="88"/>
                    <a:pt x="1935" y="170"/>
                    <a:pt x="1935" y="228"/>
                  </a:cubicBezTo>
                  <a:cubicBezTo>
                    <a:pt x="1902" y="1262"/>
                    <a:pt x="2602" y="7099"/>
                    <a:pt x="2736" y="8234"/>
                  </a:cubicBezTo>
                  <a:lnTo>
                    <a:pt x="1702" y="8100"/>
                  </a:lnTo>
                  <a:cubicBezTo>
                    <a:pt x="1368" y="6899"/>
                    <a:pt x="334" y="495"/>
                    <a:pt x="334" y="161"/>
                  </a:cubicBezTo>
                  <a:cubicBezTo>
                    <a:pt x="334" y="94"/>
                    <a:pt x="267" y="28"/>
                    <a:pt x="234" y="28"/>
                  </a:cubicBezTo>
                  <a:cubicBezTo>
                    <a:pt x="214" y="8"/>
                    <a:pt x="195"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8"/>
            <p:cNvSpPr/>
            <p:nvPr/>
          </p:nvSpPr>
          <p:spPr>
            <a:xfrm>
              <a:off x="9027650" y="3451250"/>
              <a:ext cx="144300" cy="25875"/>
            </a:xfrm>
            <a:custGeom>
              <a:avLst/>
              <a:gdLst/>
              <a:ahLst/>
              <a:cxnLst/>
              <a:rect l="l" t="t" r="r" b="b"/>
              <a:pathLst>
                <a:path w="5772" h="1035" extrusionOk="0">
                  <a:moveTo>
                    <a:pt x="167" y="0"/>
                  </a:moveTo>
                  <a:cubicBezTo>
                    <a:pt x="100" y="0"/>
                    <a:pt x="0" y="34"/>
                    <a:pt x="0" y="100"/>
                  </a:cubicBezTo>
                  <a:cubicBezTo>
                    <a:pt x="0" y="200"/>
                    <a:pt x="34" y="267"/>
                    <a:pt x="134" y="267"/>
                  </a:cubicBezTo>
                  <a:cubicBezTo>
                    <a:pt x="167" y="267"/>
                    <a:pt x="2335" y="734"/>
                    <a:pt x="5638" y="1034"/>
                  </a:cubicBezTo>
                  <a:cubicBezTo>
                    <a:pt x="5671" y="1034"/>
                    <a:pt x="5771" y="1001"/>
                    <a:pt x="5771" y="901"/>
                  </a:cubicBezTo>
                  <a:cubicBezTo>
                    <a:pt x="5771" y="834"/>
                    <a:pt x="5704" y="734"/>
                    <a:pt x="5638" y="734"/>
                  </a:cubicBezTo>
                  <a:cubicBezTo>
                    <a:pt x="2335" y="434"/>
                    <a:pt x="201"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8"/>
            <p:cNvSpPr/>
            <p:nvPr/>
          </p:nvSpPr>
          <p:spPr>
            <a:xfrm>
              <a:off x="9236975" y="3413725"/>
              <a:ext cx="442000" cy="497875"/>
            </a:xfrm>
            <a:custGeom>
              <a:avLst/>
              <a:gdLst/>
              <a:ahLst/>
              <a:cxnLst/>
              <a:rect l="l" t="t" r="r" b="b"/>
              <a:pathLst>
                <a:path w="17680" h="19915" extrusionOk="0">
                  <a:moveTo>
                    <a:pt x="133" y="0"/>
                  </a:moveTo>
                  <a:lnTo>
                    <a:pt x="0" y="19915"/>
                  </a:lnTo>
                  <a:lnTo>
                    <a:pt x="17613" y="17746"/>
                  </a:lnTo>
                  <a:lnTo>
                    <a:pt x="17679" y="2269"/>
                  </a:lnTo>
                  <a:lnTo>
                    <a:pt x="1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8"/>
            <p:cNvSpPr/>
            <p:nvPr/>
          </p:nvSpPr>
          <p:spPr>
            <a:xfrm>
              <a:off x="9267825" y="3447900"/>
              <a:ext cx="381125" cy="429500"/>
            </a:xfrm>
            <a:custGeom>
              <a:avLst/>
              <a:gdLst/>
              <a:ahLst/>
              <a:cxnLst/>
              <a:rect l="l" t="t" r="r" b="b"/>
              <a:pathLst>
                <a:path w="15245" h="17180" extrusionOk="0">
                  <a:moveTo>
                    <a:pt x="100" y="1"/>
                  </a:moveTo>
                  <a:lnTo>
                    <a:pt x="0" y="17180"/>
                  </a:lnTo>
                  <a:lnTo>
                    <a:pt x="15178" y="15312"/>
                  </a:lnTo>
                  <a:lnTo>
                    <a:pt x="15245" y="1969"/>
                  </a:lnTo>
                  <a:lnTo>
                    <a:pt x="10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8"/>
            <p:cNvSpPr/>
            <p:nvPr/>
          </p:nvSpPr>
          <p:spPr>
            <a:xfrm>
              <a:off x="9385400" y="3324200"/>
              <a:ext cx="128450" cy="175600"/>
            </a:xfrm>
            <a:custGeom>
              <a:avLst/>
              <a:gdLst/>
              <a:ahLst/>
              <a:cxnLst/>
              <a:rect l="l" t="t" r="r" b="b"/>
              <a:pathLst>
                <a:path w="5138" h="7024" extrusionOk="0">
                  <a:moveTo>
                    <a:pt x="2423" y="0"/>
                  </a:moveTo>
                  <a:cubicBezTo>
                    <a:pt x="2305" y="0"/>
                    <a:pt x="2187" y="4"/>
                    <a:pt x="2069" y="12"/>
                  </a:cubicBezTo>
                  <a:cubicBezTo>
                    <a:pt x="1902" y="12"/>
                    <a:pt x="1702" y="45"/>
                    <a:pt x="1535" y="179"/>
                  </a:cubicBezTo>
                  <a:cubicBezTo>
                    <a:pt x="1335" y="312"/>
                    <a:pt x="1235" y="546"/>
                    <a:pt x="1202" y="779"/>
                  </a:cubicBezTo>
                  <a:cubicBezTo>
                    <a:pt x="968" y="1513"/>
                    <a:pt x="868" y="2180"/>
                    <a:pt x="501" y="2814"/>
                  </a:cubicBezTo>
                  <a:cubicBezTo>
                    <a:pt x="334" y="3081"/>
                    <a:pt x="167" y="3314"/>
                    <a:pt x="134" y="3581"/>
                  </a:cubicBezTo>
                  <a:cubicBezTo>
                    <a:pt x="1" y="4015"/>
                    <a:pt x="167" y="4515"/>
                    <a:pt x="401" y="4982"/>
                  </a:cubicBezTo>
                  <a:cubicBezTo>
                    <a:pt x="501" y="5149"/>
                    <a:pt x="668" y="5349"/>
                    <a:pt x="868" y="5349"/>
                  </a:cubicBezTo>
                  <a:cubicBezTo>
                    <a:pt x="1135" y="5349"/>
                    <a:pt x="1235" y="5082"/>
                    <a:pt x="1302" y="4815"/>
                  </a:cubicBezTo>
                  <a:cubicBezTo>
                    <a:pt x="1302" y="4549"/>
                    <a:pt x="1202" y="4315"/>
                    <a:pt x="1302" y="4048"/>
                  </a:cubicBezTo>
                  <a:cubicBezTo>
                    <a:pt x="1349" y="3881"/>
                    <a:pt x="1518" y="3747"/>
                    <a:pt x="1683" y="3747"/>
                  </a:cubicBezTo>
                  <a:cubicBezTo>
                    <a:pt x="1748" y="3747"/>
                    <a:pt x="1812" y="3768"/>
                    <a:pt x="1869" y="3815"/>
                  </a:cubicBezTo>
                  <a:cubicBezTo>
                    <a:pt x="1969" y="4382"/>
                    <a:pt x="1835" y="5016"/>
                    <a:pt x="1502" y="5483"/>
                  </a:cubicBezTo>
                  <a:cubicBezTo>
                    <a:pt x="1368" y="5683"/>
                    <a:pt x="1202" y="5850"/>
                    <a:pt x="1168" y="6050"/>
                  </a:cubicBezTo>
                  <a:cubicBezTo>
                    <a:pt x="1135" y="6383"/>
                    <a:pt x="1335" y="6717"/>
                    <a:pt x="1635" y="6850"/>
                  </a:cubicBezTo>
                  <a:cubicBezTo>
                    <a:pt x="1831" y="6971"/>
                    <a:pt x="2067" y="7023"/>
                    <a:pt x="2310" y="7023"/>
                  </a:cubicBezTo>
                  <a:cubicBezTo>
                    <a:pt x="2606" y="7023"/>
                    <a:pt x="2913" y="6945"/>
                    <a:pt x="3170" y="6817"/>
                  </a:cubicBezTo>
                  <a:cubicBezTo>
                    <a:pt x="3670" y="6550"/>
                    <a:pt x="4037" y="6150"/>
                    <a:pt x="4370" y="5716"/>
                  </a:cubicBezTo>
                  <a:cubicBezTo>
                    <a:pt x="4737" y="5216"/>
                    <a:pt x="5138" y="4682"/>
                    <a:pt x="5138" y="4048"/>
                  </a:cubicBezTo>
                  <a:cubicBezTo>
                    <a:pt x="5138" y="3481"/>
                    <a:pt x="4837" y="2947"/>
                    <a:pt x="4571" y="2447"/>
                  </a:cubicBezTo>
                  <a:cubicBezTo>
                    <a:pt x="4170" y="1680"/>
                    <a:pt x="3837" y="979"/>
                    <a:pt x="3537" y="145"/>
                  </a:cubicBezTo>
                  <a:cubicBezTo>
                    <a:pt x="3180" y="44"/>
                    <a:pt x="2804" y="0"/>
                    <a:pt x="2423"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8"/>
            <p:cNvSpPr/>
            <p:nvPr/>
          </p:nvSpPr>
          <p:spPr>
            <a:xfrm>
              <a:off x="9226125" y="3590500"/>
              <a:ext cx="63400" cy="150975"/>
            </a:xfrm>
            <a:custGeom>
              <a:avLst/>
              <a:gdLst/>
              <a:ahLst/>
              <a:cxnLst/>
              <a:rect l="l" t="t" r="r" b="b"/>
              <a:pathLst>
                <a:path w="2536" h="6039" extrusionOk="0">
                  <a:moveTo>
                    <a:pt x="0" y="1"/>
                  </a:moveTo>
                  <a:lnTo>
                    <a:pt x="0" y="6039"/>
                  </a:lnTo>
                  <a:lnTo>
                    <a:pt x="2536" y="6039"/>
                  </a:lnTo>
                  <a:lnTo>
                    <a:pt x="25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8"/>
            <p:cNvSpPr/>
            <p:nvPr/>
          </p:nvSpPr>
          <p:spPr>
            <a:xfrm>
              <a:off x="9324525" y="3507950"/>
              <a:ext cx="25" cy="298575"/>
            </a:xfrm>
            <a:custGeom>
              <a:avLst/>
              <a:gdLst/>
              <a:ahLst/>
              <a:cxnLst/>
              <a:rect l="l" t="t" r="r" b="b"/>
              <a:pathLst>
                <a:path w="1" h="11943" fill="none" extrusionOk="0">
                  <a:moveTo>
                    <a:pt x="1" y="1"/>
                  </a:moveTo>
                  <a:lnTo>
                    <a:pt x="1" y="11943"/>
                  </a:lnTo>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8"/>
            <p:cNvSpPr/>
            <p:nvPr/>
          </p:nvSpPr>
          <p:spPr>
            <a:xfrm>
              <a:off x="9369550" y="3513800"/>
              <a:ext cx="25" cy="297725"/>
            </a:xfrm>
            <a:custGeom>
              <a:avLst/>
              <a:gdLst/>
              <a:ahLst/>
              <a:cxnLst/>
              <a:rect l="l" t="t" r="r" b="b"/>
              <a:pathLst>
                <a:path w="1" h="11909" fill="none" extrusionOk="0">
                  <a:moveTo>
                    <a:pt x="1" y="0"/>
                  </a:moveTo>
                  <a:lnTo>
                    <a:pt x="1" y="11909"/>
                  </a:lnTo>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8"/>
            <p:cNvSpPr/>
            <p:nvPr/>
          </p:nvSpPr>
          <p:spPr>
            <a:xfrm>
              <a:off x="9427100" y="3517950"/>
              <a:ext cx="25" cy="297750"/>
            </a:xfrm>
            <a:custGeom>
              <a:avLst/>
              <a:gdLst/>
              <a:ahLst/>
              <a:cxnLst/>
              <a:rect l="l" t="t" r="r" b="b"/>
              <a:pathLst>
                <a:path w="1" h="11910" fill="none" extrusionOk="0">
                  <a:moveTo>
                    <a:pt x="1" y="1"/>
                  </a:moveTo>
                  <a:lnTo>
                    <a:pt x="1" y="11909"/>
                  </a:lnTo>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8"/>
            <p:cNvSpPr/>
            <p:nvPr/>
          </p:nvSpPr>
          <p:spPr>
            <a:xfrm>
              <a:off x="9487150" y="3525475"/>
              <a:ext cx="25" cy="298550"/>
            </a:xfrm>
            <a:custGeom>
              <a:avLst/>
              <a:gdLst/>
              <a:ahLst/>
              <a:cxnLst/>
              <a:rect l="l" t="t" r="r" b="b"/>
              <a:pathLst>
                <a:path w="1" h="11942" fill="none" extrusionOk="0">
                  <a:moveTo>
                    <a:pt x="0" y="0"/>
                  </a:moveTo>
                  <a:lnTo>
                    <a:pt x="0" y="11942"/>
                  </a:lnTo>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8"/>
            <p:cNvSpPr/>
            <p:nvPr/>
          </p:nvSpPr>
          <p:spPr>
            <a:xfrm>
              <a:off x="9549700" y="3525475"/>
              <a:ext cx="0" cy="298550"/>
            </a:xfrm>
            <a:custGeom>
              <a:avLst/>
              <a:gdLst/>
              <a:ahLst/>
              <a:cxnLst/>
              <a:rect l="l" t="t" r="r" b="b"/>
              <a:pathLst>
                <a:path h="11942" fill="none" extrusionOk="0">
                  <a:moveTo>
                    <a:pt x="0" y="0"/>
                  </a:moveTo>
                  <a:lnTo>
                    <a:pt x="0" y="11942"/>
                  </a:lnTo>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8"/>
            <p:cNvSpPr/>
            <p:nvPr/>
          </p:nvSpPr>
          <p:spPr>
            <a:xfrm>
              <a:off x="9345375" y="2407175"/>
              <a:ext cx="185150" cy="954050"/>
            </a:xfrm>
            <a:custGeom>
              <a:avLst/>
              <a:gdLst/>
              <a:ahLst/>
              <a:cxnLst/>
              <a:rect l="l" t="t" r="r" b="b"/>
              <a:pathLst>
                <a:path w="7406" h="38162" extrusionOk="0">
                  <a:moveTo>
                    <a:pt x="3403" y="0"/>
                  </a:moveTo>
                  <a:cubicBezTo>
                    <a:pt x="734" y="4103"/>
                    <a:pt x="0" y="10841"/>
                    <a:pt x="0" y="10841"/>
                  </a:cubicBezTo>
                  <a:cubicBezTo>
                    <a:pt x="1402" y="15111"/>
                    <a:pt x="1402" y="24718"/>
                    <a:pt x="1635" y="27486"/>
                  </a:cubicBezTo>
                  <a:cubicBezTo>
                    <a:pt x="1935" y="30255"/>
                    <a:pt x="2302" y="37760"/>
                    <a:pt x="2302" y="37760"/>
                  </a:cubicBezTo>
                  <a:cubicBezTo>
                    <a:pt x="3084" y="38093"/>
                    <a:pt x="4222" y="38162"/>
                    <a:pt x="5029" y="38162"/>
                  </a:cubicBezTo>
                  <a:cubicBezTo>
                    <a:pt x="5599" y="38162"/>
                    <a:pt x="6005" y="38127"/>
                    <a:pt x="6005" y="38127"/>
                  </a:cubicBezTo>
                  <a:cubicBezTo>
                    <a:pt x="6005" y="38127"/>
                    <a:pt x="6805" y="35626"/>
                    <a:pt x="7106" y="31990"/>
                  </a:cubicBezTo>
                  <a:cubicBezTo>
                    <a:pt x="7406" y="28420"/>
                    <a:pt x="7106" y="16645"/>
                    <a:pt x="6338" y="9740"/>
                  </a:cubicBezTo>
                  <a:cubicBezTo>
                    <a:pt x="5571" y="2802"/>
                    <a:pt x="3403" y="0"/>
                    <a:pt x="34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8"/>
            <p:cNvSpPr/>
            <p:nvPr/>
          </p:nvSpPr>
          <p:spPr>
            <a:xfrm>
              <a:off x="8714925" y="2280500"/>
              <a:ext cx="715525" cy="1002325"/>
            </a:xfrm>
            <a:custGeom>
              <a:avLst/>
              <a:gdLst/>
              <a:ahLst/>
              <a:cxnLst/>
              <a:rect l="l" t="t" r="r" b="b"/>
              <a:pathLst>
                <a:path w="28621" h="40093" extrusionOk="0">
                  <a:moveTo>
                    <a:pt x="7433" y="1"/>
                  </a:moveTo>
                  <a:cubicBezTo>
                    <a:pt x="3203" y="1"/>
                    <a:pt x="0" y="30"/>
                    <a:pt x="0" y="30"/>
                  </a:cubicBezTo>
                  <a:cubicBezTo>
                    <a:pt x="1702" y="3833"/>
                    <a:pt x="4037" y="17409"/>
                    <a:pt x="4337" y="19844"/>
                  </a:cubicBezTo>
                  <a:cubicBezTo>
                    <a:pt x="4670" y="22813"/>
                    <a:pt x="4504" y="25915"/>
                    <a:pt x="4537" y="28918"/>
                  </a:cubicBezTo>
                  <a:cubicBezTo>
                    <a:pt x="4604" y="31152"/>
                    <a:pt x="4604" y="33354"/>
                    <a:pt x="4604" y="35556"/>
                  </a:cubicBezTo>
                  <a:lnTo>
                    <a:pt x="4604" y="37924"/>
                  </a:lnTo>
                  <a:cubicBezTo>
                    <a:pt x="4604" y="39158"/>
                    <a:pt x="5137" y="39358"/>
                    <a:pt x="6305" y="39558"/>
                  </a:cubicBezTo>
                  <a:cubicBezTo>
                    <a:pt x="7106" y="39692"/>
                    <a:pt x="7873" y="39759"/>
                    <a:pt x="8673" y="39859"/>
                  </a:cubicBezTo>
                  <a:cubicBezTo>
                    <a:pt x="10308" y="40025"/>
                    <a:pt x="11942" y="40059"/>
                    <a:pt x="13543" y="40092"/>
                  </a:cubicBezTo>
                  <a:cubicBezTo>
                    <a:pt x="16179" y="40092"/>
                    <a:pt x="18814" y="40025"/>
                    <a:pt x="21449" y="39859"/>
                  </a:cubicBezTo>
                  <a:cubicBezTo>
                    <a:pt x="22350" y="39792"/>
                    <a:pt x="23284" y="39725"/>
                    <a:pt x="24184" y="39659"/>
                  </a:cubicBezTo>
                  <a:cubicBezTo>
                    <a:pt x="24485" y="39592"/>
                    <a:pt x="24818" y="39659"/>
                    <a:pt x="25118" y="39558"/>
                  </a:cubicBezTo>
                  <a:cubicBezTo>
                    <a:pt x="25819" y="39358"/>
                    <a:pt x="25719" y="38591"/>
                    <a:pt x="25652" y="37924"/>
                  </a:cubicBezTo>
                  <a:cubicBezTo>
                    <a:pt x="25218" y="34722"/>
                    <a:pt x="25285" y="31486"/>
                    <a:pt x="25319" y="28217"/>
                  </a:cubicBezTo>
                  <a:cubicBezTo>
                    <a:pt x="25352" y="25415"/>
                    <a:pt x="25385" y="22680"/>
                    <a:pt x="25485" y="19878"/>
                  </a:cubicBezTo>
                  <a:cubicBezTo>
                    <a:pt x="25652" y="14907"/>
                    <a:pt x="28621" y="5067"/>
                    <a:pt x="28621" y="5067"/>
                  </a:cubicBezTo>
                  <a:cubicBezTo>
                    <a:pt x="28621" y="5067"/>
                    <a:pt x="21349" y="164"/>
                    <a:pt x="14277" y="30"/>
                  </a:cubicBezTo>
                  <a:cubicBezTo>
                    <a:pt x="11920" y="8"/>
                    <a:pt x="9548" y="1"/>
                    <a:pt x="74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8"/>
            <p:cNvSpPr/>
            <p:nvPr/>
          </p:nvSpPr>
          <p:spPr>
            <a:xfrm>
              <a:off x="9352875" y="2412300"/>
              <a:ext cx="75925" cy="315125"/>
            </a:xfrm>
            <a:custGeom>
              <a:avLst/>
              <a:gdLst/>
              <a:ahLst/>
              <a:cxnLst/>
              <a:rect l="l" t="t" r="r" b="b"/>
              <a:pathLst>
                <a:path w="3037" h="12605" extrusionOk="0">
                  <a:moveTo>
                    <a:pt x="2864" y="1"/>
                  </a:moveTo>
                  <a:cubicBezTo>
                    <a:pt x="2817" y="1"/>
                    <a:pt x="2793" y="48"/>
                    <a:pt x="2769" y="95"/>
                  </a:cubicBezTo>
                  <a:cubicBezTo>
                    <a:pt x="2769" y="195"/>
                    <a:pt x="301" y="8368"/>
                    <a:pt x="1" y="12437"/>
                  </a:cubicBezTo>
                  <a:cubicBezTo>
                    <a:pt x="1" y="12538"/>
                    <a:pt x="34" y="12604"/>
                    <a:pt x="134" y="12604"/>
                  </a:cubicBezTo>
                  <a:cubicBezTo>
                    <a:pt x="201" y="12604"/>
                    <a:pt x="268" y="12538"/>
                    <a:pt x="268" y="12471"/>
                  </a:cubicBezTo>
                  <a:cubicBezTo>
                    <a:pt x="501" y="8401"/>
                    <a:pt x="2970" y="262"/>
                    <a:pt x="3003" y="195"/>
                  </a:cubicBezTo>
                  <a:cubicBezTo>
                    <a:pt x="3036" y="95"/>
                    <a:pt x="3003" y="62"/>
                    <a:pt x="2936" y="29"/>
                  </a:cubicBezTo>
                  <a:cubicBezTo>
                    <a:pt x="2907" y="9"/>
                    <a:pt x="2883" y="1"/>
                    <a:pt x="28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8"/>
            <p:cNvSpPr/>
            <p:nvPr/>
          </p:nvSpPr>
          <p:spPr>
            <a:xfrm>
              <a:off x="8800825" y="2408150"/>
              <a:ext cx="29200" cy="201675"/>
            </a:xfrm>
            <a:custGeom>
              <a:avLst/>
              <a:gdLst/>
              <a:ahLst/>
              <a:cxnLst/>
              <a:rect l="l" t="t" r="r" b="b"/>
              <a:pathLst>
                <a:path w="1168" h="8067" extrusionOk="0">
                  <a:moveTo>
                    <a:pt x="962" y="0"/>
                  </a:moveTo>
                  <a:cubicBezTo>
                    <a:pt x="915" y="0"/>
                    <a:pt x="891" y="47"/>
                    <a:pt x="868" y="95"/>
                  </a:cubicBezTo>
                  <a:cubicBezTo>
                    <a:pt x="0" y="2630"/>
                    <a:pt x="200" y="7733"/>
                    <a:pt x="200" y="7933"/>
                  </a:cubicBezTo>
                  <a:cubicBezTo>
                    <a:pt x="200" y="8034"/>
                    <a:pt x="234" y="8067"/>
                    <a:pt x="334" y="8067"/>
                  </a:cubicBezTo>
                  <a:cubicBezTo>
                    <a:pt x="401" y="8067"/>
                    <a:pt x="434" y="8034"/>
                    <a:pt x="434" y="7900"/>
                  </a:cubicBezTo>
                  <a:cubicBezTo>
                    <a:pt x="434" y="7867"/>
                    <a:pt x="234" y="2630"/>
                    <a:pt x="1101" y="195"/>
                  </a:cubicBezTo>
                  <a:cubicBezTo>
                    <a:pt x="1168" y="95"/>
                    <a:pt x="1101" y="61"/>
                    <a:pt x="1034" y="28"/>
                  </a:cubicBezTo>
                  <a:cubicBezTo>
                    <a:pt x="1005" y="8"/>
                    <a:pt x="981" y="0"/>
                    <a:pt x="9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8"/>
            <p:cNvSpPr/>
            <p:nvPr/>
          </p:nvSpPr>
          <p:spPr>
            <a:xfrm>
              <a:off x="9388750" y="2909600"/>
              <a:ext cx="63400" cy="37150"/>
            </a:xfrm>
            <a:custGeom>
              <a:avLst/>
              <a:gdLst/>
              <a:ahLst/>
              <a:cxnLst/>
              <a:rect l="l" t="t" r="r" b="b"/>
              <a:pathLst>
                <a:path w="2536" h="1486" extrusionOk="0">
                  <a:moveTo>
                    <a:pt x="777" y="1"/>
                  </a:moveTo>
                  <a:cubicBezTo>
                    <a:pt x="663" y="1"/>
                    <a:pt x="548" y="6"/>
                    <a:pt x="434" y="18"/>
                  </a:cubicBezTo>
                  <a:cubicBezTo>
                    <a:pt x="200" y="51"/>
                    <a:pt x="0" y="118"/>
                    <a:pt x="0" y="351"/>
                  </a:cubicBezTo>
                  <a:cubicBezTo>
                    <a:pt x="0" y="351"/>
                    <a:pt x="0" y="384"/>
                    <a:pt x="33" y="418"/>
                  </a:cubicBezTo>
                  <a:cubicBezTo>
                    <a:pt x="33" y="418"/>
                    <a:pt x="67" y="451"/>
                    <a:pt x="100" y="451"/>
                  </a:cubicBezTo>
                  <a:cubicBezTo>
                    <a:pt x="667" y="551"/>
                    <a:pt x="1368" y="851"/>
                    <a:pt x="2202" y="1419"/>
                  </a:cubicBezTo>
                  <a:cubicBezTo>
                    <a:pt x="2235" y="1485"/>
                    <a:pt x="2235" y="1485"/>
                    <a:pt x="2268" y="1485"/>
                  </a:cubicBezTo>
                  <a:cubicBezTo>
                    <a:pt x="2335" y="1485"/>
                    <a:pt x="2368" y="1485"/>
                    <a:pt x="2335" y="1385"/>
                  </a:cubicBezTo>
                  <a:cubicBezTo>
                    <a:pt x="2368" y="1285"/>
                    <a:pt x="2368" y="1218"/>
                    <a:pt x="2268" y="1185"/>
                  </a:cubicBezTo>
                  <a:cubicBezTo>
                    <a:pt x="1568" y="685"/>
                    <a:pt x="1001" y="384"/>
                    <a:pt x="500" y="251"/>
                  </a:cubicBezTo>
                  <a:cubicBezTo>
                    <a:pt x="1101" y="251"/>
                    <a:pt x="1735" y="351"/>
                    <a:pt x="2335" y="585"/>
                  </a:cubicBezTo>
                  <a:cubicBezTo>
                    <a:pt x="2368" y="585"/>
                    <a:pt x="2435" y="585"/>
                    <a:pt x="2502" y="518"/>
                  </a:cubicBezTo>
                  <a:cubicBezTo>
                    <a:pt x="2535" y="451"/>
                    <a:pt x="2502" y="384"/>
                    <a:pt x="2402" y="351"/>
                  </a:cubicBezTo>
                  <a:cubicBezTo>
                    <a:pt x="1877" y="130"/>
                    <a:pt x="1329" y="1"/>
                    <a:pt x="7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8"/>
            <p:cNvSpPr/>
            <p:nvPr/>
          </p:nvSpPr>
          <p:spPr>
            <a:xfrm>
              <a:off x="9011800" y="2137800"/>
              <a:ext cx="181650" cy="250250"/>
            </a:xfrm>
            <a:custGeom>
              <a:avLst/>
              <a:gdLst/>
              <a:ahLst/>
              <a:cxnLst/>
              <a:rect l="l" t="t" r="r" b="b"/>
              <a:pathLst>
                <a:path w="7266" h="10010" extrusionOk="0">
                  <a:moveTo>
                    <a:pt x="7239" y="1"/>
                  </a:moveTo>
                  <a:lnTo>
                    <a:pt x="134" y="368"/>
                  </a:lnTo>
                  <a:lnTo>
                    <a:pt x="34" y="6839"/>
                  </a:lnTo>
                  <a:cubicBezTo>
                    <a:pt x="1" y="9608"/>
                    <a:pt x="2803" y="10008"/>
                    <a:pt x="2803" y="10008"/>
                  </a:cubicBezTo>
                  <a:cubicBezTo>
                    <a:pt x="2853" y="10009"/>
                    <a:pt x="2902" y="10009"/>
                    <a:pt x="2952" y="10009"/>
                  </a:cubicBezTo>
                  <a:cubicBezTo>
                    <a:pt x="7266" y="10009"/>
                    <a:pt x="6972" y="7139"/>
                    <a:pt x="6972" y="7139"/>
                  </a:cubicBezTo>
                  <a:lnTo>
                    <a:pt x="7239" y="1"/>
                  </a:ln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8"/>
            <p:cNvSpPr/>
            <p:nvPr/>
          </p:nvSpPr>
          <p:spPr>
            <a:xfrm>
              <a:off x="9014300" y="2159500"/>
              <a:ext cx="178500" cy="114425"/>
            </a:xfrm>
            <a:custGeom>
              <a:avLst/>
              <a:gdLst/>
              <a:ahLst/>
              <a:cxnLst/>
              <a:rect l="l" t="t" r="r" b="b"/>
              <a:pathLst>
                <a:path w="7140" h="4577" extrusionOk="0">
                  <a:moveTo>
                    <a:pt x="7139" y="0"/>
                  </a:moveTo>
                  <a:lnTo>
                    <a:pt x="67" y="367"/>
                  </a:lnTo>
                  <a:lnTo>
                    <a:pt x="34" y="400"/>
                  </a:lnTo>
                  <a:lnTo>
                    <a:pt x="1" y="3970"/>
                  </a:lnTo>
                  <a:cubicBezTo>
                    <a:pt x="588" y="4263"/>
                    <a:pt x="1439" y="4576"/>
                    <a:pt x="2389" y="4576"/>
                  </a:cubicBezTo>
                  <a:cubicBezTo>
                    <a:pt x="3922" y="4576"/>
                    <a:pt x="5713" y="3761"/>
                    <a:pt x="7072" y="734"/>
                  </a:cubicBezTo>
                  <a:lnTo>
                    <a:pt x="7139" y="0"/>
                  </a:ln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8"/>
            <p:cNvSpPr/>
            <p:nvPr/>
          </p:nvSpPr>
          <p:spPr>
            <a:xfrm>
              <a:off x="8965925" y="1904075"/>
              <a:ext cx="274400" cy="356075"/>
            </a:xfrm>
            <a:custGeom>
              <a:avLst/>
              <a:gdLst/>
              <a:ahLst/>
              <a:cxnLst/>
              <a:rect l="l" t="t" r="r" b="b"/>
              <a:pathLst>
                <a:path w="10976" h="14243" extrusionOk="0">
                  <a:moveTo>
                    <a:pt x="5187" y="0"/>
                  </a:moveTo>
                  <a:cubicBezTo>
                    <a:pt x="4531" y="0"/>
                    <a:pt x="3880" y="84"/>
                    <a:pt x="3270" y="243"/>
                  </a:cubicBezTo>
                  <a:cubicBezTo>
                    <a:pt x="2269" y="443"/>
                    <a:pt x="1402" y="977"/>
                    <a:pt x="835" y="1878"/>
                  </a:cubicBezTo>
                  <a:cubicBezTo>
                    <a:pt x="301" y="2712"/>
                    <a:pt x="101" y="3712"/>
                    <a:pt x="68" y="4646"/>
                  </a:cubicBezTo>
                  <a:cubicBezTo>
                    <a:pt x="1" y="5280"/>
                    <a:pt x="1" y="5914"/>
                    <a:pt x="101" y="6548"/>
                  </a:cubicBezTo>
                  <a:cubicBezTo>
                    <a:pt x="134" y="7048"/>
                    <a:pt x="268" y="7515"/>
                    <a:pt x="335" y="7982"/>
                  </a:cubicBezTo>
                  <a:cubicBezTo>
                    <a:pt x="435" y="8616"/>
                    <a:pt x="435" y="9216"/>
                    <a:pt x="468" y="9817"/>
                  </a:cubicBezTo>
                  <a:cubicBezTo>
                    <a:pt x="601" y="11018"/>
                    <a:pt x="935" y="12218"/>
                    <a:pt x="1669" y="13086"/>
                  </a:cubicBezTo>
                  <a:cubicBezTo>
                    <a:pt x="2366" y="13887"/>
                    <a:pt x="3317" y="14243"/>
                    <a:pt x="4291" y="14243"/>
                  </a:cubicBezTo>
                  <a:cubicBezTo>
                    <a:pt x="5181" y="14243"/>
                    <a:pt x="6090" y="13945"/>
                    <a:pt x="6839" y="13419"/>
                  </a:cubicBezTo>
                  <a:cubicBezTo>
                    <a:pt x="8474" y="12352"/>
                    <a:pt x="9608" y="10451"/>
                    <a:pt x="10175" y="8683"/>
                  </a:cubicBezTo>
                  <a:cubicBezTo>
                    <a:pt x="10675" y="7115"/>
                    <a:pt x="10975" y="5247"/>
                    <a:pt x="10675" y="3746"/>
                  </a:cubicBezTo>
                  <a:cubicBezTo>
                    <a:pt x="10508" y="3145"/>
                    <a:pt x="10275" y="2612"/>
                    <a:pt x="9941" y="2145"/>
                  </a:cubicBezTo>
                  <a:cubicBezTo>
                    <a:pt x="8862" y="649"/>
                    <a:pt x="7008" y="0"/>
                    <a:pt x="5187"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8"/>
            <p:cNvSpPr/>
            <p:nvPr/>
          </p:nvSpPr>
          <p:spPr>
            <a:xfrm>
              <a:off x="8830000" y="1821750"/>
              <a:ext cx="466475" cy="301175"/>
            </a:xfrm>
            <a:custGeom>
              <a:avLst/>
              <a:gdLst/>
              <a:ahLst/>
              <a:cxnLst/>
              <a:rect l="l" t="t" r="r" b="b"/>
              <a:pathLst>
                <a:path w="18659" h="12047" extrusionOk="0">
                  <a:moveTo>
                    <a:pt x="11379" y="683"/>
                  </a:moveTo>
                  <a:cubicBezTo>
                    <a:pt x="10897" y="683"/>
                    <a:pt x="10394" y="752"/>
                    <a:pt x="9874" y="901"/>
                  </a:cubicBezTo>
                  <a:cubicBezTo>
                    <a:pt x="2769" y="3002"/>
                    <a:pt x="1" y="0"/>
                    <a:pt x="2169" y="4504"/>
                  </a:cubicBezTo>
                  <a:cubicBezTo>
                    <a:pt x="3265" y="6780"/>
                    <a:pt x="4447" y="7343"/>
                    <a:pt x="5347" y="7343"/>
                  </a:cubicBezTo>
                  <a:cubicBezTo>
                    <a:pt x="6228" y="7343"/>
                    <a:pt x="6839" y="6805"/>
                    <a:pt x="6839" y="6805"/>
                  </a:cubicBezTo>
                  <a:cubicBezTo>
                    <a:pt x="6981" y="6866"/>
                    <a:pt x="7161" y="6893"/>
                    <a:pt x="7366" y="6893"/>
                  </a:cubicBezTo>
                  <a:cubicBezTo>
                    <a:pt x="8842" y="6893"/>
                    <a:pt x="11656" y="5506"/>
                    <a:pt x="11609" y="5471"/>
                  </a:cubicBezTo>
                  <a:lnTo>
                    <a:pt x="11609" y="5471"/>
                  </a:lnTo>
                  <a:cubicBezTo>
                    <a:pt x="15345" y="7739"/>
                    <a:pt x="14278" y="9674"/>
                    <a:pt x="14511" y="10741"/>
                  </a:cubicBezTo>
                  <a:cubicBezTo>
                    <a:pt x="14611" y="11293"/>
                    <a:pt x="15500" y="12046"/>
                    <a:pt x="16412" y="12046"/>
                  </a:cubicBezTo>
                  <a:cubicBezTo>
                    <a:pt x="17318" y="12046"/>
                    <a:pt x="18248" y="11302"/>
                    <a:pt x="18447" y="8873"/>
                  </a:cubicBezTo>
                  <a:cubicBezTo>
                    <a:pt x="18658" y="6585"/>
                    <a:pt x="15852" y="683"/>
                    <a:pt x="11379" y="6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8"/>
            <p:cNvSpPr/>
            <p:nvPr/>
          </p:nvSpPr>
          <p:spPr>
            <a:xfrm>
              <a:off x="9191100" y="2047000"/>
              <a:ext cx="63025" cy="80625"/>
            </a:xfrm>
            <a:custGeom>
              <a:avLst/>
              <a:gdLst/>
              <a:ahLst/>
              <a:cxnLst/>
              <a:rect l="l" t="t" r="r" b="b"/>
              <a:pathLst>
                <a:path w="2521" h="3225" extrusionOk="0">
                  <a:moveTo>
                    <a:pt x="1564" y="1"/>
                  </a:moveTo>
                  <a:cubicBezTo>
                    <a:pt x="1434" y="1"/>
                    <a:pt x="1291" y="50"/>
                    <a:pt x="1135" y="164"/>
                  </a:cubicBezTo>
                  <a:cubicBezTo>
                    <a:pt x="467" y="664"/>
                    <a:pt x="0" y="2732"/>
                    <a:pt x="901" y="3199"/>
                  </a:cubicBezTo>
                  <a:cubicBezTo>
                    <a:pt x="934" y="3216"/>
                    <a:pt x="984" y="3224"/>
                    <a:pt x="1034" y="3224"/>
                  </a:cubicBezTo>
                  <a:cubicBezTo>
                    <a:pt x="1085" y="3224"/>
                    <a:pt x="1135" y="3216"/>
                    <a:pt x="1168" y="3199"/>
                  </a:cubicBezTo>
                  <a:cubicBezTo>
                    <a:pt x="1668" y="3032"/>
                    <a:pt x="2102" y="2565"/>
                    <a:pt x="2269" y="2032"/>
                  </a:cubicBezTo>
                  <a:cubicBezTo>
                    <a:pt x="2520" y="1333"/>
                    <a:pt x="2233" y="1"/>
                    <a:pt x="1564" y="1"/>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8"/>
            <p:cNvSpPr/>
            <p:nvPr/>
          </p:nvSpPr>
          <p:spPr>
            <a:xfrm>
              <a:off x="8998450" y="2166050"/>
              <a:ext cx="78425" cy="50200"/>
            </a:xfrm>
            <a:custGeom>
              <a:avLst/>
              <a:gdLst/>
              <a:ahLst/>
              <a:cxnLst/>
              <a:rect l="l" t="t" r="r" b="b"/>
              <a:pathLst>
                <a:path w="3137" h="2008" extrusionOk="0">
                  <a:moveTo>
                    <a:pt x="1448" y="0"/>
                  </a:moveTo>
                  <a:cubicBezTo>
                    <a:pt x="996" y="0"/>
                    <a:pt x="495" y="204"/>
                    <a:pt x="1" y="805"/>
                  </a:cubicBezTo>
                  <a:cubicBezTo>
                    <a:pt x="1" y="805"/>
                    <a:pt x="435" y="1890"/>
                    <a:pt x="850" y="1890"/>
                  </a:cubicBezTo>
                  <a:cubicBezTo>
                    <a:pt x="999" y="1890"/>
                    <a:pt x="1145" y="1751"/>
                    <a:pt x="1268" y="1373"/>
                  </a:cubicBezTo>
                  <a:lnTo>
                    <a:pt x="1936" y="1373"/>
                  </a:lnTo>
                  <a:cubicBezTo>
                    <a:pt x="1895" y="1373"/>
                    <a:pt x="2215" y="2007"/>
                    <a:pt x="2554" y="2007"/>
                  </a:cubicBezTo>
                  <a:cubicBezTo>
                    <a:pt x="2770" y="2007"/>
                    <a:pt x="2994" y="1749"/>
                    <a:pt x="3136" y="906"/>
                  </a:cubicBezTo>
                  <a:cubicBezTo>
                    <a:pt x="3136" y="906"/>
                    <a:pt x="2400" y="0"/>
                    <a:pt x="1448"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8"/>
            <p:cNvSpPr/>
            <p:nvPr/>
          </p:nvSpPr>
          <p:spPr>
            <a:xfrm>
              <a:off x="9207775" y="2056300"/>
              <a:ext cx="26700" cy="54850"/>
            </a:xfrm>
            <a:custGeom>
              <a:avLst/>
              <a:gdLst/>
              <a:ahLst/>
              <a:cxnLst/>
              <a:rect l="l" t="t" r="r" b="b"/>
              <a:pathLst>
                <a:path w="1068" h="2194" extrusionOk="0">
                  <a:moveTo>
                    <a:pt x="951" y="0"/>
                  </a:moveTo>
                  <a:cubicBezTo>
                    <a:pt x="935" y="0"/>
                    <a:pt x="918" y="8"/>
                    <a:pt x="901" y="25"/>
                  </a:cubicBezTo>
                  <a:cubicBezTo>
                    <a:pt x="901" y="25"/>
                    <a:pt x="1" y="859"/>
                    <a:pt x="401" y="2127"/>
                  </a:cubicBezTo>
                  <a:cubicBezTo>
                    <a:pt x="401" y="2160"/>
                    <a:pt x="434" y="2193"/>
                    <a:pt x="468" y="2193"/>
                  </a:cubicBezTo>
                  <a:cubicBezTo>
                    <a:pt x="568" y="2160"/>
                    <a:pt x="601" y="2127"/>
                    <a:pt x="568" y="2093"/>
                  </a:cubicBezTo>
                  <a:cubicBezTo>
                    <a:pt x="234" y="926"/>
                    <a:pt x="968" y="192"/>
                    <a:pt x="1001" y="159"/>
                  </a:cubicBezTo>
                  <a:cubicBezTo>
                    <a:pt x="1068" y="125"/>
                    <a:pt x="1068" y="92"/>
                    <a:pt x="1001" y="25"/>
                  </a:cubicBezTo>
                  <a:cubicBezTo>
                    <a:pt x="985" y="8"/>
                    <a:pt x="968" y="0"/>
                    <a:pt x="951" y="0"/>
                  </a:cubicBez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8"/>
            <p:cNvSpPr/>
            <p:nvPr/>
          </p:nvSpPr>
          <p:spPr>
            <a:xfrm>
              <a:off x="9218625" y="2072425"/>
              <a:ext cx="22525" cy="27875"/>
            </a:xfrm>
            <a:custGeom>
              <a:avLst/>
              <a:gdLst/>
              <a:ahLst/>
              <a:cxnLst/>
              <a:rect l="l" t="t" r="r" b="b"/>
              <a:pathLst>
                <a:path w="901" h="1115" extrusionOk="0">
                  <a:moveTo>
                    <a:pt x="131" y="0"/>
                  </a:moveTo>
                  <a:cubicBezTo>
                    <a:pt x="97" y="0"/>
                    <a:pt x="57" y="24"/>
                    <a:pt x="34" y="47"/>
                  </a:cubicBezTo>
                  <a:cubicBezTo>
                    <a:pt x="0" y="114"/>
                    <a:pt x="34" y="147"/>
                    <a:pt x="67" y="181"/>
                  </a:cubicBezTo>
                  <a:cubicBezTo>
                    <a:pt x="134" y="181"/>
                    <a:pt x="701" y="414"/>
                    <a:pt x="634" y="981"/>
                  </a:cubicBezTo>
                  <a:cubicBezTo>
                    <a:pt x="634" y="1048"/>
                    <a:pt x="634" y="1115"/>
                    <a:pt x="701" y="1115"/>
                  </a:cubicBezTo>
                  <a:cubicBezTo>
                    <a:pt x="734" y="1115"/>
                    <a:pt x="801" y="1115"/>
                    <a:pt x="834" y="1015"/>
                  </a:cubicBezTo>
                  <a:cubicBezTo>
                    <a:pt x="901" y="347"/>
                    <a:pt x="200" y="14"/>
                    <a:pt x="167" y="14"/>
                  </a:cubicBezTo>
                  <a:cubicBezTo>
                    <a:pt x="157" y="4"/>
                    <a:pt x="145" y="0"/>
                    <a:pt x="131" y="0"/>
                  </a:cubicBez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8"/>
            <p:cNvSpPr/>
            <p:nvPr/>
          </p:nvSpPr>
          <p:spPr>
            <a:xfrm>
              <a:off x="9081025" y="2051075"/>
              <a:ext cx="25025" cy="25050"/>
            </a:xfrm>
            <a:custGeom>
              <a:avLst/>
              <a:gdLst/>
              <a:ahLst/>
              <a:cxnLst/>
              <a:rect l="l" t="t" r="r" b="b"/>
              <a:pathLst>
                <a:path w="1001" h="1002" extrusionOk="0">
                  <a:moveTo>
                    <a:pt x="501" y="1"/>
                  </a:moveTo>
                  <a:cubicBezTo>
                    <a:pt x="200" y="1"/>
                    <a:pt x="0" y="234"/>
                    <a:pt x="0" y="501"/>
                  </a:cubicBezTo>
                  <a:cubicBezTo>
                    <a:pt x="0" y="801"/>
                    <a:pt x="234" y="1001"/>
                    <a:pt x="501" y="1001"/>
                  </a:cubicBezTo>
                  <a:cubicBezTo>
                    <a:pt x="801" y="1001"/>
                    <a:pt x="1001" y="734"/>
                    <a:pt x="1001" y="501"/>
                  </a:cubicBezTo>
                  <a:cubicBezTo>
                    <a:pt x="1001" y="234"/>
                    <a:pt x="801" y="34"/>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8"/>
            <p:cNvSpPr/>
            <p:nvPr/>
          </p:nvSpPr>
          <p:spPr>
            <a:xfrm>
              <a:off x="8981775" y="2051075"/>
              <a:ext cx="25050" cy="25050"/>
            </a:xfrm>
            <a:custGeom>
              <a:avLst/>
              <a:gdLst/>
              <a:ahLst/>
              <a:cxnLst/>
              <a:rect l="l" t="t" r="r" b="b"/>
              <a:pathLst>
                <a:path w="1002" h="1002" extrusionOk="0">
                  <a:moveTo>
                    <a:pt x="501" y="1"/>
                  </a:moveTo>
                  <a:cubicBezTo>
                    <a:pt x="201" y="1"/>
                    <a:pt x="1" y="234"/>
                    <a:pt x="1" y="501"/>
                  </a:cubicBezTo>
                  <a:cubicBezTo>
                    <a:pt x="1" y="801"/>
                    <a:pt x="268" y="1001"/>
                    <a:pt x="501" y="1001"/>
                  </a:cubicBezTo>
                  <a:cubicBezTo>
                    <a:pt x="801" y="1001"/>
                    <a:pt x="1001" y="734"/>
                    <a:pt x="1001" y="501"/>
                  </a:cubicBezTo>
                  <a:cubicBezTo>
                    <a:pt x="1001" y="234"/>
                    <a:pt x="801" y="34"/>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8"/>
            <p:cNvSpPr/>
            <p:nvPr/>
          </p:nvSpPr>
          <p:spPr>
            <a:xfrm>
              <a:off x="9078525" y="2017000"/>
              <a:ext cx="53400" cy="23250"/>
            </a:xfrm>
            <a:custGeom>
              <a:avLst/>
              <a:gdLst/>
              <a:ahLst/>
              <a:cxnLst/>
              <a:rect l="l" t="t" r="r" b="b"/>
              <a:pathLst>
                <a:path w="2136" h="930" extrusionOk="0">
                  <a:moveTo>
                    <a:pt x="701" y="1"/>
                  </a:moveTo>
                  <a:cubicBezTo>
                    <a:pt x="476" y="1"/>
                    <a:pt x="264" y="51"/>
                    <a:pt x="134" y="196"/>
                  </a:cubicBezTo>
                  <a:cubicBezTo>
                    <a:pt x="67" y="263"/>
                    <a:pt x="0" y="430"/>
                    <a:pt x="100" y="563"/>
                  </a:cubicBezTo>
                  <a:cubicBezTo>
                    <a:pt x="167" y="696"/>
                    <a:pt x="300" y="730"/>
                    <a:pt x="467" y="763"/>
                  </a:cubicBezTo>
                  <a:cubicBezTo>
                    <a:pt x="934" y="897"/>
                    <a:pt x="1368" y="930"/>
                    <a:pt x="1868" y="930"/>
                  </a:cubicBezTo>
                  <a:cubicBezTo>
                    <a:pt x="1935" y="930"/>
                    <a:pt x="2002" y="930"/>
                    <a:pt x="2035" y="897"/>
                  </a:cubicBezTo>
                  <a:cubicBezTo>
                    <a:pt x="2102" y="863"/>
                    <a:pt x="2135" y="763"/>
                    <a:pt x="2102" y="696"/>
                  </a:cubicBezTo>
                  <a:cubicBezTo>
                    <a:pt x="2035" y="396"/>
                    <a:pt x="1801" y="229"/>
                    <a:pt x="1501" y="163"/>
                  </a:cubicBezTo>
                  <a:cubicBezTo>
                    <a:pt x="1312" y="87"/>
                    <a:pt x="995" y="1"/>
                    <a:pt x="7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8"/>
            <p:cNvSpPr/>
            <p:nvPr/>
          </p:nvSpPr>
          <p:spPr>
            <a:xfrm>
              <a:off x="8968450" y="2019700"/>
              <a:ext cx="53375" cy="23900"/>
            </a:xfrm>
            <a:custGeom>
              <a:avLst/>
              <a:gdLst/>
              <a:ahLst/>
              <a:cxnLst/>
              <a:rect l="l" t="t" r="r" b="b"/>
              <a:pathLst>
                <a:path w="2135" h="956" extrusionOk="0">
                  <a:moveTo>
                    <a:pt x="1356" y="0"/>
                  </a:moveTo>
                  <a:cubicBezTo>
                    <a:pt x="1085" y="0"/>
                    <a:pt x="806" y="69"/>
                    <a:pt x="634" y="155"/>
                  </a:cubicBezTo>
                  <a:cubicBezTo>
                    <a:pt x="334" y="255"/>
                    <a:pt x="67" y="422"/>
                    <a:pt x="33" y="722"/>
                  </a:cubicBezTo>
                  <a:cubicBezTo>
                    <a:pt x="0" y="789"/>
                    <a:pt x="33" y="889"/>
                    <a:pt x="67" y="922"/>
                  </a:cubicBezTo>
                  <a:cubicBezTo>
                    <a:pt x="133" y="955"/>
                    <a:pt x="200" y="955"/>
                    <a:pt x="234" y="955"/>
                  </a:cubicBezTo>
                  <a:cubicBezTo>
                    <a:pt x="734" y="955"/>
                    <a:pt x="1201" y="922"/>
                    <a:pt x="1668" y="789"/>
                  </a:cubicBezTo>
                  <a:cubicBezTo>
                    <a:pt x="1835" y="755"/>
                    <a:pt x="1968" y="722"/>
                    <a:pt x="2035" y="588"/>
                  </a:cubicBezTo>
                  <a:cubicBezTo>
                    <a:pt x="2135" y="455"/>
                    <a:pt x="2068" y="288"/>
                    <a:pt x="2001" y="222"/>
                  </a:cubicBezTo>
                  <a:cubicBezTo>
                    <a:pt x="1856" y="60"/>
                    <a:pt x="1610" y="0"/>
                    <a:pt x="13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8"/>
            <p:cNvSpPr/>
            <p:nvPr/>
          </p:nvSpPr>
          <p:spPr>
            <a:xfrm>
              <a:off x="9015150" y="2169500"/>
              <a:ext cx="75900" cy="35925"/>
            </a:xfrm>
            <a:custGeom>
              <a:avLst/>
              <a:gdLst/>
              <a:ahLst/>
              <a:cxnLst/>
              <a:rect l="l" t="t" r="r" b="b"/>
              <a:pathLst>
                <a:path w="3036" h="1437" extrusionOk="0">
                  <a:moveTo>
                    <a:pt x="3036" y="0"/>
                  </a:moveTo>
                  <a:lnTo>
                    <a:pt x="3036" y="0"/>
                  </a:lnTo>
                  <a:cubicBezTo>
                    <a:pt x="2302" y="89"/>
                    <a:pt x="1720" y="119"/>
                    <a:pt x="1270" y="119"/>
                  </a:cubicBezTo>
                  <a:cubicBezTo>
                    <a:pt x="371" y="119"/>
                    <a:pt x="0" y="0"/>
                    <a:pt x="0" y="0"/>
                  </a:cubicBezTo>
                  <a:lnTo>
                    <a:pt x="0" y="0"/>
                  </a:lnTo>
                  <a:cubicBezTo>
                    <a:pt x="0" y="0"/>
                    <a:pt x="0" y="1401"/>
                    <a:pt x="1368" y="1435"/>
                  </a:cubicBezTo>
                  <a:cubicBezTo>
                    <a:pt x="1397" y="1436"/>
                    <a:pt x="1425" y="1437"/>
                    <a:pt x="1453" y="1437"/>
                  </a:cubicBezTo>
                  <a:cubicBezTo>
                    <a:pt x="2716" y="1437"/>
                    <a:pt x="3036" y="0"/>
                    <a:pt x="3036" y="0"/>
                  </a:cubicBez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8"/>
            <p:cNvSpPr/>
            <p:nvPr/>
          </p:nvSpPr>
          <p:spPr>
            <a:xfrm>
              <a:off x="9028475" y="2046900"/>
              <a:ext cx="28375" cy="93825"/>
            </a:xfrm>
            <a:custGeom>
              <a:avLst/>
              <a:gdLst/>
              <a:ahLst/>
              <a:cxnLst/>
              <a:rect l="l" t="t" r="r" b="b"/>
              <a:pathLst>
                <a:path w="1135" h="3753" extrusionOk="0">
                  <a:moveTo>
                    <a:pt x="501" y="1"/>
                  </a:moveTo>
                  <a:cubicBezTo>
                    <a:pt x="501" y="1"/>
                    <a:pt x="735" y="1469"/>
                    <a:pt x="334" y="2469"/>
                  </a:cubicBezTo>
                  <a:cubicBezTo>
                    <a:pt x="46" y="3255"/>
                    <a:pt x="211" y="3753"/>
                    <a:pt x="682" y="3753"/>
                  </a:cubicBezTo>
                  <a:cubicBezTo>
                    <a:pt x="811" y="3753"/>
                    <a:pt x="963" y="3716"/>
                    <a:pt x="1135" y="3637"/>
                  </a:cubicBezTo>
                  <a:cubicBezTo>
                    <a:pt x="1135" y="3637"/>
                    <a:pt x="1068" y="3503"/>
                    <a:pt x="768" y="3470"/>
                  </a:cubicBezTo>
                  <a:cubicBezTo>
                    <a:pt x="1" y="3370"/>
                    <a:pt x="1135" y="735"/>
                    <a:pt x="501" y="1"/>
                  </a:cubicBez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8"/>
            <p:cNvSpPr/>
            <p:nvPr/>
          </p:nvSpPr>
          <p:spPr>
            <a:xfrm>
              <a:off x="9026825" y="2187125"/>
              <a:ext cx="55875" cy="19150"/>
            </a:xfrm>
            <a:custGeom>
              <a:avLst/>
              <a:gdLst/>
              <a:ahLst/>
              <a:cxnLst/>
              <a:rect l="l" t="t" r="r" b="b"/>
              <a:pathLst>
                <a:path w="2235" h="766" extrusionOk="0">
                  <a:moveTo>
                    <a:pt x="1383" y="1"/>
                  </a:moveTo>
                  <a:cubicBezTo>
                    <a:pt x="743" y="1"/>
                    <a:pt x="286" y="181"/>
                    <a:pt x="0" y="396"/>
                  </a:cubicBezTo>
                  <a:cubicBezTo>
                    <a:pt x="167" y="596"/>
                    <a:pt x="500" y="730"/>
                    <a:pt x="901" y="763"/>
                  </a:cubicBezTo>
                  <a:cubicBezTo>
                    <a:pt x="929" y="764"/>
                    <a:pt x="957" y="765"/>
                    <a:pt x="985" y="765"/>
                  </a:cubicBezTo>
                  <a:cubicBezTo>
                    <a:pt x="1604" y="765"/>
                    <a:pt x="2011" y="415"/>
                    <a:pt x="2235" y="96"/>
                  </a:cubicBezTo>
                  <a:cubicBezTo>
                    <a:pt x="1922" y="29"/>
                    <a:pt x="1638" y="1"/>
                    <a:pt x="1383" y="1"/>
                  </a:cubicBezTo>
                  <a:close/>
                </a:path>
              </a:pathLst>
            </a:custGeom>
            <a:solidFill>
              <a:srgbClr val="ED5F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8"/>
            <p:cNvSpPr/>
            <p:nvPr/>
          </p:nvSpPr>
          <p:spPr>
            <a:xfrm>
              <a:off x="8994300" y="2265400"/>
              <a:ext cx="216825" cy="140200"/>
            </a:xfrm>
            <a:custGeom>
              <a:avLst/>
              <a:gdLst/>
              <a:ahLst/>
              <a:cxnLst/>
              <a:rect l="l" t="t" r="r" b="b"/>
              <a:pathLst>
                <a:path w="8673" h="5608" extrusionOk="0">
                  <a:moveTo>
                    <a:pt x="500" y="0"/>
                  </a:moveTo>
                  <a:lnTo>
                    <a:pt x="0" y="2669"/>
                  </a:lnTo>
                  <a:cubicBezTo>
                    <a:pt x="0" y="2669"/>
                    <a:pt x="1334" y="5271"/>
                    <a:pt x="3603" y="5571"/>
                  </a:cubicBezTo>
                  <a:cubicBezTo>
                    <a:pt x="3831" y="5595"/>
                    <a:pt x="4054" y="5608"/>
                    <a:pt x="4272" y="5608"/>
                  </a:cubicBezTo>
                  <a:cubicBezTo>
                    <a:pt x="6157" y="5608"/>
                    <a:pt x="7656" y="4656"/>
                    <a:pt x="8673" y="1935"/>
                  </a:cubicBezTo>
                  <a:lnTo>
                    <a:pt x="7972" y="100"/>
                  </a:lnTo>
                  <a:lnTo>
                    <a:pt x="5004" y="2169"/>
                  </a:lnTo>
                  <a:lnTo>
                    <a:pt x="3870" y="4437"/>
                  </a:lnTo>
                  <a:lnTo>
                    <a:pt x="2936" y="2102"/>
                  </a:lnTo>
                  <a:lnTo>
                    <a:pt x="5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8"/>
            <p:cNvSpPr/>
            <p:nvPr/>
          </p:nvSpPr>
          <p:spPr>
            <a:xfrm>
              <a:off x="9120225" y="2301550"/>
              <a:ext cx="90075" cy="99800"/>
            </a:xfrm>
            <a:custGeom>
              <a:avLst/>
              <a:gdLst/>
              <a:ahLst/>
              <a:cxnLst/>
              <a:rect l="l" t="t" r="r" b="b"/>
              <a:pathLst>
                <a:path w="3603" h="3992" extrusionOk="0">
                  <a:moveTo>
                    <a:pt x="3410" y="0"/>
                  </a:moveTo>
                  <a:cubicBezTo>
                    <a:pt x="3364" y="0"/>
                    <a:pt x="3322" y="16"/>
                    <a:pt x="3302" y="55"/>
                  </a:cubicBezTo>
                  <a:cubicBezTo>
                    <a:pt x="2602" y="1256"/>
                    <a:pt x="1534" y="2991"/>
                    <a:pt x="1168" y="3558"/>
                  </a:cubicBezTo>
                  <a:cubicBezTo>
                    <a:pt x="1001" y="3058"/>
                    <a:pt x="634" y="2024"/>
                    <a:pt x="300" y="1090"/>
                  </a:cubicBezTo>
                  <a:cubicBezTo>
                    <a:pt x="300" y="1041"/>
                    <a:pt x="247" y="1010"/>
                    <a:pt x="192" y="1010"/>
                  </a:cubicBezTo>
                  <a:cubicBezTo>
                    <a:pt x="172" y="1010"/>
                    <a:pt x="151" y="1014"/>
                    <a:pt x="133" y="1023"/>
                  </a:cubicBezTo>
                  <a:cubicBezTo>
                    <a:pt x="67" y="1023"/>
                    <a:pt x="0" y="1123"/>
                    <a:pt x="67" y="1190"/>
                  </a:cubicBezTo>
                  <a:cubicBezTo>
                    <a:pt x="434" y="2157"/>
                    <a:pt x="967" y="3725"/>
                    <a:pt x="1001" y="3858"/>
                  </a:cubicBezTo>
                  <a:cubicBezTo>
                    <a:pt x="1001" y="3892"/>
                    <a:pt x="1067" y="3958"/>
                    <a:pt x="1134" y="3992"/>
                  </a:cubicBezTo>
                  <a:cubicBezTo>
                    <a:pt x="1268" y="3992"/>
                    <a:pt x="1501" y="3691"/>
                    <a:pt x="3569" y="222"/>
                  </a:cubicBezTo>
                  <a:cubicBezTo>
                    <a:pt x="3603" y="156"/>
                    <a:pt x="3603" y="55"/>
                    <a:pt x="3503" y="22"/>
                  </a:cubicBezTo>
                  <a:cubicBezTo>
                    <a:pt x="3475" y="8"/>
                    <a:pt x="3442"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8"/>
            <p:cNvSpPr/>
            <p:nvPr/>
          </p:nvSpPr>
          <p:spPr>
            <a:xfrm>
              <a:off x="8999300" y="2290100"/>
              <a:ext cx="70075" cy="92075"/>
            </a:xfrm>
            <a:custGeom>
              <a:avLst/>
              <a:gdLst/>
              <a:ahLst/>
              <a:cxnLst/>
              <a:rect l="l" t="t" r="r" b="b"/>
              <a:pathLst>
                <a:path w="2803" h="3683" extrusionOk="0">
                  <a:moveTo>
                    <a:pt x="188" y="1"/>
                  </a:moveTo>
                  <a:cubicBezTo>
                    <a:pt x="169" y="1"/>
                    <a:pt x="150" y="5"/>
                    <a:pt x="134" y="13"/>
                  </a:cubicBezTo>
                  <a:cubicBezTo>
                    <a:pt x="34" y="13"/>
                    <a:pt x="0" y="113"/>
                    <a:pt x="34" y="180"/>
                  </a:cubicBezTo>
                  <a:lnTo>
                    <a:pt x="1335" y="3616"/>
                  </a:lnTo>
                  <a:cubicBezTo>
                    <a:pt x="1335" y="3649"/>
                    <a:pt x="1401" y="3682"/>
                    <a:pt x="1468" y="3682"/>
                  </a:cubicBezTo>
                  <a:cubicBezTo>
                    <a:pt x="1501" y="3682"/>
                    <a:pt x="1568" y="3649"/>
                    <a:pt x="1601" y="3649"/>
                  </a:cubicBezTo>
                  <a:lnTo>
                    <a:pt x="2769" y="1614"/>
                  </a:lnTo>
                  <a:cubicBezTo>
                    <a:pt x="2802" y="1581"/>
                    <a:pt x="2802" y="1481"/>
                    <a:pt x="2702" y="1447"/>
                  </a:cubicBezTo>
                  <a:cubicBezTo>
                    <a:pt x="2688" y="1434"/>
                    <a:pt x="2669" y="1426"/>
                    <a:pt x="2646" y="1426"/>
                  </a:cubicBezTo>
                  <a:cubicBezTo>
                    <a:pt x="2614" y="1426"/>
                    <a:pt x="2575" y="1442"/>
                    <a:pt x="2535" y="1481"/>
                  </a:cubicBezTo>
                  <a:lnTo>
                    <a:pt x="1501" y="3282"/>
                  </a:lnTo>
                  <a:lnTo>
                    <a:pt x="300" y="113"/>
                  </a:lnTo>
                  <a:cubicBezTo>
                    <a:pt x="300" y="38"/>
                    <a:pt x="244" y="1"/>
                    <a:pt x="1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8"/>
            <p:cNvSpPr/>
            <p:nvPr/>
          </p:nvSpPr>
          <p:spPr>
            <a:xfrm>
              <a:off x="9056825" y="2372975"/>
              <a:ext cx="39225" cy="452850"/>
            </a:xfrm>
            <a:custGeom>
              <a:avLst/>
              <a:gdLst/>
              <a:ahLst/>
              <a:cxnLst/>
              <a:rect l="l" t="t" r="r" b="b"/>
              <a:pathLst>
                <a:path w="1569" h="18114" extrusionOk="0">
                  <a:moveTo>
                    <a:pt x="1469" y="0"/>
                  </a:moveTo>
                  <a:cubicBezTo>
                    <a:pt x="1369" y="0"/>
                    <a:pt x="1302" y="34"/>
                    <a:pt x="1302" y="134"/>
                  </a:cubicBezTo>
                  <a:cubicBezTo>
                    <a:pt x="1268" y="234"/>
                    <a:pt x="1" y="13577"/>
                    <a:pt x="101" y="17980"/>
                  </a:cubicBezTo>
                  <a:cubicBezTo>
                    <a:pt x="101" y="18047"/>
                    <a:pt x="134" y="18113"/>
                    <a:pt x="201" y="18113"/>
                  </a:cubicBezTo>
                  <a:cubicBezTo>
                    <a:pt x="301" y="18113"/>
                    <a:pt x="334" y="18013"/>
                    <a:pt x="368" y="18013"/>
                  </a:cubicBezTo>
                  <a:cubicBezTo>
                    <a:pt x="301" y="13677"/>
                    <a:pt x="1569" y="301"/>
                    <a:pt x="1569" y="167"/>
                  </a:cubicBezTo>
                  <a:cubicBezTo>
                    <a:pt x="1569" y="67"/>
                    <a:pt x="1535" y="0"/>
                    <a:pt x="14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8"/>
            <p:cNvSpPr/>
            <p:nvPr/>
          </p:nvSpPr>
          <p:spPr>
            <a:xfrm>
              <a:off x="8850850" y="3261625"/>
              <a:ext cx="473700" cy="27875"/>
            </a:xfrm>
            <a:custGeom>
              <a:avLst/>
              <a:gdLst/>
              <a:ahLst/>
              <a:cxnLst/>
              <a:rect l="l" t="t" r="r" b="b"/>
              <a:pathLst>
                <a:path w="18948" h="1115" extrusionOk="0">
                  <a:moveTo>
                    <a:pt x="137" y="1"/>
                  </a:moveTo>
                  <a:cubicBezTo>
                    <a:pt x="84" y="1"/>
                    <a:pt x="59" y="38"/>
                    <a:pt x="34" y="113"/>
                  </a:cubicBezTo>
                  <a:cubicBezTo>
                    <a:pt x="1" y="180"/>
                    <a:pt x="34" y="213"/>
                    <a:pt x="101" y="280"/>
                  </a:cubicBezTo>
                  <a:cubicBezTo>
                    <a:pt x="2069" y="914"/>
                    <a:pt x="5204" y="1114"/>
                    <a:pt x="8340" y="1114"/>
                  </a:cubicBezTo>
                  <a:cubicBezTo>
                    <a:pt x="13363" y="1114"/>
                    <a:pt x="18448" y="579"/>
                    <a:pt x="18826" y="579"/>
                  </a:cubicBezTo>
                  <a:cubicBezTo>
                    <a:pt x="18838" y="579"/>
                    <a:pt x="18845" y="579"/>
                    <a:pt x="18847" y="580"/>
                  </a:cubicBezTo>
                  <a:cubicBezTo>
                    <a:pt x="18914" y="514"/>
                    <a:pt x="18948" y="480"/>
                    <a:pt x="18948" y="414"/>
                  </a:cubicBezTo>
                  <a:cubicBezTo>
                    <a:pt x="18914" y="313"/>
                    <a:pt x="18881" y="280"/>
                    <a:pt x="18781" y="280"/>
                  </a:cubicBezTo>
                  <a:cubicBezTo>
                    <a:pt x="18718" y="301"/>
                    <a:pt x="13517" y="839"/>
                    <a:pt x="8362" y="839"/>
                  </a:cubicBezTo>
                  <a:cubicBezTo>
                    <a:pt x="5241" y="839"/>
                    <a:pt x="2138" y="642"/>
                    <a:pt x="201" y="13"/>
                  </a:cubicBezTo>
                  <a:cubicBezTo>
                    <a:pt x="176" y="5"/>
                    <a:pt x="155" y="1"/>
                    <a:pt x="137" y="1"/>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8"/>
            <p:cNvSpPr/>
            <p:nvPr/>
          </p:nvSpPr>
          <p:spPr>
            <a:xfrm>
              <a:off x="9043500" y="2907525"/>
              <a:ext cx="22525" cy="381125"/>
            </a:xfrm>
            <a:custGeom>
              <a:avLst/>
              <a:gdLst/>
              <a:ahLst/>
              <a:cxnLst/>
              <a:rect l="l" t="t" r="r" b="b"/>
              <a:pathLst>
                <a:path w="901" h="15245" extrusionOk="0">
                  <a:moveTo>
                    <a:pt x="501" y="0"/>
                  </a:moveTo>
                  <a:cubicBezTo>
                    <a:pt x="434" y="0"/>
                    <a:pt x="367" y="67"/>
                    <a:pt x="367" y="134"/>
                  </a:cubicBezTo>
                  <a:cubicBezTo>
                    <a:pt x="367" y="234"/>
                    <a:pt x="0" y="9774"/>
                    <a:pt x="634" y="15111"/>
                  </a:cubicBezTo>
                  <a:cubicBezTo>
                    <a:pt x="634" y="15178"/>
                    <a:pt x="667" y="15245"/>
                    <a:pt x="734" y="15245"/>
                  </a:cubicBezTo>
                  <a:cubicBezTo>
                    <a:pt x="834" y="15245"/>
                    <a:pt x="901" y="15145"/>
                    <a:pt x="867" y="15078"/>
                  </a:cubicBezTo>
                  <a:cubicBezTo>
                    <a:pt x="267" y="9774"/>
                    <a:pt x="634" y="234"/>
                    <a:pt x="634" y="134"/>
                  </a:cubicBezTo>
                  <a:cubicBezTo>
                    <a:pt x="634" y="101"/>
                    <a:pt x="567" y="0"/>
                    <a:pt x="5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8"/>
            <p:cNvSpPr/>
            <p:nvPr/>
          </p:nvSpPr>
          <p:spPr>
            <a:xfrm>
              <a:off x="9140225" y="2590625"/>
              <a:ext cx="156800" cy="39225"/>
            </a:xfrm>
            <a:custGeom>
              <a:avLst/>
              <a:gdLst/>
              <a:ahLst/>
              <a:cxnLst/>
              <a:rect l="l" t="t" r="r" b="b"/>
              <a:pathLst>
                <a:path w="6272" h="1569" extrusionOk="0">
                  <a:moveTo>
                    <a:pt x="301" y="268"/>
                  </a:moveTo>
                  <a:lnTo>
                    <a:pt x="5938" y="334"/>
                  </a:lnTo>
                  <a:lnTo>
                    <a:pt x="6005" y="1268"/>
                  </a:lnTo>
                  <a:lnTo>
                    <a:pt x="368" y="1168"/>
                  </a:lnTo>
                  <a:lnTo>
                    <a:pt x="301" y="268"/>
                  </a:lnTo>
                  <a:close/>
                  <a:moveTo>
                    <a:pt x="134" y="1"/>
                  </a:moveTo>
                  <a:cubicBezTo>
                    <a:pt x="134" y="1"/>
                    <a:pt x="101" y="1"/>
                    <a:pt x="34" y="67"/>
                  </a:cubicBezTo>
                  <a:cubicBezTo>
                    <a:pt x="1" y="101"/>
                    <a:pt x="1" y="134"/>
                    <a:pt x="1" y="167"/>
                  </a:cubicBezTo>
                  <a:lnTo>
                    <a:pt x="101" y="1335"/>
                  </a:lnTo>
                  <a:cubicBezTo>
                    <a:pt x="101" y="1435"/>
                    <a:pt x="134" y="1468"/>
                    <a:pt x="201" y="1468"/>
                  </a:cubicBezTo>
                  <a:lnTo>
                    <a:pt x="6138" y="1568"/>
                  </a:lnTo>
                  <a:cubicBezTo>
                    <a:pt x="6172" y="1568"/>
                    <a:pt x="6205" y="1502"/>
                    <a:pt x="6205" y="1502"/>
                  </a:cubicBezTo>
                  <a:cubicBezTo>
                    <a:pt x="6272" y="1468"/>
                    <a:pt x="6272" y="1435"/>
                    <a:pt x="6272" y="1402"/>
                  </a:cubicBezTo>
                  <a:lnTo>
                    <a:pt x="6172" y="234"/>
                  </a:lnTo>
                  <a:cubicBezTo>
                    <a:pt x="6172" y="134"/>
                    <a:pt x="6138" y="101"/>
                    <a:pt x="6038" y="101"/>
                  </a:cubicBezTo>
                  <a:lnTo>
                    <a:pt x="1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8"/>
            <p:cNvSpPr/>
            <p:nvPr/>
          </p:nvSpPr>
          <p:spPr>
            <a:xfrm>
              <a:off x="8137850" y="1981025"/>
              <a:ext cx="657150" cy="613800"/>
            </a:xfrm>
            <a:custGeom>
              <a:avLst/>
              <a:gdLst/>
              <a:ahLst/>
              <a:cxnLst/>
              <a:rect l="l" t="t" r="r" b="b"/>
              <a:pathLst>
                <a:path w="26286" h="24552" extrusionOk="0">
                  <a:moveTo>
                    <a:pt x="3603" y="1"/>
                  </a:moveTo>
                  <a:cubicBezTo>
                    <a:pt x="3603" y="1"/>
                    <a:pt x="0" y="2536"/>
                    <a:pt x="1001" y="4237"/>
                  </a:cubicBezTo>
                  <a:cubicBezTo>
                    <a:pt x="2001" y="5969"/>
                    <a:pt x="25695" y="21545"/>
                    <a:pt x="26284" y="24541"/>
                  </a:cubicBezTo>
                  <a:lnTo>
                    <a:pt x="26284" y="24541"/>
                  </a:lnTo>
                  <a:cubicBezTo>
                    <a:pt x="26241" y="24176"/>
                    <a:pt x="25903" y="14729"/>
                    <a:pt x="23184" y="12009"/>
                  </a:cubicBezTo>
                  <a:cubicBezTo>
                    <a:pt x="23184" y="12009"/>
                    <a:pt x="10074" y="3370"/>
                    <a:pt x="3603" y="1"/>
                  </a:cubicBezTo>
                  <a:close/>
                  <a:moveTo>
                    <a:pt x="26284" y="24541"/>
                  </a:moveTo>
                  <a:cubicBezTo>
                    <a:pt x="26285" y="24547"/>
                    <a:pt x="26285" y="24551"/>
                    <a:pt x="26286" y="24551"/>
                  </a:cubicBezTo>
                  <a:cubicBezTo>
                    <a:pt x="26285" y="24548"/>
                    <a:pt x="26284" y="24544"/>
                    <a:pt x="26284" y="2454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8"/>
            <p:cNvSpPr/>
            <p:nvPr/>
          </p:nvSpPr>
          <p:spPr>
            <a:xfrm>
              <a:off x="8056125" y="1941825"/>
              <a:ext cx="48400" cy="40050"/>
            </a:xfrm>
            <a:custGeom>
              <a:avLst/>
              <a:gdLst/>
              <a:ahLst/>
              <a:cxnLst/>
              <a:rect l="l" t="t" r="r" b="b"/>
              <a:pathLst>
                <a:path w="1936" h="1602" fill="none" extrusionOk="0">
                  <a:moveTo>
                    <a:pt x="0" y="668"/>
                  </a:moveTo>
                  <a:cubicBezTo>
                    <a:pt x="0" y="668"/>
                    <a:pt x="1235" y="1602"/>
                    <a:pt x="1601" y="1068"/>
                  </a:cubicBezTo>
                  <a:cubicBezTo>
                    <a:pt x="1935" y="535"/>
                    <a:pt x="301" y="1"/>
                    <a:pt x="301" y="1"/>
                  </a:cubicBezTo>
                </a:path>
              </a:pathLst>
            </a:custGeom>
            <a:noFill/>
            <a:ln w="8350" cap="flat" cmpd="sng">
              <a:solidFill>
                <a:srgbClr val="AF7568"/>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8"/>
            <p:cNvSpPr/>
            <p:nvPr/>
          </p:nvSpPr>
          <p:spPr>
            <a:xfrm>
              <a:off x="8048625" y="1918475"/>
              <a:ext cx="70075" cy="79250"/>
            </a:xfrm>
            <a:custGeom>
              <a:avLst/>
              <a:gdLst/>
              <a:ahLst/>
              <a:cxnLst/>
              <a:rect l="l" t="t" r="r" b="b"/>
              <a:pathLst>
                <a:path w="2803" h="3170" fill="none" extrusionOk="0">
                  <a:moveTo>
                    <a:pt x="1168" y="2169"/>
                  </a:moveTo>
                  <a:cubicBezTo>
                    <a:pt x="1168" y="2169"/>
                    <a:pt x="1334" y="3170"/>
                    <a:pt x="667" y="2803"/>
                  </a:cubicBezTo>
                  <a:cubicBezTo>
                    <a:pt x="0" y="2436"/>
                    <a:pt x="400" y="768"/>
                    <a:pt x="1101" y="1"/>
                  </a:cubicBezTo>
                  <a:cubicBezTo>
                    <a:pt x="1101" y="1"/>
                    <a:pt x="1835" y="1035"/>
                    <a:pt x="2402" y="968"/>
                  </a:cubicBezTo>
                  <a:cubicBezTo>
                    <a:pt x="2402" y="968"/>
                    <a:pt x="2802" y="1135"/>
                    <a:pt x="2402" y="1469"/>
                  </a:cubicBezTo>
                  <a:cubicBezTo>
                    <a:pt x="1968" y="1802"/>
                    <a:pt x="934" y="1002"/>
                    <a:pt x="934" y="1002"/>
                  </a:cubicBezTo>
                </a:path>
              </a:pathLst>
            </a:custGeom>
            <a:noFill/>
            <a:ln w="8350" cap="flat" cmpd="sng">
              <a:solidFill>
                <a:srgbClr val="AF7568"/>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8" name="Google Shape;1438;p48"/>
          <p:cNvSpPr txBox="1">
            <a:spLocks noGrp="1"/>
          </p:cNvSpPr>
          <p:nvPr>
            <p:ph type="title"/>
          </p:nvPr>
        </p:nvSpPr>
        <p:spPr>
          <a:xfrm>
            <a:off x="728015" y="2285564"/>
            <a:ext cx="4442700" cy="73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IMPROVEMENT</a:t>
            </a:r>
            <a:endParaRPr/>
          </a:p>
        </p:txBody>
      </p:sp>
      <p:sp>
        <p:nvSpPr>
          <p:cNvPr id="1439" name="Google Shape;1439;p48"/>
          <p:cNvSpPr txBox="1">
            <a:spLocks noGrp="1"/>
          </p:cNvSpPr>
          <p:nvPr>
            <p:ph type="subTitle" idx="1"/>
          </p:nvPr>
        </p:nvSpPr>
        <p:spPr>
          <a:xfrm>
            <a:off x="1573715" y="2967450"/>
            <a:ext cx="2751300" cy="82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Insert a subtitle here in case you need it</a:t>
            </a:r>
            <a:endParaRPr/>
          </a:p>
        </p:txBody>
      </p:sp>
      <p:grpSp>
        <p:nvGrpSpPr>
          <p:cNvPr id="1440" name="Google Shape;1440;p48"/>
          <p:cNvGrpSpPr/>
          <p:nvPr/>
        </p:nvGrpSpPr>
        <p:grpSpPr>
          <a:xfrm>
            <a:off x="687850" y="341275"/>
            <a:ext cx="961550" cy="803100"/>
            <a:chOff x="1428800" y="3101325"/>
            <a:chExt cx="961550" cy="803100"/>
          </a:xfrm>
        </p:grpSpPr>
        <p:sp>
          <p:nvSpPr>
            <p:cNvPr id="1441" name="Google Shape;1441;p48"/>
            <p:cNvSpPr/>
            <p:nvPr/>
          </p:nvSpPr>
          <p:spPr>
            <a:xfrm>
              <a:off x="1428800" y="3204725"/>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8"/>
            <p:cNvSpPr/>
            <p:nvPr/>
          </p:nvSpPr>
          <p:spPr>
            <a:xfrm>
              <a:off x="1953350" y="3101325"/>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8"/>
            <p:cNvSpPr/>
            <p:nvPr/>
          </p:nvSpPr>
          <p:spPr>
            <a:xfrm>
              <a:off x="1952525" y="3466575"/>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4" name="Google Shape;1444;p48"/>
          <p:cNvSpPr/>
          <p:nvPr/>
        </p:nvSpPr>
        <p:spPr>
          <a:xfrm>
            <a:off x="177600" y="4568875"/>
            <a:ext cx="1462500" cy="1863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5" name="Google Shape;1445;p48"/>
          <p:cNvGrpSpPr/>
          <p:nvPr/>
        </p:nvGrpSpPr>
        <p:grpSpPr>
          <a:xfrm>
            <a:off x="335537" y="4048789"/>
            <a:ext cx="1096269" cy="606406"/>
            <a:chOff x="239224" y="3962464"/>
            <a:chExt cx="1096269" cy="606406"/>
          </a:xfrm>
        </p:grpSpPr>
        <p:grpSp>
          <p:nvGrpSpPr>
            <p:cNvPr id="1446" name="Google Shape;1446;p48"/>
            <p:cNvGrpSpPr/>
            <p:nvPr/>
          </p:nvGrpSpPr>
          <p:grpSpPr>
            <a:xfrm>
              <a:off x="923960" y="4386623"/>
              <a:ext cx="411533" cy="180447"/>
              <a:chOff x="7800560" y="4390223"/>
              <a:chExt cx="411533" cy="180447"/>
            </a:xfrm>
          </p:grpSpPr>
          <p:sp>
            <p:nvSpPr>
              <p:cNvPr id="1447" name="Google Shape;1447;p48"/>
              <p:cNvSpPr/>
              <p:nvPr/>
            </p:nvSpPr>
            <p:spPr>
              <a:xfrm>
                <a:off x="7826818" y="4480820"/>
                <a:ext cx="385275" cy="89851"/>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8"/>
              <p:cNvSpPr/>
              <p:nvPr/>
            </p:nvSpPr>
            <p:spPr>
              <a:xfrm>
                <a:off x="7859558"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8"/>
              <p:cNvSpPr/>
              <p:nvPr/>
            </p:nvSpPr>
            <p:spPr>
              <a:xfrm>
                <a:off x="7910180"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8"/>
              <p:cNvSpPr/>
              <p:nvPr/>
            </p:nvSpPr>
            <p:spPr>
              <a:xfrm>
                <a:off x="7960813"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8"/>
              <p:cNvSpPr/>
              <p:nvPr/>
            </p:nvSpPr>
            <p:spPr>
              <a:xfrm>
                <a:off x="8011058" y="4488808"/>
                <a:ext cx="16765" cy="73485"/>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8"/>
              <p:cNvSpPr/>
              <p:nvPr/>
            </p:nvSpPr>
            <p:spPr>
              <a:xfrm>
                <a:off x="8061691" y="4488808"/>
                <a:ext cx="16754" cy="73485"/>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8"/>
              <p:cNvSpPr/>
              <p:nvPr/>
            </p:nvSpPr>
            <p:spPr>
              <a:xfrm>
                <a:off x="8112689" y="4488808"/>
                <a:ext cx="16388" cy="73485"/>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8"/>
              <p:cNvSpPr/>
              <p:nvPr/>
            </p:nvSpPr>
            <p:spPr>
              <a:xfrm>
                <a:off x="8162946" y="4488808"/>
                <a:ext cx="16754" cy="73485"/>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8"/>
              <p:cNvSpPr/>
              <p:nvPr/>
            </p:nvSpPr>
            <p:spPr>
              <a:xfrm>
                <a:off x="7843947" y="4488808"/>
                <a:ext cx="106604" cy="73108"/>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8"/>
              <p:cNvSpPr/>
              <p:nvPr/>
            </p:nvSpPr>
            <p:spPr>
              <a:xfrm>
                <a:off x="7826818" y="4480820"/>
                <a:ext cx="385275" cy="8000"/>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8"/>
              <p:cNvSpPr/>
              <p:nvPr/>
            </p:nvSpPr>
            <p:spPr>
              <a:xfrm>
                <a:off x="7800560" y="4390223"/>
                <a:ext cx="384887" cy="89851"/>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8"/>
              <p:cNvSpPr/>
              <p:nvPr/>
            </p:nvSpPr>
            <p:spPr>
              <a:xfrm>
                <a:off x="7832912" y="4398212"/>
                <a:ext cx="16377" cy="73862"/>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48"/>
              <p:cNvSpPr/>
              <p:nvPr/>
            </p:nvSpPr>
            <p:spPr>
              <a:xfrm>
                <a:off x="7883157"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8"/>
              <p:cNvSpPr/>
              <p:nvPr/>
            </p:nvSpPr>
            <p:spPr>
              <a:xfrm>
                <a:off x="7934167" y="4398212"/>
                <a:ext cx="16765" cy="73862"/>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48"/>
              <p:cNvSpPr/>
              <p:nvPr/>
            </p:nvSpPr>
            <p:spPr>
              <a:xfrm>
                <a:off x="7984412"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48"/>
              <p:cNvSpPr/>
              <p:nvPr/>
            </p:nvSpPr>
            <p:spPr>
              <a:xfrm>
                <a:off x="8035045"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48"/>
              <p:cNvSpPr/>
              <p:nvPr/>
            </p:nvSpPr>
            <p:spPr>
              <a:xfrm>
                <a:off x="8085290"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8"/>
              <p:cNvSpPr/>
              <p:nvPr/>
            </p:nvSpPr>
            <p:spPr>
              <a:xfrm>
                <a:off x="8136300"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8"/>
              <p:cNvSpPr/>
              <p:nvPr/>
            </p:nvSpPr>
            <p:spPr>
              <a:xfrm>
                <a:off x="7817689" y="4398212"/>
                <a:ext cx="106604" cy="73485"/>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8"/>
              <p:cNvSpPr/>
              <p:nvPr/>
            </p:nvSpPr>
            <p:spPr>
              <a:xfrm>
                <a:off x="7800560" y="4390223"/>
                <a:ext cx="384887" cy="8000"/>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7" name="Google Shape;1467;p48"/>
            <p:cNvGrpSpPr/>
            <p:nvPr/>
          </p:nvGrpSpPr>
          <p:grpSpPr>
            <a:xfrm>
              <a:off x="239224" y="3962464"/>
              <a:ext cx="550856" cy="606406"/>
              <a:chOff x="8259624" y="3964264"/>
              <a:chExt cx="550856" cy="606406"/>
            </a:xfrm>
          </p:grpSpPr>
          <p:sp>
            <p:nvSpPr>
              <p:cNvPr id="1468" name="Google Shape;1468;p48"/>
              <p:cNvSpPr/>
              <p:nvPr/>
            </p:nvSpPr>
            <p:spPr>
              <a:xfrm>
                <a:off x="8411124" y="4480820"/>
                <a:ext cx="385275" cy="89851"/>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8"/>
              <p:cNvSpPr/>
              <p:nvPr/>
            </p:nvSpPr>
            <p:spPr>
              <a:xfrm>
                <a:off x="8443487"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8"/>
              <p:cNvSpPr/>
              <p:nvPr/>
            </p:nvSpPr>
            <p:spPr>
              <a:xfrm>
                <a:off x="8494109"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8"/>
              <p:cNvSpPr/>
              <p:nvPr/>
            </p:nvSpPr>
            <p:spPr>
              <a:xfrm>
                <a:off x="8545118" y="4488808"/>
                <a:ext cx="16765" cy="73485"/>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8"/>
              <p:cNvSpPr/>
              <p:nvPr/>
            </p:nvSpPr>
            <p:spPr>
              <a:xfrm>
                <a:off x="8595363"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48"/>
              <p:cNvSpPr/>
              <p:nvPr/>
            </p:nvSpPr>
            <p:spPr>
              <a:xfrm>
                <a:off x="8645997"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48"/>
              <p:cNvSpPr/>
              <p:nvPr/>
            </p:nvSpPr>
            <p:spPr>
              <a:xfrm>
                <a:off x="8696242"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8"/>
              <p:cNvSpPr/>
              <p:nvPr/>
            </p:nvSpPr>
            <p:spPr>
              <a:xfrm>
                <a:off x="8747251"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8"/>
              <p:cNvSpPr/>
              <p:nvPr/>
            </p:nvSpPr>
            <p:spPr>
              <a:xfrm>
                <a:off x="8428641" y="4488808"/>
                <a:ext cx="106604" cy="73108"/>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8"/>
              <p:cNvSpPr/>
              <p:nvPr/>
            </p:nvSpPr>
            <p:spPr>
              <a:xfrm>
                <a:off x="8428641" y="4488808"/>
                <a:ext cx="106604" cy="73108"/>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8"/>
              <p:cNvSpPr/>
              <p:nvPr/>
            </p:nvSpPr>
            <p:spPr>
              <a:xfrm>
                <a:off x="8411124" y="4480820"/>
                <a:ext cx="385275" cy="8000"/>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8"/>
              <p:cNvSpPr/>
              <p:nvPr/>
            </p:nvSpPr>
            <p:spPr>
              <a:xfrm>
                <a:off x="8259624" y="4390600"/>
                <a:ext cx="384887" cy="90239"/>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8"/>
              <p:cNvSpPr/>
              <p:nvPr/>
            </p:nvSpPr>
            <p:spPr>
              <a:xfrm>
                <a:off x="8291987"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8"/>
              <p:cNvSpPr/>
              <p:nvPr/>
            </p:nvSpPr>
            <p:spPr>
              <a:xfrm>
                <a:off x="8342609"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8"/>
              <p:cNvSpPr/>
              <p:nvPr/>
            </p:nvSpPr>
            <p:spPr>
              <a:xfrm>
                <a:off x="8393242"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8"/>
              <p:cNvSpPr/>
              <p:nvPr/>
            </p:nvSpPr>
            <p:spPr>
              <a:xfrm>
                <a:off x="8443487" y="4398212"/>
                <a:ext cx="16765" cy="73862"/>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8"/>
              <p:cNvSpPr/>
              <p:nvPr/>
            </p:nvSpPr>
            <p:spPr>
              <a:xfrm>
                <a:off x="8494109" y="4398212"/>
                <a:ext cx="16765" cy="73862"/>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8"/>
              <p:cNvSpPr/>
              <p:nvPr/>
            </p:nvSpPr>
            <p:spPr>
              <a:xfrm>
                <a:off x="8545118"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8"/>
              <p:cNvSpPr/>
              <p:nvPr/>
            </p:nvSpPr>
            <p:spPr>
              <a:xfrm>
                <a:off x="8595363" y="4398212"/>
                <a:ext cx="16765" cy="73862"/>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8"/>
              <p:cNvSpPr/>
              <p:nvPr/>
            </p:nvSpPr>
            <p:spPr>
              <a:xfrm>
                <a:off x="8276753" y="4398212"/>
                <a:ext cx="106604" cy="73485"/>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8"/>
              <p:cNvSpPr/>
              <p:nvPr/>
            </p:nvSpPr>
            <p:spPr>
              <a:xfrm>
                <a:off x="8259624" y="4390223"/>
                <a:ext cx="384887" cy="8000"/>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8"/>
              <p:cNvSpPr/>
              <p:nvPr/>
            </p:nvSpPr>
            <p:spPr>
              <a:xfrm>
                <a:off x="8425217" y="4301521"/>
                <a:ext cx="385263" cy="90239"/>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8"/>
              <p:cNvSpPr/>
              <p:nvPr/>
            </p:nvSpPr>
            <p:spPr>
              <a:xfrm>
                <a:off x="8457946" y="4309521"/>
                <a:ext cx="16765" cy="73485"/>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8"/>
              <p:cNvSpPr/>
              <p:nvPr/>
            </p:nvSpPr>
            <p:spPr>
              <a:xfrm>
                <a:off x="8508579" y="4309521"/>
                <a:ext cx="16377" cy="73485"/>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8"/>
              <p:cNvSpPr/>
              <p:nvPr/>
            </p:nvSpPr>
            <p:spPr>
              <a:xfrm>
                <a:off x="8609457" y="4309521"/>
                <a:ext cx="16377" cy="73485"/>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8"/>
              <p:cNvSpPr/>
              <p:nvPr/>
            </p:nvSpPr>
            <p:spPr>
              <a:xfrm>
                <a:off x="8660078" y="4309521"/>
                <a:ext cx="16765" cy="73485"/>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8"/>
              <p:cNvSpPr/>
              <p:nvPr/>
            </p:nvSpPr>
            <p:spPr>
              <a:xfrm>
                <a:off x="8710711" y="4309521"/>
                <a:ext cx="16754" cy="73485"/>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8"/>
              <p:cNvSpPr/>
              <p:nvPr/>
            </p:nvSpPr>
            <p:spPr>
              <a:xfrm>
                <a:off x="8760956" y="4309521"/>
                <a:ext cx="16754" cy="73485"/>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8"/>
              <p:cNvSpPr/>
              <p:nvPr/>
            </p:nvSpPr>
            <p:spPr>
              <a:xfrm>
                <a:off x="8442346" y="4309521"/>
                <a:ext cx="106604" cy="73108"/>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8"/>
              <p:cNvSpPr/>
              <p:nvPr/>
            </p:nvSpPr>
            <p:spPr>
              <a:xfrm>
                <a:off x="8442346" y="4309521"/>
                <a:ext cx="106604" cy="73108"/>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8"/>
              <p:cNvSpPr/>
              <p:nvPr/>
            </p:nvSpPr>
            <p:spPr>
              <a:xfrm>
                <a:off x="8425217" y="4301145"/>
                <a:ext cx="385263" cy="8388"/>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8"/>
              <p:cNvSpPr/>
              <p:nvPr/>
            </p:nvSpPr>
            <p:spPr>
              <a:xfrm>
                <a:off x="8455287" y="3974923"/>
                <a:ext cx="328543" cy="318797"/>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8"/>
              <p:cNvSpPr/>
              <p:nvPr/>
            </p:nvSpPr>
            <p:spPr>
              <a:xfrm>
                <a:off x="8447675" y="3964264"/>
                <a:ext cx="340720" cy="340732"/>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8"/>
              <p:cNvSpPr/>
              <p:nvPr/>
            </p:nvSpPr>
            <p:spPr>
              <a:xfrm>
                <a:off x="8451475" y="3970986"/>
                <a:ext cx="336920" cy="327539"/>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8"/>
              <p:cNvSpPr/>
              <p:nvPr/>
            </p:nvSpPr>
            <p:spPr>
              <a:xfrm>
                <a:off x="8559965" y="4044967"/>
                <a:ext cx="121075" cy="196067"/>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8"/>
              <p:cNvSpPr/>
              <p:nvPr/>
            </p:nvSpPr>
            <p:spPr>
              <a:xfrm>
                <a:off x="8476227" y="3995361"/>
                <a:ext cx="240986" cy="240347"/>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7"/>
        <p:cNvGrpSpPr/>
        <p:nvPr/>
      </p:nvGrpSpPr>
      <p:grpSpPr>
        <a:xfrm>
          <a:off x="0" y="0"/>
          <a:ext cx="0" cy="0"/>
          <a:chOff x="0" y="0"/>
          <a:chExt cx="0" cy="0"/>
        </a:xfrm>
      </p:grpSpPr>
      <p:sp>
        <p:nvSpPr>
          <p:cNvPr id="1508" name="Google Shape;1508;p49"/>
          <p:cNvSpPr txBox="1">
            <a:spLocks noGrp="1"/>
          </p:cNvSpPr>
          <p:nvPr>
            <p:ph type="title" idx="6"/>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BASIC PROCESS FOR GAP ANALYSIS</a:t>
            </a:r>
            <a:endParaRPr>
              <a:solidFill>
                <a:schemeClr val="accent3"/>
              </a:solidFill>
            </a:endParaRPr>
          </a:p>
        </p:txBody>
      </p:sp>
      <p:sp>
        <p:nvSpPr>
          <p:cNvPr id="1509" name="Google Shape;1509;p49"/>
          <p:cNvSpPr txBox="1">
            <a:spLocks noGrp="1"/>
          </p:cNvSpPr>
          <p:nvPr>
            <p:ph type="title"/>
          </p:nvPr>
        </p:nvSpPr>
        <p:spPr>
          <a:xfrm>
            <a:off x="915564" y="3140000"/>
            <a:ext cx="24366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CURRENT STATE</a:t>
            </a:r>
            <a:endParaRPr/>
          </a:p>
        </p:txBody>
      </p:sp>
      <p:sp>
        <p:nvSpPr>
          <p:cNvPr id="1510" name="Google Shape;1510;p49"/>
          <p:cNvSpPr txBox="1">
            <a:spLocks noGrp="1"/>
          </p:cNvSpPr>
          <p:nvPr>
            <p:ph type="subTitle" idx="1"/>
          </p:nvPr>
        </p:nvSpPr>
        <p:spPr>
          <a:xfrm>
            <a:off x="915587" y="3460975"/>
            <a:ext cx="2436600" cy="93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 in the System</a:t>
            </a:r>
            <a:endParaRPr/>
          </a:p>
        </p:txBody>
      </p:sp>
      <p:sp>
        <p:nvSpPr>
          <p:cNvPr id="1511" name="Google Shape;1511;p49"/>
          <p:cNvSpPr txBox="1">
            <a:spLocks noGrp="1"/>
          </p:cNvSpPr>
          <p:nvPr>
            <p:ph type="title" idx="2"/>
          </p:nvPr>
        </p:nvSpPr>
        <p:spPr>
          <a:xfrm>
            <a:off x="3351061" y="2580756"/>
            <a:ext cx="24366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GAP ANALYSIS</a:t>
            </a:r>
            <a:endParaRPr/>
          </a:p>
        </p:txBody>
      </p:sp>
      <p:sp>
        <p:nvSpPr>
          <p:cNvPr id="1512" name="Google Shape;1512;p49"/>
          <p:cNvSpPr txBox="1">
            <a:spLocks noGrp="1"/>
          </p:cNvSpPr>
          <p:nvPr>
            <p:ph type="subTitle" idx="3"/>
          </p:nvPr>
        </p:nvSpPr>
        <p:spPr>
          <a:xfrm>
            <a:off x="3351056" y="2901731"/>
            <a:ext cx="2436600" cy="93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Solar System</a:t>
            </a:r>
            <a:endParaRPr/>
          </a:p>
        </p:txBody>
      </p:sp>
      <p:sp>
        <p:nvSpPr>
          <p:cNvPr id="1513" name="Google Shape;1513;p49"/>
          <p:cNvSpPr txBox="1">
            <a:spLocks noGrp="1"/>
          </p:cNvSpPr>
          <p:nvPr>
            <p:ph type="title" idx="4"/>
          </p:nvPr>
        </p:nvSpPr>
        <p:spPr>
          <a:xfrm>
            <a:off x="5795971" y="3140000"/>
            <a:ext cx="24366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DESIRED STATE</a:t>
            </a:r>
            <a:endParaRPr/>
          </a:p>
        </p:txBody>
      </p:sp>
      <p:sp>
        <p:nvSpPr>
          <p:cNvPr id="1514" name="Google Shape;1514;p49"/>
          <p:cNvSpPr txBox="1">
            <a:spLocks noGrp="1"/>
          </p:cNvSpPr>
          <p:nvPr>
            <p:ph type="subTitle" idx="5"/>
          </p:nvPr>
        </p:nvSpPr>
        <p:spPr>
          <a:xfrm>
            <a:off x="5795962" y="3460975"/>
            <a:ext cx="2436600" cy="93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and is composed mostly of hydrogen and helium</a:t>
            </a:r>
            <a:endParaRPr/>
          </a:p>
          <a:p>
            <a:pPr marL="0" lvl="0" indent="0" algn="ctr" rtl="0">
              <a:spcBef>
                <a:spcPts val="0"/>
              </a:spcBef>
              <a:spcAft>
                <a:spcPts val="0"/>
              </a:spcAft>
              <a:buNone/>
            </a:pPr>
            <a:endParaRPr/>
          </a:p>
        </p:txBody>
      </p:sp>
      <p:sp>
        <p:nvSpPr>
          <p:cNvPr id="1515" name="Google Shape;1515;p49"/>
          <p:cNvSpPr/>
          <p:nvPr/>
        </p:nvSpPr>
        <p:spPr>
          <a:xfrm>
            <a:off x="1659437" y="1962444"/>
            <a:ext cx="948900" cy="948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9"/>
          <p:cNvSpPr/>
          <p:nvPr/>
        </p:nvSpPr>
        <p:spPr>
          <a:xfrm>
            <a:off x="4094912" y="1403199"/>
            <a:ext cx="948900" cy="948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9"/>
          <p:cNvSpPr/>
          <p:nvPr/>
        </p:nvSpPr>
        <p:spPr>
          <a:xfrm>
            <a:off x="6530387" y="1962444"/>
            <a:ext cx="948900" cy="948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8" name="Google Shape;1518;p49"/>
          <p:cNvGrpSpPr/>
          <p:nvPr/>
        </p:nvGrpSpPr>
        <p:grpSpPr>
          <a:xfrm>
            <a:off x="1933952" y="2257355"/>
            <a:ext cx="366364" cy="359075"/>
            <a:chOff x="-60988625" y="3740800"/>
            <a:chExt cx="316650" cy="310350"/>
          </a:xfrm>
        </p:grpSpPr>
        <p:sp>
          <p:nvSpPr>
            <p:cNvPr id="1519" name="Google Shape;1519;p49"/>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9"/>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9"/>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49"/>
          <p:cNvGrpSpPr/>
          <p:nvPr/>
        </p:nvGrpSpPr>
        <p:grpSpPr>
          <a:xfrm>
            <a:off x="6838378" y="2273767"/>
            <a:ext cx="351786" cy="326274"/>
            <a:chOff x="-62511900" y="4129100"/>
            <a:chExt cx="304050" cy="282000"/>
          </a:xfrm>
        </p:grpSpPr>
        <p:sp>
          <p:nvSpPr>
            <p:cNvPr id="1523" name="Google Shape;1523;p49"/>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9"/>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9"/>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9"/>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9"/>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8" name="Google Shape;1528;p49"/>
          <p:cNvGrpSpPr/>
          <p:nvPr/>
        </p:nvGrpSpPr>
        <p:grpSpPr>
          <a:xfrm>
            <a:off x="4386168" y="1694010"/>
            <a:ext cx="366364" cy="367290"/>
            <a:chOff x="-61783350" y="3743950"/>
            <a:chExt cx="316650" cy="317450"/>
          </a:xfrm>
        </p:grpSpPr>
        <p:sp>
          <p:nvSpPr>
            <p:cNvPr id="1529" name="Google Shape;1529;p49"/>
            <p:cNvSpPr/>
            <p:nvPr/>
          </p:nvSpPr>
          <p:spPr>
            <a:xfrm>
              <a:off x="-61783350"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9"/>
            <p:cNvSpPr/>
            <p:nvPr/>
          </p:nvSpPr>
          <p:spPr>
            <a:xfrm>
              <a:off x="-61739225"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4"/>
        <p:cNvGrpSpPr/>
        <p:nvPr/>
      </p:nvGrpSpPr>
      <p:grpSpPr>
        <a:xfrm>
          <a:off x="0" y="0"/>
          <a:ext cx="0" cy="0"/>
          <a:chOff x="0" y="0"/>
          <a:chExt cx="0" cy="0"/>
        </a:xfrm>
      </p:grpSpPr>
      <p:grpSp>
        <p:nvGrpSpPr>
          <p:cNvPr id="1535" name="Google Shape;1535;p50"/>
          <p:cNvGrpSpPr/>
          <p:nvPr/>
        </p:nvGrpSpPr>
        <p:grpSpPr>
          <a:xfrm>
            <a:off x="667200" y="1374100"/>
            <a:ext cx="1431650" cy="2710550"/>
            <a:chOff x="9026275" y="1237400"/>
            <a:chExt cx="1431650" cy="2710550"/>
          </a:xfrm>
        </p:grpSpPr>
        <p:sp>
          <p:nvSpPr>
            <p:cNvPr id="1536" name="Google Shape;1536;p50"/>
            <p:cNvSpPr/>
            <p:nvPr/>
          </p:nvSpPr>
          <p:spPr>
            <a:xfrm>
              <a:off x="9026275" y="1237400"/>
              <a:ext cx="1431650" cy="2710550"/>
            </a:xfrm>
            <a:custGeom>
              <a:avLst/>
              <a:gdLst/>
              <a:ahLst/>
              <a:cxnLst/>
              <a:rect l="l" t="t" r="r" b="b"/>
              <a:pathLst>
                <a:path w="57266" h="108422" extrusionOk="0">
                  <a:moveTo>
                    <a:pt x="7569" y="0"/>
                  </a:moveTo>
                  <a:cubicBezTo>
                    <a:pt x="3374" y="0"/>
                    <a:pt x="0" y="3374"/>
                    <a:pt x="0" y="7569"/>
                  </a:cubicBezTo>
                  <a:lnTo>
                    <a:pt x="0" y="100883"/>
                  </a:lnTo>
                  <a:cubicBezTo>
                    <a:pt x="0" y="105047"/>
                    <a:pt x="3374" y="108421"/>
                    <a:pt x="7569" y="108421"/>
                  </a:cubicBezTo>
                  <a:lnTo>
                    <a:pt x="49697" y="108421"/>
                  </a:lnTo>
                  <a:cubicBezTo>
                    <a:pt x="53892" y="108421"/>
                    <a:pt x="57266" y="105047"/>
                    <a:pt x="57266" y="100883"/>
                  </a:cubicBezTo>
                  <a:lnTo>
                    <a:pt x="57266" y="7569"/>
                  </a:lnTo>
                  <a:cubicBezTo>
                    <a:pt x="57266" y="3374"/>
                    <a:pt x="53892" y="0"/>
                    <a:pt x="496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50"/>
            <p:cNvSpPr/>
            <p:nvPr/>
          </p:nvSpPr>
          <p:spPr>
            <a:xfrm>
              <a:off x="9097700" y="1311100"/>
              <a:ext cx="1288050" cy="2562375"/>
            </a:xfrm>
            <a:custGeom>
              <a:avLst/>
              <a:gdLst/>
              <a:ahLst/>
              <a:cxnLst/>
              <a:rect l="l" t="t" r="r" b="b"/>
              <a:pathLst>
                <a:path w="51522" h="102495" extrusionOk="0">
                  <a:moveTo>
                    <a:pt x="5046" y="1"/>
                  </a:moveTo>
                  <a:cubicBezTo>
                    <a:pt x="2280" y="1"/>
                    <a:pt x="1" y="2250"/>
                    <a:pt x="31" y="5016"/>
                  </a:cubicBezTo>
                  <a:lnTo>
                    <a:pt x="31" y="97479"/>
                  </a:lnTo>
                  <a:cubicBezTo>
                    <a:pt x="31" y="100245"/>
                    <a:pt x="2280" y="102494"/>
                    <a:pt x="5046" y="102494"/>
                  </a:cubicBezTo>
                  <a:lnTo>
                    <a:pt x="46506" y="102494"/>
                  </a:lnTo>
                  <a:cubicBezTo>
                    <a:pt x="49272" y="102494"/>
                    <a:pt x="51521" y="100245"/>
                    <a:pt x="51521" y="97479"/>
                  </a:cubicBezTo>
                  <a:lnTo>
                    <a:pt x="51521" y="5016"/>
                  </a:lnTo>
                  <a:cubicBezTo>
                    <a:pt x="51521" y="2250"/>
                    <a:pt x="49272" y="1"/>
                    <a:pt x="46506" y="1"/>
                  </a:cubicBezTo>
                  <a:close/>
                </a:path>
              </a:pathLst>
            </a:custGeom>
            <a:solidFill>
              <a:srgbClr val="E8EC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50"/>
            <p:cNvSpPr/>
            <p:nvPr/>
          </p:nvSpPr>
          <p:spPr>
            <a:xfrm>
              <a:off x="9382650" y="1358975"/>
              <a:ext cx="718125" cy="34975"/>
            </a:xfrm>
            <a:custGeom>
              <a:avLst/>
              <a:gdLst/>
              <a:ahLst/>
              <a:cxnLst/>
              <a:rect l="l" t="t" r="r" b="b"/>
              <a:pathLst>
                <a:path w="28725" h="1399" extrusionOk="0">
                  <a:moveTo>
                    <a:pt x="670" y="0"/>
                  </a:moveTo>
                  <a:cubicBezTo>
                    <a:pt x="305" y="0"/>
                    <a:pt x="1" y="304"/>
                    <a:pt x="1" y="669"/>
                  </a:cubicBezTo>
                  <a:lnTo>
                    <a:pt x="1" y="730"/>
                  </a:lnTo>
                  <a:cubicBezTo>
                    <a:pt x="1" y="1095"/>
                    <a:pt x="305" y="1399"/>
                    <a:pt x="670" y="1399"/>
                  </a:cubicBezTo>
                  <a:lnTo>
                    <a:pt x="28026" y="1399"/>
                  </a:lnTo>
                  <a:cubicBezTo>
                    <a:pt x="28421" y="1399"/>
                    <a:pt x="28725" y="1095"/>
                    <a:pt x="28725" y="730"/>
                  </a:cubicBezTo>
                  <a:lnTo>
                    <a:pt x="28725" y="669"/>
                  </a:lnTo>
                  <a:cubicBezTo>
                    <a:pt x="28725" y="304"/>
                    <a:pt x="28421" y="0"/>
                    <a:pt x="280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50"/>
            <p:cNvSpPr/>
            <p:nvPr/>
          </p:nvSpPr>
          <p:spPr>
            <a:xfrm>
              <a:off x="9382650" y="3754900"/>
              <a:ext cx="718125" cy="35750"/>
            </a:xfrm>
            <a:custGeom>
              <a:avLst/>
              <a:gdLst/>
              <a:ahLst/>
              <a:cxnLst/>
              <a:rect l="l" t="t" r="r" b="b"/>
              <a:pathLst>
                <a:path w="28725" h="1430" extrusionOk="0">
                  <a:moveTo>
                    <a:pt x="670" y="1"/>
                  </a:moveTo>
                  <a:cubicBezTo>
                    <a:pt x="305" y="1"/>
                    <a:pt x="1" y="335"/>
                    <a:pt x="1" y="700"/>
                  </a:cubicBezTo>
                  <a:lnTo>
                    <a:pt x="1" y="730"/>
                  </a:lnTo>
                  <a:cubicBezTo>
                    <a:pt x="1" y="1125"/>
                    <a:pt x="305" y="1429"/>
                    <a:pt x="670" y="1429"/>
                  </a:cubicBezTo>
                  <a:lnTo>
                    <a:pt x="28026" y="1429"/>
                  </a:lnTo>
                  <a:cubicBezTo>
                    <a:pt x="28421" y="1429"/>
                    <a:pt x="28725" y="1125"/>
                    <a:pt x="28725" y="730"/>
                  </a:cubicBezTo>
                  <a:lnTo>
                    <a:pt x="28725" y="700"/>
                  </a:lnTo>
                  <a:cubicBezTo>
                    <a:pt x="28725" y="335"/>
                    <a:pt x="28421" y="1"/>
                    <a:pt x="280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0"/>
            <p:cNvSpPr/>
            <p:nvPr/>
          </p:nvSpPr>
          <p:spPr>
            <a:xfrm>
              <a:off x="9323400" y="1618275"/>
              <a:ext cx="836650" cy="755175"/>
            </a:xfrm>
            <a:custGeom>
              <a:avLst/>
              <a:gdLst/>
              <a:ahLst/>
              <a:cxnLst/>
              <a:rect l="l" t="t" r="r" b="b"/>
              <a:pathLst>
                <a:path w="33466" h="30207" extrusionOk="0">
                  <a:moveTo>
                    <a:pt x="16748" y="1"/>
                  </a:moveTo>
                  <a:cubicBezTo>
                    <a:pt x="16649" y="1"/>
                    <a:pt x="16550" y="39"/>
                    <a:pt x="16475" y="115"/>
                  </a:cubicBezTo>
                  <a:lnTo>
                    <a:pt x="304" y="14279"/>
                  </a:lnTo>
                  <a:cubicBezTo>
                    <a:pt x="0" y="14553"/>
                    <a:pt x="213" y="15039"/>
                    <a:pt x="578" y="15039"/>
                  </a:cubicBezTo>
                  <a:lnTo>
                    <a:pt x="6444" y="15039"/>
                  </a:lnTo>
                  <a:cubicBezTo>
                    <a:pt x="6657" y="15039"/>
                    <a:pt x="6839" y="15222"/>
                    <a:pt x="6839" y="15465"/>
                  </a:cubicBezTo>
                  <a:lnTo>
                    <a:pt x="6839" y="29781"/>
                  </a:lnTo>
                  <a:cubicBezTo>
                    <a:pt x="6839" y="30024"/>
                    <a:pt x="7052" y="30207"/>
                    <a:pt x="7265" y="30207"/>
                  </a:cubicBezTo>
                  <a:lnTo>
                    <a:pt x="26201" y="30207"/>
                  </a:lnTo>
                  <a:cubicBezTo>
                    <a:pt x="26414" y="30207"/>
                    <a:pt x="26596" y="30024"/>
                    <a:pt x="26596" y="29781"/>
                  </a:cubicBezTo>
                  <a:lnTo>
                    <a:pt x="26596" y="15465"/>
                  </a:lnTo>
                  <a:cubicBezTo>
                    <a:pt x="26596" y="15222"/>
                    <a:pt x="26809" y="15039"/>
                    <a:pt x="27022" y="15039"/>
                  </a:cubicBezTo>
                  <a:lnTo>
                    <a:pt x="32888" y="15039"/>
                  </a:lnTo>
                  <a:cubicBezTo>
                    <a:pt x="33283" y="15039"/>
                    <a:pt x="33466" y="14553"/>
                    <a:pt x="33192" y="14279"/>
                  </a:cubicBezTo>
                  <a:lnTo>
                    <a:pt x="17022" y="115"/>
                  </a:lnTo>
                  <a:cubicBezTo>
                    <a:pt x="16946" y="39"/>
                    <a:pt x="16847" y="1"/>
                    <a:pt x="16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50"/>
            <p:cNvSpPr/>
            <p:nvPr/>
          </p:nvSpPr>
          <p:spPr>
            <a:xfrm>
              <a:off x="9549825" y="1952450"/>
              <a:ext cx="384550" cy="147450"/>
            </a:xfrm>
            <a:custGeom>
              <a:avLst/>
              <a:gdLst/>
              <a:ahLst/>
              <a:cxnLst/>
              <a:rect l="l" t="t" r="r" b="b"/>
              <a:pathLst>
                <a:path w="15382" h="5898" extrusionOk="0">
                  <a:moveTo>
                    <a:pt x="943" y="0"/>
                  </a:moveTo>
                  <a:cubicBezTo>
                    <a:pt x="426" y="0"/>
                    <a:pt x="1" y="426"/>
                    <a:pt x="1" y="943"/>
                  </a:cubicBezTo>
                  <a:lnTo>
                    <a:pt x="1" y="4955"/>
                  </a:lnTo>
                  <a:cubicBezTo>
                    <a:pt x="1" y="5472"/>
                    <a:pt x="426" y="5897"/>
                    <a:pt x="943" y="5897"/>
                  </a:cubicBezTo>
                  <a:lnTo>
                    <a:pt x="14439" y="5897"/>
                  </a:lnTo>
                  <a:cubicBezTo>
                    <a:pt x="14925" y="5897"/>
                    <a:pt x="15351" y="5472"/>
                    <a:pt x="15381" y="4955"/>
                  </a:cubicBezTo>
                  <a:lnTo>
                    <a:pt x="15381" y="943"/>
                  </a:lnTo>
                  <a:cubicBezTo>
                    <a:pt x="15381" y="426"/>
                    <a:pt x="14956" y="0"/>
                    <a:pt x="144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50"/>
            <p:cNvSpPr/>
            <p:nvPr/>
          </p:nvSpPr>
          <p:spPr>
            <a:xfrm>
              <a:off x="9632675" y="1990450"/>
              <a:ext cx="52450" cy="74475"/>
            </a:xfrm>
            <a:custGeom>
              <a:avLst/>
              <a:gdLst/>
              <a:ahLst/>
              <a:cxnLst/>
              <a:rect l="l" t="t" r="r" b="b"/>
              <a:pathLst>
                <a:path w="2098" h="2979" extrusionOk="0">
                  <a:moveTo>
                    <a:pt x="1003" y="335"/>
                  </a:moveTo>
                  <a:cubicBezTo>
                    <a:pt x="1186" y="335"/>
                    <a:pt x="1337" y="365"/>
                    <a:pt x="1429" y="456"/>
                  </a:cubicBezTo>
                  <a:cubicBezTo>
                    <a:pt x="1520" y="517"/>
                    <a:pt x="1581" y="638"/>
                    <a:pt x="1581" y="790"/>
                  </a:cubicBezTo>
                  <a:cubicBezTo>
                    <a:pt x="1581" y="942"/>
                    <a:pt x="1520" y="1034"/>
                    <a:pt x="1429" y="1125"/>
                  </a:cubicBezTo>
                  <a:cubicBezTo>
                    <a:pt x="1337" y="1186"/>
                    <a:pt x="1186" y="1216"/>
                    <a:pt x="1003" y="1216"/>
                  </a:cubicBezTo>
                  <a:lnTo>
                    <a:pt x="395" y="1216"/>
                  </a:lnTo>
                  <a:lnTo>
                    <a:pt x="395" y="335"/>
                  </a:lnTo>
                  <a:close/>
                  <a:moveTo>
                    <a:pt x="1034" y="1550"/>
                  </a:moveTo>
                  <a:cubicBezTo>
                    <a:pt x="1246" y="1550"/>
                    <a:pt x="1429" y="1611"/>
                    <a:pt x="1520" y="1672"/>
                  </a:cubicBezTo>
                  <a:cubicBezTo>
                    <a:pt x="1641" y="1763"/>
                    <a:pt x="1672" y="1915"/>
                    <a:pt x="1672" y="2097"/>
                  </a:cubicBezTo>
                  <a:cubicBezTo>
                    <a:pt x="1672" y="2280"/>
                    <a:pt x="1641" y="2401"/>
                    <a:pt x="1520" y="2493"/>
                  </a:cubicBezTo>
                  <a:cubicBezTo>
                    <a:pt x="1429" y="2584"/>
                    <a:pt x="1246" y="2645"/>
                    <a:pt x="1034" y="2645"/>
                  </a:cubicBezTo>
                  <a:lnTo>
                    <a:pt x="395" y="2645"/>
                  </a:lnTo>
                  <a:lnTo>
                    <a:pt x="395" y="1550"/>
                  </a:lnTo>
                  <a:close/>
                  <a:moveTo>
                    <a:pt x="0" y="0"/>
                  </a:moveTo>
                  <a:lnTo>
                    <a:pt x="0" y="2979"/>
                  </a:lnTo>
                  <a:lnTo>
                    <a:pt x="1064" y="2979"/>
                  </a:lnTo>
                  <a:cubicBezTo>
                    <a:pt x="1398" y="2979"/>
                    <a:pt x="1641" y="2888"/>
                    <a:pt x="1824" y="2736"/>
                  </a:cubicBezTo>
                  <a:cubicBezTo>
                    <a:pt x="2006" y="2614"/>
                    <a:pt x="2097" y="2401"/>
                    <a:pt x="2097" y="2128"/>
                  </a:cubicBezTo>
                  <a:cubicBezTo>
                    <a:pt x="2097" y="1945"/>
                    <a:pt x="2037" y="1763"/>
                    <a:pt x="1945" y="1642"/>
                  </a:cubicBezTo>
                  <a:cubicBezTo>
                    <a:pt x="1824" y="1490"/>
                    <a:pt x="1672" y="1398"/>
                    <a:pt x="1489" y="1368"/>
                  </a:cubicBezTo>
                  <a:cubicBezTo>
                    <a:pt x="1641" y="1338"/>
                    <a:pt x="1763" y="1277"/>
                    <a:pt x="1854" y="1155"/>
                  </a:cubicBezTo>
                  <a:cubicBezTo>
                    <a:pt x="1945" y="1064"/>
                    <a:pt x="1976" y="912"/>
                    <a:pt x="1976" y="730"/>
                  </a:cubicBezTo>
                  <a:cubicBezTo>
                    <a:pt x="1976" y="517"/>
                    <a:pt x="1885" y="335"/>
                    <a:pt x="1733" y="183"/>
                  </a:cubicBezTo>
                  <a:cubicBezTo>
                    <a:pt x="1550" y="61"/>
                    <a:pt x="1337" y="0"/>
                    <a:pt x="10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0"/>
            <p:cNvSpPr/>
            <p:nvPr/>
          </p:nvSpPr>
          <p:spPr>
            <a:xfrm>
              <a:off x="9710925" y="1990450"/>
              <a:ext cx="56275" cy="76000"/>
            </a:xfrm>
            <a:custGeom>
              <a:avLst/>
              <a:gdLst/>
              <a:ahLst/>
              <a:cxnLst/>
              <a:rect l="l" t="t" r="r" b="b"/>
              <a:pathLst>
                <a:path w="2251" h="3040" extrusionOk="0">
                  <a:moveTo>
                    <a:pt x="1" y="0"/>
                  </a:moveTo>
                  <a:lnTo>
                    <a:pt x="1" y="1854"/>
                  </a:lnTo>
                  <a:cubicBezTo>
                    <a:pt x="1" y="2249"/>
                    <a:pt x="92" y="2523"/>
                    <a:pt x="274" y="2736"/>
                  </a:cubicBezTo>
                  <a:cubicBezTo>
                    <a:pt x="457" y="2918"/>
                    <a:pt x="761" y="3040"/>
                    <a:pt x="1125" y="3040"/>
                  </a:cubicBezTo>
                  <a:cubicBezTo>
                    <a:pt x="1490" y="3040"/>
                    <a:pt x="1794" y="2918"/>
                    <a:pt x="1977" y="2736"/>
                  </a:cubicBezTo>
                  <a:cubicBezTo>
                    <a:pt x="2159" y="2523"/>
                    <a:pt x="2250" y="2249"/>
                    <a:pt x="2250" y="1854"/>
                  </a:cubicBezTo>
                  <a:lnTo>
                    <a:pt x="2250" y="0"/>
                  </a:lnTo>
                  <a:lnTo>
                    <a:pt x="1855" y="0"/>
                  </a:lnTo>
                  <a:lnTo>
                    <a:pt x="1855" y="1793"/>
                  </a:lnTo>
                  <a:cubicBezTo>
                    <a:pt x="1855" y="2128"/>
                    <a:pt x="1794" y="2341"/>
                    <a:pt x="1673" y="2493"/>
                  </a:cubicBezTo>
                  <a:cubicBezTo>
                    <a:pt x="1581" y="2645"/>
                    <a:pt x="1399" y="2705"/>
                    <a:pt x="1125" y="2705"/>
                  </a:cubicBezTo>
                  <a:cubicBezTo>
                    <a:pt x="882" y="2705"/>
                    <a:pt x="670" y="2645"/>
                    <a:pt x="578" y="2493"/>
                  </a:cubicBezTo>
                  <a:cubicBezTo>
                    <a:pt x="457" y="2341"/>
                    <a:pt x="396" y="2128"/>
                    <a:pt x="396" y="1793"/>
                  </a:cubicBezTo>
                  <a:lnTo>
                    <a:pt x="3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50"/>
            <p:cNvSpPr/>
            <p:nvPr/>
          </p:nvSpPr>
          <p:spPr>
            <a:xfrm>
              <a:off x="9785400" y="1990450"/>
              <a:ext cx="62350" cy="74475"/>
            </a:xfrm>
            <a:custGeom>
              <a:avLst/>
              <a:gdLst/>
              <a:ahLst/>
              <a:cxnLst/>
              <a:rect l="l" t="t" r="r" b="b"/>
              <a:pathLst>
                <a:path w="2494" h="2979" extrusionOk="0">
                  <a:moveTo>
                    <a:pt x="1" y="0"/>
                  </a:moveTo>
                  <a:lnTo>
                    <a:pt x="1064" y="1550"/>
                  </a:lnTo>
                  <a:lnTo>
                    <a:pt x="1064" y="2979"/>
                  </a:lnTo>
                  <a:lnTo>
                    <a:pt x="1460" y="2979"/>
                  </a:lnTo>
                  <a:lnTo>
                    <a:pt x="1460" y="1550"/>
                  </a:lnTo>
                  <a:lnTo>
                    <a:pt x="2493" y="0"/>
                  </a:lnTo>
                  <a:lnTo>
                    <a:pt x="2068" y="0"/>
                  </a:lnTo>
                  <a:lnTo>
                    <a:pt x="1247" y="1216"/>
                  </a:lnTo>
                  <a:lnTo>
                    <a:pt x="4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50"/>
            <p:cNvSpPr/>
            <p:nvPr/>
          </p:nvSpPr>
          <p:spPr>
            <a:xfrm>
              <a:off x="9334775" y="2751850"/>
              <a:ext cx="816150" cy="752875"/>
            </a:xfrm>
            <a:custGeom>
              <a:avLst/>
              <a:gdLst/>
              <a:ahLst/>
              <a:cxnLst/>
              <a:rect l="l" t="t" r="r" b="b"/>
              <a:pathLst>
                <a:path w="32646" h="30115" extrusionOk="0">
                  <a:moveTo>
                    <a:pt x="7235" y="1"/>
                  </a:moveTo>
                  <a:cubicBezTo>
                    <a:pt x="6779" y="1"/>
                    <a:pt x="6445" y="396"/>
                    <a:pt x="6445" y="821"/>
                  </a:cubicBezTo>
                  <a:lnTo>
                    <a:pt x="6445" y="14408"/>
                  </a:lnTo>
                  <a:cubicBezTo>
                    <a:pt x="6445" y="14864"/>
                    <a:pt x="6050" y="15229"/>
                    <a:pt x="5624" y="15229"/>
                  </a:cubicBezTo>
                  <a:lnTo>
                    <a:pt x="1065" y="15229"/>
                  </a:lnTo>
                  <a:cubicBezTo>
                    <a:pt x="366" y="15229"/>
                    <a:pt x="1" y="16141"/>
                    <a:pt x="700" y="16597"/>
                  </a:cubicBezTo>
                  <a:lnTo>
                    <a:pt x="15898" y="29910"/>
                  </a:lnTo>
                  <a:cubicBezTo>
                    <a:pt x="16050" y="30047"/>
                    <a:pt x="16232" y="30115"/>
                    <a:pt x="16415" y="30115"/>
                  </a:cubicBezTo>
                  <a:cubicBezTo>
                    <a:pt x="16597" y="30115"/>
                    <a:pt x="16779" y="30047"/>
                    <a:pt x="16931" y="29910"/>
                  </a:cubicBezTo>
                  <a:lnTo>
                    <a:pt x="32129" y="16597"/>
                  </a:lnTo>
                  <a:cubicBezTo>
                    <a:pt x="32646" y="16080"/>
                    <a:pt x="32312" y="15229"/>
                    <a:pt x="31582" y="15229"/>
                  </a:cubicBezTo>
                  <a:lnTo>
                    <a:pt x="27023" y="15229"/>
                  </a:lnTo>
                  <a:cubicBezTo>
                    <a:pt x="26567" y="15229"/>
                    <a:pt x="26232" y="14834"/>
                    <a:pt x="26232" y="14408"/>
                  </a:cubicBezTo>
                  <a:lnTo>
                    <a:pt x="26232" y="821"/>
                  </a:lnTo>
                  <a:cubicBezTo>
                    <a:pt x="26232" y="365"/>
                    <a:pt x="25837" y="1"/>
                    <a:pt x="254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0"/>
            <p:cNvSpPr/>
            <p:nvPr/>
          </p:nvSpPr>
          <p:spPr>
            <a:xfrm>
              <a:off x="9549825" y="3023125"/>
              <a:ext cx="384550" cy="147450"/>
            </a:xfrm>
            <a:custGeom>
              <a:avLst/>
              <a:gdLst/>
              <a:ahLst/>
              <a:cxnLst/>
              <a:rect l="l" t="t" r="r" b="b"/>
              <a:pathLst>
                <a:path w="15382" h="5898" extrusionOk="0">
                  <a:moveTo>
                    <a:pt x="943" y="1"/>
                  </a:moveTo>
                  <a:cubicBezTo>
                    <a:pt x="426" y="1"/>
                    <a:pt x="1" y="426"/>
                    <a:pt x="1" y="943"/>
                  </a:cubicBezTo>
                  <a:lnTo>
                    <a:pt x="1" y="4925"/>
                  </a:lnTo>
                  <a:cubicBezTo>
                    <a:pt x="1" y="5472"/>
                    <a:pt x="426" y="5897"/>
                    <a:pt x="943" y="5897"/>
                  </a:cubicBezTo>
                  <a:lnTo>
                    <a:pt x="14439" y="5897"/>
                  </a:lnTo>
                  <a:cubicBezTo>
                    <a:pt x="14925" y="5897"/>
                    <a:pt x="15351" y="5472"/>
                    <a:pt x="15381" y="4925"/>
                  </a:cubicBezTo>
                  <a:lnTo>
                    <a:pt x="15381" y="943"/>
                  </a:lnTo>
                  <a:cubicBezTo>
                    <a:pt x="15381" y="426"/>
                    <a:pt x="14956" y="1"/>
                    <a:pt x="144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50"/>
            <p:cNvSpPr/>
            <p:nvPr/>
          </p:nvSpPr>
          <p:spPr>
            <a:xfrm>
              <a:off x="9606075" y="3055050"/>
              <a:ext cx="52450" cy="77525"/>
            </a:xfrm>
            <a:custGeom>
              <a:avLst/>
              <a:gdLst/>
              <a:ahLst/>
              <a:cxnLst/>
              <a:rect l="l" t="t" r="r" b="b"/>
              <a:pathLst>
                <a:path w="2098" h="3101" extrusionOk="0">
                  <a:moveTo>
                    <a:pt x="1064" y="0"/>
                  </a:moveTo>
                  <a:cubicBezTo>
                    <a:pt x="730" y="0"/>
                    <a:pt x="487" y="92"/>
                    <a:pt x="274" y="244"/>
                  </a:cubicBezTo>
                  <a:cubicBezTo>
                    <a:pt x="91" y="395"/>
                    <a:pt x="0" y="608"/>
                    <a:pt x="0" y="851"/>
                  </a:cubicBezTo>
                  <a:cubicBezTo>
                    <a:pt x="0" y="1095"/>
                    <a:pt x="91" y="1277"/>
                    <a:pt x="213" y="1399"/>
                  </a:cubicBezTo>
                  <a:cubicBezTo>
                    <a:pt x="335" y="1520"/>
                    <a:pt x="547" y="1611"/>
                    <a:pt x="851" y="1672"/>
                  </a:cubicBezTo>
                  <a:lnTo>
                    <a:pt x="1094" y="1733"/>
                  </a:lnTo>
                  <a:cubicBezTo>
                    <a:pt x="1307" y="1763"/>
                    <a:pt x="1459" y="1824"/>
                    <a:pt x="1550" y="1915"/>
                  </a:cubicBezTo>
                  <a:cubicBezTo>
                    <a:pt x="1642" y="1976"/>
                    <a:pt x="1672" y="2098"/>
                    <a:pt x="1672" y="2250"/>
                  </a:cubicBezTo>
                  <a:cubicBezTo>
                    <a:pt x="1672" y="2402"/>
                    <a:pt x="1611" y="2554"/>
                    <a:pt x="1490" y="2614"/>
                  </a:cubicBezTo>
                  <a:cubicBezTo>
                    <a:pt x="1368" y="2706"/>
                    <a:pt x="1186" y="2766"/>
                    <a:pt x="973" y="2766"/>
                  </a:cubicBezTo>
                  <a:cubicBezTo>
                    <a:pt x="821" y="2766"/>
                    <a:pt x="669" y="2736"/>
                    <a:pt x="487" y="2706"/>
                  </a:cubicBezTo>
                  <a:cubicBezTo>
                    <a:pt x="335" y="2645"/>
                    <a:pt x="183" y="2584"/>
                    <a:pt x="31" y="2493"/>
                  </a:cubicBezTo>
                  <a:lnTo>
                    <a:pt x="31" y="2888"/>
                  </a:lnTo>
                  <a:cubicBezTo>
                    <a:pt x="183" y="2949"/>
                    <a:pt x="365" y="3010"/>
                    <a:pt x="517" y="3040"/>
                  </a:cubicBezTo>
                  <a:cubicBezTo>
                    <a:pt x="669" y="3070"/>
                    <a:pt x="821" y="3101"/>
                    <a:pt x="973" y="3101"/>
                  </a:cubicBezTo>
                  <a:cubicBezTo>
                    <a:pt x="1338" y="3101"/>
                    <a:pt x="1611" y="3010"/>
                    <a:pt x="1794" y="2858"/>
                  </a:cubicBezTo>
                  <a:cubicBezTo>
                    <a:pt x="2006" y="2706"/>
                    <a:pt x="2098" y="2493"/>
                    <a:pt x="2098" y="2219"/>
                  </a:cubicBezTo>
                  <a:cubicBezTo>
                    <a:pt x="2098" y="1976"/>
                    <a:pt x="2037" y="1794"/>
                    <a:pt x="1885" y="1642"/>
                  </a:cubicBezTo>
                  <a:cubicBezTo>
                    <a:pt x="1733" y="1490"/>
                    <a:pt x="1520" y="1399"/>
                    <a:pt x="1216" y="1338"/>
                  </a:cubicBezTo>
                  <a:lnTo>
                    <a:pt x="973" y="1277"/>
                  </a:lnTo>
                  <a:cubicBezTo>
                    <a:pt x="760" y="1247"/>
                    <a:pt x="608" y="1186"/>
                    <a:pt x="517" y="1125"/>
                  </a:cubicBezTo>
                  <a:cubicBezTo>
                    <a:pt x="456" y="1064"/>
                    <a:pt x="426" y="973"/>
                    <a:pt x="426" y="821"/>
                  </a:cubicBezTo>
                  <a:cubicBezTo>
                    <a:pt x="426" y="669"/>
                    <a:pt x="487" y="547"/>
                    <a:pt x="578" y="456"/>
                  </a:cubicBezTo>
                  <a:cubicBezTo>
                    <a:pt x="699" y="395"/>
                    <a:pt x="882" y="335"/>
                    <a:pt x="1094" y="335"/>
                  </a:cubicBezTo>
                  <a:cubicBezTo>
                    <a:pt x="1216" y="335"/>
                    <a:pt x="1338" y="365"/>
                    <a:pt x="1490" y="395"/>
                  </a:cubicBezTo>
                  <a:cubicBezTo>
                    <a:pt x="1611" y="426"/>
                    <a:pt x="1763" y="487"/>
                    <a:pt x="1915" y="547"/>
                  </a:cubicBezTo>
                  <a:lnTo>
                    <a:pt x="1915" y="152"/>
                  </a:lnTo>
                  <a:cubicBezTo>
                    <a:pt x="1763" y="122"/>
                    <a:pt x="1611" y="92"/>
                    <a:pt x="1490" y="61"/>
                  </a:cubicBezTo>
                  <a:cubicBezTo>
                    <a:pt x="1338" y="31"/>
                    <a:pt x="1186" y="0"/>
                    <a:pt x="10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50"/>
            <p:cNvSpPr/>
            <p:nvPr/>
          </p:nvSpPr>
          <p:spPr>
            <a:xfrm>
              <a:off x="9683575" y="3056575"/>
              <a:ext cx="47900" cy="74475"/>
            </a:xfrm>
            <a:custGeom>
              <a:avLst/>
              <a:gdLst/>
              <a:ahLst/>
              <a:cxnLst/>
              <a:rect l="l" t="t" r="r" b="b"/>
              <a:pathLst>
                <a:path w="1916" h="2979" extrusionOk="0">
                  <a:moveTo>
                    <a:pt x="1" y="0"/>
                  </a:moveTo>
                  <a:lnTo>
                    <a:pt x="1" y="2979"/>
                  </a:lnTo>
                  <a:lnTo>
                    <a:pt x="1916" y="2979"/>
                  </a:lnTo>
                  <a:lnTo>
                    <a:pt x="1916" y="2645"/>
                  </a:lnTo>
                  <a:lnTo>
                    <a:pt x="396" y="2645"/>
                  </a:lnTo>
                  <a:lnTo>
                    <a:pt x="396" y="1550"/>
                  </a:lnTo>
                  <a:lnTo>
                    <a:pt x="1824" y="1550"/>
                  </a:lnTo>
                  <a:lnTo>
                    <a:pt x="1824" y="1216"/>
                  </a:lnTo>
                  <a:lnTo>
                    <a:pt x="396" y="1216"/>
                  </a:lnTo>
                  <a:lnTo>
                    <a:pt x="396" y="334"/>
                  </a:lnTo>
                  <a:lnTo>
                    <a:pt x="1885" y="334"/>
                  </a:lnTo>
                  <a:lnTo>
                    <a:pt x="188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50"/>
            <p:cNvSpPr/>
            <p:nvPr/>
          </p:nvSpPr>
          <p:spPr>
            <a:xfrm>
              <a:off x="9757275" y="3056575"/>
              <a:ext cx="46400" cy="74475"/>
            </a:xfrm>
            <a:custGeom>
              <a:avLst/>
              <a:gdLst/>
              <a:ahLst/>
              <a:cxnLst/>
              <a:rect l="l" t="t" r="r" b="b"/>
              <a:pathLst>
                <a:path w="1856" h="2979" extrusionOk="0">
                  <a:moveTo>
                    <a:pt x="1" y="0"/>
                  </a:moveTo>
                  <a:lnTo>
                    <a:pt x="1" y="2979"/>
                  </a:lnTo>
                  <a:lnTo>
                    <a:pt x="1855" y="2979"/>
                  </a:lnTo>
                  <a:lnTo>
                    <a:pt x="1855" y="2645"/>
                  </a:lnTo>
                  <a:lnTo>
                    <a:pt x="396" y="2645"/>
                  </a:lnTo>
                  <a:lnTo>
                    <a:pt x="3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50"/>
            <p:cNvSpPr/>
            <p:nvPr/>
          </p:nvSpPr>
          <p:spPr>
            <a:xfrm>
              <a:off x="9823400" y="3056575"/>
              <a:ext cx="46375" cy="74475"/>
            </a:xfrm>
            <a:custGeom>
              <a:avLst/>
              <a:gdLst/>
              <a:ahLst/>
              <a:cxnLst/>
              <a:rect l="l" t="t" r="r" b="b"/>
              <a:pathLst>
                <a:path w="1855" h="2979" extrusionOk="0">
                  <a:moveTo>
                    <a:pt x="0" y="0"/>
                  </a:moveTo>
                  <a:lnTo>
                    <a:pt x="0" y="2979"/>
                  </a:lnTo>
                  <a:lnTo>
                    <a:pt x="1855" y="2979"/>
                  </a:lnTo>
                  <a:lnTo>
                    <a:pt x="1855" y="2645"/>
                  </a:lnTo>
                  <a:lnTo>
                    <a:pt x="396" y="2645"/>
                  </a:lnTo>
                  <a:lnTo>
                    <a:pt x="3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50"/>
            <p:cNvSpPr/>
            <p:nvPr/>
          </p:nvSpPr>
          <p:spPr>
            <a:xfrm>
              <a:off x="9322625" y="2514000"/>
              <a:ext cx="838950" cy="72225"/>
            </a:xfrm>
            <a:custGeom>
              <a:avLst/>
              <a:gdLst/>
              <a:ahLst/>
              <a:cxnLst/>
              <a:rect l="l" t="t" r="r" b="b"/>
              <a:pathLst>
                <a:path w="33558" h="2889" extrusionOk="0">
                  <a:moveTo>
                    <a:pt x="1460" y="1"/>
                  </a:moveTo>
                  <a:cubicBezTo>
                    <a:pt x="639" y="1"/>
                    <a:pt x="1" y="639"/>
                    <a:pt x="1" y="1429"/>
                  </a:cubicBezTo>
                  <a:cubicBezTo>
                    <a:pt x="1" y="2250"/>
                    <a:pt x="639" y="2888"/>
                    <a:pt x="1460" y="2888"/>
                  </a:cubicBezTo>
                  <a:lnTo>
                    <a:pt x="32099" y="2888"/>
                  </a:lnTo>
                  <a:cubicBezTo>
                    <a:pt x="32919" y="2888"/>
                    <a:pt x="33557" y="2250"/>
                    <a:pt x="33557" y="1429"/>
                  </a:cubicBezTo>
                  <a:cubicBezTo>
                    <a:pt x="33557" y="639"/>
                    <a:pt x="32919" y="1"/>
                    <a:pt x="32099" y="1"/>
                  </a:cubicBezTo>
                  <a:close/>
                </a:path>
              </a:pathLst>
            </a:custGeom>
            <a:solidFill>
              <a:srgbClr val="D6DD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2" name="Google Shape;1552;p50"/>
          <p:cNvSpPr/>
          <p:nvPr/>
        </p:nvSpPr>
        <p:spPr>
          <a:xfrm>
            <a:off x="268703" y="4655200"/>
            <a:ext cx="2335500" cy="2274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0"/>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GAP ANALYSIS COMPANY GOALS</a:t>
            </a:r>
            <a:endParaRPr>
              <a:solidFill>
                <a:schemeClr val="accent3"/>
              </a:solidFill>
            </a:endParaRPr>
          </a:p>
        </p:txBody>
      </p:sp>
      <p:sp>
        <p:nvSpPr>
          <p:cNvPr id="1554" name="Google Shape;1554;p50"/>
          <p:cNvSpPr txBox="1">
            <a:spLocks noGrp="1"/>
          </p:cNvSpPr>
          <p:nvPr>
            <p:ph type="title" idx="2"/>
          </p:nvPr>
        </p:nvSpPr>
        <p:spPr>
          <a:xfrm>
            <a:off x="3246512" y="1759075"/>
            <a:ext cx="24471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GOAL 1</a:t>
            </a:r>
            <a:endParaRPr/>
          </a:p>
        </p:txBody>
      </p:sp>
      <p:sp>
        <p:nvSpPr>
          <p:cNvPr id="1555" name="Google Shape;1555;p50"/>
          <p:cNvSpPr txBox="1">
            <a:spLocks noGrp="1"/>
          </p:cNvSpPr>
          <p:nvPr>
            <p:ph type="subTitle" idx="1"/>
          </p:nvPr>
        </p:nvSpPr>
        <p:spPr>
          <a:xfrm>
            <a:off x="3246516" y="2084193"/>
            <a:ext cx="2447100" cy="67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Venus is the second planet from the Sun</a:t>
            </a:r>
            <a:endParaRPr/>
          </a:p>
        </p:txBody>
      </p:sp>
      <p:sp>
        <p:nvSpPr>
          <p:cNvPr id="1556" name="Google Shape;1556;p50"/>
          <p:cNvSpPr txBox="1">
            <a:spLocks noGrp="1"/>
          </p:cNvSpPr>
          <p:nvPr>
            <p:ph type="title" idx="3"/>
          </p:nvPr>
        </p:nvSpPr>
        <p:spPr>
          <a:xfrm>
            <a:off x="5968675" y="1759075"/>
            <a:ext cx="24471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GOAL 2</a:t>
            </a:r>
            <a:endParaRPr/>
          </a:p>
        </p:txBody>
      </p:sp>
      <p:sp>
        <p:nvSpPr>
          <p:cNvPr id="1557" name="Google Shape;1557;p50"/>
          <p:cNvSpPr txBox="1">
            <a:spLocks noGrp="1"/>
          </p:cNvSpPr>
          <p:nvPr>
            <p:ph type="subTitle" idx="4"/>
          </p:nvPr>
        </p:nvSpPr>
        <p:spPr>
          <a:xfrm>
            <a:off x="5968678" y="2084193"/>
            <a:ext cx="2447100" cy="67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Despite being red, Mars is a cold place</a:t>
            </a:r>
            <a:endParaRPr/>
          </a:p>
        </p:txBody>
      </p:sp>
      <p:sp>
        <p:nvSpPr>
          <p:cNvPr id="1558" name="Google Shape;1558;p50"/>
          <p:cNvSpPr txBox="1">
            <a:spLocks noGrp="1"/>
          </p:cNvSpPr>
          <p:nvPr>
            <p:ph type="title" idx="5"/>
          </p:nvPr>
        </p:nvSpPr>
        <p:spPr>
          <a:xfrm>
            <a:off x="3246512" y="3196866"/>
            <a:ext cx="2447100" cy="438900"/>
          </a:xfrm>
          <a:prstGeom prst="rect">
            <a:avLst/>
          </a:prstGeom>
        </p:spPr>
        <p:txBody>
          <a:bodyPr spcFirstLastPara="1" wrap="square" lIns="0" tIns="91425" rIns="0" bIns="91425" anchor="b" anchorCtr="0">
            <a:noAutofit/>
          </a:bodyPr>
          <a:lstStyle/>
          <a:p>
            <a:pPr marL="0" lvl="0" indent="0" algn="ctr" rtl="0">
              <a:spcBef>
                <a:spcPts val="0"/>
              </a:spcBef>
              <a:spcAft>
                <a:spcPts val="0"/>
              </a:spcAft>
              <a:buNone/>
            </a:pPr>
            <a:r>
              <a:rPr lang="en"/>
              <a:t>GOAL 3</a:t>
            </a:r>
            <a:endParaRPr/>
          </a:p>
        </p:txBody>
      </p:sp>
      <p:sp>
        <p:nvSpPr>
          <p:cNvPr id="1559" name="Google Shape;1559;p50"/>
          <p:cNvSpPr txBox="1">
            <a:spLocks noGrp="1"/>
          </p:cNvSpPr>
          <p:nvPr>
            <p:ph type="subTitle" idx="6"/>
          </p:nvPr>
        </p:nvSpPr>
        <p:spPr>
          <a:xfrm>
            <a:off x="3246516" y="3517600"/>
            <a:ext cx="2447100" cy="67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1560" name="Google Shape;1560;p50"/>
          <p:cNvSpPr txBox="1">
            <a:spLocks noGrp="1"/>
          </p:cNvSpPr>
          <p:nvPr>
            <p:ph type="title" idx="7"/>
          </p:nvPr>
        </p:nvSpPr>
        <p:spPr>
          <a:xfrm>
            <a:off x="5968675" y="3196866"/>
            <a:ext cx="24471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GOAL 4</a:t>
            </a:r>
            <a:endParaRPr/>
          </a:p>
        </p:txBody>
      </p:sp>
      <p:sp>
        <p:nvSpPr>
          <p:cNvPr id="1561" name="Google Shape;1561;p50"/>
          <p:cNvSpPr txBox="1">
            <a:spLocks noGrp="1"/>
          </p:cNvSpPr>
          <p:nvPr>
            <p:ph type="subTitle" idx="8"/>
          </p:nvPr>
        </p:nvSpPr>
        <p:spPr>
          <a:xfrm>
            <a:off x="5968678" y="3517600"/>
            <a:ext cx="2447100" cy="67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composed of hydrogen and helium</a:t>
            </a:r>
            <a:endParaRPr/>
          </a:p>
        </p:txBody>
      </p:sp>
      <p:grpSp>
        <p:nvGrpSpPr>
          <p:cNvPr id="1562" name="Google Shape;1562;p50"/>
          <p:cNvGrpSpPr/>
          <p:nvPr/>
        </p:nvGrpSpPr>
        <p:grpSpPr>
          <a:xfrm>
            <a:off x="548713" y="3726552"/>
            <a:ext cx="1775471" cy="1066101"/>
            <a:chOff x="501325" y="4100602"/>
            <a:chExt cx="1775471" cy="1066101"/>
          </a:xfrm>
        </p:grpSpPr>
        <p:sp>
          <p:nvSpPr>
            <p:cNvPr id="1563" name="Google Shape;1563;p50"/>
            <p:cNvSpPr/>
            <p:nvPr/>
          </p:nvSpPr>
          <p:spPr>
            <a:xfrm>
              <a:off x="547489" y="5008751"/>
              <a:ext cx="677290" cy="157952"/>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0"/>
            <p:cNvSpPr/>
            <p:nvPr/>
          </p:nvSpPr>
          <p:spPr>
            <a:xfrm>
              <a:off x="605049"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0"/>
            <p:cNvSpPr/>
            <p:nvPr/>
          </p:nvSpPr>
          <p:spPr>
            <a:xfrm>
              <a:off x="694046"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0"/>
            <p:cNvSpPr/>
            <p:nvPr/>
          </p:nvSpPr>
          <p:spPr>
            <a:xfrm>
              <a:off x="783063"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0"/>
            <p:cNvSpPr/>
            <p:nvPr/>
          </p:nvSpPr>
          <p:spPr>
            <a:xfrm>
              <a:off x="871398" y="50227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0"/>
            <p:cNvSpPr/>
            <p:nvPr/>
          </p:nvSpPr>
          <p:spPr>
            <a:xfrm>
              <a:off x="960416" y="50227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0"/>
            <p:cNvSpPr/>
            <p:nvPr/>
          </p:nvSpPr>
          <p:spPr>
            <a:xfrm>
              <a:off x="1050075" y="5022795"/>
              <a:ext cx="28810" cy="129182"/>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0"/>
            <p:cNvSpPr/>
            <p:nvPr/>
          </p:nvSpPr>
          <p:spPr>
            <a:xfrm>
              <a:off x="1138430" y="50227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0"/>
            <p:cNvSpPr/>
            <p:nvPr/>
          </p:nvSpPr>
          <p:spPr>
            <a:xfrm>
              <a:off x="577603" y="5022795"/>
              <a:ext cx="187404" cy="128520"/>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0"/>
            <p:cNvSpPr/>
            <p:nvPr/>
          </p:nvSpPr>
          <p:spPr>
            <a:xfrm>
              <a:off x="547489" y="5008751"/>
              <a:ext cx="677290" cy="14064"/>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0"/>
            <p:cNvSpPr/>
            <p:nvPr/>
          </p:nvSpPr>
          <p:spPr>
            <a:xfrm>
              <a:off x="501325" y="4849475"/>
              <a:ext cx="676608" cy="157952"/>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0"/>
            <p:cNvSpPr/>
            <p:nvPr/>
          </p:nvSpPr>
          <p:spPr>
            <a:xfrm>
              <a:off x="558203" y="4863519"/>
              <a:ext cx="28790" cy="129844"/>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0"/>
            <p:cNvSpPr/>
            <p:nvPr/>
          </p:nvSpPr>
          <p:spPr>
            <a:xfrm>
              <a:off x="646538"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0"/>
            <p:cNvSpPr/>
            <p:nvPr/>
          </p:nvSpPr>
          <p:spPr>
            <a:xfrm>
              <a:off x="736217" y="48635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0"/>
            <p:cNvSpPr/>
            <p:nvPr/>
          </p:nvSpPr>
          <p:spPr>
            <a:xfrm>
              <a:off x="824552"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0"/>
            <p:cNvSpPr/>
            <p:nvPr/>
          </p:nvSpPr>
          <p:spPr>
            <a:xfrm>
              <a:off x="913570"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0"/>
            <p:cNvSpPr/>
            <p:nvPr/>
          </p:nvSpPr>
          <p:spPr>
            <a:xfrm>
              <a:off x="1001905"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0"/>
            <p:cNvSpPr/>
            <p:nvPr/>
          </p:nvSpPr>
          <p:spPr>
            <a:xfrm>
              <a:off x="1091584"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0"/>
            <p:cNvSpPr/>
            <p:nvPr/>
          </p:nvSpPr>
          <p:spPr>
            <a:xfrm>
              <a:off x="531439" y="4863519"/>
              <a:ext cx="187404" cy="129182"/>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0"/>
            <p:cNvSpPr/>
            <p:nvPr/>
          </p:nvSpPr>
          <p:spPr>
            <a:xfrm>
              <a:off x="501325" y="4849475"/>
              <a:ext cx="676608" cy="14064"/>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0"/>
            <p:cNvSpPr/>
            <p:nvPr/>
          </p:nvSpPr>
          <p:spPr>
            <a:xfrm>
              <a:off x="1574749" y="5008751"/>
              <a:ext cx="677290" cy="157952"/>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0"/>
            <p:cNvSpPr/>
            <p:nvPr/>
          </p:nvSpPr>
          <p:spPr>
            <a:xfrm>
              <a:off x="1631647"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0"/>
            <p:cNvSpPr/>
            <p:nvPr/>
          </p:nvSpPr>
          <p:spPr>
            <a:xfrm>
              <a:off x="1720644"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0"/>
            <p:cNvSpPr/>
            <p:nvPr/>
          </p:nvSpPr>
          <p:spPr>
            <a:xfrm>
              <a:off x="1810323" y="50227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0"/>
            <p:cNvSpPr/>
            <p:nvPr/>
          </p:nvSpPr>
          <p:spPr>
            <a:xfrm>
              <a:off x="1898659"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0"/>
            <p:cNvSpPr/>
            <p:nvPr/>
          </p:nvSpPr>
          <p:spPr>
            <a:xfrm>
              <a:off x="1987676"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0"/>
            <p:cNvSpPr/>
            <p:nvPr/>
          </p:nvSpPr>
          <p:spPr>
            <a:xfrm>
              <a:off x="2076011"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0"/>
            <p:cNvSpPr/>
            <p:nvPr/>
          </p:nvSpPr>
          <p:spPr>
            <a:xfrm>
              <a:off x="2165690"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0"/>
            <p:cNvSpPr/>
            <p:nvPr/>
          </p:nvSpPr>
          <p:spPr>
            <a:xfrm>
              <a:off x="1605545" y="5022795"/>
              <a:ext cx="187404" cy="128520"/>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0"/>
            <p:cNvSpPr/>
            <p:nvPr/>
          </p:nvSpPr>
          <p:spPr>
            <a:xfrm>
              <a:off x="1605545" y="5022795"/>
              <a:ext cx="187404" cy="128520"/>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0"/>
            <p:cNvSpPr/>
            <p:nvPr/>
          </p:nvSpPr>
          <p:spPr>
            <a:xfrm>
              <a:off x="1574749" y="5008751"/>
              <a:ext cx="677290" cy="14064"/>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0"/>
            <p:cNvSpPr/>
            <p:nvPr/>
          </p:nvSpPr>
          <p:spPr>
            <a:xfrm>
              <a:off x="1308400" y="4850137"/>
              <a:ext cx="676608" cy="158634"/>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0"/>
            <p:cNvSpPr/>
            <p:nvPr/>
          </p:nvSpPr>
          <p:spPr>
            <a:xfrm>
              <a:off x="1365297"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0"/>
            <p:cNvSpPr/>
            <p:nvPr/>
          </p:nvSpPr>
          <p:spPr>
            <a:xfrm>
              <a:off x="1454294"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0"/>
            <p:cNvSpPr/>
            <p:nvPr/>
          </p:nvSpPr>
          <p:spPr>
            <a:xfrm>
              <a:off x="1543312"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0"/>
            <p:cNvSpPr/>
            <p:nvPr/>
          </p:nvSpPr>
          <p:spPr>
            <a:xfrm>
              <a:off x="1631647" y="48635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0"/>
            <p:cNvSpPr/>
            <p:nvPr/>
          </p:nvSpPr>
          <p:spPr>
            <a:xfrm>
              <a:off x="1720644" y="48635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0"/>
            <p:cNvSpPr/>
            <p:nvPr/>
          </p:nvSpPr>
          <p:spPr>
            <a:xfrm>
              <a:off x="1810323"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0"/>
            <p:cNvSpPr/>
            <p:nvPr/>
          </p:nvSpPr>
          <p:spPr>
            <a:xfrm>
              <a:off x="1898659" y="48635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0"/>
            <p:cNvSpPr/>
            <p:nvPr/>
          </p:nvSpPr>
          <p:spPr>
            <a:xfrm>
              <a:off x="1338514" y="4863519"/>
              <a:ext cx="187404" cy="129182"/>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0"/>
            <p:cNvSpPr/>
            <p:nvPr/>
          </p:nvSpPr>
          <p:spPr>
            <a:xfrm>
              <a:off x="1308400" y="4849475"/>
              <a:ext cx="676608" cy="14064"/>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0"/>
            <p:cNvSpPr/>
            <p:nvPr/>
          </p:nvSpPr>
          <p:spPr>
            <a:xfrm>
              <a:off x="1599527" y="4693529"/>
              <a:ext cx="677270" cy="158634"/>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0"/>
            <p:cNvSpPr/>
            <p:nvPr/>
          </p:nvSpPr>
          <p:spPr>
            <a:xfrm>
              <a:off x="1657066" y="4707593"/>
              <a:ext cx="29472" cy="129182"/>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0"/>
            <p:cNvSpPr/>
            <p:nvPr/>
          </p:nvSpPr>
          <p:spPr>
            <a:xfrm>
              <a:off x="1746083" y="4707593"/>
              <a:ext cx="28790" cy="129182"/>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0"/>
            <p:cNvSpPr/>
            <p:nvPr/>
          </p:nvSpPr>
          <p:spPr>
            <a:xfrm>
              <a:off x="1923436" y="4707593"/>
              <a:ext cx="28790" cy="129182"/>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0"/>
            <p:cNvSpPr/>
            <p:nvPr/>
          </p:nvSpPr>
          <p:spPr>
            <a:xfrm>
              <a:off x="2012433" y="4707593"/>
              <a:ext cx="29472" cy="129182"/>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0"/>
            <p:cNvSpPr/>
            <p:nvPr/>
          </p:nvSpPr>
          <p:spPr>
            <a:xfrm>
              <a:off x="2101450" y="47075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0"/>
            <p:cNvSpPr/>
            <p:nvPr/>
          </p:nvSpPr>
          <p:spPr>
            <a:xfrm>
              <a:off x="2189785" y="47075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0"/>
            <p:cNvSpPr/>
            <p:nvPr/>
          </p:nvSpPr>
          <p:spPr>
            <a:xfrm>
              <a:off x="1629640" y="4707593"/>
              <a:ext cx="187404" cy="128520"/>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0"/>
            <p:cNvSpPr/>
            <p:nvPr/>
          </p:nvSpPr>
          <p:spPr>
            <a:xfrm>
              <a:off x="1629640" y="4707593"/>
              <a:ext cx="187404" cy="128520"/>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0"/>
            <p:cNvSpPr/>
            <p:nvPr/>
          </p:nvSpPr>
          <p:spPr>
            <a:xfrm>
              <a:off x="1599527" y="4692867"/>
              <a:ext cx="677270" cy="14746"/>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0"/>
            <p:cNvSpPr/>
            <p:nvPr/>
          </p:nvSpPr>
          <p:spPr>
            <a:xfrm>
              <a:off x="1652391" y="4119340"/>
              <a:ext cx="577559" cy="560426"/>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0"/>
            <p:cNvSpPr/>
            <p:nvPr/>
          </p:nvSpPr>
          <p:spPr>
            <a:xfrm>
              <a:off x="1639010" y="4100602"/>
              <a:ext cx="598966" cy="598986"/>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0"/>
            <p:cNvSpPr/>
            <p:nvPr/>
          </p:nvSpPr>
          <p:spPr>
            <a:xfrm>
              <a:off x="1645690" y="4112419"/>
              <a:ext cx="592285" cy="575794"/>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0"/>
            <p:cNvSpPr/>
            <p:nvPr/>
          </p:nvSpPr>
          <p:spPr>
            <a:xfrm>
              <a:off x="1836425" y="4242484"/>
              <a:ext cx="212843" cy="344674"/>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0"/>
            <p:cNvSpPr/>
            <p:nvPr/>
          </p:nvSpPr>
          <p:spPr>
            <a:xfrm>
              <a:off x="1689206" y="4155272"/>
              <a:ext cx="423640" cy="422516"/>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9" name="Google Shape;1619;p50"/>
          <p:cNvGrpSpPr/>
          <p:nvPr/>
        </p:nvGrpSpPr>
        <p:grpSpPr>
          <a:xfrm>
            <a:off x="2191900" y="1461150"/>
            <a:ext cx="961550" cy="803100"/>
            <a:chOff x="1428800" y="3101325"/>
            <a:chExt cx="961550" cy="803100"/>
          </a:xfrm>
        </p:grpSpPr>
        <p:sp>
          <p:nvSpPr>
            <p:cNvPr id="1620" name="Google Shape;1620;p50"/>
            <p:cNvSpPr/>
            <p:nvPr/>
          </p:nvSpPr>
          <p:spPr>
            <a:xfrm>
              <a:off x="1428800" y="3204725"/>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0"/>
            <p:cNvSpPr/>
            <p:nvPr/>
          </p:nvSpPr>
          <p:spPr>
            <a:xfrm>
              <a:off x="1953350" y="3101325"/>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0"/>
            <p:cNvSpPr/>
            <p:nvPr/>
          </p:nvSpPr>
          <p:spPr>
            <a:xfrm>
              <a:off x="1952525" y="3466575"/>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6"/>
        <p:cNvGrpSpPr/>
        <p:nvPr/>
      </p:nvGrpSpPr>
      <p:grpSpPr>
        <a:xfrm>
          <a:off x="0" y="0"/>
          <a:ext cx="0" cy="0"/>
          <a:chOff x="0" y="0"/>
          <a:chExt cx="0" cy="0"/>
        </a:xfrm>
      </p:grpSpPr>
      <p:sp>
        <p:nvSpPr>
          <p:cNvPr id="1627" name="Google Shape;1627;p51"/>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GAP ANALYSIS: THE PHASES</a:t>
            </a:r>
            <a:endParaRPr>
              <a:solidFill>
                <a:schemeClr val="accent3"/>
              </a:solidFill>
            </a:endParaRPr>
          </a:p>
        </p:txBody>
      </p:sp>
      <p:sp>
        <p:nvSpPr>
          <p:cNvPr id="1628" name="Google Shape;1628;p51"/>
          <p:cNvSpPr txBox="1">
            <a:spLocks noGrp="1"/>
          </p:cNvSpPr>
          <p:nvPr>
            <p:ph type="title" idx="2"/>
          </p:nvPr>
        </p:nvSpPr>
        <p:spPr>
          <a:xfrm>
            <a:off x="1053081" y="1675475"/>
            <a:ext cx="22920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ACTUALITY </a:t>
            </a:r>
            <a:endParaRPr/>
          </a:p>
        </p:txBody>
      </p:sp>
      <p:sp>
        <p:nvSpPr>
          <p:cNvPr id="1629" name="Google Shape;1629;p51"/>
          <p:cNvSpPr txBox="1">
            <a:spLocks noGrp="1"/>
          </p:cNvSpPr>
          <p:nvPr>
            <p:ph type="subTitle" idx="1"/>
          </p:nvPr>
        </p:nvSpPr>
        <p:spPr>
          <a:xfrm>
            <a:off x="1053081" y="2000224"/>
            <a:ext cx="2292000" cy="6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is the second planet from the Sun</a:t>
            </a:r>
            <a:endParaRPr/>
          </a:p>
        </p:txBody>
      </p:sp>
      <p:sp>
        <p:nvSpPr>
          <p:cNvPr id="1630" name="Google Shape;1630;p51"/>
          <p:cNvSpPr txBox="1">
            <a:spLocks noGrp="1"/>
          </p:cNvSpPr>
          <p:nvPr>
            <p:ph type="title" idx="3"/>
          </p:nvPr>
        </p:nvSpPr>
        <p:spPr>
          <a:xfrm>
            <a:off x="3428781" y="1675475"/>
            <a:ext cx="22920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a:t>
            </a:r>
            <a:endParaRPr/>
          </a:p>
        </p:txBody>
      </p:sp>
      <p:sp>
        <p:nvSpPr>
          <p:cNvPr id="1631" name="Google Shape;1631;p51"/>
          <p:cNvSpPr txBox="1">
            <a:spLocks noGrp="1"/>
          </p:cNvSpPr>
          <p:nvPr>
            <p:ph type="subTitle" idx="4"/>
          </p:nvPr>
        </p:nvSpPr>
        <p:spPr>
          <a:xfrm>
            <a:off x="3428781" y="2000224"/>
            <a:ext cx="2292000" cy="6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1632" name="Google Shape;1632;p51"/>
          <p:cNvSpPr txBox="1">
            <a:spLocks noGrp="1"/>
          </p:cNvSpPr>
          <p:nvPr>
            <p:ph type="title" idx="5"/>
          </p:nvPr>
        </p:nvSpPr>
        <p:spPr>
          <a:xfrm>
            <a:off x="1053081" y="3162963"/>
            <a:ext cx="22920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PRODUCT</a:t>
            </a:r>
            <a:endParaRPr/>
          </a:p>
        </p:txBody>
      </p:sp>
      <p:sp>
        <p:nvSpPr>
          <p:cNvPr id="1633" name="Google Shape;1633;p51"/>
          <p:cNvSpPr txBox="1">
            <a:spLocks noGrp="1"/>
          </p:cNvSpPr>
          <p:nvPr>
            <p:ph type="subTitle" idx="6"/>
          </p:nvPr>
        </p:nvSpPr>
        <p:spPr>
          <a:xfrm>
            <a:off x="1053081" y="3489799"/>
            <a:ext cx="2292000" cy="6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1634" name="Google Shape;1634;p51"/>
          <p:cNvSpPr txBox="1">
            <a:spLocks noGrp="1"/>
          </p:cNvSpPr>
          <p:nvPr>
            <p:ph type="title" idx="7"/>
          </p:nvPr>
        </p:nvSpPr>
        <p:spPr>
          <a:xfrm>
            <a:off x="3428781" y="3162963"/>
            <a:ext cx="22920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DIVERSIFICATION</a:t>
            </a:r>
            <a:endParaRPr/>
          </a:p>
        </p:txBody>
      </p:sp>
      <p:sp>
        <p:nvSpPr>
          <p:cNvPr id="1635" name="Google Shape;1635;p51"/>
          <p:cNvSpPr txBox="1">
            <a:spLocks noGrp="1"/>
          </p:cNvSpPr>
          <p:nvPr>
            <p:ph type="subTitle" idx="8"/>
          </p:nvPr>
        </p:nvSpPr>
        <p:spPr>
          <a:xfrm>
            <a:off x="3428781" y="3489799"/>
            <a:ext cx="2292000" cy="6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composed of hydrogen and helium</a:t>
            </a:r>
            <a:endParaRPr/>
          </a:p>
        </p:txBody>
      </p:sp>
      <p:sp>
        <p:nvSpPr>
          <p:cNvPr id="1636" name="Google Shape;1636;p51"/>
          <p:cNvSpPr txBox="1">
            <a:spLocks noGrp="1"/>
          </p:cNvSpPr>
          <p:nvPr>
            <p:ph type="subTitle" idx="13"/>
          </p:nvPr>
        </p:nvSpPr>
        <p:spPr>
          <a:xfrm>
            <a:off x="5796506" y="2000224"/>
            <a:ext cx="2292000" cy="6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a:t>
            </a:r>
            <a:endParaRPr/>
          </a:p>
        </p:txBody>
      </p:sp>
      <p:sp>
        <p:nvSpPr>
          <p:cNvPr id="1637" name="Google Shape;1637;p51"/>
          <p:cNvSpPr txBox="1">
            <a:spLocks noGrp="1"/>
          </p:cNvSpPr>
          <p:nvPr>
            <p:ph type="title" idx="14"/>
          </p:nvPr>
        </p:nvSpPr>
        <p:spPr>
          <a:xfrm>
            <a:off x="5796506" y="3162963"/>
            <a:ext cx="22920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POTENTIAL</a:t>
            </a:r>
            <a:endParaRPr/>
          </a:p>
        </p:txBody>
      </p:sp>
      <p:sp>
        <p:nvSpPr>
          <p:cNvPr id="1638" name="Google Shape;1638;p51"/>
          <p:cNvSpPr txBox="1">
            <a:spLocks noGrp="1"/>
          </p:cNvSpPr>
          <p:nvPr>
            <p:ph type="subTitle" idx="15"/>
          </p:nvPr>
        </p:nvSpPr>
        <p:spPr>
          <a:xfrm>
            <a:off x="5796506" y="3489799"/>
            <a:ext cx="2292000" cy="6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farthest planet from the Sun</a:t>
            </a:r>
            <a:endParaRPr/>
          </a:p>
        </p:txBody>
      </p:sp>
      <p:sp>
        <p:nvSpPr>
          <p:cNvPr id="1639" name="Google Shape;1639;p51"/>
          <p:cNvSpPr txBox="1">
            <a:spLocks noGrp="1"/>
          </p:cNvSpPr>
          <p:nvPr>
            <p:ph type="title" idx="9"/>
          </p:nvPr>
        </p:nvSpPr>
        <p:spPr>
          <a:xfrm>
            <a:off x="5796506" y="1675475"/>
            <a:ext cx="22920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GROWTH</a:t>
            </a:r>
            <a:endParaRPr/>
          </a:p>
        </p:txBody>
      </p:sp>
      <p:grpSp>
        <p:nvGrpSpPr>
          <p:cNvPr id="1640" name="Google Shape;1640;p51"/>
          <p:cNvGrpSpPr/>
          <p:nvPr/>
        </p:nvGrpSpPr>
        <p:grpSpPr>
          <a:xfrm>
            <a:off x="136675" y="863250"/>
            <a:ext cx="961550" cy="803100"/>
            <a:chOff x="4781075" y="719300"/>
            <a:chExt cx="961550" cy="803100"/>
          </a:xfrm>
        </p:grpSpPr>
        <p:sp>
          <p:nvSpPr>
            <p:cNvPr id="1641" name="Google Shape;1641;p51"/>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1"/>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1"/>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4" name="Google Shape;1644;p51"/>
          <p:cNvGrpSpPr/>
          <p:nvPr/>
        </p:nvGrpSpPr>
        <p:grpSpPr>
          <a:xfrm>
            <a:off x="8272025" y="927425"/>
            <a:ext cx="741400" cy="748050"/>
            <a:chOff x="1549600" y="449100"/>
            <a:chExt cx="741400" cy="748050"/>
          </a:xfrm>
        </p:grpSpPr>
        <p:sp>
          <p:nvSpPr>
            <p:cNvPr id="1645" name="Google Shape;1645;p51"/>
            <p:cNvSpPr/>
            <p:nvPr/>
          </p:nvSpPr>
          <p:spPr>
            <a:xfrm>
              <a:off x="1549600" y="521650"/>
              <a:ext cx="675525" cy="675500"/>
            </a:xfrm>
            <a:custGeom>
              <a:avLst/>
              <a:gdLst/>
              <a:ahLst/>
              <a:cxnLst/>
              <a:rect l="l" t="t" r="r" b="b"/>
              <a:pathLst>
                <a:path w="27021" h="27020" extrusionOk="0">
                  <a:moveTo>
                    <a:pt x="13511" y="3403"/>
                  </a:moveTo>
                  <a:cubicBezTo>
                    <a:pt x="19081" y="3403"/>
                    <a:pt x="23618" y="7906"/>
                    <a:pt x="23618" y="13510"/>
                  </a:cubicBezTo>
                  <a:cubicBezTo>
                    <a:pt x="23618" y="19047"/>
                    <a:pt x="19115" y="23617"/>
                    <a:pt x="13511" y="23617"/>
                  </a:cubicBezTo>
                  <a:cubicBezTo>
                    <a:pt x="7973" y="23617"/>
                    <a:pt x="3437" y="19114"/>
                    <a:pt x="3437" y="13510"/>
                  </a:cubicBezTo>
                  <a:cubicBezTo>
                    <a:pt x="3437" y="7973"/>
                    <a:pt x="7940" y="3403"/>
                    <a:pt x="13511" y="3403"/>
                  </a:cubicBezTo>
                  <a:close/>
                  <a:moveTo>
                    <a:pt x="13511" y="0"/>
                  </a:moveTo>
                  <a:cubicBezTo>
                    <a:pt x="6072" y="0"/>
                    <a:pt x="1" y="6038"/>
                    <a:pt x="1" y="13510"/>
                  </a:cubicBezTo>
                  <a:cubicBezTo>
                    <a:pt x="1" y="20982"/>
                    <a:pt x="6072" y="27020"/>
                    <a:pt x="13511" y="27020"/>
                  </a:cubicBezTo>
                  <a:cubicBezTo>
                    <a:pt x="20983" y="27020"/>
                    <a:pt x="27020" y="20982"/>
                    <a:pt x="27020" y="13510"/>
                  </a:cubicBezTo>
                  <a:cubicBezTo>
                    <a:pt x="27020" y="6038"/>
                    <a:pt x="20983" y="0"/>
                    <a:pt x="13511"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1"/>
            <p:cNvSpPr/>
            <p:nvPr/>
          </p:nvSpPr>
          <p:spPr>
            <a:xfrm>
              <a:off x="1716400" y="688425"/>
              <a:ext cx="343600" cy="341950"/>
            </a:xfrm>
            <a:custGeom>
              <a:avLst/>
              <a:gdLst/>
              <a:ahLst/>
              <a:cxnLst/>
              <a:rect l="l" t="t" r="r" b="b"/>
              <a:pathLst>
                <a:path w="13744" h="13678" extrusionOk="0">
                  <a:moveTo>
                    <a:pt x="6839" y="3837"/>
                  </a:moveTo>
                  <a:cubicBezTo>
                    <a:pt x="8506" y="3837"/>
                    <a:pt x="9907" y="5171"/>
                    <a:pt x="9907" y="6872"/>
                  </a:cubicBezTo>
                  <a:cubicBezTo>
                    <a:pt x="9907" y="8507"/>
                    <a:pt x="8506" y="9875"/>
                    <a:pt x="6839" y="9875"/>
                  </a:cubicBezTo>
                  <a:cubicBezTo>
                    <a:pt x="5171" y="9875"/>
                    <a:pt x="3836" y="8540"/>
                    <a:pt x="3836" y="6872"/>
                  </a:cubicBezTo>
                  <a:cubicBezTo>
                    <a:pt x="3836" y="5205"/>
                    <a:pt x="5171" y="3837"/>
                    <a:pt x="6839" y="3837"/>
                  </a:cubicBezTo>
                  <a:close/>
                  <a:moveTo>
                    <a:pt x="6839" y="1"/>
                  </a:moveTo>
                  <a:cubicBezTo>
                    <a:pt x="3069" y="1"/>
                    <a:pt x="0" y="3103"/>
                    <a:pt x="0" y="6839"/>
                  </a:cubicBezTo>
                  <a:cubicBezTo>
                    <a:pt x="0" y="10642"/>
                    <a:pt x="3069" y="13677"/>
                    <a:pt x="6839" y="13677"/>
                  </a:cubicBezTo>
                  <a:cubicBezTo>
                    <a:pt x="10641" y="13677"/>
                    <a:pt x="13677" y="10575"/>
                    <a:pt x="13677" y="6839"/>
                  </a:cubicBezTo>
                  <a:cubicBezTo>
                    <a:pt x="13744" y="3036"/>
                    <a:pt x="10641" y="1"/>
                    <a:pt x="6839"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1"/>
            <p:cNvSpPr/>
            <p:nvPr/>
          </p:nvSpPr>
          <p:spPr>
            <a:xfrm>
              <a:off x="1877350" y="503100"/>
              <a:ext cx="361950" cy="363825"/>
            </a:xfrm>
            <a:custGeom>
              <a:avLst/>
              <a:gdLst/>
              <a:ahLst/>
              <a:cxnLst/>
              <a:rect l="l" t="t" r="r" b="b"/>
              <a:pathLst>
                <a:path w="14478" h="14553" extrusionOk="0">
                  <a:moveTo>
                    <a:pt x="14227" y="0"/>
                  </a:moveTo>
                  <a:cubicBezTo>
                    <a:pt x="14177" y="0"/>
                    <a:pt x="14127" y="25"/>
                    <a:pt x="14077" y="75"/>
                  </a:cubicBezTo>
                  <a:lnTo>
                    <a:pt x="67" y="14219"/>
                  </a:lnTo>
                  <a:cubicBezTo>
                    <a:pt x="0" y="14285"/>
                    <a:pt x="0" y="14419"/>
                    <a:pt x="67" y="14519"/>
                  </a:cubicBezTo>
                  <a:cubicBezTo>
                    <a:pt x="134" y="14552"/>
                    <a:pt x="200" y="14552"/>
                    <a:pt x="234" y="14552"/>
                  </a:cubicBezTo>
                  <a:cubicBezTo>
                    <a:pt x="267" y="14552"/>
                    <a:pt x="334" y="14552"/>
                    <a:pt x="367" y="14519"/>
                  </a:cubicBezTo>
                  <a:lnTo>
                    <a:pt x="14377" y="376"/>
                  </a:lnTo>
                  <a:cubicBezTo>
                    <a:pt x="14477" y="275"/>
                    <a:pt x="14477" y="142"/>
                    <a:pt x="14377" y="75"/>
                  </a:cubicBezTo>
                  <a:cubicBezTo>
                    <a:pt x="14327" y="25"/>
                    <a:pt x="14277" y="0"/>
                    <a:pt x="14227"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1"/>
            <p:cNvSpPr/>
            <p:nvPr/>
          </p:nvSpPr>
          <p:spPr>
            <a:xfrm>
              <a:off x="2187575" y="480775"/>
              <a:ext cx="74225" cy="74250"/>
            </a:xfrm>
            <a:custGeom>
              <a:avLst/>
              <a:gdLst/>
              <a:ahLst/>
              <a:cxnLst/>
              <a:rect l="l" t="t" r="r" b="b"/>
              <a:pathLst>
                <a:path w="2969" h="2970" extrusionOk="0">
                  <a:moveTo>
                    <a:pt x="234" y="1"/>
                  </a:moveTo>
                  <a:cubicBezTo>
                    <a:pt x="100" y="1"/>
                    <a:pt x="0" y="101"/>
                    <a:pt x="0" y="201"/>
                  </a:cubicBezTo>
                  <a:lnTo>
                    <a:pt x="0" y="2970"/>
                  </a:lnTo>
                  <a:lnTo>
                    <a:pt x="2769" y="2836"/>
                  </a:lnTo>
                  <a:cubicBezTo>
                    <a:pt x="2902" y="2836"/>
                    <a:pt x="2969" y="2770"/>
                    <a:pt x="2969" y="2636"/>
                  </a:cubicBezTo>
                  <a:cubicBezTo>
                    <a:pt x="2969" y="2503"/>
                    <a:pt x="2902" y="2436"/>
                    <a:pt x="2769" y="2436"/>
                  </a:cubicBezTo>
                  <a:lnTo>
                    <a:pt x="434" y="2569"/>
                  </a:lnTo>
                  <a:lnTo>
                    <a:pt x="434" y="201"/>
                  </a:lnTo>
                  <a:cubicBezTo>
                    <a:pt x="434" y="101"/>
                    <a:pt x="334" y="1"/>
                    <a:pt x="234"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1"/>
            <p:cNvSpPr/>
            <p:nvPr/>
          </p:nvSpPr>
          <p:spPr>
            <a:xfrm>
              <a:off x="2220100" y="449100"/>
              <a:ext cx="70900" cy="72575"/>
            </a:xfrm>
            <a:custGeom>
              <a:avLst/>
              <a:gdLst/>
              <a:ahLst/>
              <a:cxnLst/>
              <a:rect l="l" t="t" r="r" b="b"/>
              <a:pathLst>
                <a:path w="2836" h="2903" extrusionOk="0">
                  <a:moveTo>
                    <a:pt x="434" y="0"/>
                  </a:moveTo>
                  <a:cubicBezTo>
                    <a:pt x="334" y="0"/>
                    <a:pt x="200" y="67"/>
                    <a:pt x="200" y="201"/>
                  </a:cubicBezTo>
                  <a:lnTo>
                    <a:pt x="0" y="2902"/>
                  </a:lnTo>
                  <a:lnTo>
                    <a:pt x="0" y="2902"/>
                  </a:lnTo>
                  <a:lnTo>
                    <a:pt x="2635" y="2702"/>
                  </a:lnTo>
                  <a:cubicBezTo>
                    <a:pt x="2769" y="2702"/>
                    <a:pt x="2835" y="2602"/>
                    <a:pt x="2835" y="2502"/>
                  </a:cubicBezTo>
                  <a:cubicBezTo>
                    <a:pt x="2835" y="2369"/>
                    <a:pt x="2769" y="2269"/>
                    <a:pt x="2635" y="2269"/>
                  </a:cubicBezTo>
                  <a:lnTo>
                    <a:pt x="434" y="2402"/>
                  </a:lnTo>
                  <a:lnTo>
                    <a:pt x="634" y="201"/>
                  </a:lnTo>
                  <a:cubicBezTo>
                    <a:pt x="634" y="100"/>
                    <a:pt x="534" y="0"/>
                    <a:pt x="434"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0" name="Google Shape;1650;p51"/>
          <p:cNvGrpSpPr/>
          <p:nvPr/>
        </p:nvGrpSpPr>
        <p:grpSpPr>
          <a:xfrm flipH="1">
            <a:off x="146103" y="2495248"/>
            <a:ext cx="1147784" cy="2410977"/>
            <a:chOff x="7946328" y="2524023"/>
            <a:chExt cx="1147784" cy="2410977"/>
          </a:xfrm>
        </p:grpSpPr>
        <p:sp>
          <p:nvSpPr>
            <p:cNvPr id="1651" name="Google Shape;1651;p51"/>
            <p:cNvSpPr/>
            <p:nvPr/>
          </p:nvSpPr>
          <p:spPr>
            <a:xfrm>
              <a:off x="8191113" y="4793400"/>
              <a:ext cx="903000" cy="1416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2" name="Google Shape;1652;p51"/>
            <p:cNvGrpSpPr/>
            <p:nvPr/>
          </p:nvGrpSpPr>
          <p:grpSpPr>
            <a:xfrm>
              <a:off x="8441179" y="4632092"/>
              <a:ext cx="402873" cy="227929"/>
              <a:chOff x="6174384" y="3385087"/>
              <a:chExt cx="1445543" cy="817828"/>
            </a:xfrm>
          </p:grpSpPr>
          <p:sp>
            <p:nvSpPr>
              <p:cNvPr id="1653" name="Google Shape;1653;p51"/>
              <p:cNvSpPr/>
              <p:nvPr/>
            </p:nvSpPr>
            <p:spPr>
              <a:xfrm>
                <a:off x="6174384" y="3478779"/>
                <a:ext cx="1445543" cy="724136"/>
              </a:xfrm>
              <a:custGeom>
                <a:avLst/>
                <a:gdLst/>
                <a:ahLst/>
                <a:cxnLst/>
                <a:rect l="l" t="t" r="r" b="b"/>
                <a:pathLst>
                  <a:path w="72052" h="36094" extrusionOk="0">
                    <a:moveTo>
                      <a:pt x="0" y="1"/>
                    </a:moveTo>
                    <a:lnTo>
                      <a:pt x="0" y="31423"/>
                    </a:lnTo>
                    <a:cubicBezTo>
                      <a:pt x="0" y="34025"/>
                      <a:pt x="16145" y="36093"/>
                      <a:pt x="36026" y="36093"/>
                    </a:cubicBezTo>
                    <a:cubicBezTo>
                      <a:pt x="55907" y="36093"/>
                      <a:pt x="72052" y="34025"/>
                      <a:pt x="72052" y="31423"/>
                    </a:cubicBezTo>
                    <a:lnTo>
                      <a:pt x="720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1"/>
              <p:cNvSpPr/>
              <p:nvPr/>
            </p:nvSpPr>
            <p:spPr>
              <a:xfrm>
                <a:off x="6174384" y="3385087"/>
                <a:ext cx="1445543" cy="187404"/>
              </a:xfrm>
              <a:custGeom>
                <a:avLst/>
                <a:gdLst/>
                <a:ahLst/>
                <a:cxnLst/>
                <a:rect l="l" t="t" r="r" b="b"/>
                <a:pathLst>
                  <a:path w="72052" h="9341" extrusionOk="0">
                    <a:moveTo>
                      <a:pt x="36026" y="1"/>
                    </a:moveTo>
                    <a:cubicBezTo>
                      <a:pt x="16145" y="1"/>
                      <a:pt x="0" y="2069"/>
                      <a:pt x="0" y="4671"/>
                    </a:cubicBezTo>
                    <a:cubicBezTo>
                      <a:pt x="0" y="7239"/>
                      <a:pt x="16145" y="9341"/>
                      <a:pt x="36026" y="9341"/>
                    </a:cubicBezTo>
                    <a:cubicBezTo>
                      <a:pt x="55907" y="9341"/>
                      <a:pt x="72052" y="7239"/>
                      <a:pt x="72052" y="4671"/>
                    </a:cubicBezTo>
                    <a:cubicBezTo>
                      <a:pt x="72052" y="2069"/>
                      <a:pt x="55907" y="1"/>
                      <a:pt x="360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1"/>
              <p:cNvSpPr/>
              <p:nvPr/>
            </p:nvSpPr>
            <p:spPr>
              <a:xfrm>
                <a:off x="6606711" y="3441303"/>
                <a:ext cx="580910" cy="74974"/>
              </a:xfrm>
              <a:custGeom>
                <a:avLst/>
                <a:gdLst/>
                <a:ahLst/>
                <a:cxnLst/>
                <a:rect l="l" t="t" r="r" b="b"/>
                <a:pathLst>
                  <a:path w="28955" h="3737" extrusionOk="0">
                    <a:moveTo>
                      <a:pt x="14477" y="1"/>
                    </a:moveTo>
                    <a:cubicBezTo>
                      <a:pt x="6471" y="1"/>
                      <a:pt x="0" y="835"/>
                      <a:pt x="0" y="1869"/>
                    </a:cubicBezTo>
                    <a:cubicBezTo>
                      <a:pt x="0" y="2903"/>
                      <a:pt x="6471" y="3737"/>
                      <a:pt x="14477" y="3737"/>
                    </a:cubicBezTo>
                    <a:cubicBezTo>
                      <a:pt x="22483" y="3737"/>
                      <a:pt x="28954" y="2903"/>
                      <a:pt x="28954" y="1869"/>
                    </a:cubicBezTo>
                    <a:cubicBezTo>
                      <a:pt x="28954" y="835"/>
                      <a:pt x="22483" y="1"/>
                      <a:pt x="144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6" name="Google Shape;1656;p51"/>
            <p:cNvGrpSpPr/>
            <p:nvPr/>
          </p:nvGrpSpPr>
          <p:grpSpPr>
            <a:xfrm>
              <a:off x="7946328" y="2524023"/>
              <a:ext cx="712760" cy="2108087"/>
              <a:chOff x="5519203" y="1070898"/>
              <a:chExt cx="712760" cy="2108087"/>
            </a:xfrm>
          </p:grpSpPr>
          <p:sp>
            <p:nvSpPr>
              <p:cNvPr id="1657" name="Google Shape;1657;p51"/>
              <p:cNvSpPr/>
              <p:nvPr/>
            </p:nvSpPr>
            <p:spPr>
              <a:xfrm>
                <a:off x="5519203" y="1234187"/>
                <a:ext cx="490568" cy="229936"/>
              </a:xfrm>
              <a:custGeom>
                <a:avLst/>
                <a:gdLst/>
                <a:ahLst/>
                <a:cxnLst/>
                <a:rect l="l" t="t" r="r" b="b"/>
                <a:pathLst>
                  <a:path w="24452" h="11461" extrusionOk="0">
                    <a:moveTo>
                      <a:pt x="21516" y="1"/>
                    </a:moveTo>
                    <a:cubicBezTo>
                      <a:pt x="20749" y="1135"/>
                      <a:pt x="19281" y="468"/>
                      <a:pt x="12576" y="1835"/>
                    </a:cubicBezTo>
                    <a:cubicBezTo>
                      <a:pt x="5905" y="3270"/>
                      <a:pt x="1" y="8874"/>
                      <a:pt x="1" y="8874"/>
                    </a:cubicBezTo>
                    <a:cubicBezTo>
                      <a:pt x="1049" y="8463"/>
                      <a:pt x="2373" y="8296"/>
                      <a:pt x="3842" y="8296"/>
                    </a:cubicBezTo>
                    <a:cubicBezTo>
                      <a:pt x="9526" y="8296"/>
                      <a:pt x="17383" y="10785"/>
                      <a:pt x="19848" y="11209"/>
                    </a:cubicBezTo>
                    <a:cubicBezTo>
                      <a:pt x="20893" y="11398"/>
                      <a:pt x="21753" y="11461"/>
                      <a:pt x="22435" y="11461"/>
                    </a:cubicBezTo>
                    <a:cubicBezTo>
                      <a:pt x="23799" y="11461"/>
                      <a:pt x="24452" y="11209"/>
                      <a:pt x="24452" y="11209"/>
                    </a:cubicBezTo>
                    <a:cubicBezTo>
                      <a:pt x="23684" y="5838"/>
                      <a:pt x="21516" y="1"/>
                      <a:pt x="215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1"/>
              <p:cNvSpPr/>
              <p:nvPr/>
            </p:nvSpPr>
            <p:spPr>
              <a:xfrm>
                <a:off x="5861189" y="1076094"/>
                <a:ext cx="370775" cy="347623"/>
              </a:xfrm>
              <a:custGeom>
                <a:avLst/>
                <a:gdLst/>
                <a:ahLst/>
                <a:cxnLst/>
                <a:rect l="l" t="t" r="r" b="b"/>
                <a:pathLst>
                  <a:path w="18481" h="17327" extrusionOk="0">
                    <a:moveTo>
                      <a:pt x="12823" y="0"/>
                    </a:moveTo>
                    <a:cubicBezTo>
                      <a:pt x="11663" y="0"/>
                      <a:pt x="10358" y="75"/>
                      <a:pt x="8940" y="275"/>
                    </a:cubicBezTo>
                    <a:cubicBezTo>
                      <a:pt x="3269" y="1109"/>
                      <a:pt x="0" y="3611"/>
                      <a:pt x="0" y="3945"/>
                    </a:cubicBezTo>
                    <a:cubicBezTo>
                      <a:pt x="0" y="4278"/>
                      <a:pt x="3469" y="17187"/>
                      <a:pt x="3603" y="17321"/>
                    </a:cubicBezTo>
                    <a:cubicBezTo>
                      <a:pt x="3608" y="17325"/>
                      <a:pt x="3613" y="17326"/>
                      <a:pt x="3619" y="17326"/>
                    </a:cubicBezTo>
                    <a:cubicBezTo>
                      <a:pt x="3750" y="17326"/>
                      <a:pt x="4094" y="16358"/>
                      <a:pt x="7196" y="16358"/>
                    </a:cubicBezTo>
                    <a:cubicBezTo>
                      <a:pt x="7495" y="16358"/>
                      <a:pt x="7820" y="16367"/>
                      <a:pt x="8173" y="16387"/>
                    </a:cubicBezTo>
                    <a:cubicBezTo>
                      <a:pt x="10800" y="16550"/>
                      <a:pt x="12846" y="16603"/>
                      <a:pt x="14397" y="16603"/>
                    </a:cubicBezTo>
                    <a:cubicBezTo>
                      <a:pt x="17277" y="16603"/>
                      <a:pt x="18447" y="16420"/>
                      <a:pt x="18447" y="16420"/>
                    </a:cubicBezTo>
                    <a:lnTo>
                      <a:pt x="18447" y="676"/>
                    </a:lnTo>
                    <a:lnTo>
                      <a:pt x="18480" y="676"/>
                    </a:lnTo>
                    <a:cubicBezTo>
                      <a:pt x="18480" y="676"/>
                      <a:pt x="16304" y="0"/>
                      <a:pt x="128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1"/>
              <p:cNvSpPr/>
              <p:nvPr/>
            </p:nvSpPr>
            <p:spPr>
              <a:xfrm>
                <a:off x="6231944" y="1070898"/>
                <a:ext cx="20" cy="2108087"/>
              </a:xfrm>
              <a:custGeom>
                <a:avLst/>
                <a:gdLst/>
                <a:ahLst/>
                <a:cxnLst/>
                <a:rect l="l" t="t" r="r" b="b"/>
                <a:pathLst>
                  <a:path w="1" h="105076" fill="none" extrusionOk="0">
                    <a:moveTo>
                      <a:pt x="0" y="1"/>
                    </a:moveTo>
                    <a:lnTo>
                      <a:pt x="0" y="105076"/>
                    </a:lnTo>
                  </a:path>
                </a:pathLst>
              </a:custGeom>
              <a:noFill/>
              <a:ln w="14175"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60" name="Google Shape;1660;p51"/>
          <p:cNvSpPr/>
          <p:nvPr/>
        </p:nvSpPr>
        <p:spPr>
          <a:xfrm>
            <a:off x="7433647" y="4669147"/>
            <a:ext cx="1369800" cy="1704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1" name="Google Shape;1661;p51"/>
          <p:cNvGrpSpPr/>
          <p:nvPr/>
        </p:nvGrpSpPr>
        <p:grpSpPr>
          <a:xfrm>
            <a:off x="7671776" y="4224841"/>
            <a:ext cx="893772" cy="536569"/>
            <a:chOff x="501325" y="4100602"/>
            <a:chExt cx="1775471" cy="1066101"/>
          </a:xfrm>
        </p:grpSpPr>
        <p:sp>
          <p:nvSpPr>
            <p:cNvPr id="1662" name="Google Shape;1662;p51"/>
            <p:cNvSpPr/>
            <p:nvPr/>
          </p:nvSpPr>
          <p:spPr>
            <a:xfrm>
              <a:off x="547489" y="5008751"/>
              <a:ext cx="677290" cy="157952"/>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1"/>
            <p:cNvSpPr/>
            <p:nvPr/>
          </p:nvSpPr>
          <p:spPr>
            <a:xfrm>
              <a:off x="605049"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1"/>
            <p:cNvSpPr/>
            <p:nvPr/>
          </p:nvSpPr>
          <p:spPr>
            <a:xfrm>
              <a:off x="694046"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1"/>
            <p:cNvSpPr/>
            <p:nvPr/>
          </p:nvSpPr>
          <p:spPr>
            <a:xfrm>
              <a:off x="783063"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1"/>
            <p:cNvSpPr/>
            <p:nvPr/>
          </p:nvSpPr>
          <p:spPr>
            <a:xfrm>
              <a:off x="871398" y="50227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1"/>
            <p:cNvSpPr/>
            <p:nvPr/>
          </p:nvSpPr>
          <p:spPr>
            <a:xfrm>
              <a:off x="960416" y="50227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1"/>
            <p:cNvSpPr/>
            <p:nvPr/>
          </p:nvSpPr>
          <p:spPr>
            <a:xfrm>
              <a:off x="1050075" y="5022795"/>
              <a:ext cx="28810" cy="129182"/>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1"/>
            <p:cNvSpPr/>
            <p:nvPr/>
          </p:nvSpPr>
          <p:spPr>
            <a:xfrm>
              <a:off x="1138430" y="50227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1"/>
            <p:cNvSpPr/>
            <p:nvPr/>
          </p:nvSpPr>
          <p:spPr>
            <a:xfrm>
              <a:off x="577603" y="5022795"/>
              <a:ext cx="187404" cy="128520"/>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1"/>
            <p:cNvSpPr/>
            <p:nvPr/>
          </p:nvSpPr>
          <p:spPr>
            <a:xfrm>
              <a:off x="547489" y="5008751"/>
              <a:ext cx="677290" cy="14064"/>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1"/>
            <p:cNvSpPr/>
            <p:nvPr/>
          </p:nvSpPr>
          <p:spPr>
            <a:xfrm>
              <a:off x="501325" y="4849475"/>
              <a:ext cx="676608" cy="157952"/>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1"/>
            <p:cNvSpPr/>
            <p:nvPr/>
          </p:nvSpPr>
          <p:spPr>
            <a:xfrm>
              <a:off x="558203" y="4863519"/>
              <a:ext cx="28790" cy="129844"/>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1"/>
            <p:cNvSpPr/>
            <p:nvPr/>
          </p:nvSpPr>
          <p:spPr>
            <a:xfrm>
              <a:off x="646538"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1"/>
            <p:cNvSpPr/>
            <p:nvPr/>
          </p:nvSpPr>
          <p:spPr>
            <a:xfrm>
              <a:off x="736217" y="48635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1"/>
            <p:cNvSpPr/>
            <p:nvPr/>
          </p:nvSpPr>
          <p:spPr>
            <a:xfrm>
              <a:off x="824552"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1"/>
            <p:cNvSpPr/>
            <p:nvPr/>
          </p:nvSpPr>
          <p:spPr>
            <a:xfrm>
              <a:off x="913570"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1"/>
            <p:cNvSpPr/>
            <p:nvPr/>
          </p:nvSpPr>
          <p:spPr>
            <a:xfrm>
              <a:off x="1001905"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1"/>
            <p:cNvSpPr/>
            <p:nvPr/>
          </p:nvSpPr>
          <p:spPr>
            <a:xfrm>
              <a:off x="1091584"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51"/>
            <p:cNvSpPr/>
            <p:nvPr/>
          </p:nvSpPr>
          <p:spPr>
            <a:xfrm>
              <a:off x="531439" y="4863519"/>
              <a:ext cx="187404" cy="129182"/>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51"/>
            <p:cNvSpPr/>
            <p:nvPr/>
          </p:nvSpPr>
          <p:spPr>
            <a:xfrm>
              <a:off x="501325" y="4849475"/>
              <a:ext cx="676608" cy="14064"/>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1"/>
            <p:cNvSpPr/>
            <p:nvPr/>
          </p:nvSpPr>
          <p:spPr>
            <a:xfrm>
              <a:off x="1574749" y="5008751"/>
              <a:ext cx="677290" cy="157952"/>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1"/>
            <p:cNvSpPr/>
            <p:nvPr/>
          </p:nvSpPr>
          <p:spPr>
            <a:xfrm>
              <a:off x="1631647"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1"/>
            <p:cNvSpPr/>
            <p:nvPr/>
          </p:nvSpPr>
          <p:spPr>
            <a:xfrm>
              <a:off x="1720644"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1"/>
            <p:cNvSpPr/>
            <p:nvPr/>
          </p:nvSpPr>
          <p:spPr>
            <a:xfrm>
              <a:off x="1810323" y="50227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1"/>
            <p:cNvSpPr/>
            <p:nvPr/>
          </p:nvSpPr>
          <p:spPr>
            <a:xfrm>
              <a:off x="1898659"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51"/>
            <p:cNvSpPr/>
            <p:nvPr/>
          </p:nvSpPr>
          <p:spPr>
            <a:xfrm>
              <a:off x="1987676"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51"/>
            <p:cNvSpPr/>
            <p:nvPr/>
          </p:nvSpPr>
          <p:spPr>
            <a:xfrm>
              <a:off x="2076011"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1"/>
            <p:cNvSpPr/>
            <p:nvPr/>
          </p:nvSpPr>
          <p:spPr>
            <a:xfrm>
              <a:off x="2165690"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1"/>
            <p:cNvSpPr/>
            <p:nvPr/>
          </p:nvSpPr>
          <p:spPr>
            <a:xfrm>
              <a:off x="1605545" y="5022795"/>
              <a:ext cx="187404" cy="128520"/>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1"/>
            <p:cNvSpPr/>
            <p:nvPr/>
          </p:nvSpPr>
          <p:spPr>
            <a:xfrm>
              <a:off x="1605545" y="5022795"/>
              <a:ext cx="187404" cy="128520"/>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51"/>
            <p:cNvSpPr/>
            <p:nvPr/>
          </p:nvSpPr>
          <p:spPr>
            <a:xfrm>
              <a:off x="1574749" y="5008751"/>
              <a:ext cx="677290" cy="14064"/>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51"/>
            <p:cNvSpPr/>
            <p:nvPr/>
          </p:nvSpPr>
          <p:spPr>
            <a:xfrm>
              <a:off x="1308400" y="4850137"/>
              <a:ext cx="676608" cy="158634"/>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1"/>
            <p:cNvSpPr/>
            <p:nvPr/>
          </p:nvSpPr>
          <p:spPr>
            <a:xfrm>
              <a:off x="1365297"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1"/>
            <p:cNvSpPr/>
            <p:nvPr/>
          </p:nvSpPr>
          <p:spPr>
            <a:xfrm>
              <a:off x="1454294"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1"/>
            <p:cNvSpPr/>
            <p:nvPr/>
          </p:nvSpPr>
          <p:spPr>
            <a:xfrm>
              <a:off x="1543312"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51"/>
            <p:cNvSpPr/>
            <p:nvPr/>
          </p:nvSpPr>
          <p:spPr>
            <a:xfrm>
              <a:off x="1631647" y="48635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1"/>
            <p:cNvSpPr/>
            <p:nvPr/>
          </p:nvSpPr>
          <p:spPr>
            <a:xfrm>
              <a:off x="1720644" y="48635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1"/>
            <p:cNvSpPr/>
            <p:nvPr/>
          </p:nvSpPr>
          <p:spPr>
            <a:xfrm>
              <a:off x="1810323"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1"/>
            <p:cNvSpPr/>
            <p:nvPr/>
          </p:nvSpPr>
          <p:spPr>
            <a:xfrm>
              <a:off x="1898659" y="48635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1"/>
            <p:cNvSpPr/>
            <p:nvPr/>
          </p:nvSpPr>
          <p:spPr>
            <a:xfrm>
              <a:off x="1338514" y="4863519"/>
              <a:ext cx="187404" cy="129182"/>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1"/>
            <p:cNvSpPr/>
            <p:nvPr/>
          </p:nvSpPr>
          <p:spPr>
            <a:xfrm>
              <a:off x="1308400" y="4849475"/>
              <a:ext cx="676608" cy="14064"/>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1"/>
            <p:cNvSpPr/>
            <p:nvPr/>
          </p:nvSpPr>
          <p:spPr>
            <a:xfrm>
              <a:off x="1599527" y="4693529"/>
              <a:ext cx="677270" cy="158634"/>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1"/>
            <p:cNvSpPr/>
            <p:nvPr/>
          </p:nvSpPr>
          <p:spPr>
            <a:xfrm>
              <a:off x="1657066" y="4707593"/>
              <a:ext cx="29472" cy="129182"/>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51"/>
            <p:cNvSpPr/>
            <p:nvPr/>
          </p:nvSpPr>
          <p:spPr>
            <a:xfrm>
              <a:off x="1746083" y="4707593"/>
              <a:ext cx="28790" cy="129182"/>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1"/>
            <p:cNvSpPr/>
            <p:nvPr/>
          </p:nvSpPr>
          <p:spPr>
            <a:xfrm>
              <a:off x="1923436" y="4707593"/>
              <a:ext cx="28790" cy="129182"/>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51"/>
            <p:cNvSpPr/>
            <p:nvPr/>
          </p:nvSpPr>
          <p:spPr>
            <a:xfrm>
              <a:off x="2012433" y="4707593"/>
              <a:ext cx="29472" cy="129182"/>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51"/>
            <p:cNvSpPr/>
            <p:nvPr/>
          </p:nvSpPr>
          <p:spPr>
            <a:xfrm>
              <a:off x="2101450" y="47075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51"/>
            <p:cNvSpPr/>
            <p:nvPr/>
          </p:nvSpPr>
          <p:spPr>
            <a:xfrm>
              <a:off x="2189785" y="47075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1"/>
            <p:cNvSpPr/>
            <p:nvPr/>
          </p:nvSpPr>
          <p:spPr>
            <a:xfrm>
              <a:off x="1629640" y="4707593"/>
              <a:ext cx="187404" cy="128520"/>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1"/>
            <p:cNvSpPr/>
            <p:nvPr/>
          </p:nvSpPr>
          <p:spPr>
            <a:xfrm>
              <a:off x="1629640" y="4707593"/>
              <a:ext cx="187404" cy="128520"/>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51"/>
            <p:cNvSpPr/>
            <p:nvPr/>
          </p:nvSpPr>
          <p:spPr>
            <a:xfrm>
              <a:off x="1599527" y="4692867"/>
              <a:ext cx="677270" cy="14746"/>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51"/>
            <p:cNvSpPr/>
            <p:nvPr/>
          </p:nvSpPr>
          <p:spPr>
            <a:xfrm>
              <a:off x="1652391" y="4119340"/>
              <a:ext cx="577559" cy="560426"/>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51"/>
            <p:cNvSpPr/>
            <p:nvPr/>
          </p:nvSpPr>
          <p:spPr>
            <a:xfrm>
              <a:off x="1639010" y="4100602"/>
              <a:ext cx="598966" cy="598986"/>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1"/>
            <p:cNvSpPr/>
            <p:nvPr/>
          </p:nvSpPr>
          <p:spPr>
            <a:xfrm>
              <a:off x="1645690" y="4112419"/>
              <a:ext cx="592285" cy="575794"/>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1"/>
            <p:cNvSpPr/>
            <p:nvPr/>
          </p:nvSpPr>
          <p:spPr>
            <a:xfrm>
              <a:off x="1836425" y="4242484"/>
              <a:ext cx="212843" cy="344674"/>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1"/>
            <p:cNvSpPr/>
            <p:nvPr/>
          </p:nvSpPr>
          <p:spPr>
            <a:xfrm>
              <a:off x="1689206" y="4155272"/>
              <a:ext cx="423640" cy="422516"/>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1"/>
        <p:cNvGrpSpPr/>
        <p:nvPr/>
      </p:nvGrpSpPr>
      <p:grpSpPr>
        <a:xfrm>
          <a:off x="0" y="0"/>
          <a:ext cx="0" cy="0"/>
          <a:chOff x="0" y="0"/>
          <a:chExt cx="0" cy="0"/>
        </a:xfrm>
      </p:grpSpPr>
      <p:sp>
        <p:nvSpPr>
          <p:cNvPr id="1722" name="Google Shape;1722;p52"/>
          <p:cNvSpPr/>
          <p:nvPr/>
        </p:nvSpPr>
        <p:spPr>
          <a:xfrm>
            <a:off x="250575" y="4411075"/>
            <a:ext cx="2749200" cy="2274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52"/>
          <p:cNvSpPr txBox="1">
            <a:spLocks noGrp="1"/>
          </p:cNvSpPr>
          <p:nvPr>
            <p:ph type="title"/>
          </p:nvPr>
        </p:nvSpPr>
        <p:spPr>
          <a:xfrm>
            <a:off x="4166701" y="2745426"/>
            <a:ext cx="4257300" cy="531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—SOMEONE FAMOUS</a:t>
            </a:r>
            <a:endParaRPr>
              <a:solidFill>
                <a:schemeClr val="accent3"/>
              </a:solidFill>
            </a:endParaRPr>
          </a:p>
        </p:txBody>
      </p:sp>
      <p:sp>
        <p:nvSpPr>
          <p:cNvPr id="1724" name="Google Shape;1724;p52"/>
          <p:cNvSpPr txBox="1">
            <a:spLocks noGrp="1"/>
          </p:cNvSpPr>
          <p:nvPr>
            <p:ph type="subTitle" idx="1"/>
          </p:nvPr>
        </p:nvSpPr>
        <p:spPr>
          <a:xfrm>
            <a:off x="3467375" y="748150"/>
            <a:ext cx="4956600" cy="192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“This is a quote, words full of wisdom that someone important said and can make the reader get inspired”.</a:t>
            </a:r>
            <a:endParaRPr/>
          </a:p>
        </p:txBody>
      </p:sp>
      <p:grpSp>
        <p:nvGrpSpPr>
          <p:cNvPr id="1725" name="Google Shape;1725;p52"/>
          <p:cNvGrpSpPr/>
          <p:nvPr/>
        </p:nvGrpSpPr>
        <p:grpSpPr>
          <a:xfrm>
            <a:off x="292564" y="954705"/>
            <a:ext cx="2635880" cy="1757250"/>
            <a:chOff x="238125" y="470675"/>
            <a:chExt cx="7124000" cy="4749325"/>
          </a:xfrm>
        </p:grpSpPr>
        <p:sp>
          <p:nvSpPr>
            <p:cNvPr id="1726" name="Google Shape;1726;p52"/>
            <p:cNvSpPr/>
            <p:nvPr/>
          </p:nvSpPr>
          <p:spPr>
            <a:xfrm>
              <a:off x="238125" y="470675"/>
              <a:ext cx="7124000" cy="4749325"/>
            </a:xfrm>
            <a:custGeom>
              <a:avLst/>
              <a:gdLst/>
              <a:ahLst/>
              <a:cxnLst/>
              <a:rect l="l" t="t" r="r" b="b"/>
              <a:pathLst>
                <a:path w="284960" h="189973" extrusionOk="0">
                  <a:moveTo>
                    <a:pt x="0" y="0"/>
                  </a:moveTo>
                  <a:lnTo>
                    <a:pt x="0" y="189972"/>
                  </a:lnTo>
                  <a:lnTo>
                    <a:pt x="284960" y="189972"/>
                  </a:lnTo>
                  <a:lnTo>
                    <a:pt x="28496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52"/>
            <p:cNvSpPr/>
            <p:nvPr/>
          </p:nvSpPr>
          <p:spPr>
            <a:xfrm>
              <a:off x="288275" y="526125"/>
              <a:ext cx="7023700" cy="4045675"/>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52"/>
            <p:cNvSpPr/>
            <p:nvPr/>
          </p:nvSpPr>
          <p:spPr>
            <a:xfrm>
              <a:off x="1300450" y="2915775"/>
              <a:ext cx="443025" cy="182600"/>
            </a:xfrm>
            <a:custGeom>
              <a:avLst/>
              <a:gdLst/>
              <a:ahLst/>
              <a:cxnLst/>
              <a:rect l="l" t="t" r="r" b="b"/>
              <a:pathLst>
                <a:path w="17721" h="7304" extrusionOk="0">
                  <a:moveTo>
                    <a:pt x="1404" y="1"/>
                  </a:moveTo>
                  <a:cubicBezTo>
                    <a:pt x="905" y="1"/>
                    <a:pt x="443" y="45"/>
                    <a:pt x="0" y="70"/>
                  </a:cubicBezTo>
                  <a:lnTo>
                    <a:pt x="0" y="7304"/>
                  </a:lnTo>
                  <a:lnTo>
                    <a:pt x="17721" y="7304"/>
                  </a:lnTo>
                  <a:cubicBezTo>
                    <a:pt x="12766" y="2836"/>
                    <a:pt x="7478" y="39"/>
                    <a:pt x="1763" y="9"/>
                  </a:cubicBezTo>
                  <a:cubicBezTo>
                    <a:pt x="1641" y="3"/>
                    <a:pt x="1522" y="1"/>
                    <a:pt x="14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52"/>
            <p:cNvSpPr/>
            <p:nvPr/>
          </p:nvSpPr>
          <p:spPr>
            <a:xfrm>
              <a:off x="798925" y="4650050"/>
              <a:ext cx="490900" cy="505350"/>
            </a:xfrm>
            <a:custGeom>
              <a:avLst/>
              <a:gdLst/>
              <a:ahLst/>
              <a:cxnLst/>
              <a:rect l="l" t="t" r="r" b="b"/>
              <a:pathLst>
                <a:path w="19636" h="20214" extrusionOk="0">
                  <a:moveTo>
                    <a:pt x="0" y="1"/>
                  </a:moveTo>
                  <a:lnTo>
                    <a:pt x="0" y="20214"/>
                  </a:lnTo>
                  <a:lnTo>
                    <a:pt x="19636" y="20214"/>
                  </a:lnTo>
                  <a:lnTo>
                    <a:pt x="196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52"/>
            <p:cNvSpPr/>
            <p:nvPr/>
          </p:nvSpPr>
          <p:spPr>
            <a:xfrm>
              <a:off x="973700" y="2918275"/>
              <a:ext cx="316900" cy="180100"/>
            </a:xfrm>
            <a:custGeom>
              <a:avLst/>
              <a:gdLst/>
              <a:ahLst/>
              <a:cxnLst/>
              <a:rect l="l" t="t" r="r" b="b"/>
              <a:pathLst>
                <a:path w="12676" h="7204" extrusionOk="0">
                  <a:moveTo>
                    <a:pt x="12675" y="0"/>
                  </a:moveTo>
                  <a:cubicBezTo>
                    <a:pt x="7325" y="547"/>
                    <a:pt x="3252" y="3252"/>
                    <a:pt x="0" y="7204"/>
                  </a:cubicBezTo>
                  <a:lnTo>
                    <a:pt x="12675" y="7204"/>
                  </a:lnTo>
                  <a:lnTo>
                    <a:pt x="126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52"/>
            <p:cNvSpPr/>
            <p:nvPr/>
          </p:nvSpPr>
          <p:spPr>
            <a:xfrm>
              <a:off x="298150" y="4650050"/>
              <a:ext cx="490900" cy="505350"/>
            </a:xfrm>
            <a:custGeom>
              <a:avLst/>
              <a:gdLst/>
              <a:ahLst/>
              <a:cxnLst/>
              <a:rect l="l" t="t" r="r" b="b"/>
              <a:pathLst>
                <a:path w="19636" h="20214" extrusionOk="0">
                  <a:moveTo>
                    <a:pt x="0" y="1"/>
                  </a:moveTo>
                  <a:lnTo>
                    <a:pt x="0" y="20214"/>
                  </a:lnTo>
                  <a:lnTo>
                    <a:pt x="19636" y="20214"/>
                  </a:lnTo>
                  <a:lnTo>
                    <a:pt x="196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52"/>
            <p:cNvSpPr/>
            <p:nvPr/>
          </p:nvSpPr>
          <p:spPr>
            <a:xfrm>
              <a:off x="238125" y="4226800"/>
              <a:ext cx="7124000" cy="993200"/>
            </a:xfrm>
            <a:custGeom>
              <a:avLst/>
              <a:gdLst/>
              <a:ahLst/>
              <a:cxnLst/>
              <a:rect l="l" t="t" r="r" b="b"/>
              <a:pathLst>
                <a:path w="284960" h="39728" extrusionOk="0">
                  <a:moveTo>
                    <a:pt x="2006" y="0"/>
                  </a:moveTo>
                  <a:cubicBezTo>
                    <a:pt x="1368" y="92"/>
                    <a:pt x="669" y="183"/>
                    <a:pt x="0" y="183"/>
                  </a:cubicBezTo>
                  <a:lnTo>
                    <a:pt x="0" y="39727"/>
                  </a:lnTo>
                  <a:lnTo>
                    <a:pt x="284960" y="39727"/>
                  </a:lnTo>
                  <a:lnTo>
                    <a:pt x="284960" y="5502"/>
                  </a:lnTo>
                  <a:cubicBezTo>
                    <a:pt x="284291" y="5502"/>
                    <a:pt x="283592" y="5411"/>
                    <a:pt x="282954" y="5320"/>
                  </a:cubicBezTo>
                  <a:lnTo>
                    <a:pt x="282954" y="37326"/>
                  </a:lnTo>
                  <a:lnTo>
                    <a:pt x="282771" y="37326"/>
                  </a:lnTo>
                  <a:lnTo>
                    <a:pt x="282771" y="37539"/>
                  </a:lnTo>
                  <a:lnTo>
                    <a:pt x="2219" y="37539"/>
                  </a:lnTo>
                  <a:lnTo>
                    <a:pt x="2219" y="37326"/>
                  </a:lnTo>
                  <a:lnTo>
                    <a:pt x="2006" y="37326"/>
                  </a:lnTo>
                  <a:lnTo>
                    <a:pt x="200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52"/>
            <p:cNvSpPr/>
            <p:nvPr/>
          </p:nvSpPr>
          <p:spPr>
            <a:xfrm>
              <a:off x="1800450" y="3152300"/>
              <a:ext cx="354900" cy="459775"/>
            </a:xfrm>
            <a:custGeom>
              <a:avLst/>
              <a:gdLst/>
              <a:ahLst/>
              <a:cxnLst/>
              <a:rect l="l" t="t" r="r" b="b"/>
              <a:pathLst>
                <a:path w="14196" h="18391" extrusionOk="0">
                  <a:moveTo>
                    <a:pt x="1" y="1"/>
                  </a:moveTo>
                  <a:lnTo>
                    <a:pt x="1" y="18390"/>
                  </a:lnTo>
                  <a:lnTo>
                    <a:pt x="14195" y="18390"/>
                  </a:lnTo>
                  <a:cubicBezTo>
                    <a:pt x="9697" y="11582"/>
                    <a:pt x="5016" y="5047"/>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52"/>
            <p:cNvSpPr/>
            <p:nvPr/>
          </p:nvSpPr>
          <p:spPr>
            <a:xfrm>
              <a:off x="298150" y="4135600"/>
              <a:ext cx="490900" cy="505350"/>
            </a:xfrm>
            <a:custGeom>
              <a:avLst/>
              <a:gdLst/>
              <a:ahLst/>
              <a:cxnLst/>
              <a:rect l="l" t="t" r="r" b="b"/>
              <a:pathLst>
                <a:path w="19636" h="20214" extrusionOk="0">
                  <a:moveTo>
                    <a:pt x="6079" y="1"/>
                  </a:moveTo>
                  <a:cubicBezTo>
                    <a:pt x="4316" y="1825"/>
                    <a:pt x="2310" y="3071"/>
                    <a:pt x="0" y="3557"/>
                  </a:cubicBezTo>
                  <a:lnTo>
                    <a:pt x="0" y="20214"/>
                  </a:lnTo>
                  <a:lnTo>
                    <a:pt x="19636" y="20214"/>
                  </a:lnTo>
                  <a:lnTo>
                    <a:pt x="196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52"/>
            <p:cNvSpPr/>
            <p:nvPr/>
          </p:nvSpPr>
          <p:spPr>
            <a:xfrm>
              <a:off x="1300450" y="4136375"/>
              <a:ext cx="490900" cy="505350"/>
            </a:xfrm>
            <a:custGeom>
              <a:avLst/>
              <a:gdLst/>
              <a:ahLst/>
              <a:cxnLst/>
              <a:rect l="l" t="t" r="r" b="b"/>
              <a:pathLst>
                <a:path w="19636" h="20214" extrusionOk="0">
                  <a:moveTo>
                    <a:pt x="0" y="0"/>
                  </a:moveTo>
                  <a:lnTo>
                    <a:pt x="0" y="20213"/>
                  </a:lnTo>
                  <a:lnTo>
                    <a:pt x="19636" y="20213"/>
                  </a:lnTo>
                  <a:lnTo>
                    <a:pt x="196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52"/>
            <p:cNvSpPr/>
            <p:nvPr/>
          </p:nvSpPr>
          <p:spPr>
            <a:xfrm>
              <a:off x="798925" y="3621175"/>
              <a:ext cx="490900" cy="505350"/>
            </a:xfrm>
            <a:custGeom>
              <a:avLst/>
              <a:gdLst/>
              <a:ahLst/>
              <a:cxnLst/>
              <a:rect l="l" t="t" r="r" b="b"/>
              <a:pathLst>
                <a:path w="19636" h="20214" extrusionOk="0">
                  <a:moveTo>
                    <a:pt x="0" y="0"/>
                  </a:moveTo>
                  <a:lnTo>
                    <a:pt x="0" y="20213"/>
                  </a:lnTo>
                  <a:lnTo>
                    <a:pt x="19636" y="20213"/>
                  </a:lnTo>
                  <a:lnTo>
                    <a:pt x="196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52"/>
            <p:cNvSpPr/>
            <p:nvPr/>
          </p:nvSpPr>
          <p:spPr>
            <a:xfrm>
              <a:off x="798925" y="4136375"/>
              <a:ext cx="490900" cy="505350"/>
            </a:xfrm>
            <a:custGeom>
              <a:avLst/>
              <a:gdLst/>
              <a:ahLst/>
              <a:cxnLst/>
              <a:rect l="l" t="t" r="r" b="b"/>
              <a:pathLst>
                <a:path w="19636" h="20214" extrusionOk="0">
                  <a:moveTo>
                    <a:pt x="0" y="0"/>
                  </a:moveTo>
                  <a:lnTo>
                    <a:pt x="0" y="20213"/>
                  </a:lnTo>
                  <a:lnTo>
                    <a:pt x="19636" y="20213"/>
                  </a:lnTo>
                  <a:lnTo>
                    <a:pt x="196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52"/>
            <p:cNvSpPr/>
            <p:nvPr/>
          </p:nvSpPr>
          <p:spPr>
            <a:xfrm>
              <a:off x="1300450" y="4650050"/>
              <a:ext cx="490900" cy="505350"/>
            </a:xfrm>
            <a:custGeom>
              <a:avLst/>
              <a:gdLst/>
              <a:ahLst/>
              <a:cxnLst/>
              <a:rect l="l" t="t" r="r" b="b"/>
              <a:pathLst>
                <a:path w="19636" h="20214" extrusionOk="0">
                  <a:moveTo>
                    <a:pt x="0" y="1"/>
                  </a:moveTo>
                  <a:lnTo>
                    <a:pt x="0" y="20214"/>
                  </a:lnTo>
                  <a:lnTo>
                    <a:pt x="19636" y="20214"/>
                  </a:lnTo>
                  <a:lnTo>
                    <a:pt x="196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2"/>
            <p:cNvSpPr/>
            <p:nvPr/>
          </p:nvSpPr>
          <p:spPr>
            <a:xfrm>
              <a:off x="713050" y="3420550"/>
              <a:ext cx="76000" cy="191525"/>
            </a:xfrm>
            <a:custGeom>
              <a:avLst/>
              <a:gdLst/>
              <a:ahLst/>
              <a:cxnLst/>
              <a:rect l="l" t="t" r="r" b="b"/>
              <a:pathLst>
                <a:path w="3040" h="7661" extrusionOk="0">
                  <a:moveTo>
                    <a:pt x="3040" y="1"/>
                  </a:moveTo>
                  <a:cubicBezTo>
                    <a:pt x="1976" y="2523"/>
                    <a:pt x="1003" y="5107"/>
                    <a:pt x="0" y="7660"/>
                  </a:cubicBezTo>
                  <a:lnTo>
                    <a:pt x="3040" y="7660"/>
                  </a:lnTo>
                  <a:lnTo>
                    <a:pt x="304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52"/>
            <p:cNvSpPr/>
            <p:nvPr/>
          </p:nvSpPr>
          <p:spPr>
            <a:xfrm>
              <a:off x="5333200" y="3621175"/>
              <a:ext cx="466600" cy="505350"/>
            </a:xfrm>
            <a:custGeom>
              <a:avLst/>
              <a:gdLst/>
              <a:ahLst/>
              <a:cxnLst/>
              <a:rect l="l" t="t" r="r" b="b"/>
              <a:pathLst>
                <a:path w="18664" h="20214" extrusionOk="0">
                  <a:moveTo>
                    <a:pt x="10973" y="0"/>
                  </a:moveTo>
                  <a:cubicBezTo>
                    <a:pt x="7143" y="6626"/>
                    <a:pt x="3526" y="13830"/>
                    <a:pt x="0" y="20213"/>
                  </a:cubicBezTo>
                  <a:lnTo>
                    <a:pt x="18663" y="20213"/>
                  </a:lnTo>
                  <a:lnTo>
                    <a:pt x="1866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52"/>
            <p:cNvSpPr/>
            <p:nvPr/>
          </p:nvSpPr>
          <p:spPr>
            <a:xfrm>
              <a:off x="5613600" y="3328600"/>
              <a:ext cx="186200" cy="283475"/>
            </a:xfrm>
            <a:custGeom>
              <a:avLst/>
              <a:gdLst/>
              <a:ahLst/>
              <a:cxnLst/>
              <a:rect l="l" t="t" r="r" b="b"/>
              <a:pathLst>
                <a:path w="7448" h="11339" extrusionOk="0">
                  <a:moveTo>
                    <a:pt x="7447" y="1"/>
                  </a:moveTo>
                  <a:cubicBezTo>
                    <a:pt x="4864" y="3314"/>
                    <a:pt x="2401" y="7174"/>
                    <a:pt x="0" y="11338"/>
                  </a:cubicBezTo>
                  <a:lnTo>
                    <a:pt x="7447" y="11338"/>
                  </a:lnTo>
                  <a:lnTo>
                    <a:pt x="74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2"/>
            <p:cNvSpPr/>
            <p:nvPr/>
          </p:nvSpPr>
          <p:spPr>
            <a:xfrm>
              <a:off x="5307350" y="4135600"/>
              <a:ext cx="491675" cy="505350"/>
            </a:xfrm>
            <a:custGeom>
              <a:avLst/>
              <a:gdLst/>
              <a:ahLst/>
              <a:cxnLst/>
              <a:rect l="l" t="t" r="r" b="b"/>
              <a:pathLst>
                <a:path w="19667" h="20214" extrusionOk="0">
                  <a:moveTo>
                    <a:pt x="761" y="1"/>
                  </a:moveTo>
                  <a:cubicBezTo>
                    <a:pt x="517" y="457"/>
                    <a:pt x="244" y="913"/>
                    <a:pt x="1" y="1369"/>
                  </a:cubicBezTo>
                  <a:lnTo>
                    <a:pt x="1" y="20214"/>
                  </a:lnTo>
                  <a:lnTo>
                    <a:pt x="19667" y="20214"/>
                  </a:lnTo>
                  <a:lnTo>
                    <a:pt x="196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2"/>
            <p:cNvSpPr/>
            <p:nvPr/>
          </p:nvSpPr>
          <p:spPr>
            <a:xfrm>
              <a:off x="6309650" y="3621175"/>
              <a:ext cx="492450" cy="505350"/>
            </a:xfrm>
            <a:custGeom>
              <a:avLst/>
              <a:gdLst/>
              <a:ahLst/>
              <a:cxnLst/>
              <a:rect l="l" t="t" r="r" b="b"/>
              <a:pathLst>
                <a:path w="19698" h="20214" extrusionOk="0">
                  <a:moveTo>
                    <a:pt x="1" y="0"/>
                  </a:moveTo>
                  <a:lnTo>
                    <a:pt x="1" y="20213"/>
                  </a:lnTo>
                  <a:lnTo>
                    <a:pt x="19697" y="20213"/>
                  </a:lnTo>
                  <a:lnTo>
                    <a:pt x="19697" y="3769"/>
                  </a:lnTo>
                  <a:lnTo>
                    <a:pt x="1775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52"/>
            <p:cNvSpPr/>
            <p:nvPr/>
          </p:nvSpPr>
          <p:spPr>
            <a:xfrm>
              <a:off x="3597600" y="4014775"/>
              <a:ext cx="197600" cy="111750"/>
            </a:xfrm>
            <a:custGeom>
              <a:avLst/>
              <a:gdLst/>
              <a:ahLst/>
              <a:cxnLst/>
              <a:rect l="l" t="t" r="r" b="b"/>
              <a:pathLst>
                <a:path w="7904" h="4470" extrusionOk="0">
                  <a:moveTo>
                    <a:pt x="7903" y="1"/>
                  </a:moveTo>
                  <a:cubicBezTo>
                    <a:pt x="4833" y="913"/>
                    <a:pt x="2280" y="2524"/>
                    <a:pt x="0" y="4469"/>
                  </a:cubicBezTo>
                  <a:lnTo>
                    <a:pt x="7903" y="4469"/>
                  </a:lnTo>
                  <a:lnTo>
                    <a:pt x="79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52"/>
            <p:cNvSpPr/>
            <p:nvPr/>
          </p:nvSpPr>
          <p:spPr>
            <a:xfrm>
              <a:off x="6811175" y="3734400"/>
              <a:ext cx="218875" cy="392125"/>
            </a:xfrm>
            <a:custGeom>
              <a:avLst/>
              <a:gdLst/>
              <a:ahLst/>
              <a:cxnLst/>
              <a:rect l="l" t="t" r="r" b="b"/>
              <a:pathLst>
                <a:path w="8755" h="15685" extrusionOk="0">
                  <a:moveTo>
                    <a:pt x="1" y="0"/>
                  </a:moveTo>
                  <a:lnTo>
                    <a:pt x="1" y="15684"/>
                  </a:lnTo>
                  <a:lnTo>
                    <a:pt x="8755" y="15684"/>
                  </a:lnTo>
                  <a:cubicBezTo>
                    <a:pt x="5715" y="11216"/>
                    <a:pt x="2858" y="5623"/>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2"/>
            <p:cNvSpPr/>
            <p:nvPr/>
          </p:nvSpPr>
          <p:spPr>
            <a:xfrm>
              <a:off x="2301975" y="3840000"/>
              <a:ext cx="188475" cy="286525"/>
            </a:xfrm>
            <a:custGeom>
              <a:avLst/>
              <a:gdLst/>
              <a:ahLst/>
              <a:cxnLst/>
              <a:rect l="l" t="t" r="r" b="b"/>
              <a:pathLst>
                <a:path w="7539" h="11461" extrusionOk="0">
                  <a:moveTo>
                    <a:pt x="1" y="1"/>
                  </a:moveTo>
                  <a:lnTo>
                    <a:pt x="1" y="11460"/>
                  </a:lnTo>
                  <a:lnTo>
                    <a:pt x="7539" y="11460"/>
                  </a:lnTo>
                  <a:cubicBezTo>
                    <a:pt x="5077" y="7934"/>
                    <a:pt x="2554" y="4013"/>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52"/>
            <p:cNvSpPr/>
            <p:nvPr/>
          </p:nvSpPr>
          <p:spPr>
            <a:xfrm>
              <a:off x="458475" y="3621175"/>
              <a:ext cx="330575" cy="505350"/>
            </a:xfrm>
            <a:custGeom>
              <a:avLst/>
              <a:gdLst/>
              <a:ahLst/>
              <a:cxnLst/>
              <a:rect l="l" t="t" r="r" b="b"/>
              <a:pathLst>
                <a:path w="13223" h="20214" extrusionOk="0">
                  <a:moveTo>
                    <a:pt x="10062" y="0"/>
                  </a:moveTo>
                  <a:cubicBezTo>
                    <a:pt x="7083" y="7964"/>
                    <a:pt x="4226" y="15654"/>
                    <a:pt x="1" y="20213"/>
                  </a:cubicBezTo>
                  <a:lnTo>
                    <a:pt x="13223" y="20213"/>
                  </a:lnTo>
                  <a:lnTo>
                    <a:pt x="1322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52"/>
            <p:cNvSpPr/>
            <p:nvPr/>
          </p:nvSpPr>
          <p:spPr>
            <a:xfrm>
              <a:off x="799675" y="3106725"/>
              <a:ext cx="490150" cy="505350"/>
            </a:xfrm>
            <a:custGeom>
              <a:avLst/>
              <a:gdLst/>
              <a:ahLst/>
              <a:cxnLst/>
              <a:rect l="l" t="t" r="r" b="b"/>
              <a:pathLst>
                <a:path w="19606" h="20214" extrusionOk="0">
                  <a:moveTo>
                    <a:pt x="6627" y="0"/>
                  </a:moveTo>
                  <a:cubicBezTo>
                    <a:pt x="4013" y="3253"/>
                    <a:pt x="1855" y="7326"/>
                    <a:pt x="0" y="11672"/>
                  </a:cubicBezTo>
                  <a:lnTo>
                    <a:pt x="0" y="20213"/>
                  </a:lnTo>
                  <a:lnTo>
                    <a:pt x="19606" y="20213"/>
                  </a:lnTo>
                  <a:lnTo>
                    <a:pt x="1960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52"/>
            <p:cNvSpPr/>
            <p:nvPr/>
          </p:nvSpPr>
          <p:spPr>
            <a:xfrm>
              <a:off x="1300450" y="3621175"/>
              <a:ext cx="490900" cy="505350"/>
            </a:xfrm>
            <a:custGeom>
              <a:avLst/>
              <a:gdLst/>
              <a:ahLst/>
              <a:cxnLst/>
              <a:rect l="l" t="t" r="r" b="b"/>
              <a:pathLst>
                <a:path w="19636" h="20214" extrusionOk="0">
                  <a:moveTo>
                    <a:pt x="0" y="0"/>
                  </a:moveTo>
                  <a:lnTo>
                    <a:pt x="0" y="20213"/>
                  </a:lnTo>
                  <a:lnTo>
                    <a:pt x="19636" y="20213"/>
                  </a:lnTo>
                  <a:lnTo>
                    <a:pt x="196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52"/>
            <p:cNvSpPr/>
            <p:nvPr/>
          </p:nvSpPr>
          <p:spPr>
            <a:xfrm>
              <a:off x="1300450" y="3107475"/>
              <a:ext cx="490900" cy="505350"/>
            </a:xfrm>
            <a:custGeom>
              <a:avLst/>
              <a:gdLst/>
              <a:ahLst/>
              <a:cxnLst/>
              <a:rect l="l" t="t" r="r" b="b"/>
              <a:pathLst>
                <a:path w="19636" h="20214" extrusionOk="0">
                  <a:moveTo>
                    <a:pt x="0" y="1"/>
                  </a:moveTo>
                  <a:lnTo>
                    <a:pt x="0" y="20214"/>
                  </a:lnTo>
                  <a:lnTo>
                    <a:pt x="19636" y="20214"/>
                  </a:lnTo>
                  <a:lnTo>
                    <a:pt x="19636" y="1460"/>
                  </a:lnTo>
                  <a:cubicBezTo>
                    <a:pt x="19119" y="943"/>
                    <a:pt x="18633" y="457"/>
                    <a:pt x="181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52"/>
            <p:cNvSpPr/>
            <p:nvPr/>
          </p:nvSpPr>
          <p:spPr>
            <a:xfrm>
              <a:off x="1800450" y="3621175"/>
              <a:ext cx="491675" cy="505350"/>
            </a:xfrm>
            <a:custGeom>
              <a:avLst/>
              <a:gdLst/>
              <a:ahLst/>
              <a:cxnLst/>
              <a:rect l="l" t="t" r="r" b="b"/>
              <a:pathLst>
                <a:path w="19667" h="20214" extrusionOk="0">
                  <a:moveTo>
                    <a:pt x="1" y="0"/>
                  </a:moveTo>
                  <a:lnTo>
                    <a:pt x="1" y="20213"/>
                  </a:lnTo>
                  <a:lnTo>
                    <a:pt x="19667" y="20213"/>
                  </a:lnTo>
                  <a:lnTo>
                    <a:pt x="19667" y="8146"/>
                  </a:lnTo>
                  <a:cubicBezTo>
                    <a:pt x="17934" y="5441"/>
                    <a:pt x="16201" y="2705"/>
                    <a:pt x="144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52"/>
            <p:cNvSpPr/>
            <p:nvPr/>
          </p:nvSpPr>
          <p:spPr>
            <a:xfrm>
              <a:off x="6309650" y="3093050"/>
              <a:ext cx="10675" cy="5325"/>
            </a:xfrm>
            <a:custGeom>
              <a:avLst/>
              <a:gdLst/>
              <a:ahLst/>
              <a:cxnLst/>
              <a:rect l="l" t="t" r="r" b="b"/>
              <a:pathLst>
                <a:path w="427" h="213" extrusionOk="0">
                  <a:moveTo>
                    <a:pt x="1" y="0"/>
                  </a:moveTo>
                  <a:lnTo>
                    <a:pt x="1" y="213"/>
                  </a:lnTo>
                  <a:lnTo>
                    <a:pt x="426" y="213"/>
                  </a:lnTo>
                  <a:cubicBezTo>
                    <a:pt x="274" y="122"/>
                    <a:pt x="153" y="91"/>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52"/>
            <p:cNvSpPr/>
            <p:nvPr/>
          </p:nvSpPr>
          <p:spPr>
            <a:xfrm>
              <a:off x="5808875" y="4650050"/>
              <a:ext cx="491675" cy="505350"/>
            </a:xfrm>
            <a:custGeom>
              <a:avLst/>
              <a:gdLst/>
              <a:ahLst/>
              <a:cxnLst/>
              <a:rect l="l" t="t" r="r" b="b"/>
              <a:pathLst>
                <a:path w="19667" h="20214" extrusionOk="0">
                  <a:moveTo>
                    <a:pt x="1" y="1"/>
                  </a:moveTo>
                  <a:lnTo>
                    <a:pt x="1" y="20214"/>
                  </a:lnTo>
                  <a:lnTo>
                    <a:pt x="19667" y="20214"/>
                  </a:lnTo>
                  <a:lnTo>
                    <a:pt x="196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52"/>
            <p:cNvSpPr/>
            <p:nvPr/>
          </p:nvSpPr>
          <p:spPr>
            <a:xfrm>
              <a:off x="6067250" y="3072475"/>
              <a:ext cx="233300" cy="25900"/>
            </a:xfrm>
            <a:custGeom>
              <a:avLst/>
              <a:gdLst/>
              <a:ahLst/>
              <a:cxnLst/>
              <a:rect l="l" t="t" r="r" b="b"/>
              <a:pathLst>
                <a:path w="9332" h="1036" extrusionOk="0">
                  <a:moveTo>
                    <a:pt x="4761" y="1"/>
                  </a:moveTo>
                  <a:cubicBezTo>
                    <a:pt x="3154" y="1"/>
                    <a:pt x="1549" y="364"/>
                    <a:pt x="0" y="1036"/>
                  </a:cubicBezTo>
                  <a:lnTo>
                    <a:pt x="9332" y="1036"/>
                  </a:lnTo>
                  <a:lnTo>
                    <a:pt x="9332" y="732"/>
                  </a:lnTo>
                  <a:cubicBezTo>
                    <a:pt x="7964" y="215"/>
                    <a:pt x="6475" y="2"/>
                    <a:pt x="4955" y="2"/>
                  </a:cubicBezTo>
                  <a:cubicBezTo>
                    <a:pt x="4890" y="1"/>
                    <a:pt x="4826" y="1"/>
                    <a:pt x="47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52"/>
            <p:cNvSpPr/>
            <p:nvPr/>
          </p:nvSpPr>
          <p:spPr>
            <a:xfrm>
              <a:off x="5808875" y="4136375"/>
              <a:ext cx="491675" cy="505350"/>
            </a:xfrm>
            <a:custGeom>
              <a:avLst/>
              <a:gdLst/>
              <a:ahLst/>
              <a:cxnLst/>
              <a:rect l="l" t="t" r="r" b="b"/>
              <a:pathLst>
                <a:path w="19667" h="20214" extrusionOk="0">
                  <a:moveTo>
                    <a:pt x="1" y="0"/>
                  </a:moveTo>
                  <a:lnTo>
                    <a:pt x="1" y="20213"/>
                  </a:lnTo>
                  <a:lnTo>
                    <a:pt x="19667" y="20213"/>
                  </a:lnTo>
                  <a:lnTo>
                    <a:pt x="1966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52"/>
            <p:cNvSpPr/>
            <p:nvPr/>
          </p:nvSpPr>
          <p:spPr>
            <a:xfrm>
              <a:off x="5808875" y="3107475"/>
              <a:ext cx="491675" cy="505350"/>
            </a:xfrm>
            <a:custGeom>
              <a:avLst/>
              <a:gdLst/>
              <a:ahLst/>
              <a:cxnLst/>
              <a:rect l="l" t="t" r="r" b="b"/>
              <a:pathLst>
                <a:path w="19667" h="20214" extrusionOk="0">
                  <a:moveTo>
                    <a:pt x="9515" y="1"/>
                  </a:moveTo>
                  <a:cubicBezTo>
                    <a:pt x="6171" y="1642"/>
                    <a:pt x="3010" y="4590"/>
                    <a:pt x="1" y="8390"/>
                  </a:cubicBezTo>
                  <a:lnTo>
                    <a:pt x="1" y="20214"/>
                  </a:lnTo>
                  <a:lnTo>
                    <a:pt x="19667" y="20214"/>
                  </a:lnTo>
                  <a:lnTo>
                    <a:pt x="196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2"/>
            <p:cNvSpPr/>
            <p:nvPr/>
          </p:nvSpPr>
          <p:spPr>
            <a:xfrm>
              <a:off x="4807350" y="4650050"/>
              <a:ext cx="490900" cy="505350"/>
            </a:xfrm>
            <a:custGeom>
              <a:avLst/>
              <a:gdLst/>
              <a:ahLst/>
              <a:cxnLst/>
              <a:rect l="l" t="t" r="r" b="b"/>
              <a:pathLst>
                <a:path w="19636" h="20214" extrusionOk="0">
                  <a:moveTo>
                    <a:pt x="0" y="1"/>
                  </a:moveTo>
                  <a:lnTo>
                    <a:pt x="0" y="20214"/>
                  </a:lnTo>
                  <a:lnTo>
                    <a:pt x="19636" y="20214"/>
                  </a:lnTo>
                  <a:lnTo>
                    <a:pt x="196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2"/>
            <p:cNvSpPr/>
            <p:nvPr/>
          </p:nvSpPr>
          <p:spPr>
            <a:xfrm>
              <a:off x="5307350" y="4650050"/>
              <a:ext cx="491675" cy="505350"/>
            </a:xfrm>
            <a:custGeom>
              <a:avLst/>
              <a:gdLst/>
              <a:ahLst/>
              <a:cxnLst/>
              <a:rect l="l" t="t" r="r" b="b"/>
              <a:pathLst>
                <a:path w="19667" h="20214" extrusionOk="0">
                  <a:moveTo>
                    <a:pt x="1" y="1"/>
                  </a:moveTo>
                  <a:lnTo>
                    <a:pt x="1" y="20214"/>
                  </a:lnTo>
                  <a:lnTo>
                    <a:pt x="19667" y="20214"/>
                  </a:lnTo>
                  <a:lnTo>
                    <a:pt x="196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2"/>
            <p:cNvSpPr/>
            <p:nvPr/>
          </p:nvSpPr>
          <p:spPr>
            <a:xfrm>
              <a:off x="5808875" y="3621175"/>
              <a:ext cx="491675" cy="505350"/>
            </a:xfrm>
            <a:custGeom>
              <a:avLst/>
              <a:gdLst/>
              <a:ahLst/>
              <a:cxnLst/>
              <a:rect l="l" t="t" r="r" b="b"/>
              <a:pathLst>
                <a:path w="19667" h="20214" extrusionOk="0">
                  <a:moveTo>
                    <a:pt x="1" y="0"/>
                  </a:moveTo>
                  <a:lnTo>
                    <a:pt x="1" y="20213"/>
                  </a:lnTo>
                  <a:lnTo>
                    <a:pt x="19667" y="20213"/>
                  </a:lnTo>
                  <a:lnTo>
                    <a:pt x="1966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2"/>
            <p:cNvSpPr/>
            <p:nvPr/>
          </p:nvSpPr>
          <p:spPr>
            <a:xfrm>
              <a:off x="6811175" y="4650050"/>
              <a:ext cx="490925" cy="505350"/>
            </a:xfrm>
            <a:custGeom>
              <a:avLst/>
              <a:gdLst/>
              <a:ahLst/>
              <a:cxnLst/>
              <a:rect l="l" t="t" r="r" b="b"/>
              <a:pathLst>
                <a:path w="19637" h="20214" extrusionOk="0">
                  <a:moveTo>
                    <a:pt x="1" y="1"/>
                  </a:moveTo>
                  <a:lnTo>
                    <a:pt x="1" y="20214"/>
                  </a:lnTo>
                  <a:lnTo>
                    <a:pt x="19636" y="20214"/>
                  </a:lnTo>
                  <a:lnTo>
                    <a:pt x="196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2"/>
            <p:cNvSpPr/>
            <p:nvPr/>
          </p:nvSpPr>
          <p:spPr>
            <a:xfrm>
              <a:off x="6309650" y="4136375"/>
              <a:ext cx="490925" cy="505350"/>
            </a:xfrm>
            <a:custGeom>
              <a:avLst/>
              <a:gdLst/>
              <a:ahLst/>
              <a:cxnLst/>
              <a:rect l="l" t="t" r="r" b="b"/>
              <a:pathLst>
                <a:path w="19637" h="20214" extrusionOk="0">
                  <a:moveTo>
                    <a:pt x="1" y="0"/>
                  </a:moveTo>
                  <a:lnTo>
                    <a:pt x="1" y="20213"/>
                  </a:lnTo>
                  <a:lnTo>
                    <a:pt x="19636" y="20213"/>
                  </a:lnTo>
                  <a:lnTo>
                    <a:pt x="196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2"/>
            <p:cNvSpPr/>
            <p:nvPr/>
          </p:nvSpPr>
          <p:spPr>
            <a:xfrm>
              <a:off x="6811175" y="4136375"/>
              <a:ext cx="490925" cy="504575"/>
            </a:xfrm>
            <a:custGeom>
              <a:avLst/>
              <a:gdLst/>
              <a:ahLst/>
              <a:cxnLst/>
              <a:rect l="l" t="t" r="r" b="b"/>
              <a:pathLst>
                <a:path w="19637" h="20183" extrusionOk="0">
                  <a:moveTo>
                    <a:pt x="1" y="0"/>
                  </a:moveTo>
                  <a:lnTo>
                    <a:pt x="1" y="20183"/>
                  </a:lnTo>
                  <a:lnTo>
                    <a:pt x="19636" y="20183"/>
                  </a:lnTo>
                  <a:lnTo>
                    <a:pt x="19636" y="8815"/>
                  </a:lnTo>
                  <a:cubicBezTo>
                    <a:pt x="15624" y="7903"/>
                    <a:pt x="12190" y="4560"/>
                    <a:pt x="89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2"/>
            <p:cNvSpPr/>
            <p:nvPr/>
          </p:nvSpPr>
          <p:spPr>
            <a:xfrm>
              <a:off x="4305825" y="4650050"/>
              <a:ext cx="491675" cy="505350"/>
            </a:xfrm>
            <a:custGeom>
              <a:avLst/>
              <a:gdLst/>
              <a:ahLst/>
              <a:cxnLst/>
              <a:rect l="l" t="t" r="r" b="b"/>
              <a:pathLst>
                <a:path w="19667" h="20214" extrusionOk="0">
                  <a:moveTo>
                    <a:pt x="0" y="1"/>
                  </a:moveTo>
                  <a:lnTo>
                    <a:pt x="0" y="20214"/>
                  </a:lnTo>
                  <a:lnTo>
                    <a:pt x="19666" y="20214"/>
                  </a:lnTo>
                  <a:lnTo>
                    <a:pt x="1966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52"/>
            <p:cNvSpPr/>
            <p:nvPr/>
          </p:nvSpPr>
          <p:spPr>
            <a:xfrm>
              <a:off x="6309650" y="4650050"/>
              <a:ext cx="490925" cy="505350"/>
            </a:xfrm>
            <a:custGeom>
              <a:avLst/>
              <a:gdLst/>
              <a:ahLst/>
              <a:cxnLst/>
              <a:rect l="l" t="t" r="r" b="b"/>
              <a:pathLst>
                <a:path w="19637" h="20214" extrusionOk="0">
                  <a:moveTo>
                    <a:pt x="1" y="1"/>
                  </a:moveTo>
                  <a:lnTo>
                    <a:pt x="1" y="20214"/>
                  </a:lnTo>
                  <a:lnTo>
                    <a:pt x="19636" y="20214"/>
                  </a:lnTo>
                  <a:lnTo>
                    <a:pt x="196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52"/>
            <p:cNvSpPr/>
            <p:nvPr/>
          </p:nvSpPr>
          <p:spPr>
            <a:xfrm>
              <a:off x="6309650" y="3107475"/>
              <a:ext cx="437725" cy="505350"/>
            </a:xfrm>
            <a:custGeom>
              <a:avLst/>
              <a:gdLst/>
              <a:ahLst/>
              <a:cxnLst/>
              <a:rect l="l" t="t" r="r" b="b"/>
              <a:pathLst>
                <a:path w="17509" h="20214" extrusionOk="0">
                  <a:moveTo>
                    <a:pt x="1" y="1"/>
                  </a:moveTo>
                  <a:lnTo>
                    <a:pt x="1" y="20214"/>
                  </a:lnTo>
                  <a:lnTo>
                    <a:pt x="17509" y="20214"/>
                  </a:lnTo>
                  <a:cubicBezTo>
                    <a:pt x="12888" y="11369"/>
                    <a:pt x="7843" y="3192"/>
                    <a:pt x="13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52"/>
            <p:cNvSpPr/>
            <p:nvPr/>
          </p:nvSpPr>
          <p:spPr>
            <a:xfrm>
              <a:off x="3805050" y="4650050"/>
              <a:ext cx="490925" cy="505350"/>
            </a:xfrm>
            <a:custGeom>
              <a:avLst/>
              <a:gdLst/>
              <a:ahLst/>
              <a:cxnLst/>
              <a:rect l="l" t="t" r="r" b="b"/>
              <a:pathLst>
                <a:path w="19637" h="20214" extrusionOk="0">
                  <a:moveTo>
                    <a:pt x="0" y="1"/>
                  </a:moveTo>
                  <a:lnTo>
                    <a:pt x="0" y="20214"/>
                  </a:lnTo>
                  <a:lnTo>
                    <a:pt x="19636" y="20214"/>
                  </a:lnTo>
                  <a:lnTo>
                    <a:pt x="196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52"/>
            <p:cNvSpPr/>
            <p:nvPr/>
          </p:nvSpPr>
          <p:spPr>
            <a:xfrm>
              <a:off x="1800450" y="4136375"/>
              <a:ext cx="491675" cy="505350"/>
            </a:xfrm>
            <a:custGeom>
              <a:avLst/>
              <a:gdLst/>
              <a:ahLst/>
              <a:cxnLst/>
              <a:rect l="l" t="t" r="r" b="b"/>
              <a:pathLst>
                <a:path w="19667" h="20214" extrusionOk="0">
                  <a:moveTo>
                    <a:pt x="1" y="0"/>
                  </a:moveTo>
                  <a:lnTo>
                    <a:pt x="1" y="20213"/>
                  </a:lnTo>
                  <a:lnTo>
                    <a:pt x="19667" y="20213"/>
                  </a:lnTo>
                  <a:lnTo>
                    <a:pt x="1966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2"/>
            <p:cNvSpPr/>
            <p:nvPr/>
          </p:nvSpPr>
          <p:spPr>
            <a:xfrm>
              <a:off x="2802750" y="4650050"/>
              <a:ext cx="490925" cy="505350"/>
            </a:xfrm>
            <a:custGeom>
              <a:avLst/>
              <a:gdLst/>
              <a:ahLst/>
              <a:cxnLst/>
              <a:rect l="l" t="t" r="r" b="b"/>
              <a:pathLst>
                <a:path w="19637" h="20214" extrusionOk="0">
                  <a:moveTo>
                    <a:pt x="1" y="1"/>
                  </a:moveTo>
                  <a:lnTo>
                    <a:pt x="1" y="20214"/>
                  </a:lnTo>
                  <a:lnTo>
                    <a:pt x="19636" y="20214"/>
                  </a:lnTo>
                  <a:lnTo>
                    <a:pt x="196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2"/>
            <p:cNvSpPr/>
            <p:nvPr/>
          </p:nvSpPr>
          <p:spPr>
            <a:xfrm>
              <a:off x="2301975" y="4650050"/>
              <a:ext cx="491675" cy="505350"/>
            </a:xfrm>
            <a:custGeom>
              <a:avLst/>
              <a:gdLst/>
              <a:ahLst/>
              <a:cxnLst/>
              <a:rect l="l" t="t" r="r" b="b"/>
              <a:pathLst>
                <a:path w="19667" h="20214" extrusionOk="0">
                  <a:moveTo>
                    <a:pt x="1" y="1"/>
                  </a:moveTo>
                  <a:lnTo>
                    <a:pt x="1" y="20214"/>
                  </a:lnTo>
                  <a:lnTo>
                    <a:pt x="19667" y="20214"/>
                  </a:lnTo>
                  <a:lnTo>
                    <a:pt x="196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2"/>
            <p:cNvSpPr/>
            <p:nvPr/>
          </p:nvSpPr>
          <p:spPr>
            <a:xfrm>
              <a:off x="3303525" y="4135600"/>
              <a:ext cx="490900" cy="505350"/>
            </a:xfrm>
            <a:custGeom>
              <a:avLst/>
              <a:gdLst/>
              <a:ahLst/>
              <a:cxnLst/>
              <a:rect l="l" t="t" r="r" b="b"/>
              <a:pathLst>
                <a:path w="19636" h="20214" extrusionOk="0">
                  <a:moveTo>
                    <a:pt x="11307" y="1"/>
                  </a:moveTo>
                  <a:cubicBezTo>
                    <a:pt x="7447" y="3436"/>
                    <a:pt x="4225" y="7752"/>
                    <a:pt x="0" y="10943"/>
                  </a:cubicBezTo>
                  <a:lnTo>
                    <a:pt x="0" y="20214"/>
                  </a:lnTo>
                  <a:lnTo>
                    <a:pt x="19636" y="20214"/>
                  </a:lnTo>
                  <a:lnTo>
                    <a:pt x="196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2"/>
            <p:cNvSpPr/>
            <p:nvPr/>
          </p:nvSpPr>
          <p:spPr>
            <a:xfrm>
              <a:off x="1800450" y="4650050"/>
              <a:ext cx="491675" cy="505350"/>
            </a:xfrm>
            <a:custGeom>
              <a:avLst/>
              <a:gdLst/>
              <a:ahLst/>
              <a:cxnLst/>
              <a:rect l="l" t="t" r="r" b="b"/>
              <a:pathLst>
                <a:path w="19667" h="20214" extrusionOk="0">
                  <a:moveTo>
                    <a:pt x="1" y="1"/>
                  </a:moveTo>
                  <a:lnTo>
                    <a:pt x="1" y="20214"/>
                  </a:lnTo>
                  <a:lnTo>
                    <a:pt x="19667" y="20214"/>
                  </a:lnTo>
                  <a:lnTo>
                    <a:pt x="196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52"/>
            <p:cNvSpPr/>
            <p:nvPr/>
          </p:nvSpPr>
          <p:spPr>
            <a:xfrm>
              <a:off x="2802750" y="4415250"/>
              <a:ext cx="490925" cy="225700"/>
            </a:xfrm>
            <a:custGeom>
              <a:avLst/>
              <a:gdLst/>
              <a:ahLst/>
              <a:cxnLst/>
              <a:rect l="l" t="t" r="r" b="b"/>
              <a:pathLst>
                <a:path w="19637" h="9028" extrusionOk="0">
                  <a:moveTo>
                    <a:pt x="19636" y="0"/>
                  </a:moveTo>
                  <a:cubicBezTo>
                    <a:pt x="16232" y="2554"/>
                    <a:pt x="12098" y="4347"/>
                    <a:pt x="6414" y="4347"/>
                  </a:cubicBezTo>
                  <a:cubicBezTo>
                    <a:pt x="6373" y="4348"/>
                    <a:pt x="6332" y="4348"/>
                    <a:pt x="6291" y="4348"/>
                  </a:cubicBezTo>
                  <a:cubicBezTo>
                    <a:pt x="4203" y="4348"/>
                    <a:pt x="2087" y="3591"/>
                    <a:pt x="1" y="2219"/>
                  </a:cubicBezTo>
                  <a:lnTo>
                    <a:pt x="1" y="9028"/>
                  </a:lnTo>
                  <a:lnTo>
                    <a:pt x="19636" y="9028"/>
                  </a:lnTo>
                  <a:lnTo>
                    <a:pt x="196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52"/>
            <p:cNvSpPr/>
            <p:nvPr/>
          </p:nvSpPr>
          <p:spPr>
            <a:xfrm>
              <a:off x="3303525" y="4650050"/>
              <a:ext cx="490900" cy="505350"/>
            </a:xfrm>
            <a:custGeom>
              <a:avLst/>
              <a:gdLst/>
              <a:ahLst/>
              <a:cxnLst/>
              <a:rect l="l" t="t" r="r" b="b"/>
              <a:pathLst>
                <a:path w="19636" h="20214" extrusionOk="0">
                  <a:moveTo>
                    <a:pt x="0" y="1"/>
                  </a:moveTo>
                  <a:lnTo>
                    <a:pt x="0" y="20214"/>
                  </a:lnTo>
                  <a:lnTo>
                    <a:pt x="19636" y="20214"/>
                  </a:lnTo>
                  <a:lnTo>
                    <a:pt x="196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2"/>
            <p:cNvSpPr/>
            <p:nvPr/>
          </p:nvSpPr>
          <p:spPr>
            <a:xfrm>
              <a:off x="3805050" y="3993500"/>
              <a:ext cx="487125" cy="133025"/>
            </a:xfrm>
            <a:custGeom>
              <a:avLst/>
              <a:gdLst/>
              <a:ahLst/>
              <a:cxnLst/>
              <a:rect l="l" t="t" r="r" b="b"/>
              <a:pathLst>
                <a:path w="19485" h="5321" extrusionOk="0">
                  <a:moveTo>
                    <a:pt x="5624" y="1"/>
                  </a:moveTo>
                  <a:cubicBezTo>
                    <a:pt x="3526" y="1"/>
                    <a:pt x="1672" y="274"/>
                    <a:pt x="0" y="730"/>
                  </a:cubicBezTo>
                  <a:lnTo>
                    <a:pt x="0" y="5320"/>
                  </a:lnTo>
                  <a:lnTo>
                    <a:pt x="19484" y="5320"/>
                  </a:lnTo>
                  <a:cubicBezTo>
                    <a:pt x="15715" y="2250"/>
                    <a:pt x="11308" y="1"/>
                    <a:pt x="56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2"/>
            <p:cNvSpPr/>
            <p:nvPr/>
          </p:nvSpPr>
          <p:spPr>
            <a:xfrm>
              <a:off x="2301975" y="4136375"/>
              <a:ext cx="491675" cy="504575"/>
            </a:xfrm>
            <a:custGeom>
              <a:avLst/>
              <a:gdLst/>
              <a:ahLst/>
              <a:cxnLst/>
              <a:rect l="l" t="t" r="r" b="b"/>
              <a:pathLst>
                <a:path w="19667" h="20183" extrusionOk="0">
                  <a:moveTo>
                    <a:pt x="1" y="0"/>
                  </a:moveTo>
                  <a:lnTo>
                    <a:pt x="1" y="20183"/>
                  </a:lnTo>
                  <a:lnTo>
                    <a:pt x="19667" y="20183"/>
                  </a:lnTo>
                  <a:lnTo>
                    <a:pt x="19667" y="13101"/>
                  </a:lnTo>
                  <a:cubicBezTo>
                    <a:pt x="15715" y="10456"/>
                    <a:pt x="11794" y="5684"/>
                    <a:pt x="78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52"/>
            <p:cNvSpPr/>
            <p:nvPr/>
          </p:nvSpPr>
          <p:spPr>
            <a:xfrm>
              <a:off x="4305825" y="4137900"/>
              <a:ext cx="491675" cy="503050"/>
            </a:xfrm>
            <a:custGeom>
              <a:avLst/>
              <a:gdLst/>
              <a:ahLst/>
              <a:cxnLst/>
              <a:rect l="l" t="t" r="r" b="b"/>
              <a:pathLst>
                <a:path w="19667" h="20122" extrusionOk="0">
                  <a:moveTo>
                    <a:pt x="0" y="0"/>
                  </a:moveTo>
                  <a:lnTo>
                    <a:pt x="0" y="20122"/>
                  </a:lnTo>
                  <a:lnTo>
                    <a:pt x="19666" y="20122"/>
                  </a:lnTo>
                  <a:lnTo>
                    <a:pt x="19666" y="17234"/>
                  </a:lnTo>
                  <a:cubicBezTo>
                    <a:pt x="11946" y="14681"/>
                    <a:pt x="6991" y="5927"/>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52"/>
            <p:cNvSpPr/>
            <p:nvPr/>
          </p:nvSpPr>
          <p:spPr>
            <a:xfrm>
              <a:off x="4807350" y="4186525"/>
              <a:ext cx="490900" cy="454425"/>
            </a:xfrm>
            <a:custGeom>
              <a:avLst/>
              <a:gdLst/>
              <a:ahLst/>
              <a:cxnLst/>
              <a:rect l="l" t="t" r="r" b="b"/>
              <a:pathLst>
                <a:path w="19636" h="18177" extrusionOk="0">
                  <a:moveTo>
                    <a:pt x="19636" y="0"/>
                  </a:moveTo>
                  <a:cubicBezTo>
                    <a:pt x="14438" y="9119"/>
                    <a:pt x="9423" y="15988"/>
                    <a:pt x="4195" y="15988"/>
                  </a:cubicBezTo>
                  <a:cubicBezTo>
                    <a:pt x="2736" y="15988"/>
                    <a:pt x="1307" y="15776"/>
                    <a:pt x="0" y="15381"/>
                  </a:cubicBezTo>
                  <a:lnTo>
                    <a:pt x="0" y="18177"/>
                  </a:lnTo>
                  <a:lnTo>
                    <a:pt x="19636" y="18177"/>
                  </a:lnTo>
                  <a:lnTo>
                    <a:pt x="196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2"/>
            <p:cNvSpPr/>
            <p:nvPr/>
          </p:nvSpPr>
          <p:spPr>
            <a:xfrm>
              <a:off x="3805050" y="4136375"/>
              <a:ext cx="490925" cy="505350"/>
            </a:xfrm>
            <a:custGeom>
              <a:avLst/>
              <a:gdLst/>
              <a:ahLst/>
              <a:cxnLst/>
              <a:rect l="l" t="t" r="r" b="b"/>
              <a:pathLst>
                <a:path w="19637" h="20214" extrusionOk="0">
                  <a:moveTo>
                    <a:pt x="0" y="0"/>
                  </a:moveTo>
                  <a:lnTo>
                    <a:pt x="0" y="20213"/>
                  </a:lnTo>
                  <a:lnTo>
                    <a:pt x="19636" y="20213"/>
                  </a:lnTo>
                  <a:lnTo>
                    <a:pt x="196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2"/>
            <p:cNvSpPr/>
            <p:nvPr/>
          </p:nvSpPr>
          <p:spPr>
            <a:xfrm>
              <a:off x="288275" y="2915975"/>
              <a:ext cx="7023700" cy="2249300"/>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0" name="Google Shape;1780;p52"/>
          <p:cNvGrpSpPr/>
          <p:nvPr/>
        </p:nvGrpSpPr>
        <p:grpSpPr>
          <a:xfrm>
            <a:off x="429607" y="1933662"/>
            <a:ext cx="1347539" cy="2635346"/>
            <a:chOff x="8141000" y="2134050"/>
            <a:chExt cx="1244725" cy="2434275"/>
          </a:xfrm>
        </p:grpSpPr>
        <p:sp>
          <p:nvSpPr>
            <p:cNvPr id="1781" name="Google Shape;1781;p52"/>
            <p:cNvSpPr/>
            <p:nvPr/>
          </p:nvSpPr>
          <p:spPr>
            <a:xfrm>
              <a:off x="9065025" y="2555325"/>
              <a:ext cx="320700" cy="223875"/>
            </a:xfrm>
            <a:custGeom>
              <a:avLst/>
              <a:gdLst/>
              <a:ahLst/>
              <a:cxnLst/>
              <a:rect l="l" t="t" r="r" b="b"/>
              <a:pathLst>
                <a:path w="12828" h="8955" extrusionOk="0">
                  <a:moveTo>
                    <a:pt x="5055" y="0"/>
                  </a:moveTo>
                  <a:cubicBezTo>
                    <a:pt x="4955" y="0"/>
                    <a:pt x="4857" y="77"/>
                    <a:pt x="4833" y="171"/>
                  </a:cubicBezTo>
                  <a:cubicBezTo>
                    <a:pt x="4803" y="293"/>
                    <a:pt x="4560" y="1114"/>
                    <a:pt x="4560" y="1235"/>
                  </a:cubicBezTo>
                  <a:cubicBezTo>
                    <a:pt x="4529" y="1813"/>
                    <a:pt x="4256" y="2330"/>
                    <a:pt x="3861" y="2664"/>
                  </a:cubicBezTo>
                  <a:cubicBezTo>
                    <a:pt x="3618" y="2877"/>
                    <a:pt x="3314" y="3029"/>
                    <a:pt x="3101" y="3241"/>
                  </a:cubicBezTo>
                  <a:cubicBezTo>
                    <a:pt x="2858" y="3485"/>
                    <a:pt x="2706" y="3758"/>
                    <a:pt x="2797" y="4092"/>
                  </a:cubicBezTo>
                  <a:cubicBezTo>
                    <a:pt x="2858" y="4305"/>
                    <a:pt x="3101" y="4488"/>
                    <a:pt x="3101" y="4761"/>
                  </a:cubicBezTo>
                  <a:cubicBezTo>
                    <a:pt x="3101" y="4944"/>
                    <a:pt x="2979" y="5096"/>
                    <a:pt x="2858" y="5247"/>
                  </a:cubicBezTo>
                  <a:cubicBezTo>
                    <a:pt x="2280" y="6007"/>
                    <a:pt x="912" y="6311"/>
                    <a:pt x="274" y="6889"/>
                  </a:cubicBezTo>
                  <a:cubicBezTo>
                    <a:pt x="0" y="7162"/>
                    <a:pt x="548" y="7679"/>
                    <a:pt x="608" y="8105"/>
                  </a:cubicBezTo>
                  <a:cubicBezTo>
                    <a:pt x="700" y="8500"/>
                    <a:pt x="1034" y="8773"/>
                    <a:pt x="1368" y="8895"/>
                  </a:cubicBezTo>
                  <a:cubicBezTo>
                    <a:pt x="1515" y="8936"/>
                    <a:pt x="1666" y="8955"/>
                    <a:pt x="1817" y="8955"/>
                  </a:cubicBezTo>
                  <a:cubicBezTo>
                    <a:pt x="2230" y="8955"/>
                    <a:pt x="2646" y="8814"/>
                    <a:pt x="2979" y="8591"/>
                  </a:cubicBezTo>
                  <a:cubicBezTo>
                    <a:pt x="3435" y="8287"/>
                    <a:pt x="3466" y="8409"/>
                    <a:pt x="3861" y="7983"/>
                  </a:cubicBezTo>
                  <a:cubicBezTo>
                    <a:pt x="4195" y="7618"/>
                    <a:pt x="4529" y="7223"/>
                    <a:pt x="4955" y="6980"/>
                  </a:cubicBezTo>
                  <a:cubicBezTo>
                    <a:pt x="6961" y="5643"/>
                    <a:pt x="10244" y="6220"/>
                    <a:pt x="12220" y="4883"/>
                  </a:cubicBezTo>
                  <a:cubicBezTo>
                    <a:pt x="12524" y="4700"/>
                    <a:pt x="12827" y="4366"/>
                    <a:pt x="12767" y="4001"/>
                  </a:cubicBezTo>
                  <a:cubicBezTo>
                    <a:pt x="12767" y="3728"/>
                    <a:pt x="12584" y="3515"/>
                    <a:pt x="12402" y="3363"/>
                  </a:cubicBezTo>
                  <a:cubicBezTo>
                    <a:pt x="11885" y="2968"/>
                    <a:pt x="11217" y="2907"/>
                    <a:pt x="10609" y="2816"/>
                  </a:cubicBezTo>
                  <a:cubicBezTo>
                    <a:pt x="8846" y="2633"/>
                    <a:pt x="7143" y="2451"/>
                    <a:pt x="5411" y="2238"/>
                  </a:cubicBezTo>
                  <a:cubicBezTo>
                    <a:pt x="5441" y="1752"/>
                    <a:pt x="5533" y="536"/>
                    <a:pt x="5259" y="141"/>
                  </a:cubicBezTo>
                  <a:cubicBezTo>
                    <a:pt x="5259" y="80"/>
                    <a:pt x="5229" y="50"/>
                    <a:pt x="5137" y="19"/>
                  </a:cubicBezTo>
                  <a:cubicBezTo>
                    <a:pt x="5111" y="6"/>
                    <a:pt x="5083" y="0"/>
                    <a:pt x="5055"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2"/>
            <p:cNvSpPr/>
            <p:nvPr/>
          </p:nvSpPr>
          <p:spPr>
            <a:xfrm>
              <a:off x="9273225" y="2629350"/>
              <a:ext cx="107175" cy="18425"/>
            </a:xfrm>
            <a:custGeom>
              <a:avLst/>
              <a:gdLst/>
              <a:ahLst/>
              <a:cxnLst/>
              <a:rect l="l" t="t" r="r" b="b"/>
              <a:pathLst>
                <a:path w="4287" h="737" extrusionOk="0">
                  <a:moveTo>
                    <a:pt x="157" y="1"/>
                  </a:moveTo>
                  <a:cubicBezTo>
                    <a:pt x="99" y="1"/>
                    <a:pt x="31" y="76"/>
                    <a:pt x="31" y="128"/>
                  </a:cubicBezTo>
                  <a:cubicBezTo>
                    <a:pt x="1" y="220"/>
                    <a:pt x="62" y="280"/>
                    <a:pt x="153" y="280"/>
                  </a:cubicBezTo>
                  <a:cubicBezTo>
                    <a:pt x="1004" y="372"/>
                    <a:pt x="1551" y="432"/>
                    <a:pt x="2129" y="524"/>
                  </a:cubicBezTo>
                  <a:cubicBezTo>
                    <a:pt x="2706" y="584"/>
                    <a:pt x="3284" y="676"/>
                    <a:pt x="4104" y="736"/>
                  </a:cubicBezTo>
                  <a:cubicBezTo>
                    <a:pt x="4196" y="736"/>
                    <a:pt x="4256" y="676"/>
                    <a:pt x="4256" y="615"/>
                  </a:cubicBezTo>
                  <a:cubicBezTo>
                    <a:pt x="4287" y="554"/>
                    <a:pt x="4226" y="463"/>
                    <a:pt x="4135" y="463"/>
                  </a:cubicBezTo>
                  <a:cubicBezTo>
                    <a:pt x="3314" y="402"/>
                    <a:pt x="2737" y="311"/>
                    <a:pt x="2159" y="250"/>
                  </a:cubicBezTo>
                  <a:cubicBezTo>
                    <a:pt x="1612" y="159"/>
                    <a:pt x="1034" y="98"/>
                    <a:pt x="183" y="7"/>
                  </a:cubicBezTo>
                  <a:cubicBezTo>
                    <a:pt x="175" y="3"/>
                    <a:pt x="166" y="1"/>
                    <a:pt x="157"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2"/>
            <p:cNvSpPr/>
            <p:nvPr/>
          </p:nvSpPr>
          <p:spPr>
            <a:xfrm>
              <a:off x="9279325" y="2656725"/>
              <a:ext cx="104875" cy="14600"/>
            </a:xfrm>
            <a:custGeom>
              <a:avLst/>
              <a:gdLst/>
              <a:ahLst/>
              <a:cxnLst/>
              <a:rect l="l" t="t" r="r" b="b"/>
              <a:pathLst>
                <a:path w="4195" h="584" extrusionOk="0">
                  <a:moveTo>
                    <a:pt x="147" y="0"/>
                  </a:moveTo>
                  <a:cubicBezTo>
                    <a:pt x="76" y="0"/>
                    <a:pt x="30" y="75"/>
                    <a:pt x="30" y="128"/>
                  </a:cubicBezTo>
                  <a:cubicBezTo>
                    <a:pt x="0" y="219"/>
                    <a:pt x="61" y="280"/>
                    <a:pt x="152" y="280"/>
                  </a:cubicBezTo>
                  <a:cubicBezTo>
                    <a:pt x="1125" y="371"/>
                    <a:pt x="1611" y="401"/>
                    <a:pt x="2067" y="432"/>
                  </a:cubicBezTo>
                  <a:cubicBezTo>
                    <a:pt x="2523" y="462"/>
                    <a:pt x="3040" y="462"/>
                    <a:pt x="4012" y="584"/>
                  </a:cubicBezTo>
                  <a:cubicBezTo>
                    <a:pt x="4043" y="584"/>
                    <a:pt x="4134" y="523"/>
                    <a:pt x="4164" y="462"/>
                  </a:cubicBezTo>
                  <a:cubicBezTo>
                    <a:pt x="4195" y="401"/>
                    <a:pt x="4134" y="310"/>
                    <a:pt x="4043" y="310"/>
                  </a:cubicBezTo>
                  <a:cubicBezTo>
                    <a:pt x="3070" y="249"/>
                    <a:pt x="2584" y="219"/>
                    <a:pt x="2128" y="158"/>
                  </a:cubicBezTo>
                  <a:cubicBezTo>
                    <a:pt x="1611" y="128"/>
                    <a:pt x="1125" y="128"/>
                    <a:pt x="182" y="6"/>
                  </a:cubicBezTo>
                  <a:cubicBezTo>
                    <a:pt x="170" y="2"/>
                    <a:pt x="158" y="0"/>
                    <a:pt x="147" y="0"/>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2"/>
            <p:cNvSpPr/>
            <p:nvPr/>
          </p:nvSpPr>
          <p:spPr>
            <a:xfrm>
              <a:off x="9280825" y="2675100"/>
              <a:ext cx="79050" cy="15225"/>
            </a:xfrm>
            <a:custGeom>
              <a:avLst/>
              <a:gdLst/>
              <a:ahLst/>
              <a:cxnLst/>
              <a:rect l="l" t="t" r="r" b="b"/>
              <a:pathLst>
                <a:path w="3162" h="609" extrusionOk="0">
                  <a:moveTo>
                    <a:pt x="153" y="1"/>
                  </a:moveTo>
                  <a:cubicBezTo>
                    <a:pt x="92" y="1"/>
                    <a:pt x="1" y="92"/>
                    <a:pt x="1" y="153"/>
                  </a:cubicBezTo>
                  <a:cubicBezTo>
                    <a:pt x="1" y="244"/>
                    <a:pt x="92" y="305"/>
                    <a:pt x="153" y="305"/>
                  </a:cubicBezTo>
                  <a:cubicBezTo>
                    <a:pt x="730" y="335"/>
                    <a:pt x="1369" y="426"/>
                    <a:pt x="2007" y="487"/>
                  </a:cubicBezTo>
                  <a:cubicBezTo>
                    <a:pt x="2372" y="548"/>
                    <a:pt x="2706" y="578"/>
                    <a:pt x="3010" y="608"/>
                  </a:cubicBezTo>
                  <a:cubicBezTo>
                    <a:pt x="3071" y="608"/>
                    <a:pt x="3162" y="578"/>
                    <a:pt x="3071" y="456"/>
                  </a:cubicBezTo>
                  <a:cubicBezTo>
                    <a:pt x="3132" y="396"/>
                    <a:pt x="3040" y="305"/>
                    <a:pt x="2980" y="305"/>
                  </a:cubicBezTo>
                  <a:cubicBezTo>
                    <a:pt x="2676" y="274"/>
                    <a:pt x="2372" y="244"/>
                    <a:pt x="2007" y="183"/>
                  </a:cubicBezTo>
                  <a:cubicBezTo>
                    <a:pt x="1369" y="122"/>
                    <a:pt x="730" y="31"/>
                    <a:pt x="153"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2"/>
            <p:cNvSpPr/>
            <p:nvPr/>
          </p:nvSpPr>
          <p:spPr>
            <a:xfrm>
              <a:off x="9267925" y="2625550"/>
              <a:ext cx="19775" cy="60975"/>
            </a:xfrm>
            <a:custGeom>
              <a:avLst/>
              <a:gdLst/>
              <a:ahLst/>
              <a:cxnLst/>
              <a:rect l="l" t="t" r="r" b="b"/>
              <a:pathLst>
                <a:path w="791" h="2439" extrusionOk="0">
                  <a:moveTo>
                    <a:pt x="117" y="1"/>
                  </a:moveTo>
                  <a:cubicBezTo>
                    <a:pt x="45" y="1"/>
                    <a:pt x="0" y="76"/>
                    <a:pt x="0" y="128"/>
                  </a:cubicBezTo>
                  <a:cubicBezTo>
                    <a:pt x="0" y="220"/>
                    <a:pt x="31" y="280"/>
                    <a:pt x="91" y="280"/>
                  </a:cubicBezTo>
                  <a:cubicBezTo>
                    <a:pt x="91" y="280"/>
                    <a:pt x="486" y="432"/>
                    <a:pt x="486" y="2287"/>
                  </a:cubicBezTo>
                  <a:cubicBezTo>
                    <a:pt x="486" y="2378"/>
                    <a:pt x="547" y="2438"/>
                    <a:pt x="638" y="2438"/>
                  </a:cubicBezTo>
                  <a:cubicBezTo>
                    <a:pt x="699" y="2438"/>
                    <a:pt x="790" y="2408"/>
                    <a:pt x="790" y="2317"/>
                  </a:cubicBezTo>
                  <a:cubicBezTo>
                    <a:pt x="790" y="250"/>
                    <a:pt x="304" y="7"/>
                    <a:pt x="152" y="7"/>
                  </a:cubicBezTo>
                  <a:cubicBezTo>
                    <a:pt x="140" y="3"/>
                    <a:pt x="128" y="1"/>
                    <a:pt x="117"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2"/>
            <p:cNvSpPr/>
            <p:nvPr/>
          </p:nvSpPr>
          <p:spPr>
            <a:xfrm>
              <a:off x="9189650" y="2609450"/>
              <a:ext cx="15975" cy="56550"/>
            </a:xfrm>
            <a:custGeom>
              <a:avLst/>
              <a:gdLst/>
              <a:ahLst/>
              <a:cxnLst/>
              <a:rect l="l" t="t" r="r" b="b"/>
              <a:pathLst>
                <a:path w="639" h="2262" extrusionOk="0">
                  <a:moveTo>
                    <a:pt x="297" y="1"/>
                  </a:moveTo>
                  <a:cubicBezTo>
                    <a:pt x="278" y="1"/>
                    <a:pt x="260" y="4"/>
                    <a:pt x="244" y="13"/>
                  </a:cubicBezTo>
                  <a:cubicBezTo>
                    <a:pt x="152" y="43"/>
                    <a:pt x="122" y="134"/>
                    <a:pt x="152" y="195"/>
                  </a:cubicBezTo>
                  <a:cubicBezTo>
                    <a:pt x="304" y="620"/>
                    <a:pt x="396" y="1076"/>
                    <a:pt x="304" y="1502"/>
                  </a:cubicBezTo>
                  <a:cubicBezTo>
                    <a:pt x="274" y="1775"/>
                    <a:pt x="183" y="1927"/>
                    <a:pt x="92" y="1988"/>
                  </a:cubicBezTo>
                  <a:cubicBezTo>
                    <a:pt x="0" y="2019"/>
                    <a:pt x="0" y="2110"/>
                    <a:pt x="31" y="2171"/>
                  </a:cubicBezTo>
                  <a:cubicBezTo>
                    <a:pt x="61" y="2231"/>
                    <a:pt x="122" y="2262"/>
                    <a:pt x="152" y="2262"/>
                  </a:cubicBezTo>
                  <a:cubicBezTo>
                    <a:pt x="183" y="2262"/>
                    <a:pt x="244" y="2262"/>
                    <a:pt x="183" y="2231"/>
                  </a:cubicBezTo>
                  <a:cubicBezTo>
                    <a:pt x="396" y="2110"/>
                    <a:pt x="548" y="1867"/>
                    <a:pt x="578" y="1532"/>
                  </a:cubicBezTo>
                  <a:cubicBezTo>
                    <a:pt x="639" y="1046"/>
                    <a:pt x="608" y="529"/>
                    <a:pt x="426" y="73"/>
                  </a:cubicBezTo>
                  <a:cubicBezTo>
                    <a:pt x="404" y="29"/>
                    <a:pt x="349" y="1"/>
                    <a:pt x="297"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52"/>
            <p:cNvSpPr/>
            <p:nvPr/>
          </p:nvSpPr>
          <p:spPr>
            <a:xfrm>
              <a:off x="8569575" y="2582325"/>
              <a:ext cx="591975" cy="409400"/>
            </a:xfrm>
            <a:custGeom>
              <a:avLst/>
              <a:gdLst/>
              <a:ahLst/>
              <a:cxnLst/>
              <a:rect l="l" t="t" r="r" b="b"/>
              <a:pathLst>
                <a:path w="23679" h="16376" extrusionOk="0">
                  <a:moveTo>
                    <a:pt x="2484" y="0"/>
                  </a:moveTo>
                  <a:cubicBezTo>
                    <a:pt x="2038" y="0"/>
                    <a:pt x="1613" y="198"/>
                    <a:pt x="1277" y="733"/>
                  </a:cubicBezTo>
                  <a:cubicBezTo>
                    <a:pt x="0" y="2800"/>
                    <a:pt x="1125" y="5019"/>
                    <a:pt x="1125" y="5019"/>
                  </a:cubicBezTo>
                  <a:cubicBezTo>
                    <a:pt x="1125" y="5019"/>
                    <a:pt x="5593" y="10611"/>
                    <a:pt x="8359" y="14320"/>
                  </a:cubicBezTo>
                  <a:cubicBezTo>
                    <a:pt x="9508" y="15855"/>
                    <a:pt x="10544" y="16375"/>
                    <a:pt x="11456" y="16375"/>
                  </a:cubicBezTo>
                  <a:cubicBezTo>
                    <a:pt x="12765" y="16375"/>
                    <a:pt x="13820" y="15304"/>
                    <a:pt x="14590" y="14624"/>
                  </a:cubicBezTo>
                  <a:cubicBezTo>
                    <a:pt x="15867" y="13499"/>
                    <a:pt x="23679" y="7329"/>
                    <a:pt x="23679" y="7329"/>
                  </a:cubicBezTo>
                  <a:cubicBezTo>
                    <a:pt x="23223" y="5475"/>
                    <a:pt x="21581" y="4563"/>
                    <a:pt x="21581" y="4563"/>
                  </a:cubicBezTo>
                  <a:lnTo>
                    <a:pt x="12736" y="10034"/>
                  </a:lnTo>
                  <a:cubicBezTo>
                    <a:pt x="12678" y="9742"/>
                    <a:pt x="12534" y="9652"/>
                    <a:pt x="12379" y="9652"/>
                  </a:cubicBezTo>
                  <a:cubicBezTo>
                    <a:pt x="12131" y="9652"/>
                    <a:pt x="11855" y="9882"/>
                    <a:pt x="11855" y="9882"/>
                  </a:cubicBezTo>
                  <a:cubicBezTo>
                    <a:pt x="9575" y="6143"/>
                    <a:pt x="5137" y="1553"/>
                    <a:pt x="5137" y="1553"/>
                  </a:cubicBezTo>
                  <a:cubicBezTo>
                    <a:pt x="5137" y="1553"/>
                    <a:pt x="3733" y="0"/>
                    <a:pt x="2484" y="0"/>
                  </a:cubicBezTo>
                  <a:close/>
                </a:path>
              </a:pathLst>
            </a:custGeom>
            <a:solidFill>
              <a:srgbClr val="EFF2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2"/>
            <p:cNvSpPr/>
            <p:nvPr/>
          </p:nvSpPr>
          <p:spPr>
            <a:xfrm>
              <a:off x="8843900" y="2829800"/>
              <a:ext cx="47125" cy="39100"/>
            </a:xfrm>
            <a:custGeom>
              <a:avLst/>
              <a:gdLst/>
              <a:ahLst/>
              <a:cxnLst/>
              <a:rect l="l" t="t" r="r" b="b"/>
              <a:pathLst>
                <a:path w="1885" h="1564" extrusionOk="0">
                  <a:moveTo>
                    <a:pt x="1742" y="1"/>
                  </a:moveTo>
                  <a:cubicBezTo>
                    <a:pt x="1726" y="1"/>
                    <a:pt x="1711" y="4"/>
                    <a:pt x="1703" y="13"/>
                  </a:cubicBezTo>
                  <a:cubicBezTo>
                    <a:pt x="1064" y="348"/>
                    <a:pt x="487" y="804"/>
                    <a:pt x="31" y="1381"/>
                  </a:cubicBezTo>
                  <a:cubicBezTo>
                    <a:pt x="0" y="1411"/>
                    <a:pt x="31" y="1503"/>
                    <a:pt x="92" y="1533"/>
                  </a:cubicBezTo>
                  <a:cubicBezTo>
                    <a:pt x="122" y="1563"/>
                    <a:pt x="122" y="1563"/>
                    <a:pt x="152" y="1563"/>
                  </a:cubicBezTo>
                  <a:cubicBezTo>
                    <a:pt x="183" y="1563"/>
                    <a:pt x="244" y="1563"/>
                    <a:pt x="213" y="1503"/>
                  </a:cubicBezTo>
                  <a:cubicBezTo>
                    <a:pt x="639" y="956"/>
                    <a:pt x="1216" y="500"/>
                    <a:pt x="1824" y="196"/>
                  </a:cubicBezTo>
                  <a:cubicBezTo>
                    <a:pt x="1854" y="165"/>
                    <a:pt x="1885" y="104"/>
                    <a:pt x="1854" y="44"/>
                  </a:cubicBezTo>
                  <a:cubicBezTo>
                    <a:pt x="1833" y="22"/>
                    <a:pt x="1781" y="1"/>
                    <a:pt x="1742" y="1"/>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52"/>
            <p:cNvSpPr/>
            <p:nvPr/>
          </p:nvSpPr>
          <p:spPr>
            <a:xfrm>
              <a:off x="8840100" y="2827450"/>
              <a:ext cx="27375" cy="28525"/>
            </a:xfrm>
            <a:custGeom>
              <a:avLst/>
              <a:gdLst/>
              <a:ahLst/>
              <a:cxnLst/>
              <a:rect l="l" t="t" r="r" b="b"/>
              <a:pathLst>
                <a:path w="1095" h="1141" extrusionOk="0">
                  <a:moveTo>
                    <a:pt x="988" y="1"/>
                  </a:moveTo>
                  <a:cubicBezTo>
                    <a:pt x="958" y="1"/>
                    <a:pt x="927" y="16"/>
                    <a:pt x="912" y="46"/>
                  </a:cubicBezTo>
                  <a:lnTo>
                    <a:pt x="31" y="958"/>
                  </a:lnTo>
                  <a:cubicBezTo>
                    <a:pt x="0" y="989"/>
                    <a:pt x="0" y="1050"/>
                    <a:pt x="31" y="1110"/>
                  </a:cubicBezTo>
                  <a:cubicBezTo>
                    <a:pt x="92" y="1141"/>
                    <a:pt x="92" y="1141"/>
                    <a:pt x="122" y="1141"/>
                  </a:cubicBezTo>
                  <a:cubicBezTo>
                    <a:pt x="152" y="1141"/>
                    <a:pt x="183" y="1141"/>
                    <a:pt x="183" y="1110"/>
                  </a:cubicBezTo>
                  <a:lnTo>
                    <a:pt x="1064" y="198"/>
                  </a:lnTo>
                  <a:cubicBezTo>
                    <a:pt x="1095" y="138"/>
                    <a:pt x="1095" y="77"/>
                    <a:pt x="1064" y="46"/>
                  </a:cubicBezTo>
                  <a:cubicBezTo>
                    <a:pt x="1049" y="16"/>
                    <a:pt x="1019" y="1"/>
                    <a:pt x="988" y="1"/>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52"/>
            <p:cNvSpPr/>
            <p:nvPr/>
          </p:nvSpPr>
          <p:spPr>
            <a:xfrm>
              <a:off x="9079475" y="2717775"/>
              <a:ext cx="53975" cy="66025"/>
            </a:xfrm>
            <a:custGeom>
              <a:avLst/>
              <a:gdLst/>
              <a:ahLst/>
              <a:cxnLst/>
              <a:rect l="l" t="t" r="r" b="b"/>
              <a:pathLst>
                <a:path w="2159" h="2641" extrusionOk="0">
                  <a:moveTo>
                    <a:pt x="146" y="0"/>
                  </a:moveTo>
                  <a:cubicBezTo>
                    <a:pt x="114" y="0"/>
                    <a:pt x="72" y="36"/>
                    <a:pt x="30" y="57"/>
                  </a:cubicBezTo>
                  <a:cubicBezTo>
                    <a:pt x="0" y="87"/>
                    <a:pt x="30" y="178"/>
                    <a:pt x="91" y="208"/>
                  </a:cubicBezTo>
                  <a:cubicBezTo>
                    <a:pt x="1094" y="816"/>
                    <a:pt x="1915" y="2549"/>
                    <a:pt x="1915" y="2549"/>
                  </a:cubicBezTo>
                  <a:cubicBezTo>
                    <a:pt x="1945" y="2610"/>
                    <a:pt x="1976" y="2640"/>
                    <a:pt x="2006" y="2640"/>
                  </a:cubicBezTo>
                  <a:lnTo>
                    <a:pt x="2097" y="2640"/>
                  </a:lnTo>
                  <a:cubicBezTo>
                    <a:pt x="2128" y="2610"/>
                    <a:pt x="2158" y="2549"/>
                    <a:pt x="2128" y="2488"/>
                  </a:cubicBezTo>
                  <a:cubicBezTo>
                    <a:pt x="2097" y="2397"/>
                    <a:pt x="1307" y="664"/>
                    <a:pt x="182" y="26"/>
                  </a:cubicBezTo>
                  <a:cubicBezTo>
                    <a:pt x="173" y="7"/>
                    <a:pt x="161" y="0"/>
                    <a:pt x="146"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52"/>
            <p:cNvSpPr/>
            <p:nvPr/>
          </p:nvSpPr>
          <p:spPr>
            <a:xfrm>
              <a:off x="8551350" y="4444125"/>
              <a:ext cx="308525" cy="93875"/>
            </a:xfrm>
            <a:custGeom>
              <a:avLst/>
              <a:gdLst/>
              <a:ahLst/>
              <a:cxnLst/>
              <a:rect l="l" t="t" r="r" b="b"/>
              <a:pathLst>
                <a:path w="12341" h="3755" extrusionOk="0">
                  <a:moveTo>
                    <a:pt x="3799" y="0"/>
                  </a:moveTo>
                  <a:lnTo>
                    <a:pt x="182" y="152"/>
                  </a:lnTo>
                  <a:cubicBezTo>
                    <a:pt x="182" y="152"/>
                    <a:pt x="0" y="2098"/>
                    <a:pt x="152" y="2736"/>
                  </a:cubicBezTo>
                  <a:cubicBezTo>
                    <a:pt x="304" y="3374"/>
                    <a:pt x="1185" y="3405"/>
                    <a:pt x="1945" y="3557"/>
                  </a:cubicBezTo>
                  <a:cubicBezTo>
                    <a:pt x="2007" y="3570"/>
                    <a:pt x="2068" y="3575"/>
                    <a:pt x="2128" y="3575"/>
                  </a:cubicBezTo>
                  <a:cubicBezTo>
                    <a:pt x="2618" y="3575"/>
                    <a:pt x="3096" y="3206"/>
                    <a:pt x="3695" y="3206"/>
                  </a:cubicBezTo>
                  <a:cubicBezTo>
                    <a:pt x="3906" y="3206"/>
                    <a:pt x="4131" y="3251"/>
                    <a:pt x="4377" y="3374"/>
                  </a:cubicBezTo>
                  <a:cubicBezTo>
                    <a:pt x="4944" y="3664"/>
                    <a:pt x="5803" y="3755"/>
                    <a:pt x="6733" y="3755"/>
                  </a:cubicBezTo>
                  <a:cubicBezTo>
                    <a:pt x="8243" y="3755"/>
                    <a:pt x="9941" y="3515"/>
                    <a:pt x="10882" y="3496"/>
                  </a:cubicBezTo>
                  <a:cubicBezTo>
                    <a:pt x="12341" y="3405"/>
                    <a:pt x="11216" y="2311"/>
                    <a:pt x="9848" y="1551"/>
                  </a:cubicBezTo>
                  <a:cubicBezTo>
                    <a:pt x="7933" y="456"/>
                    <a:pt x="3799" y="0"/>
                    <a:pt x="3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2"/>
            <p:cNvSpPr/>
            <p:nvPr/>
          </p:nvSpPr>
          <p:spPr>
            <a:xfrm>
              <a:off x="8285025" y="4441075"/>
              <a:ext cx="221500" cy="127250"/>
            </a:xfrm>
            <a:custGeom>
              <a:avLst/>
              <a:gdLst/>
              <a:ahLst/>
              <a:cxnLst/>
              <a:rect l="l" t="t" r="r" b="b"/>
              <a:pathLst>
                <a:path w="8860" h="5090" extrusionOk="0">
                  <a:moveTo>
                    <a:pt x="1565" y="1"/>
                  </a:moveTo>
                  <a:cubicBezTo>
                    <a:pt x="1565" y="1"/>
                    <a:pt x="1048" y="1247"/>
                    <a:pt x="410" y="3314"/>
                  </a:cubicBezTo>
                  <a:cubicBezTo>
                    <a:pt x="0" y="4560"/>
                    <a:pt x="2153" y="5089"/>
                    <a:pt x="4212" y="5089"/>
                  </a:cubicBezTo>
                  <a:cubicBezTo>
                    <a:pt x="5517" y="5089"/>
                    <a:pt x="6786" y="4877"/>
                    <a:pt x="7340" y="4499"/>
                  </a:cubicBezTo>
                  <a:cubicBezTo>
                    <a:pt x="8860" y="3466"/>
                    <a:pt x="5334" y="3314"/>
                    <a:pt x="5121" y="1703"/>
                  </a:cubicBezTo>
                  <a:cubicBezTo>
                    <a:pt x="4878" y="122"/>
                    <a:pt x="4695" y="548"/>
                    <a:pt x="4695" y="396"/>
                  </a:cubicBezTo>
                  <a:lnTo>
                    <a:pt x="15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2"/>
            <p:cNvSpPr/>
            <p:nvPr/>
          </p:nvSpPr>
          <p:spPr>
            <a:xfrm>
              <a:off x="8302100" y="3172825"/>
              <a:ext cx="453675" cy="1299100"/>
            </a:xfrm>
            <a:custGeom>
              <a:avLst/>
              <a:gdLst/>
              <a:ahLst/>
              <a:cxnLst/>
              <a:rect l="l" t="t" r="r" b="b"/>
              <a:pathLst>
                <a:path w="18147" h="51964" extrusionOk="0">
                  <a:moveTo>
                    <a:pt x="0" y="1"/>
                  </a:moveTo>
                  <a:cubicBezTo>
                    <a:pt x="0" y="1"/>
                    <a:pt x="0" y="1"/>
                    <a:pt x="0" y="1"/>
                  </a:cubicBezTo>
                  <a:lnTo>
                    <a:pt x="0" y="1"/>
                  </a:lnTo>
                  <a:lnTo>
                    <a:pt x="0" y="1"/>
                  </a:lnTo>
                  <a:close/>
                  <a:moveTo>
                    <a:pt x="0" y="1"/>
                  </a:moveTo>
                  <a:lnTo>
                    <a:pt x="91" y="51369"/>
                  </a:lnTo>
                  <a:cubicBezTo>
                    <a:pt x="1003" y="51815"/>
                    <a:pt x="1885" y="51964"/>
                    <a:pt x="2655" y="51964"/>
                  </a:cubicBezTo>
                  <a:cubicBezTo>
                    <a:pt x="4195" y="51964"/>
                    <a:pt x="5289" y="51369"/>
                    <a:pt x="5289" y="51369"/>
                  </a:cubicBezTo>
                  <a:lnTo>
                    <a:pt x="9332" y="11733"/>
                  </a:lnTo>
                  <a:lnTo>
                    <a:pt x="9605" y="51278"/>
                  </a:lnTo>
                  <a:cubicBezTo>
                    <a:pt x="10274" y="51602"/>
                    <a:pt x="11054" y="51710"/>
                    <a:pt x="11797" y="51710"/>
                  </a:cubicBezTo>
                  <a:cubicBezTo>
                    <a:pt x="13283" y="51710"/>
                    <a:pt x="14621" y="51278"/>
                    <a:pt x="14621" y="51278"/>
                  </a:cubicBezTo>
                  <a:lnTo>
                    <a:pt x="18146" y="2584"/>
                  </a:lnTo>
                  <a:cubicBezTo>
                    <a:pt x="16205" y="97"/>
                    <a:pt x="3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2"/>
            <p:cNvSpPr/>
            <p:nvPr/>
          </p:nvSpPr>
          <p:spPr>
            <a:xfrm>
              <a:off x="8520175" y="3297925"/>
              <a:ext cx="62350" cy="177375"/>
            </a:xfrm>
            <a:custGeom>
              <a:avLst/>
              <a:gdLst/>
              <a:ahLst/>
              <a:cxnLst/>
              <a:rect l="l" t="t" r="r" b="b"/>
              <a:pathLst>
                <a:path w="2494" h="7095" extrusionOk="0">
                  <a:moveTo>
                    <a:pt x="2369" y="1"/>
                  </a:moveTo>
                  <a:cubicBezTo>
                    <a:pt x="2353" y="1"/>
                    <a:pt x="2334" y="4"/>
                    <a:pt x="2311" y="12"/>
                  </a:cubicBezTo>
                  <a:cubicBezTo>
                    <a:pt x="2280" y="12"/>
                    <a:pt x="2220" y="103"/>
                    <a:pt x="2220" y="134"/>
                  </a:cubicBezTo>
                  <a:cubicBezTo>
                    <a:pt x="2220" y="346"/>
                    <a:pt x="1369" y="5726"/>
                    <a:pt x="1095" y="6729"/>
                  </a:cubicBezTo>
                  <a:lnTo>
                    <a:pt x="214" y="6851"/>
                  </a:lnTo>
                  <a:cubicBezTo>
                    <a:pt x="335" y="5939"/>
                    <a:pt x="943" y="1076"/>
                    <a:pt x="913" y="225"/>
                  </a:cubicBezTo>
                  <a:cubicBezTo>
                    <a:pt x="913" y="134"/>
                    <a:pt x="821" y="103"/>
                    <a:pt x="791" y="103"/>
                  </a:cubicBezTo>
                  <a:cubicBezTo>
                    <a:pt x="730" y="103"/>
                    <a:pt x="669" y="134"/>
                    <a:pt x="669" y="225"/>
                  </a:cubicBezTo>
                  <a:cubicBezTo>
                    <a:pt x="730" y="1137"/>
                    <a:pt x="1" y="6912"/>
                    <a:pt x="1" y="6973"/>
                  </a:cubicBezTo>
                  <a:cubicBezTo>
                    <a:pt x="1" y="6973"/>
                    <a:pt x="1" y="7003"/>
                    <a:pt x="31" y="7064"/>
                  </a:cubicBezTo>
                  <a:cubicBezTo>
                    <a:pt x="31" y="7094"/>
                    <a:pt x="62" y="7094"/>
                    <a:pt x="122" y="7094"/>
                  </a:cubicBezTo>
                  <a:lnTo>
                    <a:pt x="1217" y="6973"/>
                  </a:lnTo>
                  <a:cubicBezTo>
                    <a:pt x="1277" y="6973"/>
                    <a:pt x="1308" y="6942"/>
                    <a:pt x="1308" y="6881"/>
                  </a:cubicBezTo>
                  <a:cubicBezTo>
                    <a:pt x="1521" y="6213"/>
                    <a:pt x="2493" y="255"/>
                    <a:pt x="2463" y="103"/>
                  </a:cubicBezTo>
                  <a:cubicBezTo>
                    <a:pt x="2440" y="35"/>
                    <a:pt x="2417" y="1"/>
                    <a:pt x="2369" y="1"/>
                  </a:cubicBezTo>
                  <a:close/>
                </a:path>
              </a:pathLst>
            </a:custGeom>
            <a:solidFill>
              <a:srgbClr val="3F4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2"/>
            <p:cNvSpPr/>
            <p:nvPr/>
          </p:nvSpPr>
          <p:spPr>
            <a:xfrm>
              <a:off x="8301325" y="3172825"/>
              <a:ext cx="454450" cy="142025"/>
            </a:xfrm>
            <a:custGeom>
              <a:avLst/>
              <a:gdLst/>
              <a:ahLst/>
              <a:cxnLst/>
              <a:rect l="l" t="t" r="r" b="b"/>
              <a:pathLst>
                <a:path w="18178" h="5681" extrusionOk="0">
                  <a:moveTo>
                    <a:pt x="1" y="1"/>
                  </a:moveTo>
                  <a:lnTo>
                    <a:pt x="1" y="4621"/>
                  </a:lnTo>
                  <a:cubicBezTo>
                    <a:pt x="3441" y="5410"/>
                    <a:pt x="6589" y="5681"/>
                    <a:pt x="9269" y="5681"/>
                  </a:cubicBezTo>
                  <a:cubicBezTo>
                    <a:pt x="13811" y="5681"/>
                    <a:pt x="17012" y="4904"/>
                    <a:pt x="18025" y="4560"/>
                  </a:cubicBezTo>
                  <a:lnTo>
                    <a:pt x="18177" y="2584"/>
                  </a:lnTo>
                  <a:cubicBezTo>
                    <a:pt x="16232" y="92"/>
                    <a:pt x="1"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2"/>
            <p:cNvSpPr/>
            <p:nvPr/>
          </p:nvSpPr>
          <p:spPr>
            <a:xfrm>
              <a:off x="8683550" y="3258700"/>
              <a:ext cx="20550" cy="64600"/>
            </a:xfrm>
            <a:custGeom>
              <a:avLst/>
              <a:gdLst/>
              <a:ahLst/>
              <a:cxnLst/>
              <a:rect l="l" t="t" r="r" b="b"/>
              <a:pathLst>
                <a:path w="822" h="2584" extrusionOk="0">
                  <a:moveTo>
                    <a:pt x="1" y="0"/>
                  </a:moveTo>
                  <a:lnTo>
                    <a:pt x="183" y="2554"/>
                  </a:lnTo>
                  <a:lnTo>
                    <a:pt x="730" y="2584"/>
                  </a:lnTo>
                  <a:lnTo>
                    <a:pt x="822" y="183"/>
                  </a:lnTo>
                  <a:lnTo>
                    <a:pt x="1" y="0"/>
                  </a:lnTo>
                  <a:close/>
                </a:path>
              </a:pathLst>
            </a:custGeom>
            <a:solidFill>
              <a:srgbClr val="2B30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2"/>
            <p:cNvSpPr/>
            <p:nvPr/>
          </p:nvSpPr>
          <p:spPr>
            <a:xfrm>
              <a:off x="8422925" y="3267050"/>
              <a:ext cx="21300" cy="63850"/>
            </a:xfrm>
            <a:custGeom>
              <a:avLst/>
              <a:gdLst/>
              <a:ahLst/>
              <a:cxnLst/>
              <a:rect l="l" t="t" r="r" b="b"/>
              <a:pathLst>
                <a:path w="852" h="2554" extrusionOk="0">
                  <a:moveTo>
                    <a:pt x="0" y="1"/>
                  </a:moveTo>
                  <a:lnTo>
                    <a:pt x="152" y="2554"/>
                  </a:lnTo>
                  <a:lnTo>
                    <a:pt x="730" y="2554"/>
                  </a:lnTo>
                  <a:lnTo>
                    <a:pt x="851" y="153"/>
                  </a:lnTo>
                  <a:lnTo>
                    <a:pt x="0" y="1"/>
                  </a:lnTo>
                  <a:close/>
                </a:path>
              </a:pathLst>
            </a:custGeom>
            <a:solidFill>
              <a:srgbClr val="2B30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52"/>
            <p:cNvSpPr/>
            <p:nvPr/>
          </p:nvSpPr>
          <p:spPr>
            <a:xfrm>
              <a:off x="8627325" y="3266300"/>
              <a:ext cx="21300" cy="64600"/>
            </a:xfrm>
            <a:custGeom>
              <a:avLst/>
              <a:gdLst/>
              <a:ahLst/>
              <a:cxnLst/>
              <a:rect l="l" t="t" r="r" b="b"/>
              <a:pathLst>
                <a:path w="852" h="2584" extrusionOk="0">
                  <a:moveTo>
                    <a:pt x="1" y="0"/>
                  </a:moveTo>
                  <a:lnTo>
                    <a:pt x="153" y="2554"/>
                  </a:lnTo>
                  <a:lnTo>
                    <a:pt x="730" y="2584"/>
                  </a:lnTo>
                  <a:lnTo>
                    <a:pt x="852" y="152"/>
                  </a:lnTo>
                  <a:lnTo>
                    <a:pt x="1" y="0"/>
                  </a:lnTo>
                  <a:close/>
                </a:path>
              </a:pathLst>
            </a:custGeom>
            <a:solidFill>
              <a:srgbClr val="2B30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2"/>
            <p:cNvSpPr/>
            <p:nvPr/>
          </p:nvSpPr>
          <p:spPr>
            <a:xfrm>
              <a:off x="8492825" y="3269325"/>
              <a:ext cx="21300" cy="63875"/>
            </a:xfrm>
            <a:custGeom>
              <a:avLst/>
              <a:gdLst/>
              <a:ahLst/>
              <a:cxnLst/>
              <a:rect l="l" t="t" r="r" b="b"/>
              <a:pathLst>
                <a:path w="852" h="2555" extrusionOk="0">
                  <a:moveTo>
                    <a:pt x="1" y="1"/>
                  </a:moveTo>
                  <a:lnTo>
                    <a:pt x="183" y="2524"/>
                  </a:lnTo>
                  <a:lnTo>
                    <a:pt x="700" y="2554"/>
                  </a:lnTo>
                  <a:lnTo>
                    <a:pt x="852" y="183"/>
                  </a:lnTo>
                  <a:lnTo>
                    <a:pt x="1" y="1"/>
                  </a:lnTo>
                  <a:close/>
                </a:path>
              </a:pathLst>
            </a:custGeom>
            <a:solidFill>
              <a:srgbClr val="2B30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2"/>
            <p:cNvSpPr/>
            <p:nvPr/>
          </p:nvSpPr>
          <p:spPr>
            <a:xfrm>
              <a:off x="8267150" y="2536550"/>
              <a:ext cx="507625" cy="755075"/>
            </a:xfrm>
            <a:custGeom>
              <a:avLst/>
              <a:gdLst/>
              <a:ahLst/>
              <a:cxnLst/>
              <a:rect l="l" t="t" r="r" b="b"/>
              <a:pathLst>
                <a:path w="20305" h="30203" extrusionOk="0">
                  <a:moveTo>
                    <a:pt x="10319" y="1"/>
                  </a:moveTo>
                  <a:cubicBezTo>
                    <a:pt x="7371" y="1"/>
                    <a:pt x="4097" y="947"/>
                    <a:pt x="2097" y="2321"/>
                  </a:cubicBezTo>
                  <a:cubicBezTo>
                    <a:pt x="1155" y="2959"/>
                    <a:pt x="365" y="3871"/>
                    <a:pt x="213" y="5026"/>
                  </a:cubicBezTo>
                  <a:cubicBezTo>
                    <a:pt x="0" y="6302"/>
                    <a:pt x="152" y="7670"/>
                    <a:pt x="304" y="8977"/>
                  </a:cubicBezTo>
                  <a:cubicBezTo>
                    <a:pt x="669" y="11591"/>
                    <a:pt x="1337" y="14205"/>
                    <a:pt x="1429" y="16880"/>
                  </a:cubicBezTo>
                  <a:cubicBezTo>
                    <a:pt x="1489" y="19160"/>
                    <a:pt x="1125" y="21439"/>
                    <a:pt x="1003" y="23719"/>
                  </a:cubicBezTo>
                  <a:cubicBezTo>
                    <a:pt x="973" y="24844"/>
                    <a:pt x="973" y="25999"/>
                    <a:pt x="1125" y="27093"/>
                  </a:cubicBezTo>
                  <a:cubicBezTo>
                    <a:pt x="1125" y="27275"/>
                    <a:pt x="1185" y="29221"/>
                    <a:pt x="1216" y="29221"/>
                  </a:cubicBezTo>
                  <a:cubicBezTo>
                    <a:pt x="3836" y="29973"/>
                    <a:pt x="6573" y="30202"/>
                    <a:pt x="9272" y="30202"/>
                  </a:cubicBezTo>
                  <a:cubicBezTo>
                    <a:pt x="9954" y="30202"/>
                    <a:pt x="10633" y="30188"/>
                    <a:pt x="11307" y="30163"/>
                  </a:cubicBezTo>
                  <a:cubicBezTo>
                    <a:pt x="12736" y="30133"/>
                    <a:pt x="14164" y="30011"/>
                    <a:pt x="15593" y="29859"/>
                  </a:cubicBezTo>
                  <a:cubicBezTo>
                    <a:pt x="16566" y="29768"/>
                    <a:pt x="17721" y="29768"/>
                    <a:pt x="18693" y="29494"/>
                  </a:cubicBezTo>
                  <a:cubicBezTo>
                    <a:pt x="19089" y="29373"/>
                    <a:pt x="19423" y="29221"/>
                    <a:pt x="19757" y="29038"/>
                  </a:cubicBezTo>
                  <a:cubicBezTo>
                    <a:pt x="19970" y="28886"/>
                    <a:pt x="20152" y="28734"/>
                    <a:pt x="20213" y="28491"/>
                  </a:cubicBezTo>
                  <a:cubicBezTo>
                    <a:pt x="20304" y="28278"/>
                    <a:pt x="20213" y="28096"/>
                    <a:pt x="20152" y="27853"/>
                  </a:cubicBezTo>
                  <a:cubicBezTo>
                    <a:pt x="19362" y="25391"/>
                    <a:pt x="19544" y="22564"/>
                    <a:pt x="19696" y="20041"/>
                  </a:cubicBezTo>
                  <a:cubicBezTo>
                    <a:pt x="19848" y="17214"/>
                    <a:pt x="20183" y="14357"/>
                    <a:pt x="20152" y="11561"/>
                  </a:cubicBezTo>
                  <a:cubicBezTo>
                    <a:pt x="20122" y="9555"/>
                    <a:pt x="19727" y="7822"/>
                    <a:pt x="19058" y="5968"/>
                  </a:cubicBezTo>
                  <a:cubicBezTo>
                    <a:pt x="18450" y="4266"/>
                    <a:pt x="16930" y="3111"/>
                    <a:pt x="15715" y="1804"/>
                  </a:cubicBezTo>
                  <a:cubicBezTo>
                    <a:pt x="14544" y="530"/>
                    <a:pt x="12523" y="1"/>
                    <a:pt x="10319" y="1"/>
                  </a:cubicBezTo>
                  <a:close/>
                </a:path>
              </a:pathLst>
            </a:custGeom>
            <a:solidFill>
              <a:srgbClr val="EFF2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2"/>
            <p:cNvSpPr/>
            <p:nvPr/>
          </p:nvSpPr>
          <p:spPr>
            <a:xfrm>
              <a:off x="8452550" y="2429650"/>
              <a:ext cx="151250" cy="207550"/>
            </a:xfrm>
            <a:custGeom>
              <a:avLst/>
              <a:gdLst/>
              <a:ahLst/>
              <a:cxnLst/>
              <a:rect l="l" t="t" r="r" b="b"/>
              <a:pathLst>
                <a:path w="6050" h="8302" extrusionOk="0">
                  <a:moveTo>
                    <a:pt x="1" y="1"/>
                  </a:moveTo>
                  <a:lnTo>
                    <a:pt x="244" y="5958"/>
                  </a:lnTo>
                  <a:cubicBezTo>
                    <a:pt x="244" y="5958"/>
                    <a:pt x="9" y="8301"/>
                    <a:pt x="3479" y="8301"/>
                  </a:cubicBezTo>
                  <a:cubicBezTo>
                    <a:pt x="3544" y="8301"/>
                    <a:pt x="3611" y="8300"/>
                    <a:pt x="3678" y="8299"/>
                  </a:cubicBezTo>
                  <a:cubicBezTo>
                    <a:pt x="3678" y="8299"/>
                    <a:pt x="6049" y="7995"/>
                    <a:pt x="6019" y="5654"/>
                  </a:cubicBezTo>
                  <a:lnTo>
                    <a:pt x="5928" y="274"/>
                  </a:lnTo>
                  <a:lnTo>
                    <a:pt x="1" y="1"/>
                  </a:ln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2"/>
            <p:cNvSpPr/>
            <p:nvPr/>
          </p:nvSpPr>
          <p:spPr>
            <a:xfrm>
              <a:off x="8452550" y="2429650"/>
              <a:ext cx="148975" cy="94750"/>
            </a:xfrm>
            <a:custGeom>
              <a:avLst/>
              <a:gdLst/>
              <a:ahLst/>
              <a:cxnLst/>
              <a:rect l="l" t="t" r="r" b="b"/>
              <a:pathLst>
                <a:path w="5959" h="3790" extrusionOk="0">
                  <a:moveTo>
                    <a:pt x="1" y="1"/>
                  </a:moveTo>
                  <a:lnTo>
                    <a:pt x="31" y="609"/>
                  </a:lnTo>
                  <a:cubicBezTo>
                    <a:pt x="1192" y="3099"/>
                    <a:pt x="2687" y="3790"/>
                    <a:pt x="3963" y="3790"/>
                  </a:cubicBezTo>
                  <a:cubicBezTo>
                    <a:pt x="4758" y="3790"/>
                    <a:pt x="5468" y="3522"/>
                    <a:pt x="5958" y="3253"/>
                  </a:cubicBezTo>
                  <a:lnTo>
                    <a:pt x="5928" y="335"/>
                  </a:lnTo>
                  <a:lnTo>
                    <a:pt x="5897" y="305"/>
                  </a:lnTo>
                  <a:lnTo>
                    <a:pt x="1" y="1"/>
                  </a:lnTo>
                  <a:close/>
                </a:path>
              </a:pathLst>
            </a:custGeom>
            <a:solidFill>
              <a:srgbClr val="9C50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2"/>
            <p:cNvSpPr/>
            <p:nvPr/>
          </p:nvSpPr>
          <p:spPr>
            <a:xfrm>
              <a:off x="8414550" y="2221825"/>
              <a:ext cx="227250" cy="289700"/>
            </a:xfrm>
            <a:custGeom>
              <a:avLst/>
              <a:gdLst/>
              <a:ahLst/>
              <a:cxnLst/>
              <a:rect l="l" t="t" r="r" b="b"/>
              <a:pathLst>
                <a:path w="9090" h="11588" extrusionOk="0">
                  <a:moveTo>
                    <a:pt x="5400" y="0"/>
                  </a:moveTo>
                  <a:cubicBezTo>
                    <a:pt x="4720" y="0"/>
                    <a:pt x="4041" y="128"/>
                    <a:pt x="3466" y="350"/>
                  </a:cubicBezTo>
                  <a:cubicBezTo>
                    <a:pt x="1186" y="1262"/>
                    <a:pt x="1" y="3633"/>
                    <a:pt x="396" y="6034"/>
                  </a:cubicBezTo>
                  <a:lnTo>
                    <a:pt x="396" y="6095"/>
                  </a:lnTo>
                  <a:cubicBezTo>
                    <a:pt x="426" y="6399"/>
                    <a:pt x="487" y="6703"/>
                    <a:pt x="609" y="6976"/>
                  </a:cubicBezTo>
                  <a:cubicBezTo>
                    <a:pt x="1095" y="8496"/>
                    <a:pt x="2068" y="10016"/>
                    <a:pt x="3375" y="10928"/>
                  </a:cubicBezTo>
                  <a:cubicBezTo>
                    <a:pt x="4010" y="11347"/>
                    <a:pt x="4762" y="11587"/>
                    <a:pt x="5494" y="11587"/>
                  </a:cubicBezTo>
                  <a:cubicBezTo>
                    <a:pt x="6303" y="11587"/>
                    <a:pt x="7086" y="11294"/>
                    <a:pt x="7660" y="10624"/>
                  </a:cubicBezTo>
                  <a:cubicBezTo>
                    <a:pt x="8329" y="9864"/>
                    <a:pt x="8572" y="8861"/>
                    <a:pt x="8664" y="7919"/>
                  </a:cubicBezTo>
                  <a:cubicBezTo>
                    <a:pt x="8694" y="7432"/>
                    <a:pt x="8694" y="6885"/>
                    <a:pt x="8785" y="6399"/>
                  </a:cubicBezTo>
                  <a:cubicBezTo>
                    <a:pt x="8846" y="5973"/>
                    <a:pt x="8937" y="5609"/>
                    <a:pt x="8998" y="5183"/>
                  </a:cubicBezTo>
                  <a:cubicBezTo>
                    <a:pt x="9089" y="4666"/>
                    <a:pt x="9089" y="4119"/>
                    <a:pt x="9028" y="3633"/>
                  </a:cubicBezTo>
                  <a:cubicBezTo>
                    <a:pt x="8998" y="3025"/>
                    <a:pt x="8937" y="2417"/>
                    <a:pt x="8694" y="1840"/>
                  </a:cubicBezTo>
                  <a:cubicBezTo>
                    <a:pt x="8146" y="520"/>
                    <a:pt x="6770" y="0"/>
                    <a:pt x="5400"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2"/>
            <p:cNvSpPr/>
            <p:nvPr/>
          </p:nvSpPr>
          <p:spPr>
            <a:xfrm>
              <a:off x="8517150" y="2343800"/>
              <a:ext cx="21300" cy="21300"/>
            </a:xfrm>
            <a:custGeom>
              <a:avLst/>
              <a:gdLst/>
              <a:ahLst/>
              <a:cxnLst/>
              <a:rect l="l" t="t" r="r" b="b"/>
              <a:pathLst>
                <a:path w="852" h="852" extrusionOk="0">
                  <a:moveTo>
                    <a:pt x="426" y="0"/>
                  </a:moveTo>
                  <a:cubicBezTo>
                    <a:pt x="183" y="0"/>
                    <a:pt x="0" y="182"/>
                    <a:pt x="0" y="426"/>
                  </a:cubicBezTo>
                  <a:cubicBezTo>
                    <a:pt x="0" y="638"/>
                    <a:pt x="183" y="851"/>
                    <a:pt x="426" y="851"/>
                  </a:cubicBezTo>
                  <a:cubicBezTo>
                    <a:pt x="639" y="851"/>
                    <a:pt x="851" y="638"/>
                    <a:pt x="851" y="426"/>
                  </a:cubicBezTo>
                  <a:cubicBezTo>
                    <a:pt x="851" y="182"/>
                    <a:pt x="639" y="0"/>
                    <a:pt x="4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2"/>
            <p:cNvSpPr/>
            <p:nvPr/>
          </p:nvSpPr>
          <p:spPr>
            <a:xfrm>
              <a:off x="8597700" y="2343800"/>
              <a:ext cx="21300" cy="21300"/>
            </a:xfrm>
            <a:custGeom>
              <a:avLst/>
              <a:gdLst/>
              <a:ahLst/>
              <a:cxnLst/>
              <a:rect l="l" t="t" r="r" b="b"/>
              <a:pathLst>
                <a:path w="852" h="852" extrusionOk="0">
                  <a:moveTo>
                    <a:pt x="426" y="0"/>
                  </a:moveTo>
                  <a:cubicBezTo>
                    <a:pt x="183" y="0"/>
                    <a:pt x="0" y="182"/>
                    <a:pt x="0" y="426"/>
                  </a:cubicBezTo>
                  <a:cubicBezTo>
                    <a:pt x="0" y="638"/>
                    <a:pt x="183" y="851"/>
                    <a:pt x="426" y="851"/>
                  </a:cubicBezTo>
                  <a:cubicBezTo>
                    <a:pt x="669" y="851"/>
                    <a:pt x="851" y="638"/>
                    <a:pt x="851" y="426"/>
                  </a:cubicBezTo>
                  <a:cubicBezTo>
                    <a:pt x="851" y="182"/>
                    <a:pt x="669" y="0"/>
                    <a:pt x="4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2"/>
            <p:cNvSpPr/>
            <p:nvPr/>
          </p:nvSpPr>
          <p:spPr>
            <a:xfrm>
              <a:off x="8567300" y="2349875"/>
              <a:ext cx="19025" cy="74500"/>
            </a:xfrm>
            <a:custGeom>
              <a:avLst/>
              <a:gdLst/>
              <a:ahLst/>
              <a:cxnLst/>
              <a:rect l="l" t="t" r="r" b="b"/>
              <a:pathLst>
                <a:path w="761" h="2980" extrusionOk="0">
                  <a:moveTo>
                    <a:pt x="213" y="0"/>
                  </a:moveTo>
                  <a:cubicBezTo>
                    <a:pt x="152" y="0"/>
                    <a:pt x="122" y="31"/>
                    <a:pt x="122" y="61"/>
                  </a:cubicBezTo>
                  <a:lnTo>
                    <a:pt x="578" y="2462"/>
                  </a:lnTo>
                  <a:cubicBezTo>
                    <a:pt x="578" y="2493"/>
                    <a:pt x="608" y="2584"/>
                    <a:pt x="578" y="2645"/>
                  </a:cubicBezTo>
                  <a:cubicBezTo>
                    <a:pt x="547" y="2736"/>
                    <a:pt x="456" y="2797"/>
                    <a:pt x="395" y="2797"/>
                  </a:cubicBezTo>
                  <a:lnTo>
                    <a:pt x="91" y="2797"/>
                  </a:lnTo>
                  <a:cubicBezTo>
                    <a:pt x="61" y="2797"/>
                    <a:pt x="0" y="2827"/>
                    <a:pt x="0" y="2888"/>
                  </a:cubicBezTo>
                  <a:cubicBezTo>
                    <a:pt x="0" y="2918"/>
                    <a:pt x="61" y="2949"/>
                    <a:pt x="91" y="2949"/>
                  </a:cubicBezTo>
                  <a:lnTo>
                    <a:pt x="243" y="2949"/>
                  </a:lnTo>
                  <a:cubicBezTo>
                    <a:pt x="274" y="2949"/>
                    <a:pt x="365" y="2949"/>
                    <a:pt x="426" y="2979"/>
                  </a:cubicBezTo>
                  <a:cubicBezTo>
                    <a:pt x="578" y="2949"/>
                    <a:pt x="699" y="2888"/>
                    <a:pt x="730" y="2766"/>
                  </a:cubicBezTo>
                  <a:cubicBezTo>
                    <a:pt x="760" y="2645"/>
                    <a:pt x="730" y="2523"/>
                    <a:pt x="730" y="2462"/>
                  </a:cubicBezTo>
                  <a:lnTo>
                    <a:pt x="274" y="61"/>
                  </a:lnTo>
                  <a:cubicBezTo>
                    <a:pt x="274" y="31"/>
                    <a:pt x="243" y="0"/>
                    <a:pt x="213" y="0"/>
                  </a:cubicBezTo>
                  <a:close/>
                </a:path>
              </a:pathLst>
            </a:custGeom>
            <a:solidFill>
              <a:srgbClr val="AA64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52"/>
            <p:cNvSpPr/>
            <p:nvPr/>
          </p:nvSpPr>
          <p:spPr>
            <a:xfrm>
              <a:off x="8508775" y="2430425"/>
              <a:ext cx="76775" cy="36725"/>
            </a:xfrm>
            <a:custGeom>
              <a:avLst/>
              <a:gdLst/>
              <a:ahLst/>
              <a:cxnLst/>
              <a:rect l="l" t="t" r="r" b="b"/>
              <a:pathLst>
                <a:path w="3071" h="1469" extrusionOk="0">
                  <a:moveTo>
                    <a:pt x="1" y="0"/>
                  </a:moveTo>
                  <a:lnTo>
                    <a:pt x="1" y="0"/>
                  </a:lnTo>
                  <a:cubicBezTo>
                    <a:pt x="1" y="0"/>
                    <a:pt x="92" y="1216"/>
                    <a:pt x="1338" y="1429"/>
                  </a:cubicBezTo>
                  <a:cubicBezTo>
                    <a:pt x="1461" y="1456"/>
                    <a:pt x="1577" y="1469"/>
                    <a:pt x="1686" y="1469"/>
                  </a:cubicBezTo>
                  <a:cubicBezTo>
                    <a:pt x="2653" y="1469"/>
                    <a:pt x="3071" y="487"/>
                    <a:pt x="3071" y="487"/>
                  </a:cubicBezTo>
                  <a:cubicBezTo>
                    <a:pt x="3071" y="487"/>
                    <a:pt x="1247" y="335"/>
                    <a:pt x="1" y="0"/>
                  </a:cubicBezTo>
                  <a:close/>
                </a:path>
              </a:pathLst>
            </a:custGeom>
            <a:solidFill>
              <a:srgbClr val="693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52"/>
            <p:cNvSpPr/>
            <p:nvPr/>
          </p:nvSpPr>
          <p:spPr>
            <a:xfrm>
              <a:off x="8515625" y="2448650"/>
              <a:ext cx="48650" cy="18450"/>
            </a:xfrm>
            <a:custGeom>
              <a:avLst/>
              <a:gdLst/>
              <a:ahLst/>
              <a:cxnLst/>
              <a:rect l="l" t="t" r="r" b="b"/>
              <a:pathLst>
                <a:path w="1946" h="738" extrusionOk="0">
                  <a:moveTo>
                    <a:pt x="0" y="1"/>
                  </a:moveTo>
                  <a:cubicBezTo>
                    <a:pt x="183" y="305"/>
                    <a:pt x="487" y="609"/>
                    <a:pt x="1064" y="700"/>
                  </a:cubicBezTo>
                  <a:cubicBezTo>
                    <a:pt x="1171" y="726"/>
                    <a:pt x="1273" y="738"/>
                    <a:pt x="1368" y="738"/>
                  </a:cubicBezTo>
                  <a:cubicBezTo>
                    <a:pt x="1599" y="738"/>
                    <a:pt x="1795" y="673"/>
                    <a:pt x="1946" y="609"/>
                  </a:cubicBezTo>
                  <a:cubicBezTo>
                    <a:pt x="1520" y="31"/>
                    <a:pt x="456" y="1"/>
                    <a:pt x="0" y="1"/>
                  </a:cubicBezTo>
                  <a:close/>
                </a:path>
              </a:pathLst>
            </a:custGeom>
            <a:solidFill>
              <a:srgbClr val="C553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52"/>
            <p:cNvSpPr/>
            <p:nvPr/>
          </p:nvSpPr>
          <p:spPr>
            <a:xfrm>
              <a:off x="8508775" y="2431175"/>
              <a:ext cx="69175" cy="19375"/>
            </a:xfrm>
            <a:custGeom>
              <a:avLst/>
              <a:gdLst/>
              <a:ahLst/>
              <a:cxnLst/>
              <a:rect l="l" t="t" r="r" b="b"/>
              <a:pathLst>
                <a:path w="2767" h="775" extrusionOk="0">
                  <a:moveTo>
                    <a:pt x="1" y="1"/>
                  </a:moveTo>
                  <a:cubicBezTo>
                    <a:pt x="1" y="1"/>
                    <a:pt x="1" y="153"/>
                    <a:pt x="62" y="335"/>
                  </a:cubicBezTo>
                  <a:cubicBezTo>
                    <a:pt x="522" y="470"/>
                    <a:pt x="1562" y="775"/>
                    <a:pt x="2407" y="775"/>
                  </a:cubicBezTo>
                  <a:cubicBezTo>
                    <a:pt x="2510" y="775"/>
                    <a:pt x="2610" y="770"/>
                    <a:pt x="2706" y="760"/>
                  </a:cubicBezTo>
                  <a:lnTo>
                    <a:pt x="2767" y="457"/>
                  </a:lnTo>
                  <a:cubicBezTo>
                    <a:pt x="2189" y="396"/>
                    <a:pt x="943" y="244"/>
                    <a:pt x="1" y="1"/>
                  </a:cubicBezTo>
                  <a:close/>
                </a:path>
              </a:pathLst>
            </a:custGeom>
            <a:solidFill>
              <a:srgbClr val="F1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2"/>
            <p:cNvSpPr/>
            <p:nvPr/>
          </p:nvSpPr>
          <p:spPr>
            <a:xfrm>
              <a:off x="8498900" y="2304825"/>
              <a:ext cx="47150" cy="21525"/>
            </a:xfrm>
            <a:custGeom>
              <a:avLst/>
              <a:gdLst/>
              <a:ahLst/>
              <a:cxnLst/>
              <a:rect l="l" t="t" r="r" b="b"/>
              <a:pathLst>
                <a:path w="1886" h="861" extrusionOk="0">
                  <a:moveTo>
                    <a:pt x="1214" y="1"/>
                  </a:moveTo>
                  <a:cubicBezTo>
                    <a:pt x="915" y="1"/>
                    <a:pt x="589" y="86"/>
                    <a:pt x="396" y="191"/>
                  </a:cubicBezTo>
                  <a:cubicBezTo>
                    <a:pt x="244" y="282"/>
                    <a:pt x="1" y="526"/>
                    <a:pt x="61" y="678"/>
                  </a:cubicBezTo>
                  <a:cubicBezTo>
                    <a:pt x="89" y="818"/>
                    <a:pt x="234" y="861"/>
                    <a:pt x="399" y="861"/>
                  </a:cubicBezTo>
                  <a:cubicBezTo>
                    <a:pt x="592" y="861"/>
                    <a:pt x="814" y="802"/>
                    <a:pt x="913" y="769"/>
                  </a:cubicBezTo>
                  <a:cubicBezTo>
                    <a:pt x="1186" y="678"/>
                    <a:pt x="1429" y="617"/>
                    <a:pt x="1672" y="526"/>
                  </a:cubicBezTo>
                  <a:cubicBezTo>
                    <a:pt x="1764" y="495"/>
                    <a:pt x="1794" y="495"/>
                    <a:pt x="1824" y="434"/>
                  </a:cubicBezTo>
                  <a:cubicBezTo>
                    <a:pt x="1885" y="343"/>
                    <a:pt x="1824" y="222"/>
                    <a:pt x="1764" y="161"/>
                  </a:cubicBezTo>
                  <a:cubicBezTo>
                    <a:pt x="1636" y="46"/>
                    <a:pt x="1432" y="1"/>
                    <a:pt x="12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52"/>
            <p:cNvSpPr/>
            <p:nvPr/>
          </p:nvSpPr>
          <p:spPr>
            <a:xfrm>
              <a:off x="8584775" y="2304825"/>
              <a:ext cx="46375" cy="21525"/>
            </a:xfrm>
            <a:custGeom>
              <a:avLst/>
              <a:gdLst/>
              <a:ahLst/>
              <a:cxnLst/>
              <a:rect l="l" t="t" r="r" b="b"/>
              <a:pathLst>
                <a:path w="1855" h="861" extrusionOk="0">
                  <a:moveTo>
                    <a:pt x="662" y="1"/>
                  </a:moveTo>
                  <a:cubicBezTo>
                    <a:pt x="448" y="1"/>
                    <a:pt x="250" y="46"/>
                    <a:pt x="122" y="161"/>
                  </a:cubicBezTo>
                  <a:cubicBezTo>
                    <a:pt x="31" y="222"/>
                    <a:pt x="0" y="343"/>
                    <a:pt x="31" y="434"/>
                  </a:cubicBezTo>
                  <a:cubicBezTo>
                    <a:pt x="61" y="495"/>
                    <a:pt x="122" y="495"/>
                    <a:pt x="183" y="526"/>
                  </a:cubicBezTo>
                  <a:cubicBezTo>
                    <a:pt x="456" y="617"/>
                    <a:pt x="669" y="678"/>
                    <a:pt x="943" y="769"/>
                  </a:cubicBezTo>
                  <a:cubicBezTo>
                    <a:pt x="1041" y="802"/>
                    <a:pt x="1263" y="861"/>
                    <a:pt x="1461" y="861"/>
                  </a:cubicBezTo>
                  <a:cubicBezTo>
                    <a:pt x="1630" y="861"/>
                    <a:pt x="1782" y="818"/>
                    <a:pt x="1824" y="678"/>
                  </a:cubicBezTo>
                  <a:cubicBezTo>
                    <a:pt x="1855" y="526"/>
                    <a:pt x="1642" y="282"/>
                    <a:pt x="1490" y="191"/>
                  </a:cubicBezTo>
                  <a:cubicBezTo>
                    <a:pt x="1279" y="86"/>
                    <a:pt x="956" y="1"/>
                    <a:pt x="6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52"/>
            <p:cNvSpPr/>
            <p:nvPr/>
          </p:nvSpPr>
          <p:spPr>
            <a:xfrm>
              <a:off x="8397850" y="2134050"/>
              <a:ext cx="303875" cy="269950"/>
            </a:xfrm>
            <a:custGeom>
              <a:avLst/>
              <a:gdLst/>
              <a:ahLst/>
              <a:cxnLst/>
              <a:rect l="l" t="t" r="r" b="b"/>
              <a:pathLst>
                <a:path w="12155" h="10798" extrusionOk="0">
                  <a:moveTo>
                    <a:pt x="9987" y="1"/>
                  </a:moveTo>
                  <a:cubicBezTo>
                    <a:pt x="9522" y="1"/>
                    <a:pt x="8974" y="187"/>
                    <a:pt x="8359" y="639"/>
                  </a:cubicBezTo>
                  <a:cubicBezTo>
                    <a:pt x="6535" y="1977"/>
                    <a:pt x="4651" y="2585"/>
                    <a:pt x="3344" y="2919"/>
                  </a:cubicBezTo>
                  <a:cubicBezTo>
                    <a:pt x="3222" y="2949"/>
                    <a:pt x="3100" y="3010"/>
                    <a:pt x="2979" y="3010"/>
                  </a:cubicBezTo>
                  <a:cubicBezTo>
                    <a:pt x="2888" y="3040"/>
                    <a:pt x="2796" y="3071"/>
                    <a:pt x="2675" y="3071"/>
                  </a:cubicBezTo>
                  <a:cubicBezTo>
                    <a:pt x="2432" y="3132"/>
                    <a:pt x="2158" y="3253"/>
                    <a:pt x="1854" y="3253"/>
                  </a:cubicBezTo>
                  <a:cubicBezTo>
                    <a:pt x="1765" y="3271"/>
                    <a:pt x="1676" y="3278"/>
                    <a:pt x="1588" y="3278"/>
                  </a:cubicBezTo>
                  <a:cubicBezTo>
                    <a:pt x="1375" y="3278"/>
                    <a:pt x="1166" y="3235"/>
                    <a:pt x="973" y="3192"/>
                  </a:cubicBezTo>
                  <a:lnTo>
                    <a:pt x="851" y="3192"/>
                  </a:lnTo>
                  <a:cubicBezTo>
                    <a:pt x="699" y="3253"/>
                    <a:pt x="851" y="3618"/>
                    <a:pt x="699" y="3618"/>
                  </a:cubicBezTo>
                  <a:cubicBezTo>
                    <a:pt x="574" y="3543"/>
                    <a:pt x="449" y="3489"/>
                    <a:pt x="324" y="3489"/>
                  </a:cubicBezTo>
                  <a:cubicBezTo>
                    <a:pt x="297" y="3489"/>
                    <a:pt x="270" y="3491"/>
                    <a:pt x="243" y="3496"/>
                  </a:cubicBezTo>
                  <a:cubicBezTo>
                    <a:pt x="91" y="3527"/>
                    <a:pt x="0" y="3709"/>
                    <a:pt x="61" y="3831"/>
                  </a:cubicBezTo>
                  <a:lnTo>
                    <a:pt x="182" y="3952"/>
                  </a:lnTo>
                  <a:cubicBezTo>
                    <a:pt x="213" y="4013"/>
                    <a:pt x="213" y="4104"/>
                    <a:pt x="243" y="4226"/>
                  </a:cubicBezTo>
                  <a:cubicBezTo>
                    <a:pt x="304" y="5290"/>
                    <a:pt x="182" y="6293"/>
                    <a:pt x="182" y="7357"/>
                  </a:cubicBezTo>
                  <a:cubicBezTo>
                    <a:pt x="243" y="8512"/>
                    <a:pt x="547" y="9606"/>
                    <a:pt x="912" y="10700"/>
                  </a:cubicBezTo>
                  <a:cubicBezTo>
                    <a:pt x="930" y="10771"/>
                    <a:pt x="955" y="10798"/>
                    <a:pt x="983" y="10798"/>
                  </a:cubicBezTo>
                  <a:cubicBezTo>
                    <a:pt x="1051" y="10798"/>
                    <a:pt x="1134" y="10635"/>
                    <a:pt x="1155" y="10548"/>
                  </a:cubicBezTo>
                  <a:cubicBezTo>
                    <a:pt x="1246" y="10396"/>
                    <a:pt x="1277" y="10244"/>
                    <a:pt x="1277" y="10092"/>
                  </a:cubicBezTo>
                  <a:cubicBezTo>
                    <a:pt x="1277" y="10062"/>
                    <a:pt x="1277" y="10031"/>
                    <a:pt x="1307" y="10001"/>
                  </a:cubicBezTo>
                  <a:cubicBezTo>
                    <a:pt x="1335" y="9960"/>
                    <a:pt x="1368" y="9944"/>
                    <a:pt x="1402" y="9944"/>
                  </a:cubicBezTo>
                  <a:cubicBezTo>
                    <a:pt x="1444" y="9944"/>
                    <a:pt x="1487" y="9968"/>
                    <a:pt x="1520" y="10001"/>
                  </a:cubicBezTo>
                  <a:cubicBezTo>
                    <a:pt x="1550" y="10031"/>
                    <a:pt x="1581" y="10092"/>
                    <a:pt x="1672" y="10153"/>
                  </a:cubicBezTo>
                  <a:cubicBezTo>
                    <a:pt x="1704" y="10175"/>
                    <a:pt x="1744" y="10185"/>
                    <a:pt x="1786" y="10185"/>
                  </a:cubicBezTo>
                  <a:cubicBezTo>
                    <a:pt x="1863" y="10185"/>
                    <a:pt x="1947" y="10151"/>
                    <a:pt x="2006" y="10092"/>
                  </a:cubicBezTo>
                  <a:cubicBezTo>
                    <a:pt x="2067" y="10031"/>
                    <a:pt x="2158" y="9879"/>
                    <a:pt x="2158" y="9758"/>
                  </a:cubicBezTo>
                  <a:lnTo>
                    <a:pt x="2158" y="9424"/>
                  </a:lnTo>
                  <a:cubicBezTo>
                    <a:pt x="2097" y="9089"/>
                    <a:pt x="2037" y="8724"/>
                    <a:pt x="2189" y="8420"/>
                  </a:cubicBezTo>
                  <a:cubicBezTo>
                    <a:pt x="2310" y="8208"/>
                    <a:pt x="2493" y="8056"/>
                    <a:pt x="2675" y="7904"/>
                  </a:cubicBezTo>
                  <a:cubicBezTo>
                    <a:pt x="2948" y="7661"/>
                    <a:pt x="3252" y="7357"/>
                    <a:pt x="3404" y="7022"/>
                  </a:cubicBezTo>
                  <a:cubicBezTo>
                    <a:pt x="3556" y="6688"/>
                    <a:pt x="3556" y="6262"/>
                    <a:pt x="3313" y="5958"/>
                  </a:cubicBezTo>
                  <a:cubicBezTo>
                    <a:pt x="3222" y="5776"/>
                    <a:pt x="2979" y="5624"/>
                    <a:pt x="3009" y="5411"/>
                  </a:cubicBezTo>
                  <a:cubicBezTo>
                    <a:pt x="3009" y="5320"/>
                    <a:pt x="3100" y="5229"/>
                    <a:pt x="3161" y="5168"/>
                  </a:cubicBezTo>
                  <a:cubicBezTo>
                    <a:pt x="3526" y="4864"/>
                    <a:pt x="4012" y="4834"/>
                    <a:pt x="4468" y="4834"/>
                  </a:cubicBezTo>
                  <a:cubicBezTo>
                    <a:pt x="5114" y="4789"/>
                    <a:pt x="5775" y="4761"/>
                    <a:pt x="6417" y="4761"/>
                  </a:cubicBezTo>
                  <a:cubicBezTo>
                    <a:pt x="6652" y="4761"/>
                    <a:pt x="6885" y="4765"/>
                    <a:pt x="7113" y="4773"/>
                  </a:cubicBezTo>
                  <a:cubicBezTo>
                    <a:pt x="7508" y="4834"/>
                    <a:pt x="7933" y="4864"/>
                    <a:pt x="8298" y="4895"/>
                  </a:cubicBezTo>
                  <a:cubicBezTo>
                    <a:pt x="8602" y="4895"/>
                    <a:pt x="8906" y="5077"/>
                    <a:pt x="8936" y="5351"/>
                  </a:cubicBezTo>
                  <a:cubicBezTo>
                    <a:pt x="8997" y="5472"/>
                    <a:pt x="8936" y="5533"/>
                    <a:pt x="8997" y="5654"/>
                  </a:cubicBezTo>
                  <a:cubicBezTo>
                    <a:pt x="9028" y="5746"/>
                    <a:pt x="9088" y="5806"/>
                    <a:pt x="9180" y="5898"/>
                  </a:cubicBezTo>
                  <a:cubicBezTo>
                    <a:pt x="9332" y="6080"/>
                    <a:pt x="9423" y="6293"/>
                    <a:pt x="9484" y="6566"/>
                  </a:cubicBezTo>
                  <a:cubicBezTo>
                    <a:pt x="9575" y="6870"/>
                    <a:pt x="9636" y="7144"/>
                    <a:pt x="9696" y="7448"/>
                  </a:cubicBezTo>
                  <a:cubicBezTo>
                    <a:pt x="9787" y="7265"/>
                    <a:pt x="9818" y="7113"/>
                    <a:pt x="9848" y="6901"/>
                  </a:cubicBezTo>
                  <a:cubicBezTo>
                    <a:pt x="9909" y="6810"/>
                    <a:pt x="9939" y="6688"/>
                    <a:pt x="9939" y="6566"/>
                  </a:cubicBezTo>
                  <a:cubicBezTo>
                    <a:pt x="10213" y="5624"/>
                    <a:pt x="10669" y="4135"/>
                    <a:pt x="11338" y="3192"/>
                  </a:cubicBezTo>
                  <a:cubicBezTo>
                    <a:pt x="12154" y="2026"/>
                    <a:pt x="11521" y="1"/>
                    <a:pt x="9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52"/>
            <p:cNvSpPr/>
            <p:nvPr/>
          </p:nvSpPr>
          <p:spPr>
            <a:xfrm>
              <a:off x="8402375" y="2335125"/>
              <a:ext cx="50200" cy="67575"/>
            </a:xfrm>
            <a:custGeom>
              <a:avLst/>
              <a:gdLst/>
              <a:ahLst/>
              <a:cxnLst/>
              <a:rect l="l" t="t" r="r" b="b"/>
              <a:pathLst>
                <a:path w="2008" h="2703" extrusionOk="0">
                  <a:moveTo>
                    <a:pt x="759" y="0"/>
                  </a:moveTo>
                  <a:cubicBezTo>
                    <a:pt x="232" y="0"/>
                    <a:pt x="1" y="1103"/>
                    <a:pt x="153" y="1715"/>
                  </a:cubicBezTo>
                  <a:cubicBezTo>
                    <a:pt x="305" y="2171"/>
                    <a:pt x="640" y="2566"/>
                    <a:pt x="1035" y="2657"/>
                  </a:cubicBezTo>
                  <a:cubicBezTo>
                    <a:pt x="1065" y="2688"/>
                    <a:pt x="1111" y="2703"/>
                    <a:pt x="1156" y="2703"/>
                  </a:cubicBezTo>
                  <a:cubicBezTo>
                    <a:pt x="1202" y="2703"/>
                    <a:pt x="1248" y="2688"/>
                    <a:pt x="1278" y="2657"/>
                  </a:cubicBezTo>
                  <a:cubicBezTo>
                    <a:pt x="2008" y="2292"/>
                    <a:pt x="1643" y="529"/>
                    <a:pt x="1096" y="134"/>
                  </a:cubicBezTo>
                  <a:cubicBezTo>
                    <a:pt x="973" y="41"/>
                    <a:pt x="861" y="0"/>
                    <a:pt x="759"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52"/>
            <p:cNvSpPr/>
            <p:nvPr/>
          </p:nvSpPr>
          <p:spPr>
            <a:xfrm>
              <a:off x="8406500" y="2355025"/>
              <a:ext cx="72675" cy="62625"/>
            </a:xfrm>
            <a:custGeom>
              <a:avLst/>
              <a:gdLst/>
              <a:ahLst/>
              <a:cxnLst/>
              <a:rect l="l" t="t" r="r" b="b"/>
              <a:pathLst>
                <a:path w="2907" h="2505" extrusionOk="0">
                  <a:moveTo>
                    <a:pt x="785" y="1"/>
                  </a:moveTo>
                  <a:cubicBezTo>
                    <a:pt x="650" y="1"/>
                    <a:pt x="518" y="55"/>
                    <a:pt x="414" y="159"/>
                  </a:cubicBezTo>
                  <a:cubicBezTo>
                    <a:pt x="1" y="600"/>
                    <a:pt x="261" y="1339"/>
                    <a:pt x="834" y="1339"/>
                  </a:cubicBezTo>
                  <a:cubicBezTo>
                    <a:pt x="893" y="1339"/>
                    <a:pt x="956" y="1331"/>
                    <a:pt x="1022" y="1314"/>
                  </a:cubicBezTo>
                  <a:cubicBezTo>
                    <a:pt x="1083" y="1618"/>
                    <a:pt x="1326" y="1800"/>
                    <a:pt x="1539" y="1983"/>
                  </a:cubicBezTo>
                  <a:cubicBezTo>
                    <a:pt x="1782" y="2165"/>
                    <a:pt x="2025" y="2408"/>
                    <a:pt x="2329" y="2469"/>
                  </a:cubicBezTo>
                  <a:cubicBezTo>
                    <a:pt x="2403" y="2490"/>
                    <a:pt x="2477" y="2504"/>
                    <a:pt x="2546" y="2504"/>
                  </a:cubicBezTo>
                  <a:cubicBezTo>
                    <a:pt x="2675" y="2504"/>
                    <a:pt x="2786" y="2456"/>
                    <a:pt x="2846" y="2317"/>
                  </a:cubicBezTo>
                  <a:cubicBezTo>
                    <a:pt x="2906" y="2135"/>
                    <a:pt x="2724" y="1983"/>
                    <a:pt x="2602" y="1861"/>
                  </a:cubicBezTo>
                  <a:cubicBezTo>
                    <a:pt x="2268" y="1618"/>
                    <a:pt x="1934" y="1314"/>
                    <a:pt x="1569" y="1040"/>
                  </a:cubicBezTo>
                  <a:cubicBezTo>
                    <a:pt x="1508" y="1010"/>
                    <a:pt x="1478" y="919"/>
                    <a:pt x="1417" y="858"/>
                  </a:cubicBezTo>
                  <a:cubicBezTo>
                    <a:pt x="1326" y="554"/>
                    <a:pt x="1417" y="281"/>
                    <a:pt x="1083" y="98"/>
                  </a:cubicBezTo>
                  <a:cubicBezTo>
                    <a:pt x="991" y="33"/>
                    <a:pt x="887" y="1"/>
                    <a:pt x="785" y="1"/>
                  </a:cubicBezTo>
                  <a:close/>
                </a:path>
              </a:pathLst>
            </a:custGeom>
            <a:solidFill>
              <a:srgbClr val="232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52"/>
            <p:cNvSpPr/>
            <p:nvPr/>
          </p:nvSpPr>
          <p:spPr>
            <a:xfrm>
              <a:off x="8420625" y="2365075"/>
              <a:ext cx="8400" cy="23575"/>
            </a:xfrm>
            <a:custGeom>
              <a:avLst/>
              <a:gdLst/>
              <a:ahLst/>
              <a:cxnLst/>
              <a:rect l="l" t="t" r="r" b="b"/>
              <a:pathLst>
                <a:path w="336" h="943" extrusionOk="0">
                  <a:moveTo>
                    <a:pt x="183" y="0"/>
                  </a:moveTo>
                  <a:cubicBezTo>
                    <a:pt x="92" y="31"/>
                    <a:pt x="62" y="61"/>
                    <a:pt x="31" y="152"/>
                  </a:cubicBezTo>
                  <a:cubicBezTo>
                    <a:pt x="1" y="213"/>
                    <a:pt x="1" y="304"/>
                    <a:pt x="1" y="365"/>
                  </a:cubicBezTo>
                  <a:cubicBezTo>
                    <a:pt x="1" y="547"/>
                    <a:pt x="1" y="912"/>
                    <a:pt x="214" y="942"/>
                  </a:cubicBezTo>
                  <a:cubicBezTo>
                    <a:pt x="244" y="699"/>
                    <a:pt x="214" y="456"/>
                    <a:pt x="305" y="213"/>
                  </a:cubicBezTo>
                  <a:cubicBezTo>
                    <a:pt x="335" y="152"/>
                    <a:pt x="335" y="91"/>
                    <a:pt x="335" y="61"/>
                  </a:cubicBezTo>
                  <a:cubicBezTo>
                    <a:pt x="335" y="31"/>
                    <a:pt x="244" y="0"/>
                    <a:pt x="183" y="0"/>
                  </a:cubicBezTo>
                  <a:close/>
                </a:path>
              </a:pathLst>
            </a:custGeom>
            <a:solidFill>
              <a:srgbClr val="DADD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52"/>
            <p:cNvSpPr/>
            <p:nvPr/>
          </p:nvSpPr>
          <p:spPr>
            <a:xfrm>
              <a:off x="8433550" y="2365075"/>
              <a:ext cx="40300" cy="44100"/>
            </a:xfrm>
            <a:custGeom>
              <a:avLst/>
              <a:gdLst/>
              <a:ahLst/>
              <a:cxnLst/>
              <a:rect l="l" t="t" r="r" b="b"/>
              <a:pathLst>
                <a:path w="1612" h="1764" extrusionOk="0">
                  <a:moveTo>
                    <a:pt x="92" y="0"/>
                  </a:moveTo>
                  <a:cubicBezTo>
                    <a:pt x="31" y="0"/>
                    <a:pt x="31" y="0"/>
                    <a:pt x="31" y="31"/>
                  </a:cubicBezTo>
                  <a:cubicBezTo>
                    <a:pt x="31" y="61"/>
                    <a:pt x="1" y="638"/>
                    <a:pt x="305" y="851"/>
                  </a:cubicBezTo>
                  <a:lnTo>
                    <a:pt x="1551" y="1763"/>
                  </a:lnTo>
                  <a:lnTo>
                    <a:pt x="1612" y="1702"/>
                  </a:lnTo>
                  <a:lnTo>
                    <a:pt x="335" y="790"/>
                  </a:lnTo>
                  <a:cubicBezTo>
                    <a:pt x="122" y="608"/>
                    <a:pt x="122" y="31"/>
                    <a:pt x="122" y="31"/>
                  </a:cubicBezTo>
                  <a:cubicBezTo>
                    <a:pt x="122" y="31"/>
                    <a:pt x="122" y="0"/>
                    <a:pt x="92" y="0"/>
                  </a:cubicBezTo>
                  <a:close/>
                </a:path>
              </a:pathLst>
            </a:custGeom>
            <a:solidFill>
              <a:srgbClr val="DADD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52"/>
            <p:cNvSpPr/>
            <p:nvPr/>
          </p:nvSpPr>
          <p:spPr>
            <a:xfrm>
              <a:off x="8434325" y="2506400"/>
              <a:ext cx="205950" cy="147450"/>
            </a:xfrm>
            <a:custGeom>
              <a:avLst/>
              <a:gdLst/>
              <a:ahLst/>
              <a:cxnLst/>
              <a:rect l="l" t="t" r="r" b="b"/>
              <a:pathLst>
                <a:path w="8238" h="5898" extrusionOk="0">
                  <a:moveTo>
                    <a:pt x="578" y="1"/>
                  </a:moveTo>
                  <a:lnTo>
                    <a:pt x="0" y="2736"/>
                  </a:lnTo>
                  <a:lnTo>
                    <a:pt x="2888" y="5897"/>
                  </a:lnTo>
                  <a:lnTo>
                    <a:pt x="3800" y="5442"/>
                  </a:lnTo>
                  <a:lnTo>
                    <a:pt x="4894" y="5472"/>
                  </a:lnTo>
                  <a:lnTo>
                    <a:pt x="5562" y="5381"/>
                  </a:lnTo>
                  <a:cubicBezTo>
                    <a:pt x="6474" y="4986"/>
                    <a:pt x="6930" y="3466"/>
                    <a:pt x="6930" y="3466"/>
                  </a:cubicBezTo>
                  <a:lnTo>
                    <a:pt x="8025" y="4834"/>
                  </a:lnTo>
                  <a:lnTo>
                    <a:pt x="8237" y="2432"/>
                  </a:lnTo>
                  <a:lnTo>
                    <a:pt x="6778" y="517"/>
                  </a:lnTo>
                  <a:lnTo>
                    <a:pt x="5319" y="4773"/>
                  </a:lnTo>
                  <a:lnTo>
                    <a:pt x="4651" y="3071"/>
                  </a:lnTo>
                  <a:lnTo>
                    <a:pt x="578" y="1"/>
                  </a:lnTo>
                  <a:close/>
                </a:path>
              </a:pathLst>
            </a:custGeom>
            <a:solidFill>
              <a:srgbClr val="EFF2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52"/>
            <p:cNvSpPr/>
            <p:nvPr/>
          </p:nvSpPr>
          <p:spPr>
            <a:xfrm>
              <a:off x="8338575" y="3319500"/>
              <a:ext cx="90450" cy="72025"/>
            </a:xfrm>
            <a:custGeom>
              <a:avLst/>
              <a:gdLst/>
              <a:ahLst/>
              <a:cxnLst/>
              <a:rect l="l" t="t" r="r" b="b"/>
              <a:pathLst>
                <a:path w="3618" h="2881" extrusionOk="0">
                  <a:moveTo>
                    <a:pt x="2523" y="0"/>
                  </a:moveTo>
                  <a:lnTo>
                    <a:pt x="0" y="1216"/>
                  </a:lnTo>
                  <a:lnTo>
                    <a:pt x="395" y="2827"/>
                  </a:lnTo>
                  <a:cubicBezTo>
                    <a:pt x="614" y="2864"/>
                    <a:pt x="820" y="2881"/>
                    <a:pt x="1014" y="2881"/>
                  </a:cubicBezTo>
                  <a:cubicBezTo>
                    <a:pt x="2893" y="2881"/>
                    <a:pt x="3617" y="1307"/>
                    <a:pt x="3617" y="1307"/>
                  </a:cubicBezTo>
                  <a:lnTo>
                    <a:pt x="2523" y="0"/>
                  </a:ln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52"/>
            <p:cNvSpPr/>
            <p:nvPr/>
          </p:nvSpPr>
          <p:spPr>
            <a:xfrm>
              <a:off x="8141000" y="2593275"/>
              <a:ext cx="291825" cy="768800"/>
            </a:xfrm>
            <a:custGeom>
              <a:avLst/>
              <a:gdLst/>
              <a:ahLst/>
              <a:cxnLst/>
              <a:rect l="l" t="t" r="r" b="b"/>
              <a:pathLst>
                <a:path w="11673" h="30752" extrusionOk="0">
                  <a:moveTo>
                    <a:pt x="8675" y="1"/>
                  </a:moveTo>
                  <a:cubicBezTo>
                    <a:pt x="7994" y="1"/>
                    <a:pt x="7092" y="296"/>
                    <a:pt x="5927" y="1359"/>
                  </a:cubicBezTo>
                  <a:cubicBezTo>
                    <a:pt x="3830" y="3243"/>
                    <a:pt x="0" y="15158"/>
                    <a:pt x="0" y="15857"/>
                  </a:cubicBezTo>
                  <a:cubicBezTo>
                    <a:pt x="0" y="16556"/>
                    <a:pt x="851" y="18076"/>
                    <a:pt x="1520" y="19018"/>
                  </a:cubicBezTo>
                  <a:cubicBezTo>
                    <a:pt x="2250" y="19961"/>
                    <a:pt x="7721" y="30751"/>
                    <a:pt x="7721" y="30751"/>
                  </a:cubicBezTo>
                  <a:cubicBezTo>
                    <a:pt x="10122" y="30478"/>
                    <a:pt x="10973" y="28745"/>
                    <a:pt x="10973" y="28745"/>
                  </a:cubicBezTo>
                  <a:lnTo>
                    <a:pt x="5441" y="15553"/>
                  </a:lnTo>
                  <a:cubicBezTo>
                    <a:pt x="7083" y="13426"/>
                    <a:pt x="10487" y="4459"/>
                    <a:pt x="10487" y="4459"/>
                  </a:cubicBezTo>
                  <a:cubicBezTo>
                    <a:pt x="11672" y="2271"/>
                    <a:pt x="10517" y="690"/>
                    <a:pt x="9909" y="325"/>
                  </a:cubicBezTo>
                  <a:cubicBezTo>
                    <a:pt x="9625" y="190"/>
                    <a:pt x="9221" y="1"/>
                    <a:pt x="8675" y="1"/>
                  </a:cubicBezTo>
                  <a:close/>
                </a:path>
              </a:pathLst>
            </a:custGeom>
            <a:solidFill>
              <a:srgbClr val="EFF2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52"/>
            <p:cNvSpPr/>
            <p:nvPr/>
          </p:nvSpPr>
          <p:spPr>
            <a:xfrm>
              <a:off x="8273975" y="2597025"/>
              <a:ext cx="155800" cy="705000"/>
            </a:xfrm>
            <a:custGeom>
              <a:avLst/>
              <a:gdLst/>
              <a:ahLst/>
              <a:cxnLst/>
              <a:rect l="l" t="t" r="r" b="b"/>
              <a:pathLst>
                <a:path w="6232" h="28200" extrusionOk="0">
                  <a:moveTo>
                    <a:pt x="4180" y="0"/>
                  </a:moveTo>
                  <a:cubicBezTo>
                    <a:pt x="4150" y="0"/>
                    <a:pt x="4119" y="8"/>
                    <a:pt x="4104" y="23"/>
                  </a:cubicBezTo>
                  <a:cubicBezTo>
                    <a:pt x="4074" y="54"/>
                    <a:pt x="4074" y="145"/>
                    <a:pt x="4104" y="175"/>
                  </a:cubicBezTo>
                  <a:cubicBezTo>
                    <a:pt x="5958" y="1877"/>
                    <a:pt x="5107" y="4127"/>
                    <a:pt x="4651" y="5342"/>
                  </a:cubicBezTo>
                  <a:cubicBezTo>
                    <a:pt x="4560" y="5525"/>
                    <a:pt x="4499" y="5707"/>
                    <a:pt x="4438" y="5829"/>
                  </a:cubicBezTo>
                  <a:cubicBezTo>
                    <a:pt x="4226" y="6619"/>
                    <a:pt x="31" y="15282"/>
                    <a:pt x="1" y="15373"/>
                  </a:cubicBezTo>
                  <a:lnTo>
                    <a:pt x="1" y="15434"/>
                  </a:lnTo>
                  <a:lnTo>
                    <a:pt x="5289" y="28109"/>
                  </a:lnTo>
                  <a:cubicBezTo>
                    <a:pt x="5320" y="28139"/>
                    <a:pt x="5350" y="28170"/>
                    <a:pt x="5411" y="28170"/>
                  </a:cubicBezTo>
                  <a:cubicBezTo>
                    <a:pt x="5411" y="28170"/>
                    <a:pt x="5441" y="28170"/>
                    <a:pt x="5411" y="28200"/>
                  </a:cubicBezTo>
                  <a:cubicBezTo>
                    <a:pt x="5472" y="28170"/>
                    <a:pt x="5502" y="28139"/>
                    <a:pt x="5472" y="28048"/>
                  </a:cubicBezTo>
                  <a:lnTo>
                    <a:pt x="244" y="15434"/>
                  </a:lnTo>
                  <a:cubicBezTo>
                    <a:pt x="578" y="14674"/>
                    <a:pt x="4408" y="6741"/>
                    <a:pt x="4651" y="5920"/>
                  </a:cubicBezTo>
                  <a:cubicBezTo>
                    <a:pt x="4682" y="5798"/>
                    <a:pt x="4742" y="5616"/>
                    <a:pt x="4833" y="5403"/>
                  </a:cubicBezTo>
                  <a:cubicBezTo>
                    <a:pt x="5289" y="4279"/>
                    <a:pt x="6232" y="1817"/>
                    <a:pt x="4256" y="23"/>
                  </a:cubicBezTo>
                  <a:cubicBezTo>
                    <a:pt x="4241" y="8"/>
                    <a:pt x="4210" y="0"/>
                    <a:pt x="4180"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52"/>
            <p:cNvSpPr/>
            <p:nvPr/>
          </p:nvSpPr>
          <p:spPr>
            <a:xfrm>
              <a:off x="8182800" y="2980575"/>
              <a:ext cx="93475" cy="23575"/>
            </a:xfrm>
            <a:custGeom>
              <a:avLst/>
              <a:gdLst/>
              <a:ahLst/>
              <a:cxnLst/>
              <a:rect l="l" t="t" r="r" b="b"/>
              <a:pathLst>
                <a:path w="3739" h="943" extrusionOk="0">
                  <a:moveTo>
                    <a:pt x="2999" y="0"/>
                  </a:moveTo>
                  <a:cubicBezTo>
                    <a:pt x="1985" y="0"/>
                    <a:pt x="975" y="245"/>
                    <a:pt x="91" y="700"/>
                  </a:cubicBezTo>
                  <a:cubicBezTo>
                    <a:pt x="30" y="760"/>
                    <a:pt x="0" y="821"/>
                    <a:pt x="30" y="852"/>
                  </a:cubicBezTo>
                  <a:cubicBezTo>
                    <a:pt x="61" y="882"/>
                    <a:pt x="122" y="943"/>
                    <a:pt x="152" y="943"/>
                  </a:cubicBezTo>
                  <a:lnTo>
                    <a:pt x="182" y="912"/>
                  </a:lnTo>
                  <a:cubicBezTo>
                    <a:pt x="1088" y="447"/>
                    <a:pt x="2081" y="223"/>
                    <a:pt x="3088" y="223"/>
                  </a:cubicBezTo>
                  <a:cubicBezTo>
                    <a:pt x="3264" y="223"/>
                    <a:pt x="3441" y="230"/>
                    <a:pt x="3617" y="244"/>
                  </a:cubicBezTo>
                  <a:cubicBezTo>
                    <a:pt x="3648" y="244"/>
                    <a:pt x="3739" y="213"/>
                    <a:pt x="3739" y="153"/>
                  </a:cubicBezTo>
                  <a:cubicBezTo>
                    <a:pt x="3739" y="92"/>
                    <a:pt x="3678" y="31"/>
                    <a:pt x="3617" y="31"/>
                  </a:cubicBezTo>
                  <a:cubicBezTo>
                    <a:pt x="3412" y="10"/>
                    <a:pt x="3205" y="0"/>
                    <a:pt x="2999"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52"/>
            <p:cNvSpPr/>
            <p:nvPr/>
          </p:nvSpPr>
          <p:spPr>
            <a:xfrm>
              <a:off x="8213950" y="2972225"/>
              <a:ext cx="47900" cy="6100"/>
            </a:xfrm>
            <a:custGeom>
              <a:avLst/>
              <a:gdLst/>
              <a:ahLst/>
              <a:cxnLst/>
              <a:rect l="l" t="t" r="r" b="b"/>
              <a:pathLst>
                <a:path w="1916" h="244" extrusionOk="0">
                  <a:moveTo>
                    <a:pt x="122" y="0"/>
                  </a:moveTo>
                  <a:cubicBezTo>
                    <a:pt x="61" y="0"/>
                    <a:pt x="0" y="61"/>
                    <a:pt x="0" y="122"/>
                  </a:cubicBezTo>
                  <a:cubicBezTo>
                    <a:pt x="0" y="213"/>
                    <a:pt x="61" y="243"/>
                    <a:pt x="122" y="243"/>
                  </a:cubicBezTo>
                  <a:lnTo>
                    <a:pt x="1794" y="243"/>
                  </a:lnTo>
                  <a:cubicBezTo>
                    <a:pt x="1824" y="243"/>
                    <a:pt x="1915" y="183"/>
                    <a:pt x="1915" y="122"/>
                  </a:cubicBezTo>
                  <a:cubicBezTo>
                    <a:pt x="1915" y="61"/>
                    <a:pt x="1885" y="0"/>
                    <a:pt x="1794"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52"/>
            <p:cNvSpPr/>
            <p:nvPr/>
          </p:nvSpPr>
          <p:spPr>
            <a:xfrm>
              <a:off x="8242825" y="2997300"/>
              <a:ext cx="19025" cy="7625"/>
            </a:xfrm>
            <a:custGeom>
              <a:avLst/>
              <a:gdLst/>
              <a:ahLst/>
              <a:cxnLst/>
              <a:rect l="l" t="t" r="r" b="b"/>
              <a:pathLst>
                <a:path w="761" h="305" extrusionOk="0">
                  <a:moveTo>
                    <a:pt x="639" y="0"/>
                  </a:moveTo>
                  <a:cubicBezTo>
                    <a:pt x="456" y="0"/>
                    <a:pt x="274" y="0"/>
                    <a:pt x="61" y="91"/>
                  </a:cubicBezTo>
                  <a:cubicBezTo>
                    <a:pt x="0" y="122"/>
                    <a:pt x="0" y="152"/>
                    <a:pt x="0" y="243"/>
                  </a:cubicBezTo>
                  <a:cubicBezTo>
                    <a:pt x="31" y="274"/>
                    <a:pt x="61" y="304"/>
                    <a:pt x="122" y="304"/>
                  </a:cubicBezTo>
                  <a:cubicBezTo>
                    <a:pt x="304" y="243"/>
                    <a:pt x="456" y="243"/>
                    <a:pt x="639" y="243"/>
                  </a:cubicBezTo>
                  <a:cubicBezTo>
                    <a:pt x="730" y="243"/>
                    <a:pt x="760" y="183"/>
                    <a:pt x="760" y="122"/>
                  </a:cubicBezTo>
                  <a:cubicBezTo>
                    <a:pt x="760" y="91"/>
                    <a:pt x="730" y="0"/>
                    <a:pt x="639"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52"/>
            <p:cNvSpPr/>
            <p:nvPr/>
          </p:nvSpPr>
          <p:spPr>
            <a:xfrm>
              <a:off x="8400875" y="2611275"/>
              <a:ext cx="30425" cy="130725"/>
            </a:xfrm>
            <a:custGeom>
              <a:avLst/>
              <a:gdLst/>
              <a:ahLst/>
              <a:cxnLst/>
              <a:rect l="l" t="t" r="r" b="b"/>
              <a:pathLst>
                <a:path w="1217" h="5229" extrusionOk="0">
                  <a:moveTo>
                    <a:pt x="882" y="0"/>
                  </a:moveTo>
                  <a:cubicBezTo>
                    <a:pt x="821" y="0"/>
                    <a:pt x="761" y="61"/>
                    <a:pt x="761" y="122"/>
                  </a:cubicBezTo>
                  <a:cubicBezTo>
                    <a:pt x="1004" y="1581"/>
                    <a:pt x="852" y="3070"/>
                    <a:pt x="365" y="4438"/>
                  </a:cubicBezTo>
                  <a:cubicBezTo>
                    <a:pt x="274" y="4620"/>
                    <a:pt x="153" y="4833"/>
                    <a:pt x="61" y="5046"/>
                  </a:cubicBezTo>
                  <a:cubicBezTo>
                    <a:pt x="1" y="5076"/>
                    <a:pt x="61" y="5137"/>
                    <a:pt x="92" y="5198"/>
                  </a:cubicBezTo>
                  <a:lnTo>
                    <a:pt x="183" y="5198"/>
                  </a:lnTo>
                  <a:cubicBezTo>
                    <a:pt x="200" y="5198"/>
                    <a:pt x="208" y="5178"/>
                    <a:pt x="217" y="5178"/>
                  </a:cubicBezTo>
                  <a:cubicBezTo>
                    <a:pt x="223" y="5178"/>
                    <a:pt x="231" y="5189"/>
                    <a:pt x="244" y="5228"/>
                  </a:cubicBezTo>
                  <a:cubicBezTo>
                    <a:pt x="365" y="4985"/>
                    <a:pt x="457" y="4772"/>
                    <a:pt x="548" y="4529"/>
                  </a:cubicBezTo>
                  <a:cubicBezTo>
                    <a:pt x="1065" y="3131"/>
                    <a:pt x="1216" y="1611"/>
                    <a:pt x="1004" y="122"/>
                  </a:cubicBezTo>
                  <a:cubicBezTo>
                    <a:pt x="1004" y="61"/>
                    <a:pt x="973" y="0"/>
                    <a:pt x="882"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52"/>
            <p:cNvSpPr/>
            <p:nvPr/>
          </p:nvSpPr>
          <p:spPr>
            <a:xfrm>
              <a:off x="8438125" y="2548450"/>
              <a:ext cx="131475" cy="88675"/>
            </a:xfrm>
            <a:custGeom>
              <a:avLst/>
              <a:gdLst/>
              <a:ahLst/>
              <a:cxnLst/>
              <a:rect l="l" t="t" r="r" b="b"/>
              <a:pathLst>
                <a:path w="5259" h="3547" extrusionOk="0">
                  <a:moveTo>
                    <a:pt x="142" y="1"/>
                  </a:moveTo>
                  <a:cubicBezTo>
                    <a:pt x="122" y="1"/>
                    <a:pt x="104" y="8"/>
                    <a:pt x="91" y="21"/>
                  </a:cubicBezTo>
                  <a:cubicBezTo>
                    <a:pt x="0" y="51"/>
                    <a:pt x="0" y="142"/>
                    <a:pt x="30" y="173"/>
                  </a:cubicBezTo>
                  <a:cubicBezTo>
                    <a:pt x="1033" y="1632"/>
                    <a:pt x="3009" y="3182"/>
                    <a:pt x="3040" y="3182"/>
                  </a:cubicBezTo>
                  <a:cubicBezTo>
                    <a:pt x="3040" y="3212"/>
                    <a:pt x="3070" y="3212"/>
                    <a:pt x="3131" y="3212"/>
                  </a:cubicBezTo>
                  <a:cubicBezTo>
                    <a:pt x="3161" y="3212"/>
                    <a:pt x="3192" y="3212"/>
                    <a:pt x="3192" y="3182"/>
                  </a:cubicBezTo>
                  <a:lnTo>
                    <a:pt x="4012" y="1997"/>
                  </a:lnTo>
                  <a:lnTo>
                    <a:pt x="5015" y="3516"/>
                  </a:lnTo>
                  <a:cubicBezTo>
                    <a:pt x="5015" y="3547"/>
                    <a:pt x="5076" y="3547"/>
                    <a:pt x="5107" y="3547"/>
                  </a:cubicBezTo>
                  <a:cubicBezTo>
                    <a:pt x="5107" y="3547"/>
                    <a:pt x="5137" y="3547"/>
                    <a:pt x="5167" y="3486"/>
                  </a:cubicBezTo>
                  <a:cubicBezTo>
                    <a:pt x="5258" y="3456"/>
                    <a:pt x="5258" y="3364"/>
                    <a:pt x="5228" y="3334"/>
                  </a:cubicBezTo>
                  <a:lnTo>
                    <a:pt x="4103" y="1693"/>
                  </a:lnTo>
                  <a:cubicBezTo>
                    <a:pt x="4103" y="1662"/>
                    <a:pt x="4073" y="1662"/>
                    <a:pt x="4043" y="1662"/>
                  </a:cubicBezTo>
                  <a:cubicBezTo>
                    <a:pt x="4012" y="1662"/>
                    <a:pt x="4012" y="1662"/>
                    <a:pt x="3951" y="1693"/>
                  </a:cubicBezTo>
                  <a:lnTo>
                    <a:pt x="3131" y="2908"/>
                  </a:lnTo>
                  <a:cubicBezTo>
                    <a:pt x="2705" y="2605"/>
                    <a:pt x="1094" y="1328"/>
                    <a:pt x="243" y="51"/>
                  </a:cubicBezTo>
                  <a:cubicBezTo>
                    <a:pt x="208" y="16"/>
                    <a:pt x="172" y="1"/>
                    <a:pt x="142" y="1"/>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52"/>
            <p:cNvSpPr/>
            <p:nvPr/>
          </p:nvSpPr>
          <p:spPr>
            <a:xfrm>
              <a:off x="8572625" y="2564150"/>
              <a:ext cx="66125" cy="76025"/>
            </a:xfrm>
            <a:custGeom>
              <a:avLst/>
              <a:gdLst/>
              <a:ahLst/>
              <a:cxnLst/>
              <a:rect l="l" t="t" r="r" b="b"/>
              <a:pathLst>
                <a:path w="2645" h="3041" extrusionOk="0">
                  <a:moveTo>
                    <a:pt x="2584" y="1"/>
                  </a:moveTo>
                  <a:cubicBezTo>
                    <a:pt x="2493" y="1"/>
                    <a:pt x="2462" y="1"/>
                    <a:pt x="2432" y="92"/>
                  </a:cubicBezTo>
                  <a:lnTo>
                    <a:pt x="1702" y="2159"/>
                  </a:lnTo>
                  <a:lnTo>
                    <a:pt x="821" y="1247"/>
                  </a:lnTo>
                  <a:cubicBezTo>
                    <a:pt x="790" y="1217"/>
                    <a:pt x="760" y="1217"/>
                    <a:pt x="699" y="1217"/>
                  </a:cubicBezTo>
                  <a:cubicBezTo>
                    <a:pt x="669" y="1217"/>
                    <a:pt x="638" y="1247"/>
                    <a:pt x="638" y="1308"/>
                  </a:cubicBezTo>
                  <a:lnTo>
                    <a:pt x="0" y="2888"/>
                  </a:lnTo>
                  <a:cubicBezTo>
                    <a:pt x="0" y="2980"/>
                    <a:pt x="0" y="3010"/>
                    <a:pt x="61" y="3040"/>
                  </a:cubicBezTo>
                  <a:lnTo>
                    <a:pt x="91" y="3040"/>
                  </a:lnTo>
                  <a:cubicBezTo>
                    <a:pt x="152" y="3040"/>
                    <a:pt x="213" y="3010"/>
                    <a:pt x="243" y="2980"/>
                  </a:cubicBezTo>
                  <a:lnTo>
                    <a:pt x="821" y="1551"/>
                  </a:lnTo>
                  <a:lnTo>
                    <a:pt x="1702" y="2463"/>
                  </a:lnTo>
                  <a:cubicBezTo>
                    <a:pt x="1733" y="2524"/>
                    <a:pt x="1763" y="2524"/>
                    <a:pt x="1824" y="2524"/>
                  </a:cubicBezTo>
                  <a:cubicBezTo>
                    <a:pt x="1854" y="2524"/>
                    <a:pt x="1885" y="2463"/>
                    <a:pt x="1885" y="2432"/>
                  </a:cubicBezTo>
                  <a:lnTo>
                    <a:pt x="2645" y="153"/>
                  </a:lnTo>
                  <a:cubicBezTo>
                    <a:pt x="2645" y="92"/>
                    <a:pt x="2645" y="31"/>
                    <a:pt x="2584" y="1"/>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52"/>
            <p:cNvSpPr/>
            <p:nvPr/>
          </p:nvSpPr>
          <p:spPr>
            <a:xfrm>
              <a:off x="8567300" y="2640900"/>
              <a:ext cx="43325" cy="643650"/>
            </a:xfrm>
            <a:custGeom>
              <a:avLst/>
              <a:gdLst/>
              <a:ahLst/>
              <a:cxnLst/>
              <a:rect l="l" t="t" r="r" b="b"/>
              <a:pathLst>
                <a:path w="1733" h="25746" extrusionOk="0">
                  <a:moveTo>
                    <a:pt x="91" y="1"/>
                  </a:moveTo>
                  <a:cubicBezTo>
                    <a:pt x="61" y="62"/>
                    <a:pt x="0" y="92"/>
                    <a:pt x="0" y="153"/>
                  </a:cubicBezTo>
                  <a:cubicBezTo>
                    <a:pt x="0" y="214"/>
                    <a:pt x="1277" y="4925"/>
                    <a:pt x="821" y="10031"/>
                  </a:cubicBezTo>
                  <a:cubicBezTo>
                    <a:pt x="304" y="15411"/>
                    <a:pt x="669" y="23010"/>
                    <a:pt x="1490" y="25655"/>
                  </a:cubicBezTo>
                  <a:cubicBezTo>
                    <a:pt x="1520" y="25685"/>
                    <a:pt x="1581" y="25746"/>
                    <a:pt x="1611" y="25746"/>
                  </a:cubicBezTo>
                  <a:cubicBezTo>
                    <a:pt x="1672" y="25746"/>
                    <a:pt x="1733" y="25655"/>
                    <a:pt x="1733" y="25533"/>
                  </a:cubicBezTo>
                  <a:cubicBezTo>
                    <a:pt x="882" y="22919"/>
                    <a:pt x="547" y="15351"/>
                    <a:pt x="1034" y="10031"/>
                  </a:cubicBezTo>
                  <a:cubicBezTo>
                    <a:pt x="1520" y="4864"/>
                    <a:pt x="243" y="122"/>
                    <a:pt x="243" y="92"/>
                  </a:cubicBezTo>
                  <a:cubicBezTo>
                    <a:pt x="213" y="62"/>
                    <a:pt x="152" y="1"/>
                    <a:pt x="91" y="1"/>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52"/>
            <p:cNvSpPr/>
            <p:nvPr/>
          </p:nvSpPr>
          <p:spPr>
            <a:xfrm>
              <a:off x="8425200" y="2773125"/>
              <a:ext cx="119325" cy="29675"/>
            </a:xfrm>
            <a:custGeom>
              <a:avLst/>
              <a:gdLst/>
              <a:ahLst/>
              <a:cxnLst/>
              <a:rect l="l" t="t" r="r" b="b"/>
              <a:pathLst>
                <a:path w="4773" h="1187" extrusionOk="0">
                  <a:moveTo>
                    <a:pt x="4468" y="244"/>
                  </a:moveTo>
                  <a:lnTo>
                    <a:pt x="4529" y="912"/>
                  </a:lnTo>
                  <a:lnTo>
                    <a:pt x="213" y="943"/>
                  </a:lnTo>
                  <a:lnTo>
                    <a:pt x="213" y="274"/>
                  </a:lnTo>
                  <a:lnTo>
                    <a:pt x="4468" y="244"/>
                  </a:lnTo>
                  <a:close/>
                  <a:moveTo>
                    <a:pt x="4590" y="1"/>
                  </a:moveTo>
                  <a:lnTo>
                    <a:pt x="122" y="31"/>
                  </a:lnTo>
                  <a:cubicBezTo>
                    <a:pt x="31" y="31"/>
                    <a:pt x="0" y="92"/>
                    <a:pt x="0" y="153"/>
                  </a:cubicBezTo>
                  <a:lnTo>
                    <a:pt x="0" y="1064"/>
                  </a:lnTo>
                  <a:cubicBezTo>
                    <a:pt x="0" y="1095"/>
                    <a:pt x="0" y="1095"/>
                    <a:pt x="31" y="1156"/>
                  </a:cubicBezTo>
                  <a:cubicBezTo>
                    <a:pt x="31" y="1186"/>
                    <a:pt x="61" y="1186"/>
                    <a:pt x="122" y="1186"/>
                  </a:cubicBezTo>
                  <a:lnTo>
                    <a:pt x="4651" y="1156"/>
                  </a:lnTo>
                  <a:cubicBezTo>
                    <a:pt x="4712" y="1156"/>
                    <a:pt x="4712" y="1156"/>
                    <a:pt x="4742" y="1095"/>
                  </a:cubicBezTo>
                  <a:cubicBezTo>
                    <a:pt x="4772" y="1095"/>
                    <a:pt x="4772" y="1064"/>
                    <a:pt x="4772" y="1034"/>
                  </a:cubicBezTo>
                  <a:lnTo>
                    <a:pt x="4712" y="122"/>
                  </a:lnTo>
                  <a:cubicBezTo>
                    <a:pt x="4712" y="31"/>
                    <a:pt x="4681" y="1"/>
                    <a:pt x="4590" y="1"/>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52"/>
            <p:cNvSpPr/>
            <p:nvPr/>
          </p:nvSpPr>
          <p:spPr>
            <a:xfrm>
              <a:off x="8709400" y="2632750"/>
              <a:ext cx="70700" cy="336450"/>
            </a:xfrm>
            <a:custGeom>
              <a:avLst/>
              <a:gdLst/>
              <a:ahLst/>
              <a:cxnLst/>
              <a:rect l="l" t="t" r="r" b="b"/>
              <a:pathLst>
                <a:path w="2828" h="13458" extrusionOk="0">
                  <a:moveTo>
                    <a:pt x="107" y="0"/>
                  </a:moveTo>
                  <a:cubicBezTo>
                    <a:pt x="76" y="0"/>
                    <a:pt x="46" y="8"/>
                    <a:pt x="31" y="23"/>
                  </a:cubicBezTo>
                  <a:cubicBezTo>
                    <a:pt x="0" y="53"/>
                    <a:pt x="0" y="144"/>
                    <a:pt x="31" y="175"/>
                  </a:cubicBezTo>
                  <a:cubicBezTo>
                    <a:pt x="487" y="722"/>
                    <a:pt x="912" y="1816"/>
                    <a:pt x="1672" y="3792"/>
                  </a:cubicBezTo>
                  <a:lnTo>
                    <a:pt x="1763" y="4096"/>
                  </a:lnTo>
                  <a:cubicBezTo>
                    <a:pt x="2614" y="6254"/>
                    <a:pt x="2037" y="13245"/>
                    <a:pt x="2037" y="13336"/>
                  </a:cubicBezTo>
                  <a:cubicBezTo>
                    <a:pt x="2037" y="13366"/>
                    <a:pt x="2067" y="13458"/>
                    <a:pt x="2158" y="13458"/>
                  </a:cubicBezTo>
                  <a:cubicBezTo>
                    <a:pt x="2219" y="13458"/>
                    <a:pt x="2280" y="13397"/>
                    <a:pt x="2280" y="13336"/>
                  </a:cubicBezTo>
                  <a:cubicBezTo>
                    <a:pt x="2280" y="13032"/>
                    <a:pt x="2827" y="6193"/>
                    <a:pt x="1976" y="3974"/>
                  </a:cubicBezTo>
                  <a:lnTo>
                    <a:pt x="1854" y="3670"/>
                  </a:lnTo>
                  <a:cubicBezTo>
                    <a:pt x="1064" y="1634"/>
                    <a:pt x="669" y="600"/>
                    <a:pt x="183" y="23"/>
                  </a:cubicBezTo>
                  <a:cubicBezTo>
                    <a:pt x="167" y="8"/>
                    <a:pt x="137" y="0"/>
                    <a:pt x="107"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52"/>
            <p:cNvSpPr/>
            <p:nvPr/>
          </p:nvSpPr>
          <p:spPr>
            <a:xfrm>
              <a:off x="8312725" y="3275125"/>
              <a:ext cx="82100" cy="45150"/>
            </a:xfrm>
            <a:custGeom>
              <a:avLst/>
              <a:gdLst/>
              <a:ahLst/>
              <a:cxnLst/>
              <a:rect l="l" t="t" r="r" b="b"/>
              <a:pathLst>
                <a:path w="3284" h="1806" extrusionOk="0">
                  <a:moveTo>
                    <a:pt x="3162" y="0"/>
                  </a:moveTo>
                  <a:cubicBezTo>
                    <a:pt x="3129" y="0"/>
                    <a:pt x="3085" y="28"/>
                    <a:pt x="3040" y="73"/>
                  </a:cubicBezTo>
                  <a:cubicBezTo>
                    <a:pt x="3040" y="73"/>
                    <a:pt x="2341" y="985"/>
                    <a:pt x="92" y="1593"/>
                  </a:cubicBezTo>
                  <a:cubicBezTo>
                    <a:pt x="1" y="1623"/>
                    <a:pt x="1" y="1653"/>
                    <a:pt x="1" y="1745"/>
                  </a:cubicBezTo>
                  <a:cubicBezTo>
                    <a:pt x="1" y="1775"/>
                    <a:pt x="92" y="1805"/>
                    <a:pt x="122" y="1805"/>
                  </a:cubicBezTo>
                  <a:cubicBezTo>
                    <a:pt x="2493" y="1167"/>
                    <a:pt x="3192" y="255"/>
                    <a:pt x="3253" y="164"/>
                  </a:cubicBezTo>
                  <a:cubicBezTo>
                    <a:pt x="3283" y="134"/>
                    <a:pt x="3253" y="73"/>
                    <a:pt x="3192" y="12"/>
                  </a:cubicBezTo>
                  <a:cubicBezTo>
                    <a:pt x="3184" y="4"/>
                    <a:pt x="3174" y="0"/>
                    <a:pt x="3162"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52"/>
            <p:cNvSpPr/>
            <p:nvPr/>
          </p:nvSpPr>
          <p:spPr>
            <a:xfrm>
              <a:off x="8466225" y="3460825"/>
              <a:ext cx="120100" cy="21300"/>
            </a:xfrm>
            <a:custGeom>
              <a:avLst/>
              <a:gdLst/>
              <a:ahLst/>
              <a:cxnLst/>
              <a:rect l="l" t="t" r="r" b="b"/>
              <a:pathLst>
                <a:path w="4804" h="852" extrusionOk="0">
                  <a:moveTo>
                    <a:pt x="4651" y="1"/>
                  </a:moveTo>
                  <a:cubicBezTo>
                    <a:pt x="4621" y="1"/>
                    <a:pt x="2827" y="365"/>
                    <a:pt x="92" y="609"/>
                  </a:cubicBezTo>
                  <a:cubicBezTo>
                    <a:pt x="31" y="609"/>
                    <a:pt x="1" y="639"/>
                    <a:pt x="1" y="730"/>
                  </a:cubicBezTo>
                  <a:cubicBezTo>
                    <a:pt x="1" y="791"/>
                    <a:pt x="31" y="852"/>
                    <a:pt x="92" y="852"/>
                  </a:cubicBezTo>
                  <a:cubicBezTo>
                    <a:pt x="2888" y="609"/>
                    <a:pt x="4651" y="213"/>
                    <a:pt x="4742" y="213"/>
                  </a:cubicBezTo>
                  <a:cubicBezTo>
                    <a:pt x="4773" y="183"/>
                    <a:pt x="4803" y="153"/>
                    <a:pt x="4803" y="61"/>
                  </a:cubicBezTo>
                  <a:cubicBezTo>
                    <a:pt x="4773" y="31"/>
                    <a:pt x="4742" y="1"/>
                    <a:pt x="4651" y="1"/>
                  </a:cubicBezTo>
                  <a:close/>
                </a:path>
              </a:pathLst>
            </a:custGeom>
            <a:solidFill>
              <a:srgbClr val="3F4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52"/>
            <p:cNvSpPr/>
            <p:nvPr/>
          </p:nvSpPr>
          <p:spPr>
            <a:xfrm>
              <a:off x="8304375" y="3332100"/>
              <a:ext cx="144400" cy="63400"/>
            </a:xfrm>
            <a:custGeom>
              <a:avLst/>
              <a:gdLst/>
              <a:ahLst/>
              <a:cxnLst/>
              <a:rect l="l" t="t" r="r" b="b"/>
              <a:pathLst>
                <a:path w="5776" h="2536" extrusionOk="0">
                  <a:moveTo>
                    <a:pt x="5662" y="0"/>
                  </a:moveTo>
                  <a:cubicBezTo>
                    <a:pt x="5621" y="0"/>
                    <a:pt x="5584" y="22"/>
                    <a:pt x="5563" y="43"/>
                  </a:cubicBezTo>
                  <a:cubicBezTo>
                    <a:pt x="5563" y="43"/>
                    <a:pt x="5046" y="955"/>
                    <a:pt x="4134" y="1624"/>
                  </a:cubicBezTo>
                  <a:cubicBezTo>
                    <a:pt x="3468" y="2090"/>
                    <a:pt x="2774" y="2328"/>
                    <a:pt x="2048" y="2328"/>
                  </a:cubicBezTo>
                  <a:cubicBezTo>
                    <a:pt x="1449" y="2328"/>
                    <a:pt x="829" y="2166"/>
                    <a:pt x="183" y="1836"/>
                  </a:cubicBezTo>
                  <a:cubicBezTo>
                    <a:pt x="175" y="1828"/>
                    <a:pt x="164" y="1825"/>
                    <a:pt x="152" y="1825"/>
                  </a:cubicBezTo>
                  <a:cubicBezTo>
                    <a:pt x="120" y="1825"/>
                    <a:pt x="75" y="1853"/>
                    <a:pt x="31" y="1897"/>
                  </a:cubicBezTo>
                  <a:cubicBezTo>
                    <a:pt x="0" y="1928"/>
                    <a:pt x="31" y="1988"/>
                    <a:pt x="92" y="2019"/>
                  </a:cubicBezTo>
                  <a:cubicBezTo>
                    <a:pt x="791" y="2384"/>
                    <a:pt x="1459" y="2536"/>
                    <a:pt x="2007" y="2536"/>
                  </a:cubicBezTo>
                  <a:cubicBezTo>
                    <a:pt x="4408" y="2536"/>
                    <a:pt x="5745" y="165"/>
                    <a:pt x="5745" y="165"/>
                  </a:cubicBezTo>
                  <a:cubicBezTo>
                    <a:pt x="5776" y="134"/>
                    <a:pt x="5745" y="43"/>
                    <a:pt x="5715" y="13"/>
                  </a:cubicBezTo>
                  <a:cubicBezTo>
                    <a:pt x="5697" y="4"/>
                    <a:pt x="5679" y="0"/>
                    <a:pt x="5662" y="0"/>
                  </a:cubicBezTo>
                  <a:close/>
                </a:path>
              </a:pathLst>
            </a:custGeom>
            <a:solidFill>
              <a:srgbClr val="3F4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3" name="Google Shape;1833;p52"/>
          <p:cNvGrpSpPr/>
          <p:nvPr/>
        </p:nvGrpSpPr>
        <p:grpSpPr>
          <a:xfrm>
            <a:off x="1440724" y="3860772"/>
            <a:ext cx="1120145" cy="672603"/>
            <a:chOff x="501325" y="4100602"/>
            <a:chExt cx="1775471" cy="1066101"/>
          </a:xfrm>
        </p:grpSpPr>
        <p:sp>
          <p:nvSpPr>
            <p:cNvPr id="1834" name="Google Shape;1834;p52"/>
            <p:cNvSpPr/>
            <p:nvPr/>
          </p:nvSpPr>
          <p:spPr>
            <a:xfrm>
              <a:off x="547489" y="5008751"/>
              <a:ext cx="677290" cy="157952"/>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52"/>
            <p:cNvSpPr/>
            <p:nvPr/>
          </p:nvSpPr>
          <p:spPr>
            <a:xfrm>
              <a:off x="605049"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52"/>
            <p:cNvSpPr/>
            <p:nvPr/>
          </p:nvSpPr>
          <p:spPr>
            <a:xfrm>
              <a:off x="694046"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52"/>
            <p:cNvSpPr/>
            <p:nvPr/>
          </p:nvSpPr>
          <p:spPr>
            <a:xfrm>
              <a:off x="783063"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52"/>
            <p:cNvSpPr/>
            <p:nvPr/>
          </p:nvSpPr>
          <p:spPr>
            <a:xfrm>
              <a:off x="871398" y="50227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52"/>
            <p:cNvSpPr/>
            <p:nvPr/>
          </p:nvSpPr>
          <p:spPr>
            <a:xfrm>
              <a:off x="960416" y="50227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52"/>
            <p:cNvSpPr/>
            <p:nvPr/>
          </p:nvSpPr>
          <p:spPr>
            <a:xfrm>
              <a:off x="1050075" y="5022795"/>
              <a:ext cx="28810" cy="129182"/>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52"/>
            <p:cNvSpPr/>
            <p:nvPr/>
          </p:nvSpPr>
          <p:spPr>
            <a:xfrm>
              <a:off x="1138430" y="50227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52"/>
            <p:cNvSpPr/>
            <p:nvPr/>
          </p:nvSpPr>
          <p:spPr>
            <a:xfrm>
              <a:off x="577603" y="5022795"/>
              <a:ext cx="187404" cy="128520"/>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52"/>
            <p:cNvSpPr/>
            <p:nvPr/>
          </p:nvSpPr>
          <p:spPr>
            <a:xfrm>
              <a:off x="547489" y="5008751"/>
              <a:ext cx="677290" cy="14064"/>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52"/>
            <p:cNvSpPr/>
            <p:nvPr/>
          </p:nvSpPr>
          <p:spPr>
            <a:xfrm>
              <a:off x="501325" y="4849475"/>
              <a:ext cx="676608" cy="157952"/>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52"/>
            <p:cNvSpPr/>
            <p:nvPr/>
          </p:nvSpPr>
          <p:spPr>
            <a:xfrm>
              <a:off x="558203" y="4863519"/>
              <a:ext cx="28790" cy="129844"/>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52"/>
            <p:cNvSpPr/>
            <p:nvPr/>
          </p:nvSpPr>
          <p:spPr>
            <a:xfrm>
              <a:off x="646538"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52"/>
            <p:cNvSpPr/>
            <p:nvPr/>
          </p:nvSpPr>
          <p:spPr>
            <a:xfrm>
              <a:off x="736217" y="48635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52"/>
            <p:cNvSpPr/>
            <p:nvPr/>
          </p:nvSpPr>
          <p:spPr>
            <a:xfrm>
              <a:off x="824552"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52"/>
            <p:cNvSpPr/>
            <p:nvPr/>
          </p:nvSpPr>
          <p:spPr>
            <a:xfrm>
              <a:off x="913570"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52"/>
            <p:cNvSpPr/>
            <p:nvPr/>
          </p:nvSpPr>
          <p:spPr>
            <a:xfrm>
              <a:off x="1001905"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52"/>
            <p:cNvSpPr/>
            <p:nvPr/>
          </p:nvSpPr>
          <p:spPr>
            <a:xfrm>
              <a:off x="1091584"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52"/>
            <p:cNvSpPr/>
            <p:nvPr/>
          </p:nvSpPr>
          <p:spPr>
            <a:xfrm>
              <a:off x="531439" y="4863519"/>
              <a:ext cx="187404" cy="129182"/>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52"/>
            <p:cNvSpPr/>
            <p:nvPr/>
          </p:nvSpPr>
          <p:spPr>
            <a:xfrm>
              <a:off x="501325" y="4849475"/>
              <a:ext cx="676608" cy="14064"/>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52"/>
            <p:cNvSpPr/>
            <p:nvPr/>
          </p:nvSpPr>
          <p:spPr>
            <a:xfrm>
              <a:off x="1574749" y="5008751"/>
              <a:ext cx="677290" cy="157952"/>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52"/>
            <p:cNvSpPr/>
            <p:nvPr/>
          </p:nvSpPr>
          <p:spPr>
            <a:xfrm>
              <a:off x="1631647"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52"/>
            <p:cNvSpPr/>
            <p:nvPr/>
          </p:nvSpPr>
          <p:spPr>
            <a:xfrm>
              <a:off x="1720644"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52"/>
            <p:cNvSpPr/>
            <p:nvPr/>
          </p:nvSpPr>
          <p:spPr>
            <a:xfrm>
              <a:off x="1810323" y="50227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52"/>
            <p:cNvSpPr/>
            <p:nvPr/>
          </p:nvSpPr>
          <p:spPr>
            <a:xfrm>
              <a:off x="1898659"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52"/>
            <p:cNvSpPr/>
            <p:nvPr/>
          </p:nvSpPr>
          <p:spPr>
            <a:xfrm>
              <a:off x="1987676"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52"/>
            <p:cNvSpPr/>
            <p:nvPr/>
          </p:nvSpPr>
          <p:spPr>
            <a:xfrm>
              <a:off x="2076011"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52"/>
            <p:cNvSpPr/>
            <p:nvPr/>
          </p:nvSpPr>
          <p:spPr>
            <a:xfrm>
              <a:off x="2165690"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52"/>
            <p:cNvSpPr/>
            <p:nvPr/>
          </p:nvSpPr>
          <p:spPr>
            <a:xfrm>
              <a:off x="1605545" y="5022795"/>
              <a:ext cx="187404" cy="128520"/>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52"/>
            <p:cNvSpPr/>
            <p:nvPr/>
          </p:nvSpPr>
          <p:spPr>
            <a:xfrm>
              <a:off x="1605545" y="5022795"/>
              <a:ext cx="187404" cy="128520"/>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52"/>
            <p:cNvSpPr/>
            <p:nvPr/>
          </p:nvSpPr>
          <p:spPr>
            <a:xfrm>
              <a:off x="1574749" y="5008751"/>
              <a:ext cx="677290" cy="14064"/>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52"/>
            <p:cNvSpPr/>
            <p:nvPr/>
          </p:nvSpPr>
          <p:spPr>
            <a:xfrm>
              <a:off x="1308400" y="4850137"/>
              <a:ext cx="676608" cy="158634"/>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52"/>
            <p:cNvSpPr/>
            <p:nvPr/>
          </p:nvSpPr>
          <p:spPr>
            <a:xfrm>
              <a:off x="1365297"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52"/>
            <p:cNvSpPr/>
            <p:nvPr/>
          </p:nvSpPr>
          <p:spPr>
            <a:xfrm>
              <a:off x="1454294"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52"/>
            <p:cNvSpPr/>
            <p:nvPr/>
          </p:nvSpPr>
          <p:spPr>
            <a:xfrm>
              <a:off x="1543312"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52"/>
            <p:cNvSpPr/>
            <p:nvPr/>
          </p:nvSpPr>
          <p:spPr>
            <a:xfrm>
              <a:off x="1631647" y="48635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52"/>
            <p:cNvSpPr/>
            <p:nvPr/>
          </p:nvSpPr>
          <p:spPr>
            <a:xfrm>
              <a:off x="1720644" y="48635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52"/>
            <p:cNvSpPr/>
            <p:nvPr/>
          </p:nvSpPr>
          <p:spPr>
            <a:xfrm>
              <a:off x="1810323"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52"/>
            <p:cNvSpPr/>
            <p:nvPr/>
          </p:nvSpPr>
          <p:spPr>
            <a:xfrm>
              <a:off x="1898659" y="48635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52"/>
            <p:cNvSpPr/>
            <p:nvPr/>
          </p:nvSpPr>
          <p:spPr>
            <a:xfrm>
              <a:off x="1338514" y="4863519"/>
              <a:ext cx="187404" cy="129182"/>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52"/>
            <p:cNvSpPr/>
            <p:nvPr/>
          </p:nvSpPr>
          <p:spPr>
            <a:xfrm>
              <a:off x="1308400" y="4849475"/>
              <a:ext cx="676608" cy="14064"/>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52"/>
            <p:cNvSpPr/>
            <p:nvPr/>
          </p:nvSpPr>
          <p:spPr>
            <a:xfrm>
              <a:off x="1599527" y="4693529"/>
              <a:ext cx="677270" cy="158634"/>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52"/>
            <p:cNvSpPr/>
            <p:nvPr/>
          </p:nvSpPr>
          <p:spPr>
            <a:xfrm>
              <a:off x="1657066" y="4707593"/>
              <a:ext cx="29472" cy="129182"/>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52"/>
            <p:cNvSpPr/>
            <p:nvPr/>
          </p:nvSpPr>
          <p:spPr>
            <a:xfrm>
              <a:off x="1746083" y="4707593"/>
              <a:ext cx="28790" cy="129182"/>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52"/>
            <p:cNvSpPr/>
            <p:nvPr/>
          </p:nvSpPr>
          <p:spPr>
            <a:xfrm>
              <a:off x="1923436" y="4707593"/>
              <a:ext cx="28790" cy="129182"/>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52"/>
            <p:cNvSpPr/>
            <p:nvPr/>
          </p:nvSpPr>
          <p:spPr>
            <a:xfrm>
              <a:off x="2012433" y="4707593"/>
              <a:ext cx="29472" cy="129182"/>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52"/>
            <p:cNvSpPr/>
            <p:nvPr/>
          </p:nvSpPr>
          <p:spPr>
            <a:xfrm>
              <a:off x="2101450" y="47075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52"/>
            <p:cNvSpPr/>
            <p:nvPr/>
          </p:nvSpPr>
          <p:spPr>
            <a:xfrm>
              <a:off x="2189785" y="47075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52"/>
            <p:cNvSpPr/>
            <p:nvPr/>
          </p:nvSpPr>
          <p:spPr>
            <a:xfrm>
              <a:off x="1629640" y="4707593"/>
              <a:ext cx="187404" cy="128520"/>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52"/>
            <p:cNvSpPr/>
            <p:nvPr/>
          </p:nvSpPr>
          <p:spPr>
            <a:xfrm>
              <a:off x="1629640" y="4707593"/>
              <a:ext cx="187404" cy="128520"/>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52"/>
            <p:cNvSpPr/>
            <p:nvPr/>
          </p:nvSpPr>
          <p:spPr>
            <a:xfrm>
              <a:off x="1599527" y="4692867"/>
              <a:ext cx="677270" cy="14746"/>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52"/>
            <p:cNvSpPr/>
            <p:nvPr/>
          </p:nvSpPr>
          <p:spPr>
            <a:xfrm>
              <a:off x="1652391" y="4119340"/>
              <a:ext cx="577559" cy="560426"/>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52"/>
            <p:cNvSpPr/>
            <p:nvPr/>
          </p:nvSpPr>
          <p:spPr>
            <a:xfrm>
              <a:off x="1639010" y="4100602"/>
              <a:ext cx="598966" cy="598986"/>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52"/>
            <p:cNvSpPr/>
            <p:nvPr/>
          </p:nvSpPr>
          <p:spPr>
            <a:xfrm>
              <a:off x="1645690" y="4112419"/>
              <a:ext cx="592285" cy="575794"/>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52"/>
            <p:cNvSpPr/>
            <p:nvPr/>
          </p:nvSpPr>
          <p:spPr>
            <a:xfrm>
              <a:off x="1836425" y="4242484"/>
              <a:ext cx="212843" cy="344674"/>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52"/>
            <p:cNvSpPr/>
            <p:nvPr/>
          </p:nvSpPr>
          <p:spPr>
            <a:xfrm>
              <a:off x="1689206" y="4155272"/>
              <a:ext cx="423640" cy="422516"/>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0" name="Google Shape;1890;p52"/>
          <p:cNvGrpSpPr/>
          <p:nvPr/>
        </p:nvGrpSpPr>
        <p:grpSpPr>
          <a:xfrm>
            <a:off x="2253894" y="2324915"/>
            <a:ext cx="961539" cy="952419"/>
            <a:chOff x="8613198" y="598525"/>
            <a:chExt cx="1210853" cy="1199368"/>
          </a:xfrm>
        </p:grpSpPr>
        <p:sp>
          <p:nvSpPr>
            <p:cNvPr id="1891" name="Google Shape;1891;p52"/>
            <p:cNvSpPr/>
            <p:nvPr/>
          </p:nvSpPr>
          <p:spPr>
            <a:xfrm>
              <a:off x="8613198" y="694711"/>
              <a:ext cx="1210853" cy="1103182"/>
            </a:xfrm>
            <a:custGeom>
              <a:avLst/>
              <a:gdLst/>
              <a:ahLst/>
              <a:cxnLst/>
              <a:rect l="l" t="t" r="r" b="b"/>
              <a:pathLst>
                <a:path w="73053" h="66557" extrusionOk="0">
                  <a:moveTo>
                    <a:pt x="36527" y="0"/>
                  </a:moveTo>
                  <a:cubicBezTo>
                    <a:pt x="28012" y="0"/>
                    <a:pt x="19498" y="3252"/>
                    <a:pt x="13010" y="9757"/>
                  </a:cubicBezTo>
                  <a:cubicBezTo>
                    <a:pt x="1" y="22733"/>
                    <a:pt x="1" y="43815"/>
                    <a:pt x="13010" y="56824"/>
                  </a:cubicBezTo>
                  <a:cubicBezTo>
                    <a:pt x="19498" y="63312"/>
                    <a:pt x="28012" y="66556"/>
                    <a:pt x="36527" y="66556"/>
                  </a:cubicBezTo>
                  <a:cubicBezTo>
                    <a:pt x="45041" y="66556"/>
                    <a:pt x="53556" y="63312"/>
                    <a:pt x="60044" y="56824"/>
                  </a:cubicBezTo>
                  <a:cubicBezTo>
                    <a:pt x="73053" y="43815"/>
                    <a:pt x="73053" y="22733"/>
                    <a:pt x="60044" y="9757"/>
                  </a:cubicBezTo>
                  <a:cubicBezTo>
                    <a:pt x="53556" y="3252"/>
                    <a:pt x="45041" y="0"/>
                    <a:pt x="365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52"/>
            <p:cNvSpPr/>
            <p:nvPr/>
          </p:nvSpPr>
          <p:spPr>
            <a:xfrm>
              <a:off x="9218615" y="828225"/>
              <a:ext cx="602120" cy="846502"/>
            </a:xfrm>
            <a:custGeom>
              <a:avLst/>
              <a:gdLst/>
              <a:ahLst/>
              <a:cxnLst/>
              <a:rect l="l" t="t" r="r" b="b"/>
              <a:pathLst>
                <a:path w="36327" h="51071" extrusionOk="0">
                  <a:moveTo>
                    <a:pt x="25986" y="1"/>
                  </a:moveTo>
                  <a:lnTo>
                    <a:pt x="23884" y="2036"/>
                  </a:lnTo>
                  <a:lnTo>
                    <a:pt x="1" y="25219"/>
                  </a:lnTo>
                  <a:lnTo>
                    <a:pt x="23351" y="49003"/>
                  </a:lnTo>
                  <a:lnTo>
                    <a:pt x="25386" y="51071"/>
                  </a:lnTo>
                  <a:cubicBezTo>
                    <a:pt x="31990" y="44566"/>
                    <a:pt x="36127" y="35593"/>
                    <a:pt x="36227" y="25586"/>
                  </a:cubicBezTo>
                  <a:cubicBezTo>
                    <a:pt x="36327" y="15679"/>
                    <a:pt x="32457" y="6572"/>
                    <a:pt x="259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52"/>
            <p:cNvSpPr/>
            <p:nvPr/>
          </p:nvSpPr>
          <p:spPr>
            <a:xfrm>
              <a:off x="9213095" y="598525"/>
              <a:ext cx="470531" cy="647701"/>
            </a:xfrm>
            <a:custGeom>
              <a:avLst/>
              <a:gdLst/>
              <a:ahLst/>
              <a:cxnLst/>
              <a:rect l="l" t="t" r="r" b="b"/>
              <a:pathLst>
                <a:path w="28388" h="39077" extrusionOk="0">
                  <a:moveTo>
                    <a:pt x="258" y="1"/>
                  </a:moveTo>
                  <a:cubicBezTo>
                    <a:pt x="174" y="1"/>
                    <a:pt x="89" y="4"/>
                    <a:pt x="0" y="16"/>
                  </a:cubicBezTo>
                  <a:lnTo>
                    <a:pt x="34" y="2884"/>
                  </a:lnTo>
                  <a:lnTo>
                    <a:pt x="100" y="5820"/>
                  </a:lnTo>
                  <a:lnTo>
                    <a:pt x="367" y="39077"/>
                  </a:lnTo>
                  <a:lnTo>
                    <a:pt x="24284" y="15894"/>
                  </a:lnTo>
                  <a:lnTo>
                    <a:pt x="26352" y="13859"/>
                  </a:lnTo>
                  <a:lnTo>
                    <a:pt x="28387" y="11857"/>
                  </a:lnTo>
                  <a:cubicBezTo>
                    <a:pt x="21382" y="4652"/>
                    <a:pt x="11642" y="82"/>
                    <a:pt x="767" y="16"/>
                  </a:cubicBezTo>
                  <a:cubicBezTo>
                    <a:pt x="590" y="16"/>
                    <a:pt x="426" y="1"/>
                    <a:pt x="2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97"/>
        <p:cNvGrpSpPr/>
        <p:nvPr/>
      </p:nvGrpSpPr>
      <p:grpSpPr>
        <a:xfrm>
          <a:off x="0" y="0"/>
          <a:ext cx="0" cy="0"/>
          <a:chOff x="0" y="0"/>
          <a:chExt cx="0" cy="0"/>
        </a:xfrm>
      </p:grpSpPr>
      <p:sp>
        <p:nvSpPr>
          <p:cNvPr id="1898" name="Google Shape;1898;p53"/>
          <p:cNvSpPr txBox="1">
            <a:spLocks noGrp="1"/>
          </p:cNvSpPr>
          <p:nvPr>
            <p:ph type="title"/>
          </p:nvPr>
        </p:nvSpPr>
        <p:spPr>
          <a:xfrm flipH="1">
            <a:off x="733923" y="961275"/>
            <a:ext cx="4328100" cy="289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AWESOME </a:t>
            </a:r>
            <a:r>
              <a:rPr lang="en">
                <a:solidFill>
                  <a:schemeClr val="dk2"/>
                </a:solidFill>
              </a:rPr>
              <a:t>WORDS</a:t>
            </a:r>
            <a:endParaRPr>
              <a:solidFill>
                <a:schemeClr val="dk2"/>
              </a:solidFill>
            </a:endParaRPr>
          </a:p>
        </p:txBody>
      </p:sp>
      <p:sp>
        <p:nvSpPr>
          <p:cNvPr id="1899" name="Google Shape;1899;p53"/>
          <p:cNvSpPr/>
          <p:nvPr/>
        </p:nvSpPr>
        <p:spPr>
          <a:xfrm>
            <a:off x="2662853" y="3893382"/>
            <a:ext cx="27472" cy="24601"/>
          </a:xfrm>
          <a:custGeom>
            <a:avLst/>
            <a:gdLst/>
            <a:ahLst/>
            <a:cxnLst/>
            <a:rect l="l" t="t" r="r" b="b"/>
            <a:pathLst>
              <a:path w="2038" h="1825" extrusionOk="0">
                <a:moveTo>
                  <a:pt x="1399" y="0"/>
                </a:moveTo>
                <a:lnTo>
                  <a:pt x="943" y="882"/>
                </a:lnTo>
                <a:lnTo>
                  <a:pt x="1" y="1064"/>
                </a:lnTo>
                <a:lnTo>
                  <a:pt x="183" y="1824"/>
                </a:lnTo>
                <a:lnTo>
                  <a:pt x="1490" y="1520"/>
                </a:lnTo>
                <a:lnTo>
                  <a:pt x="2037" y="335"/>
                </a:lnTo>
                <a:lnTo>
                  <a:pt x="1399"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00" name="Google Shape;1900;p53"/>
          <p:cNvGrpSpPr/>
          <p:nvPr/>
        </p:nvGrpSpPr>
        <p:grpSpPr>
          <a:xfrm flipH="1">
            <a:off x="5434722" y="789577"/>
            <a:ext cx="3216898" cy="2383313"/>
            <a:chOff x="527989" y="513014"/>
            <a:chExt cx="3421504" cy="2534901"/>
          </a:xfrm>
        </p:grpSpPr>
        <p:grpSp>
          <p:nvGrpSpPr>
            <p:cNvPr id="1901" name="Google Shape;1901;p53"/>
            <p:cNvGrpSpPr/>
            <p:nvPr/>
          </p:nvGrpSpPr>
          <p:grpSpPr>
            <a:xfrm>
              <a:off x="527989" y="513014"/>
              <a:ext cx="3421504" cy="2534901"/>
              <a:chOff x="945208" y="863242"/>
              <a:chExt cx="3026273" cy="2242084"/>
            </a:xfrm>
          </p:grpSpPr>
          <p:grpSp>
            <p:nvGrpSpPr>
              <p:cNvPr id="1902" name="Google Shape;1902;p53"/>
              <p:cNvGrpSpPr/>
              <p:nvPr/>
            </p:nvGrpSpPr>
            <p:grpSpPr>
              <a:xfrm>
                <a:off x="945208" y="863242"/>
                <a:ext cx="3026273" cy="2242084"/>
                <a:chOff x="9869000" y="346050"/>
                <a:chExt cx="4621675" cy="3424075"/>
              </a:xfrm>
            </p:grpSpPr>
            <p:grpSp>
              <p:nvGrpSpPr>
                <p:cNvPr id="1903" name="Google Shape;1903;p53"/>
                <p:cNvGrpSpPr/>
                <p:nvPr/>
              </p:nvGrpSpPr>
              <p:grpSpPr>
                <a:xfrm>
                  <a:off x="9869000" y="346050"/>
                  <a:ext cx="4621675" cy="3424075"/>
                  <a:chOff x="9869000" y="346050"/>
                  <a:chExt cx="4621675" cy="3424075"/>
                </a:xfrm>
              </p:grpSpPr>
              <p:sp>
                <p:nvSpPr>
                  <p:cNvPr id="1904" name="Google Shape;1904;p53"/>
                  <p:cNvSpPr/>
                  <p:nvPr/>
                </p:nvSpPr>
                <p:spPr>
                  <a:xfrm>
                    <a:off x="9869000" y="716875"/>
                    <a:ext cx="4621675" cy="3053250"/>
                  </a:xfrm>
                  <a:custGeom>
                    <a:avLst/>
                    <a:gdLst/>
                    <a:ahLst/>
                    <a:cxnLst/>
                    <a:rect l="l" t="t" r="r" b="b"/>
                    <a:pathLst>
                      <a:path w="184867" h="122130" extrusionOk="0">
                        <a:moveTo>
                          <a:pt x="0" y="0"/>
                        </a:moveTo>
                        <a:lnTo>
                          <a:pt x="0" y="122130"/>
                        </a:lnTo>
                        <a:lnTo>
                          <a:pt x="184867" y="122130"/>
                        </a:lnTo>
                        <a:lnTo>
                          <a:pt x="18486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53"/>
                  <p:cNvSpPr/>
                  <p:nvPr/>
                </p:nvSpPr>
                <p:spPr>
                  <a:xfrm>
                    <a:off x="9994375" y="843775"/>
                    <a:ext cx="4370925" cy="2799450"/>
                  </a:xfrm>
                  <a:custGeom>
                    <a:avLst/>
                    <a:gdLst/>
                    <a:ahLst/>
                    <a:cxnLst/>
                    <a:rect l="l" t="t" r="r" b="b"/>
                    <a:pathLst>
                      <a:path w="174837" h="111978" extrusionOk="0">
                        <a:moveTo>
                          <a:pt x="0" y="0"/>
                        </a:moveTo>
                        <a:lnTo>
                          <a:pt x="0" y="111978"/>
                        </a:lnTo>
                        <a:lnTo>
                          <a:pt x="174837" y="111978"/>
                        </a:lnTo>
                        <a:lnTo>
                          <a:pt x="17483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53"/>
                  <p:cNvSpPr/>
                  <p:nvPr/>
                </p:nvSpPr>
                <p:spPr>
                  <a:xfrm>
                    <a:off x="10420675" y="346050"/>
                    <a:ext cx="28900" cy="370850"/>
                  </a:xfrm>
                  <a:custGeom>
                    <a:avLst/>
                    <a:gdLst/>
                    <a:ahLst/>
                    <a:cxnLst/>
                    <a:rect l="l" t="t" r="r" b="b"/>
                    <a:pathLst>
                      <a:path w="1156" h="14834" extrusionOk="0">
                        <a:moveTo>
                          <a:pt x="0" y="0"/>
                        </a:moveTo>
                        <a:lnTo>
                          <a:pt x="0" y="14833"/>
                        </a:lnTo>
                        <a:lnTo>
                          <a:pt x="1155" y="14833"/>
                        </a:lnTo>
                        <a:lnTo>
                          <a:pt x="115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53"/>
                  <p:cNvSpPr/>
                  <p:nvPr/>
                </p:nvSpPr>
                <p:spPr>
                  <a:xfrm>
                    <a:off x="13910850" y="346050"/>
                    <a:ext cx="28150" cy="370850"/>
                  </a:xfrm>
                  <a:custGeom>
                    <a:avLst/>
                    <a:gdLst/>
                    <a:ahLst/>
                    <a:cxnLst/>
                    <a:rect l="l" t="t" r="r" b="b"/>
                    <a:pathLst>
                      <a:path w="1126" h="14834" extrusionOk="0">
                        <a:moveTo>
                          <a:pt x="1" y="0"/>
                        </a:moveTo>
                        <a:lnTo>
                          <a:pt x="1" y="14833"/>
                        </a:lnTo>
                        <a:lnTo>
                          <a:pt x="1126" y="14833"/>
                        </a:lnTo>
                        <a:lnTo>
                          <a:pt x="112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53"/>
                  <p:cNvSpPr/>
                  <p:nvPr/>
                </p:nvSpPr>
                <p:spPr>
                  <a:xfrm>
                    <a:off x="10173700" y="3264025"/>
                    <a:ext cx="323750" cy="254575"/>
                  </a:xfrm>
                  <a:custGeom>
                    <a:avLst/>
                    <a:gdLst/>
                    <a:ahLst/>
                    <a:cxnLst/>
                    <a:rect l="l" t="t" r="r" b="b"/>
                    <a:pathLst>
                      <a:path w="12950" h="10183" extrusionOk="0">
                        <a:moveTo>
                          <a:pt x="1" y="0"/>
                        </a:moveTo>
                        <a:lnTo>
                          <a:pt x="1" y="10183"/>
                        </a:lnTo>
                        <a:lnTo>
                          <a:pt x="12949" y="10183"/>
                        </a:lnTo>
                        <a:lnTo>
                          <a:pt x="129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53"/>
                  <p:cNvSpPr/>
                  <p:nvPr/>
                </p:nvSpPr>
                <p:spPr>
                  <a:xfrm>
                    <a:off x="10549100" y="2832400"/>
                    <a:ext cx="323725" cy="686200"/>
                  </a:xfrm>
                  <a:custGeom>
                    <a:avLst/>
                    <a:gdLst/>
                    <a:ahLst/>
                    <a:cxnLst/>
                    <a:rect l="l" t="t" r="r" b="b"/>
                    <a:pathLst>
                      <a:path w="12949" h="27448" extrusionOk="0">
                        <a:moveTo>
                          <a:pt x="0" y="0"/>
                        </a:moveTo>
                        <a:lnTo>
                          <a:pt x="0" y="27448"/>
                        </a:lnTo>
                        <a:lnTo>
                          <a:pt x="12949" y="27448"/>
                        </a:lnTo>
                        <a:lnTo>
                          <a:pt x="129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53"/>
                  <p:cNvSpPr/>
                  <p:nvPr/>
                </p:nvSpPr>
                <p:spPr>
                  <a:xfrm>
                    <a:off x="10924475" y="3137875"/>
                    <a:ext cx="323750" cy="380725"/>
                  </a:xfrm>
                  <a:custGeom>
                    <a:avLst/>
                    <a:gdLst/>
                    <a:ahLst/>
                    <a:cxnLst/>
                    <a:rect l="l" t="t" r="r" b="b"/>
                    <a:pathLst>
                      <a:path w="12950" h="15229" extrusionOk="0">
                        <a:moveTo>
                          <a:pt x="1" y="0"/>
                        </a:moveTo>
                        <a:lnTo>
                          <a:pt x="1" y="15229"/>
                        </a:lnTo>
                        <a:lnTo>
                          <a:pt x="12949" y="15229"/>
                        </a:lnTo>
                        <a:lnTo>
                          <a:pt x="129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53"/>
                  <p:cNvSpPr/>
                  <p:nvPr/>
                </p:nvSpPr>
                <p:spPr>
                  <a:xfrm>
                    <a:off x="11299875" y="3286825"/>
                    <a:ext cx="324500" cy="231775"/>
                  </a:xfrm>
                  <a:custGeom>
                    <a:avLst/>
                    <a:gdLst/>
                    <a:ahLst/>
                    <a:cxnLst/>
                    <a:rect l="l" t="t" r="r" b="b"/>
                    <a:pathLst>
                      <a:path w="12980" h="9271" extrusionOk="0">
                        <a:moveTo>
                          <a:pt x="0" y="0"/>
                        </a:moveTo>
                        <a:lnTo>
                          <a:pt x="0" y="9271"/>
                        </a:lnTo>
                        <a:lnTo>
                          <a:pt x="12979" y="9271"/>
                        </a:lnTo>
                        <a:lnTo>
                          <a:pt x="1297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53"/>
                  <p:cNvSpPr/>
                  <p:nvPr/>
                </p:nvSpPr>
                <p:spPr>
                  <a:xfrm>
                    <a:off x="11675250" y="3010225"/>
                    <a:ext cx="323750" cy="508375"/>
                  </a:xfrm>
                  <a:custGeom>
                    <a:avLst/>
                    <a:gdLst/>
                    <a:ahLst/>
                    <a:cxnLst/>
                    <a:rect l="l" t="t" r="r" b="b"/>
                    <a:pathLst>
                      <a:path w="12950" h="20335" extrusionOk="0">
                        <a:moveTo>
                          <a:pt x="1" y="0"/>
                        </a:moveTo>
                        <a:lnTo>
                          <a:pt x="1" y="20335"/>
                        </a:lnTo>
                        <a:lnTo>
                          <a:pt x="12949" y="20335"/>
                        </a:lnTo>
                        <a:lnTo>
                          <a:pt x="129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53"/>
                  <p:cNvSpPr/>
                  <p:nvPr/>
                </p:nvSpPr>
                <p:spPr>
                  <a:xfrm>
                    <a:off x="10173700" y="3514025"/>
                    <a:ext cx="1826825" cy="9150"/>
                  </a:xfrm>
                  <a:custGeom>
                    <a:avLst/>
                    <a:gdLst/>
                    <a:ahLst/>
                    <a:cxnLst/>
                    <a:rect l="l" t="t" r="r" b="b"/>
                    <a:pathLst>
                      <a:path w="73073" h="366" extrusionOk="0">
                        <a:moveTo>
                          <a:pt x="1" y="0"/>
                        </a:moveTo>
                        <a:lnTo>
                          <a:pt x="1" y="365"/>
                        </a:lnTo>
                        <a:lnTo>
                          <a:pt x="73072" y="365"/>
                        </a:lnTo>
                        <a:lnTo>
                          <a:pt x="73072"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53"/>
                  <p:cNvSpPr/>
                  <p:nvPr/>
                </p:nvSpPr>
                <p:spPr>
                  <a:xfrm>
                    <a:off x="10169900" y="2588475"/>
                    <a:ext cx="1861000" cy="101100"/>
                  </a:xfrm>
                  <a:custGeom>
                    <a:avLst/>
                    <a:gdLst/>
                    <a:ahLst/>
                    <a:cxnLst/>
                    <a:rect l="l" t="t" r="r" b="b"/>
                    <a:pathLst>
                      <a:path w="74440" h="4044" extrusionOk="0">
                        <a:moveTo>
                          <a:pt x="72373" y="365"/>
                        </a:moveTo>
                        <a:cubicBezTo>
                          <a:pt x="73254" y="365"/>
                          <a:pt x="74014" y="1095"/>
                          <a:pt x="74014" y="2007"/>
                        </a:cubicBezTo>
                        <a:cubicBezTo>
                          <a:pt x="74014" y="2858"/>
                          <a:pt x="73285" y="3618"/>
                          <a:pt x="72373" y="3618"/>
                        </a:cubicBezTo>
                        <a:lnTo>
                          <a:pt x="1977" y="3618"/>
                        </a:lnTo>
                        <a:cubicBezTo>
                          <a:pt x="1095" y="3618"/>
                          <a:pt x="335" y="2918"/>
                          <a:pt x="335" y="2007"/>
                        </a:cubicBezTo>
                        <a:cubicBezTo>
                          <a:pt x="335" y="1125"/>
                          <a:pt x="1065" y="365"/>
                          <a:pt x="1977" y="365"/>
                        </a:cubicBezTo>
                        <a:close/>
                        <a:moveTo>
                          <a:pt x="2007" y="0"/>
                        </a:moveTo>
                        <a:cubicBezTo>
                          <a:pt x="913" y="0"/>
                          <a:pt x="1" y="912"/>
                          <a:pt x="1" y="2037"/>
                        </a:cubicBezTo>
                        <a:cubicBezTo>
                          <a:pt x="1" y="3131"/>
                          <a:pt x="913" y="4043"/>
                          <a:pt x="2007" y="4043"/>
                        </a:cubicBezTo>
                        <a:lnTo>
                          <a:pt x="72434" y="4043"/>
                        </a:lnTo>
                        <a:cubicBezTo>
                          <a:pt x="73528" y="4043"/>
                          <a:pt x="74440" y="3131"/>
                          <a:pt x="74440" y="2037"/>
                        </a:cubicBezTo>
                        <a:cubicBezTo>
                          <a:pt x="74440" y="912"/>
                          <a:pt x="73558" y="0"/>
                          <a:pt x="724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53"/>
                  <p:cNvSpPr/>
                  <p:nvPr/>
                </p:nvSpPr>
                <p:spPr>
                  <a:xfrm>
                    <a:off x="10191950" y="2609000"/>
                    <a:ext cx="647450" cy="58525"/>
                  </a:xfrm>
                  <a:custGeom>
                    <a:avLst/>
                    <a:gdLst/>
                    <a:ahLst/>
                    <a:cxnLst/>
                    <a:rect l="l" t="t" r="r" b="b"/>
                    <a:pathLst>
                      <a:path w="25898" h="2341" extrusionOk="0">
                        <a:moveTo>
                          <a:pt x="1186" y="0"/>
                        </a:moveTo>
                        <a:cubicBezTo>
                          <a:pt x="517" y="0"/>
                          <a:pt x="0" y="517"/>
                          <a:pt x="0" y="1186"/>
                        </a:cubicBezTo>
                        <a:cubicBezTo>
                          <a:pt x="0" y="1824"/>
                          <a:pt x="517" y="2341"/>
                          <a:pt x="1186" y="2341"/>
                        </a:cubicBezTo>
                        <a:lnTo>
                          <a:pt x="24742" y="2341"/>
                        </a:lnTo>
                        <a:cubicBezTo>
                          <a:pt x="25381" y="2341"/>
                          <a:pt x="25897" y="1824"/>
                          <a:pt x="25897" y="1186"/>
                        </a:cubicBezTo>
                        <a:cubicBezTo>
                          <a:pt x="25897" y="517"/>
                          <a:pt x="25381" y="0"/>
                          <a:pt x="24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53"/>
                  <p:cNvSpPr/>
                  <p:nvPr/>
                </p:nvSpPr>
                <p:spPr>
                  <a:xfrm>
                    <a:off x="10169900" y="2271600"/>
                    <a:ext cx="1861000" cy="101100"/>
                  </a:xfrm>
                  <a:custGeom>
                    <a:avLst/>
                    <a:gdLst/>
                    <a:ahLst/>
                    <a:cxnLst/>
                    <a:rect l="l" t="t" r="r" b="b"/>
                    <a:pathLst>
                      <a:path w="74440" h="4044" extrusionOk="0">
                        <a:moveTo>
                          <a:pt x="72373" y="335"/>
                        </a:moveTo>
                        <a:cubicBezTo>
                          <a:pt x="73254" y="335"/>
                          <a:pt x="74014" y="1064"/>
                          <a:pt x="74014" y="1976"/>
                        </a:cubicBezTo>
                        <a:cubicBezTo>
                          <a:pt x="74014" y="2858"/>
                          <a:pt x="73285" y="3618"/>
                          <a:pt x="72373" y="3618"/>
                        </a:cubicBezTo>
                        <a:lnTo>
                          <a:pt x="1977" y="3618"/>
                        </a:lnTo>
                        <a:cubicBezTo>
                          <a:pt x="1095" y="3618"/>
                          <a:pt x="335" y="2888"/>
                          <a:pt x="335" y="1976"/>
                        </a:cubicBezTo>
                        <a:cubicBezTo>
                          <a:pt x="335" y="1095"/>
                          <a:pt x="1065" y="335"/>
                          <a:pt x="1977" y="335"/>
                        </a:cubicBezTo>
                        <a:close/>
                        <a:moveTo>
                          <a:pt x="2007" y="1"/>
                        </a:moveTo>
                        <a:cubicBezTo>
                          <a:pt x="913" y="1"/>
                          <a:pt x="1" y="912"/>
                          <a:pt x="1" y="2007"/>
                        </a:cubicBezTo>
                        <a:cubicBezTo>
                          <a:pt x="1" y="3131"/>
                          <a:pt x="913" y="4043"/>
                          <a:pt x="2007" y="4043"/>
                        </a:cubicBezTo>
                        <a:lnTo>
                          <a:pt x="72434" y="4043"/>
                        </a:lnTo>
                        <a:cubicBezTo>
                          <a:pt x="73528" y="4043"/>
                          <a:pt x="74440" y="3131"/>
                          <a:pt x="74440" y="2007"/>
                        </a:cubicBezTo>
                        <a:cubicBezTo>
                          <a:pt x="74440" y="912"/>
                          <a:pt x="73558" y="1"/>
                          <a:pt x="724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53"/>
                  <p:cNvSpPr/>
                  <p:nvPr/>
                </p:nvSpPr>
                <p:spPr>
                  <a:xfrm>
                    <a:off x="10191950" y="2291350"/>
                    <a:ext cx="1025875" cy="59300"/>
                  </a:xfrm>
                  <a:custGeom>
                    <a:avLst/>
                    <a:gdLst/>
                    <a:ahLst/>
                    <a:cxnLst/>
                    <a:rect l="l" t="t" r="r" b="b"/>
                    <a:pathLst>
                      <a:path w="41035" h="2372" extrusionOk="0">
                        <a:moveTo>
                          <a:pt x="1186" y="1"/>
                        </a:moveTo>
                        <a:cubicBezTo>
                          <a:pt x="517" y="1"/>
                          <a:pt x="0" y="548"/>
                          <a:pt x="0" y="1186"/>
                        </a:cubicBezTo>
                        <a:cubicBezTo>
                          <a:pt x="0" y="1825"/>
                          <a:pt x="517" y="2372"/>
                          <a:pt x="1186" y="2372"/>
                        </a:cubicBezTo>
                        <a:lnTo>
                          <a:pt x="39879" y="2372"/>
                        </a:lnTo>
                        <a:cubicBezTo>
                          <a:pt x="40487" y="2372"/>
                          <a:pt x="41035" y="1825"/>
                          <a:pt x="41035" y="1186"/>
                        </a:cubicBezTo>
                        <a:cubicBezTo>
                          <a:pt x="41035" y="548"/>
                          <a:pt x="40487" y="1"/>
                          <a:pt x="398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53"/>
                  <p:cNvSpPr/>
                  <p:nvPr/>
                </p:nvSpPr>
                <p:spPr>
                  <a:xfrm flipH="1">
                    <a:off x="10364425" y="2153825"/>
                    <a:ext cx="59300" cy="83600"/>
                  </a:xfrm>
                  <a:custGeom>
                    <a:avLst/>
                    <a:gdLst/>
                    <a:ahLst/>
                    <a:cxnLst/>
                    <a:rect l="l" t="t" r="r" b="b"/>
                    <a:pathLst>
                      <a:path w="2372" h="3344" extrusionOk="0">
                        <a:moveTo>
                          <a:pt x="1125" y="365"/>
                        </a:moveTo>
                        <a:cubicBezTo>
                          <a:pt x="1338" y="365"/>
                          <a:pt x="1520" y="426"/>
                          <a:pt x="1611" y="487"/>
                        </a:cubicBezTo>
                        <a:cubicBezTo>
                          <a:pt x="1733" y="578"/>
                          <a:pt x="1763" y="699"/>
                          <a:pt x="1763" y="882"/>
                        </a:cubicBezTo>
                        <a:cubicBezTo>
                          <a:pt x="1763" y="1034"/>
                          <a:pt x="1733" y="1186"/>
                          <a:pt x="1611" y="1246"/>
                        </a:cubicBezTo>
                        <a:cubicBezTo>
                          <a:pt x="1520" y="1338"/>
                          <a:pt x="1338" y="1368"/>
                          <a:pt x="1125" y="1368"/>
                        </a:cubicBezTo>
                        <a:lnTo>
                          <a:pt x="456" y="1368"/>
                        </a:lnTo>
                        <a:lnTo>
                          <a:pt x="456" y="365"/>
                        </a:lnTo>
                        <a:close/>
                        <a:moveTo>
                          <a:pt x="1186" y="1733"/>
                        </a:moveTo>
                        <a:cubicBezTo>
                          <a:pt x="1429" y="1733"/>
                          <a:pt x="1611" y="1794"/>
                          <a:pt x="1702" y="1885"/>
                        </a:cubicBezTo>
                        <a:cubicBezTo>
                          <a:pt x="1824" y="1976"/>
                          <a:pt x="1885" y="2128"/>
                          <a:pt x="1885" y="2341"/>
                        </a:cubicBezTo>
                        <a:cubicBezTo>
                          <a:pt x="1885" y="2553"/>
                          <a:pt x="1824" y="2705"/>
                          <a:pt x="1702" y="2797"/>
                        </a:cubicBezTo>
                        <a:cubicBezTo>
                          <a:pt x="1611" y="2918"/>
                          <a:pt x="1429" y="2949"/>
                          <a:pt x="1186" y="2949"/>
                        </a:cubicBezTo>
                        <a:lnTo>
                          <a:pt x="456" y="2949"/>
                        </a:lnTo>
                        <a:lnTo>
                          <a:pt x="456" y="1733"/>
                        </a:lnTo>
                        <a:close/>
                        <a:moveTo>
                          <a:pt x="0" y="0"/>
                        </a:moveTo>
                        <a:lnTo>
                          <a:pt x="0" y="3344"/>
                        </a:lnTo>
                        <a:lnTo>
                          <a:pt x="1216" y="3344"/>
                        </a:lnTo>
                        <a:cubicBezTo>
                          <a:pt x="1581" y="3344"/>
                          <a:pt x="1854" y="3253"/>
                          <a:pt x="2067" y="3101"/>
                        </a:cubicBezTo>
                        <a:cubicBezTo>
                          <a:pt x="2280" y="2918"/>
                          <a:pt x="2371" y="2705"/>
                          <a:pt x="2371" y="2401"/>
                        </a:cubicBezTo>
                        <a:cubicBezTo>
                          <a:pt x="2371" y="2189"/>
                          <a:pt x="2310" y="1976"/>
                          <a:pt x="2189" y="1824"/>
                        </a:cubicBezTo>
                        <a:cubicBezTo>
                          <a:pt x="2067" y="1672"/>
                          <a:pt x="1885" y="1581"/>
                          <a:pt x="1672" y="1550"/>
                        </a:cubicBezTo>
                        <a:cubicBezTo>
                          <a:pt x="1854" y="1520"/>
                          <a:pt x="2006" y="1429"/>
                          <a:pt x="2098" y="1307"/>
                        </a:cubicBezTo>
                        <a:cubicBezTo>
                          <a:pt x="2189" y="1186"/>
                          <a:pt x="2219" y="1034"/>
                          <a:pt x="2219" y="821"/>
                        </a:cubicBezTo>
                        <a:cubicBezTo>
                          <a:pt x="2219" y="578"/>
                          <a:pt x="2128" y="365"/>
                          <a:pt x="1946" y="213"/>
                        </a:cubicBezTo>
                        <a:cubicBezTo>
                          <a:pt x="1763" y="91"/>
                          <a:pt x="1490" y="0"/>
                          <a:pt x="11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53"/>
                  <p:cNvSpPr/>
                  <p:nvPr/>
                </p:nvSpPr>
                <p:spPr>
                  <a:xfrm flipH="1">
                    <a:off x="10283125" y="2153825"/>
                    <a:ext cx="63100" cy="85125"/>
                  </a:xfrm>
                  <a:custGeom>
                    <a:avLst/>
                    <a:gdLst/>
                    <a:ahLst/>
                    <a:cxnLst/>
                    <a:rect l="l" t="t" r="r" b="b"/>
                    <a:pathLst>
                      <a:path w="2524" h="3405" extrusionOk="0">
                        <a:moveTo>
                          <a:pt x="1" y="0"/>
                        </a:moveTo>
                        <a:lnTo>
                          <a:pt x="1" y="2067"/>
                        </a:lnTo>
                        <a:cubicBezTo>
                          <a:pt x="1" y="2523"/>
                          <a:pt x="92" y="2827"/>
                          <a:pt x="305" y="3070"/>
                        </a:cubicBezTo>
                        <a:cubicBezTo>
                          <a:pt x="517" y="3283"/>
                          <a:pt x="852" y="3405"/>
                          <a:pt x="1247" y="3405"/>
                        </a:cubicBezTo>
                        <a:cubicBezTo>
                          <a:pt x="1672" y="3405"/>
                          <a:pt x="2007" y="3283"/>
                          <a:pt x="2220" y="3070"/>
                        </a:cubicBezTo>
                        <a:cubicBezTo>
                          <a:pt x="2432" y="2827"/>
                          <a:pt x="2523" y="2523"/>
                          <a:pt x="2523" y="2067"/>
                        </a:cubicBezTo>
                        <a:lnTo>
                          <a:pt x="2523" y="0"/>
                        </a:lnTo>
                        <a:lnTo>
                          <a:pt x="2068" y="0"/>
                        </a:lnTo>
                        <a:lnTo>
                          <a:pt x="2068" y="2037"/>
                        </a:lnTo>
                        <a:cubicBezTo>
                          <a:pt x="2068" y="2371"/>
                          <a:pt x="2007" y="2645"/>
                          <a:pt x="1885" y="2797"/>
                        </a:cubicBezTo>
                        <a:cubicBezTo>
                          <a:pt x="1764" y="2949"/>
                          <a:pt x="1551" y="3040"/>
                          <a:pt x="1247" y="3040"/>
                        </a:cubicBezTo>
                        <a:cubicBezTo>
                          <a:pt x="973" y="3040"/>
                          <a:pt x="761" y="2949"/>
                          <a:pt x="639" y="2797"/>
                        </a:cubicBezTo>
                        <a:cubicBezTo>
                          <a:pt x="517" y="2645"/>
                          <a:pt x="426" y="2371"/>
                          <a:pt x="426" y="2037"/>
                        </a:cubicBezTo>
                        <a:lnTo>
                          <a:pt x="4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53"/>
                  <p:cNvSpPr/>
                  <p:nvPr/>
                </p:nvSpPr>
                <p:spPr>
                  <a:xfrm flipH="1">
                    <a:off x="10203350" y="2153825"/>
                    <a:ext cx="69925" cy="83600"/>
                  </a:xfrm>
                  <a:custGeom>
                    <a:avLst/>
                    <a:gdLst/>
                    <a:ahLst/>
                    <a:cxnLst/>
                    <a:rect l="l" t="t" r="r" b="b"/>
                    <a:pathLst>
                      <a:path w="2797" h="3344" extrusionOk="0">
                        <a:moveTo>
                          <a:pt x="1" y="0"/>
                        </a:moveTo>
                        <a:lnTo>
                          <a:pt x="1186" y="1733"/>
                        </a:lnTo>
                        <a:lnTo>
                          <a:pt x="1186" y="3344"/>
                        </a:lnTo>
                        <a:lnTo>
                          <a:pt x="1642" y="3344"/>
                        </a:lnTo>
                        <a:lnTo>
                          <a:pt x="1642" y="1733"/>
                        </a:lnTo>
                        <a:lnTo>
                          <a:pt x="2797" y="0"/>
                        </a:lnTo>
                        <a:lnTo>
                          <a:pt x="2311" y="0"/>
                        </a:lnTo>
                        <a:lnTo>
                          <a:pt x="1399" y="1368"/>
                        </a:lnTo>
                        <a:lnTo>
                          <a:pt x="48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53"/>
                  <p:cNvSpPr/>
                  <p:nvPr/>
                </p:nvSpPr>
                <p:spPr>
                  <a:xfrm>
                    <a:off x="13651725" y="2437250"/>
                    <a:ext cx="713575" cy="123125"/>
                  </a:xfrm>
                  <a:custGeom>
                    <a:avLst/>
                    <a:gdLst/>
                    <a:ahLst/>
                    <a:cxnLst/>
                    <a:rect l="l" t="t" r="r" b="b"/>
                    <a:pathLst>
                      <a:path w="28543" h="4925" extrusionOk="0">
                        <a:moveTo>
                          <a:pt x="1" y="1"/>
                        </a:moveTo>
                        <a:lnTo>
                          <a:pt x="1" y="4925"/>
                        </a:lnTo>
                        <a:lnTo>
                          <a:pt x="28543" y="4925"/>
                        </a:lnTo>
                        <a:lnTo>
                          <a:pt x="285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53"/>
                  <p:cNvSpPr/>
                  <p:nvPr/>
                </p:nvSpPr>
                <p:spPr>
                  <a:xfrm>
                    <a:off x="12945800" y="2437250"/>
                    <a:ext cx="712800" cy="123125"/>
                  </a:xfrm>
                  <a:custGeom>
                    <a:avLst/>
                    <a:gdLst/>
                    <a:ahLst/>
                    <a:cxnLst/>
                    <a:rect l="l" t="t" r="r" b="b"/>
                    <a:pathLst>
                      <a:path w="28512" h="4925" extrusionOk="0">
                        <a:moveTo>
                          <a:pt x="0" y="1"/>
                        </a:moveTo>
                        <a:lnTo>
                          <a:pt x="0" y="4925"/>
                        </a:lnTo>
                        <a:lnTo>
                          <a:pt x="28512" y="4925"/>
                        </a:lnTo>
                        <a:lnTo>
                          <a:pt x="285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53"/>
                  <p:cNvSpPr/>
                  <p:nvPr/>
                </p:nvSpPr>
                <p:spPr>
                  <a:xfrm>
                    <a:off x="12372825" y="2662950"/>
                    <a:ext cx="209000" cy="123875"/>
                  </a:xfrm>
                  <a:custGeom>
                    <a:avLst/>
                    <a:gdLst/>
                    <a:ahLst/>
                    <a:cxnLst/>
                    <a:rect l="l" t="t" r="r" b="b"/>
                    <a:pathLst>
                      <a:path w="8360" h="4955" extrusionOk="0">
                        <a:moveTo>
                          <a:pt x="1" y="0"/>
                        </a:moveTo>
                        <a:lnTo>
                          <a:pt x="1" y="4955"/>
                        </a:lnTo>
                        <a:lnTo>
                          <a:pt x="8360" y="4955"/>
                        </a:lnTo>
                        <a:lnTo>
                          <a:pt x="83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53"/>
                  <p:cNvSpPr/>
                  <p:nvPr/>
                </p:nvSpPr>
                <p:spPr>
                  <a:xfrm>
                    <a:off x="12581800" y="2662950"/>
                    <a:ext cx="1783500" cy="123875"/>
                  </a:xfrm>
                  <a:custGeom>
                    <a:avLst/>
                    <a:gdLst/>
                    <a:ahLst/>
                    <a:cxnLst/>
                    <a:rect l="l" t="t" r="r" b="b"/>
                    <a:pathLst>
                      <a:path w="71340" h="4955" extrusionOk="0">
                        <a:moveTo>
                          <a:pt x="1" y="0"/>
                        </a:moveTo>
                        <a:lnTo>
                          <a:pt x="1" y="4955"/>
                        </a:lnTo>
                        <a:lnTo>
                          <a:pt x="71340" y="4955"/>
                        </a:lnTo>
                        <a:lnTo>
                          <a:pt x="7134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53"/>
                  <p:cNvSpPr/>
                  <p:nvPr/>
                </p:nvSpPr>
                <p:spPr>
                  <a:xfrm>
                    <a:off x="12665400" y="2889400"/>
                    <a:ext cx="456725" cy="123125"/>
                  </a:xfrm>
                  <a:custGeom>
                    <a:avLst/>
                    <a:gdLst/>
                    <a:ahLst/>
                    <a:cxnLst/>
                    <a:rect l="l" t="t" r="r" b="b"/>
                    <a:pathLst>
                      <a:path w="18269" h="4925" extrusionOk="0">
                        <a:moveTo>
                          <a:pt x="0" y="0"/>
                        </a:moveTo>
                        <a:lnTo>
                          <a:pt x="0" y="4924"/>
                        </a:lnTo>
                        <a:lnTo>
                          <a:pt x="18268" y="4924"/>
                        </a:lnTo>
                        <a:lnTo>
                          <a:pt x="182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53"/>
                  <p:cNvSpPr/>
                  <p:nvPr/>
                </p:nvSpPr>
                <p:spPr>
                  <a:xfrm>
                    <a:off x="13122100" y="2889400"/>
                    <a:ext cx="1243200" cy="123125"/>
                  </a:xfrm>
                  <a:custGeom>
                    <a:avLst/>
                    <a:gdLst/>
                    <a:ahLst/>
                    <a:cxnLst/>
                    <a:rect l="l" t="t" r="r" b="b"/>
                    <a:pathLst>
                      <a:path w="49728" h="4925" extrusionOk="0">
                        <a:moveTo>
                          <a:pt x="0" y="0"/>
                        </a:moveTo>
                        <a:lnTo>
                          <a:pt x="0" y="4924"/>
                        </a:lnTo>
                        <a:lnTo>
                          <a:pt x="49728" y="4924"/>
                        </a:lnTo>
                        <a:lnTo>
                          <a:pt x="4972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53"/>
                  <p:cNvSpPr/>
                  <p:nvPr/>
                </p:nvSpPr>
                <p:spPr>
                  <a:xfrm>
                    <a:off x="12287725" y="3115075"/>
                    <a:ext cx="457475" cy="123125"/>
                  </a:xfrm>
                  <a:custGeom>
                    <a:avLst/>
                    <a:gdLst/>
                    <a:ahLst/>
                    <a:cxnLst/>
                    <a:rect l="l" t="t" r="r" b="b"/>
                    <a:pathLst>
                      <a:path w="18299" h="4925" extrusionOk="0">
                        <a:moveTo>
                          <a:pt x="1" y="1"/>
                        </a:moveTo>
                        <a:lnTo>
                          <a:pt x="1" y="4925"/>
                        </a:lnTo>
                        <a:lnTo>
                          <a:pt x="18299" y="4925"/>
                        </a:lnTo>
                        <a:lnTo>
                          <a:pt x="18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53"/>
                  <p:cNvSpPr/>
                  <p:nvPr/>
                </p:nvSpPr>
                <p:spPr>
                  <a:xfrm>
                    <a:off x="12745175" y="3115075"/>
                    <a:ext cx="1620125" cy="123125"/>
                  </a:xfrm>
                  <a:custGeom>
                    <a:avLst/>
                    <a:gdLst/>
                    <a:ahLst/>
                    <a:cxnLst/>
                    <a:rect l="l" t="t" r="r" b="b"/>
                    <a:pathLst>
                      <a:path w="64805" h="4925" extrusionOk="0">
                        <a:moveTo>
                          <a:pt x="1" y="1"/>
                        </a:moveTo>
                        <a:lnTo>
                          <a:pt x="1" y="4925"/>
                        </a:lnTo>
                        <a:lnTo>
                          <a:pt x="64805" y="4925"/>
                        </a:lnTo>
                        <a:lnTo>
                          <a:pt x="6480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53"/>
                  <p:cNvSpPr/>
                  <p:nvPr/>
                </p:nvSpPr>
                <p:spPr>
                  <a:xfrm>
                    <a:off x="12665400" y="3341525"/>
                    <a:ext cx="696850" cy="123125"/>
                  </a:xfrm>
                  <a:custGeom>
                    <a:avLst/>
                    <a:gdLst/>
                    <a:ahLst/>
                    <a:cxnLst/>
                    <a:rect l="l" t="t" r="r" b="b"/>
                    <a:pathLst>
                      <a:path w="27874" h="4925" extrusionOk="0">
                        <a:moveTo>
                          <a:pt x="0" y="0"/>
                        </a:moveTo>
                        <a:lnTo>
                          <a:pt x="0" y="4925"/>
                        </a:lnTo>
                        <a:lnTo>
                          <a:pt x="27873" y="4925"/>
                        </a:lnTo>
                        <a:lnTo>
                          <a:pt x="278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53"/>
                  <p:cNvSpPr/>
                  <p:nvPr/>
                </p:nvSpPr>
                <p:spPr>
                  <a:xfrm>
                    <a:off x="13362225" y="3341525"/>
                    <a:ext cx="1003075" cy="123125"/>
                  </a:xfrm>
                  <a:custGeom>
                    <a:avLst/>
                    <a:gdLst/>
                    <a:ahLst/>
                    <a:cxnLst/>
                    <a:rect l="l" t="t" r="r" b="b"/>
                    <a:pathLst>
                      <a:path w="40123" h="4925" extrusionOk="0">
                        <a:moveTo>
                          <a:pt x="0" y="0"/>
                        </a:moveTo>
                        <a:lnTo>
                          <a:pt x="0" y="4925"/>
                        </a:lnTo>
                        <a:lnTo>
                          <a:pt x="40123" y="4925"/>
                        </a:lnTo>
                        <a:lnTo>
                          <a:pt x="401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53"/>
                  <p:cNvSpPr/>
                  <p:nvPr/>
                </p:nvSpPr>
                <p:spPr>
                  <a:xfrm>
                    <a:off x="9993625" y="1497275"/>
                    <a:ext cx="4373200" cy="952175"/>
                  </a:xfrm>
                  <a:custGeom>
                    <a:avLst/>
                    <a:gdLst/>
                    <a:ahLst/>
                    <a:cxnLst/>
                    <a:rect l="l" t="t" r="r" b="b"/>
                    <a:pathLst>
                      <a:path w="174928" h="38087" extrusionOk="0">
                        <a:moveTo>
                          <a:pt x="49849" y="0"/>
                        </a:moveTo>
                        <a:lnTo>
                          <a:pt x="38299" y="20791"/>
                        </a:lnTo>
                        <a:lnTo>
                          <a:pt x="25077" y="22432"/>
                        </a:lnTo>
                        <a:lnTo>
                          <a:pt x="17295" y="15168"/>
                        </a:lnTo>
                        <a:lnTo>
                          <a:pt x="0" y="20548"/>
                        </a:lnTo>
                        <a:lnTo>
                          <a:pt x="91" y="20943"/>
                        </a:lnTo>
                        <a:lnTo>
                          <a:pt x="17204" y="15624"/>
                        </a:lnTo>
                        <a:lnTo>
                          <a:pt x="24894" y="22858"/>
                        </a:lnTo>
                        <a:lnTo>
                          <a:pt x="38511" y="21186"/>
                        </a:lnTo>
                        <a:lnTo>
                          <a:pt x="49971" y="548"/>
                        </a:lnTo>
                        <a:lnTo>
                          <a:pt x="63649" y="7964"/>
                        </a:lnTo>
                        <a:lnTo>
                          <a:pt x="66567" y="24317"/>
                        </a:lnTo>
                        <a:lnTo>
                          <a:pt x="78178" y="21885"/>
                        </a:lnTo>
                        <a:lnTo>
                          <a:pt x="86172" y="13374"/>
                        </a:lnTo>
                        <a:lnTo>
                          <a:pt x="94409" y="38086"/>
                        </a:lnTo>
                        <a:lnTo>
                          <a:pt x="108817" y="32615"/>
                        </a:lnTo>
                        <a:lnTo>
                          <a:pt x="115200" y="21186"/>
                        </a:lnTo>
                        <a:lnTo>
                          <a:pt x="125170" y="23466"/>
                        </a:lnTo>
                        <a:lnTo>
                          <a:pt x="131492" y="33709"/>
                        </a:lnTo>
                        <a:lnTo>
                          <a:pt x="151827" y="30761"/>
                        </a:lnTo>
                        <a:lnTo>
                          <a:pt x="151887" y="30761"/>
                        </a:lnTo>
                        <a:lnTo>
                          <a:pt x="160702" y="18086"/>
                        </a:lnTo>
                        <a:lnTo>
                          <a:pt x="174836" y="20821"/>
                        </a:lnTo>
                        <a:lnTo>
                          <a:pt x="174927" y="20457"/>
                        </a:lnTo>
                        <a:lnTo>
                          <a:pt x="160520" y="17691"/>
                        </a:lnTo>
                        <a:lnTo>
                          <a:pt x="151675" y="30366"/>
                        </a:lnTo>
                        <a:lnTo>
                          <a:pt x="131674" y="33284"/>
                        </a:lnTo>
                        <a:lnTo>
                          <a:pt x="125443" y="23192"/>
                        </a:lnTo>
                        <a:lnTo>
                          <a:pt x="125413" y="23101"/>
                        </a:lnTo>
                        <a:lnTo>
                          <a:pt x="114987" y="20730"/>
                        </a:lnTo>
                        <a:lnTo>
                          <a:pt x="108543" y="32311"/>
                        </a:lnTo>
                        <a:lnTo>
                          <a:pt x="94622" y="37600"/>
                        </a:lnTo>
                        <a:lnTo>
                          <a:pt x="86324" y="12675"/>
                        </a:lnTo>
                        <a:lnTo>
                          <a:pt x="77995" y="21551"/>
                        </a:lnTo>
                        <a:lnTo>
                          <a:pt x="66871" y="23861"/>
                        </a:lnTo>
                        <a:lnTo>
                          <a:pt x="64013" y="7691"/>
                        </a:lnTo>
                        <a:lnTo>
                          <a:pt x="498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53"/>
                  <p:cNvSpPr/>
                  <p:nvPr/>
                </p:nvSpPr>
                <p:spPr>
                  <a:xfrm>
                    <a:off x="11530875" y="1641225"/>
                    <a:ext cx="120850" cy="101600"/>
                  </a:xfrm>
                  <a:custGeom>
                    <a:avLst/>
                    <a:gdLst/>
                    <a:ahLst/>
                    <a:cxnLst/>
                    <a:rect l="l" t="t" r="r" b="b"/>
                    <a:pathLst>
                      <a:path w="4834" h="4064" extrusionOk="0">
                        <a:moveTo>
                          <a:pt x="2470" y="0"/>
                        </a:moveTo>
                        <a:cubicBezTo>
                          <a:pt x="1559" y="0"/>
                          <a:pt x="673" y="453"/>
                          <a:pt x="396" y="1385"/>
                        </a:cubicBezTo>
                        <a:cubicBezTo>
                          <a:pt x="1" y="2662"/>
                          <a:pt x="912" y="3969"/>
                          <a:pt x="2250" y="4060"/>
                        </a:cubicBezTo>
                        <a:cubicBezTo>
                          <a:pt x="2295" y="4062"/>
                          <a:pt x="2340" y="4063"/>
                          <a:pt x="2385" y="4063"/>
                        </a:cubicBezTo>
                        <a:cubicBezTo>
                          <a:pt x="3075" y="4063"/>
                          <a:pt x="3800" y="3842"/>
                          <a:pt x="4256" y="3300"/>
                        </a:cubicBezTo>
                        <a:cubicBezTo>
                          <a:pt x="4773" y="2814"/>
                          <a:pt x="4833" y="1993"/>
                          <a:pt x="4621" y="1325"/>
                        </a:cubicBezTo>
                        <a:cubicBezTo>
                          <a:pt x="4438" y="929"/>
                          <a:pt x="4226" y="595"/>
                          <a:pt x="3861" y="382"/>
                        </a:cubicBezTo>
                        <a:cubicBezTo>
                          <a:pt x="3449" y="129"/>
                          <a:pt x="2956" y="0"/>
                          <a:pt x="24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53"/>
                  <p:cNvSpPr/>
                  <p:nvPr/>
                </p:nvSpPr>
                <p:spPr>
                  <a:xfrm>
                    <a:off x="11565825" y="1670350"/>
                    <a:ext cx="53975" cy="45025"/>
                  </a:xfrm>
                  <a:custGeom>
                    <a:avLst/>
                    <a:gdLst/>
                    <a:ahLst/>
                    <a:cxnLst/>
                    <a:rect l="l" t="t" r="r" b="b"/>
                    <a:pathLst>
                      <a:path w="2159" h="1801" extrusionOk="0">
                        <a:moveTo>
                          <a:pt x="1086" y="1"/>
                        </a:moveTo>
                        <a:cubicBezTo>
                          <a:pt x="684" y="1"/>
                          <a:pt x="303" y="197"/>
                          <a:pt x="183" y="616"/>
                        </a:cubicBezTo>
                        <a:cubicBezTo>
                          <a:pt x="1" y="1193"/>
                          <a:pt x="396" y="1740"/>
                          <a:pt x="973" y="1801"/>
                        </a:cubicBezTo>
                        <a:cubicBezTo>
                          <a:pt x="1277" y="1801"/>
                          <a:pt x="1642" y="1710"/>
                          <a:pt x="1824" y="1436"/>
                        </a:cubicBezTo>
                        <a:cubicBezTo>
                          <a:pt x="2098" y="1223"/>
                          <a:pt x="2159" y="889"/>
                          <a:pt x="2037" y="585"/>
                        </a:cubicBezTo>
                        <a:cubicBezTo>
                          <a:pt x="1946" y="433"/>
                          <a:pt x="1855" y="281"/>
                          <a:pt x="1703" y="160"/>
                        </a:cubicBezTo>
                        <a:cubicBezTo>
                          <a:pt x="1514" y="55"/>
                          <a:pt x="1297" y="1"/>
                          <a:pt x="10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53"/>
                  <p:cNvSpPr/>
                  <p:nvPr/>
                </p:nvSpPr>
                <p:spPr>
                  <a:xfrm>
                    <a:off x="11176775" y="1455050"/>
                    <a:ext cx="120850" cy="101600"/>
                  </a:xfrm>
                  <a:custGeom>
                    <a:avLst/>
                    <a:gdLst/>
                    <a:ahLst/>
                    <a:cxnLst/>
                    <a:rect l="l" t="t" r="r" b="b"/>
                    <a:pathLst>
                      <a:path w="4834" h="4064" extrusionOk="0">
                        <a:moveTo>
                          <a:pt x="2454" y="0"/>
                        </a:moveTo>
                        <a:cubicBezTo>
                          <a:pt x="1545" y="0"/>
                          <a:pt x="653" y="453"/>
                          <a:pt x="395" y="1385"/>
                        </a:cubicBezTo>
                        <a:cubicBezTo>
                          <a:pt x="0" y="2662"/>
                          <a:pt x="912" y="3969"/>
                          <a:pt x="2249" y="4060"/>
                        </a:cubicBezTo>
                        <a:cubicBezTo>
                          <a:pt x="2294" y="4062"/>
                          <a:pt x="2339" y="4063"/>
                          <a:pt x="2385" y="4063"/>
                        </a:cubicBezTo>
                        <a:cubicBezTo>
                          <a:pt x="3075" y="4063"/>
                          <a:pt x="3799" y="3842"/>
                          <a:pt x="4256" y="3300"/>
                        </a:cubicBezTo>
                        <a:cubicBezTo>
                          <a:pt x="4711" y="2753"/>
                          <a:pt x="4833" y="1963"/>
                          <a:pt x="4590" y="1325"/>
                        </a:cubicBezTo>
                        <a:cubicBezTo>
                          <a:pt x="4438" y="930"/>
                          <a:pt x="4225" y="595"/>
                          <a:pt x="3830" y="382"/>
                        </a:cubicBezTo>
                        <a:cubicBezTo>
                          <a:pt x="3429" y="129"/>
                          <a:pt x="2939" y="0"/>
                          <a:pt x="24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53"/>
                  <p:cNvSpPr/>
                  <p:nvPr/>
                </p:nvSpPr>
                <p:spPr>
                  <a:xfrm>
                    <a:off x="11211725" y="1484175"/>
                    <a:ext cx="53225" cy="45050"/>
                  </a:xfrm>
                  <a:custGeom>
                    <a:avLst/>
                    <a:gdLst/>
                    <a:ahLst/>
                    <a:cxnLst/>
                    <a:rect l="l" t="t" r="r" b="b"/>
                    <a:pathLst>
                      <a:path w="2129" h="1802" extrusionOk="0">
                        <a:moveTo>
                          <a:pt x="1069" y="1"/>
                        </a:moveTo>
                        <a:cubicBezTo>
                          <a:pt x="666" y="1"/>
                          <a:pt x="272" y="197"/>
                          <a:pt x="152" y="616"/>
                        </a:cubicBezTo>
                        <a:cubicBezTo>
                          <a:pt x="0" y="1193"/>
                          <a:pt x="396" y="1740"/>
                          <a:pt x="943" y="1801"/>
                        </a:cubicBezTo>
                        <a:cubicBezTo>
                          <a:pt x="1247" y="1801"/>
                          <a:pt x="1642" y="1710"/>
                          <a:pt x="1824" y="1436"/>
                        </a:cubicBezTo>
                        <a:cubicBezTo>
                          <a:pt x="2067" y="1193"/>
                          <a:pt x="2128" y="828"/>
                          <a:pt x="2006" y="585"/>
                        </a:cubicBezTo>
                        <a:cubicBezTo>
                          <a:pt x="1946" y="433"/>
                          <a:pt x="1824" y="281"/>
                          <a:pt x="1672" y="160"/>
                        </a:cubicBezTo>
                        <a:cubicBezTo>
                          <a:pt x="1494" y="55"/>
                          <a:pt x="1280" y="1"/>
                          <a:pt x="10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53"/>
                  <p:cNvSpPr/>
                  <p:nvPr/>
                </p:nvSpPr>
                <p:spPr>
                  <a:xfrm>
                    <a:off x="10899400" y="1964950"/>
                    <a:ext cx="120850" cy="101575"/>
                  </a:xfrm>
                  <a:custGeom>
                    <a:avLst/>
                    <a:gdLst/>
                    <a:ahLst/>
                    <a:cxnLst/>
                    <a:rect l="l" t="t" r="r" b="b"/>
                    <a:pathLst>
                      <a:path w="4834" h="4063" extrusionOk="0">
                        <a:moveTo>
                          <a:pt x="2462" y="1"/>
                        </a:moveTo>
                        <a:cubicBezTo>
                          <a:pt x="1550" y="1"/>
                          <a:pt x="654" y="461"/>
                          <a:pt x="396" y="1415"/>
                        </a:cubicBezTo>
                        <a:cubicBezTo>
                          <a:pt x="1" y="2662"/>
                          <a:pt x="913" y="3999"/>
                          <a:pt x="2250" y="4060"/>
                        </a:cubicBezTo>
                        <a:cubicBezTo>
                          <a:pt x="2295" y="4062"/>
                          <a:pt x="2340" y="4063"/>
                          <a:pt x="2385" y="4063"/>
                        </a:cubicBezTo>
                        <a:cubicBezTo>
                          <a:pt x="3076" y="4063"/>
                          <a:pt x="3800" y="3842"/>
                          <a:pt x="4256" y="3300"/>
                        </a:cubicBezTo>
                        <a:cubicBezTo>
                          <a:pt x="4712" y="2813"/>
                          <a:pt x="4834" y="2023"/>
                          <a:pt x="4590" y="1324"/>
                        </a:cubicBezTo>
                        <a:cubicBezTo>
                          <a:pt x="4438" y="959"/>
                          <a:pt x="4226" y="595"/>
                          <a:pt x="3831" y="382"/>
                        </a:cubicBezTo>
                        <a:cubicBezTo>
                          <a:pt x="3431" y="130"/>
                          <a:pt x="2944" y="1"/>
                          <a:pt x="24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53"/>
                  <p:cNvSpPr/>
                  <p:nvPr/>
                </p:nvSpPr>
                <p:spPr>
                  <a:xfrm>
                    <a:off x="10934350" y="1994075"/>
                    <a:ext cx="53225" cy="45025"/>
                  </a:xfrm>
                  <a:custGeom>
                    <a:avLst/>
                    <a:gdLst/>
                    <a:ahLst/>
                    <a:cxnLst/>
                    <a:rect l="l" t="t" r="r" b="b"/>
                    <a:pathLst>
                      <a:path w="2129" h="1801" extrusionOk="0">
                        <a:moveTo>
                          <a:pt x="1076" y="0"/>
                        </a:moveTo>
                        <a:cubicBezTo>
                          <a:pt x="680" y="0"/>
                          <a:pt x="292" y="197"/>
                          <a:pt x="153" y="615"/>
                        </a:cubicBezTo>
                        <a:cubicBezTo>
                          <a:pt x="1" y="1193"/>
                          <a:pt x="396" y="1770"/>
                          <a:pt x="943" y="1800"/>
                        </a:cubicBezTo>
                        <a:cubicBezTo>
                          <a:pt x="1247" y="1800"/>
                          <a:pt x="1642" y="1709"/>
                          <a:pt x="1825" y="1466"/>
                        </a:cubicBezTo>
                        <a:cubicBezTo>
                          <a:pt x="2098" y="1223"/>
                          <a:pt x="2129" y="889"/>
                          <a:pt x="2037" y="585"/>
                        </a:cubicBezTo>
                        <a:cubicBezTo>
                          <a:pt x="1946" y="433"/>
                          <a:pt x="1825" y="281"/>
                          <a:pt x="1673" y="159"/>
                        </a:cubicBezTo>
                        <a:cubicBezTo>
                          <a:pt x="1495" y="54"/>
                          <a:pt x="1284" y="0"/>
                          <a:pt x="10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53"/>
                  <p:cNvSpPr/>
                  <p:nvPr/>
                </p:nvSpPr>
                <p:spPr>
                  <a:xfrm>
                    <a:off x="10559725" y="2009750"/>
                    <a:ext cx="121625" cy="101600"/>
                  </a:xfrm>
                  <a:custGeom>
                    <a:avLst/>
                    <a:gdLst/>
                    <a:ahLst/>
                    <a:cxnLst/>
                    <a:rect l="l" t="t" r="r" b="b"/>
                    <a:pathLst>
                      <a:path w="4865" h="4064" extrusionOk="0">
                        <a:moveTo>
                          <a:pt x="2440" y="1"/>
                        </a:moveTo>
                        <a:cubicBezTo>
                          <a:pt x="1529" y="1"/>
                          <a:pt x="643" y="454"/>
                          <a:pt x="366" y="1386"/>
                        </a:cubicBezTo>
                        <a:cubicBezTo>
                          <a:pt x="1" y="2663"/>
                          <a:pt x="913" y="3970"/>
                          <a:pt x="2220" y="4061"/>
                        </a:cubicBezTo>
                        <a:cubicBezTo>
                          <a:pt x="2265" y="4063"/>
                          <a:pt x="2310" y="4064"/>
                          <a:pt x="2355" y="4064"/>
                        </a:cubicBezTo>
                        <a:cubicBezTo>
                          <a:pt x="3045" y="4064"/>
                          <a:pt x="3771" y="3843"/>
                          <a:pt x="4256" y="3301"/>
                        </a:cubicBezTo>
                        <a:cubicBezTo>
                          <a:pt x="4743" y="2815"/>
                          <a:pt x="4864" y="1994"/>
                          <a:pt x="4591" y="1325"/>
                        </a:cubicBezTo>
                        <a:cubicBezTo>
                          <a:pt x="4439" y="930"/>
                          <a:pt x="4195" y="596"/>
                          <a:pt x="3831" y="383"/>
                        </a:cubicBezTo>
                        <a:cubicBezTo>
                          <a:pt x="3419" y="130"/>
                          <a:pt x="2926" y="1"/>
                          <a:pt x="24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53"/>
                  <p:cNvSpPr/>
                  <p:nvPr/>
                </p:nvSpPr>
                <p:spPr>
                  <a:xfrm>
                    <a:off x="10595450" y="2038900"/>
                    <a:ext cx="52450" cy="45025"/>
                  </a:xfrm>
                  <a:custGeom>
                    <a:avLst/>
                    <a:gdLst/>
                    <a:ahLst/>
                    <a:cxnLst/>
                    <a:rect l="l" t="t" r="r" b="b"/>
                    <a:pathLst>
                      <a:path w="2098" h="1801" extrusionOk="0">
                        <a:moveTo>
                          <a:pt x="1055" y="1"/>
                        </a:moveTo>
                        <a:cubicBezTo>
                          <a:pt x="653" y="1"/>
                          <a:pt x="272" y="197"/>
                          <a:pt x="152" y="615"/>
                        </a:cubicBezTo>
                        <a:cubicBezTo>
                          <a:pt x="0" y="1193"/>
                          <a:pt x="365" y="1740"/>
                          <a:pt x="943" y="1801"/>
                        </a:cubicBezTo>
                        <a:cubicBezTo>
                          <a:pt x="1247" y="1801"/>
                          <a:pt x="1642" y="1710"/>
                          <a:pt x="1824" y="1436"/>
                        </a:cubicBezTo>
                        <a:cubicBezTo>
                          <a:pt x="2067" y="1223"/>
                          <a:pt x="2098" y="889"/>
                          <a:pt x="2007" y="585"/>
                        </a:cubicBezTo>
                        <a:cubicBezTo>
                          <a:pt x="1946" y="433"/>
                          <a:pt x="1824" y="281"/>
                          <a:pt x="1672" y="159"/>
                        </a:cubicBezTo>
                        <a:cubicBezTo>
                          <a:pt x="1484" y="55"/>
                          <a:pt x="1266"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53"/>
                  <p:cNvSpPr/>
                  <p:nvPr/>
                </p:nvSpPr>
                <p:spPr>
                  <a:xfrm>
                    <a:off x="10360650" y="1842575"/>
                    <a:ext cx="120850" cy="101600"/>
                  </a:xfrm>
                  <a:custGeom>
                    <a:avLst/>
                    <a:gdLst/>
                    <a:ahLst/>
                    <a:cxnLst/>
                    <a:rect l="l" t="t" r="r" b="b"/>
                    <a:pathLst>
                      <a:path w="4834" h="4064" extrusionOk="0">
                        <a:moveTo>
                          <a:pt x="2470" y="1"/>
                        </a:moveTo>
                        <a:cubicBezTo>
                          <a:pt x="1559" y="1"/>
                          <a:pt x="673" y="454"/>
                          <a:pt x="395" y="1386"/>
                        </a:cubicBezTo>
                        <a:cubicBezTo>
                          <a:pt x="0" y="2663"/>
                          <a:pt x="912" y="3970"/>
                          <a:pt x="2249" y="4061"/>
                        </a:cubicBezTo>
                        <a:cubicBezTo>
                          <a:pt x="2294" y="4063"/>
                          <a:pt x="2339" y="4064"/>
                          <a:pt x="2385" y="4064"/>
                        </a:cubicBezTo>
                        <a:cubicBezTo>
                          <a:pt x="3075" y="4064"/>
                          <a:pt x="3799" y="3843"/>
                          <a:pt x="4256" y="3301"/>
                        </a:cubicBezTo>
                        <a:cubicBezTo>
                          <a:pt x="4712" y="2815"/>
                          <a:pt x="4833" y="1994"/>
                          <a:pt x="4620" y="1325"/>
                        </a:cubicBezTo>
                        <a:cubicBezTo>
                          <a:pt x="4438" y="930"/>
                          <a:pt x="4225" y="596"/>
                          <a:pt x="3860" y="383"/>
                        </a:cubicBezTo>
                        <a:cubicBezTo>
                          <a:pt x="3448" y="130"/>
                          <a:pt x="2955" y="1"/>
                          <a:pt x="24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53"/>
                  <p:cNvSpPr/>
                  <p:nvPr/>
                </p:nvSpPr>
                <p:spPr>
                  <a:xfrm>
                    <a:off x="10395600" y="1871725"/>
                    <a:ext cx="53975" cy="44275"/>
                  </a:xfrm>
                  <a:custGeom>
                    <a:avLst/>
                    <a:gdLst/>
                    <a:ahLst/>
                    <a:cxnLst/>
                    <a:rect l="l" t="t" r="r" b="b"/>
                    <a:pathLst>
                      <a:path w="2159" h="1771" extrusionOk="0">
                        <a:moveTo>
                          <a:pt x="1085" y="1"/>
                        </a:moveTo>
                        <a:cubicBezTo>
                          <a:pt x="683" y="1"/>
                          <a:pt x="302" y="197"/>
                          <a:pt x="183" y="615"/>
                        </a:cubicBezTo>
                        <a:cubicBezTo>
                          <a:pt x="0" y="1193"/>
                          <a:pt x="396" y="1740"/>
                          <a:pt x="973" y="1770"/>
                        </a:cubicBezTo>
                        <a:cubicBezTo>
                          <a:pt x="1277" y="1770"/>
                          <a:pt x="1642" y="1710"/>
                          <a:pt x="1824" y="1436"/>
                        </a:cubicBezTo>
                        <a:cubicBezTo>
                          <a:pt x="2098" y="1223"/>
                          <a:pt x="2158" y="889"/>
                          <a:pt x="2037" y="585"/>
                        </a:cubicBezTo>
                        <a:cubicBezTo>
                          <a:pt x="1946" y="433"/>
                          <a:pt x="1855" y="251"/>
                          <a:pt x="1703" y="159"/>
                        </a:cubicBezTo>
                        <a:cubicBezTo>
                          <a:pt x="1514" y="55"/>
                          <a:pt x="1297" y="1"/>
                          <a:pt x="10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53"/>
                  <p:cNvSpPr/>
                  <p:nvPr/>
                </p:nvSpPr>
                <p:spPr>
                  <a:xfrm>
                    <a:off x="11885750" y="1987725"/>
                    <a:ext cx="120075" cy="101600"/>
                  </a:xfrm>
                  <a:custGeom>
                    <a:avLst/>
                    <a:gdLst/>
                    <a:ahLst/>
                    <a:cxnLst/>
                    <a:rect l="l" t="t" r="r" b="b"/>
                    <a:pathLst>
                      <a:path w="4803" h="4064" extrusionOk="0">
                        <a:moveTo>
                          <a:pt x="2440" y="0"/>
                        </a:moveTo>
                        <a:cubicBezTo>
                          <a:pt x="1528" y="0"/>
                          <a:pt x="643" y="454"/>
                          <a:pt x="365" y="1386"/>
                        </a:cubicBezTo>
                        <a:cubicBezTo>
                          <a:pt x="0" y="2662"/>
                          <a:pt x="912" y="4000"/>
                          <a:pt x="2219" y="4061"/>
                        </a:cubicBezTo>
                        <a:cubicBezTo>
                          <a:pt x="2264" y="4062"/>
                          <a:pt x="2309" y="4063"/>
                          <a:pt x="2355" y="4063"/>
                        </a:cubicBezTo>
                        <a:cubicBezTo>
                          <a:pt x="3045" y="4063"/>
                          <a:pt x="3771" y="3843"/>
                          <a:pt x="4256" y="3301"/>
                        </a:cubicBezTo>
                        <a:cubicBezTo>
                          <a:pt x="4681" y="2784"/>
                          <a:pt x="4803" y="1963"/>
                          <a:pt x="4590" y="1325"/>
                        </a:cubicBezTo>
                        <a:cubicBezTo>
                          <a:pt x="4438" y="930"/>
                          <a:pt x="4195" y="595"/>
                          <a:pt x="3830" y="383"/>
                        </a:cubicBezTo>
                        <a:cubicBezTo>
                          <a:pt x="3418" y="129"/>
                          <a:pt x="2925"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53"/>
                  <p:cNvSpPr/>
                  <p:nvPr/>
                </p:nvSpPr>
                <p:spPr>
                  <a:xfrm>
                    <a:off x="11920700" y="2016100"/>
                    <a:ext cx="52450" cy="44275"/>
                  </a:xfrm>
                  <a:custGeom>
                    <a:avLst/>
                    <a:gdLst/>
                    <a:ahLst/>
                    <a:cxnLst/>
                    <a:rect l="l" t="t" r="r" b="b"/>
                    <a:pathLst>
                      <a:path w="2098" h="1771" extrusionOk="0">
                        <a:moveTo>
                          <a:pt x="1055" y="1"/>
                        </a:moveTo>
                        <a:cubicBezTo>
                          <a:pt x="653" y="1"/>
                          <a:pt x="272" y="197"/>
                          <a:pt x="153" y="616"/>
                        </a:cubicBezTo>
                        <a:cubicBezTo>
                          <a:pt x="1" y="1193"/>
                          <a:pt x="365" y="1740"/>
                          <a:pt x="943" y="1771"/>
                        </a:cubicBezTo>
                        <a:cubicBezTo>
                          <a:pt x="1247" y="1771"/>
                          <a:pt x="1612" y="1710"/>
                          <a:pt x="1824" y="1436"/>
                        </a:cubicBezTo>
                        <a:cubicBezTo>
                          <a:pt x="2037" y="1223"/>
                          <a:pt x="2098" y="889"/>
                          <a:pt x="2007" y="585"/>
                        </a:cubicBezTo>
                        <a:cubicBezTo>
                          <a:pt x="1946" y="403"/>
                          <a:pt x="1824" y="251"/>
                          <a:pt x="1672" y="160"/>
                        </a:cubicBezTo>
                        <a:cubicBezTo>
                          <a:pt x="1484" y="55"/>
                          <a:pt x="1267"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53"/>
                  <p:cNvSpPr/>
                  <p:nvPr/>
                </p:nvSpPr>
                <p:spPr>
                  <a:xfrm>
                    <a:off x="12074200" y="1777025"/>
                    <a:ext cx="120850" cy="101200"/>
                  </a:xfrm>
                  <a:custGeom>
                    <a:avLst/>
                    <a:gdLst/>
                    <a:ahLst/>
                    <a:cxnLst/>
                    <a:rect l="l" t="t" r="r" b="b"/>
                    <a:pathLst>
                      <a:path w="4834" h="4048" extrusionOk="0">
                        <a:moveTo>
                          <a:pt x="2496" y="0"/>
                        </a:moveTo>
                        <a:cubicBezTo>
                          <a:pt x="1576" y="0"/>
                          <a:pt x="676" y="453"/>
                          <a:pt x="396" y="1394"/>
                        </a:cubicBezTo>
                        <a:cubicBezTo>
                          <a:pt x="0" y="2640"/>
                          <a:pt x="912" y="3978"/>
                          <a:pt x="2250" y="4039"/>
                        </a:cubicBezTo>
                        <a:cubicBezTo>
                          <a:pt x="2322" y="4045"/>
                          <a:pt x="2396" y="4048"/>
                          <a:pt x="2469" y="4048"/>
                        </a:cubicBezTo>
                        <a:cubicBezTo>
                          <a:pt x="3134" y="4048"/>
                          <a:pt x="3818" y="3799"/>
                          <a:pt x="4256" y="3279"/>
                        </a:cubicBezTo>
                        <a:cubicBezTo>
                          <a:pt x="4712" y="2762"/>
                          <a:pt x="4833" y="1972"/>
                          <a:pt x="4621" y="1333"/>
                        </a:cubicBezTo>
                        <a:cubicBezTo>
                          <a:pt x="4469" y="938"/>
                          <a:pt x="4225" y="604"/>
                          <a:pt x="3861" y="361"/>
                        </a:cubicBezTo>
                        <a:cubicBezTo>
                          <a:pt x="3456" y="122"/>
                          <a:pt x="2973" y="0"/>
                          <a:pt x="24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53"/>
                  <p:cNvSpPr/>
                  <p:nvPr/>
                </p:nvSpPr>
                <p:spPr>
                  <a:xfrm>
                    <a:off x="12109150" y="1804850"/>
                    <a:ext cx="53975" cy="45025"/>
                  </a:xfrm>
                  <a:custGeom>
                    <a:avLst/>
                    <a:gdLst/>
                    <a:ahLst/>
                    <a:cxnLst/>
                    <a:rect l="l" t="t" r="r" b="b"/>
                    <a:pathLst>
                      <a:path w="2159" h="1801" extrusionOk="0">
                        <a:moveTo>
                          <a:pt x="1076" y="1"/>
                        </a:moveTo>
                        <a:cubicBezTo>
                          <a:pt x="680" y="1"/>
                          <a:pt x="292" y="197"/>
                          <a:pt x="153" y="616"/>
                        </a:cubicBezTo>
                        <a:cubicBezTo>
                          <a:pt x="1" y="1193"/>
                          <a:pt x="396" y="1771"/>
                          <a:pt x="973" y="1801"/>
                        </a:cubicBezTo>
                        <a:cubicBezTo>
                          <a:pt x="1277" y="1801"/>
                          <a:pt x="1642" y="1740"/>
                          <a:pt x="1824" y="1467"/>
                        </a:cubicBezTo>
                        <a:cubicBezTo>
                          <a:pt x="2068" y="1223"/>
                          <a:pt x="2159" y="889"/>
                          <a:pt x="2037" y="585"/>
                        </a:cubicBezTo>
                        <a:cubicBezTo>
                          <a:pt x="1946" y="433"/>
                          <a:pt x="1824" y="281"/>
                          <a:pt x="1672" y="160"/>
                        </a:cubicBezTo>
                        <a:cubicBezTo>
                          <a:pt x="1494" y="55"/>
                          <a:pt x="1284" y="1"/>
                          <a:pt x="10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53"/>
                  <p:cNvSpPr/>
                  <p:nvPr/>
                </p:nvSpPr>
                <p:spPr>
                  <a:xfrm>
                    <a:off x="12805225" y="1964950"/>
                    <a:ext cx="121600" cy="101575"/>
                  </a:xfrm>
                  <a:custGeom>
                    <a:avLst/>
                    <a:gdLst/>
                    <a:ahLst/>
                    <a:cxnLst/>
                    <a:rect l="l" t="t" r="r" b="b"/>
                    <a:pathLst>
                      <a:path w="4864" h="4063" extrusionOk="0">
                        <a:moveTo>
                          <a:pt x="2447" y="1"/>
                        </a:moveTo>
                        <a:cubicBezTo>
                          <a:pt x="1533" y="1"/>
                          <a:pt x="643" y="461"/>
                          <a:pt x="365" y="1415"/>
                        </a:cubicBezTo>
                        <a:cubicBezTo>
                          <a:pt x="0" y="2662"/>
                          <a:pt x="912" y="3999"/>
                          <a:pt x="2219" y="4060"/>
                        </a:cubicBezTo>
                        <a:cubicBezTo>
                          <a:pt x="2264" y="4062"/>
                          <a:pt x="2309" y="4063"/>
                          <a:pt x="2354" y="4063"/>
                        </a:cubicBezTo>
                        <a:cubicBezTo>
                          <a:pt x="3045" y="4063"/>
                          <a:pt x="3771" y="3842"/>
                          <a:pt x="4256" y="3300"/>
                        </a:cubicBezTo>
                        <a:cubicBezTo>
                          <a:pt x="4742" y="2813"/>
                          <a:pt x="4863" y="2023"/>
                          <a:pt x="4590" y="1324"/>
                        </a:cubicBezTo>
                        <a:cubicBezTo>
                          <a:pt x="4438" y="959"/>
                          <a:pt x="4195" y="595"/>
                          <a:pt x="3830" y="382"/>
                        </a:cubicBezTo>
                        <a:cubicBezTo>
                          <a:pt x="3420" y="130"/>
                          <a:pt x="2930" y="1"/>
                          <a:pt x="24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53"/>
                  <p:cNvSpPr/>
                  <p:nvPr/>
                </p:nvSpPr>
                <p:spPr>
                  <a:xfrm>
                    <a:off x="12840175" y="1994075"/>
                    <a:ext cx="53225" cy="45025"/>
                  </a:xfrm>
                  <a:custGeom>
                    <a:avLst/>
                    <a:gdLst/>
                    <a:ahLst/>
                    <a:cxnLst/>
                    <a:rect l="l" t="t" r="r" b="b"/>
                    <a:pathLst>
                      <a:path w="2129" h="1801" extrusionOk="0">
                        <a:moveTo>
                          <a:pt x="1055" y="0"/>
                        </a:moveTo>
                        <a:cubicBezTo>
                          <a:pt x="653" y="0"/>
                          <a:pt x="272" y="197"/>
                          <a:pt x="152" y="615"/>
                        </a:cubicBezTo>
                        <a:cubicBezTo>
                          <a:pt x="0" y="1193"/>
                          <a:pt x="365" y="1770"/>
                          <a:pt x="943" y="1800"/>
                        </a:cubicBezTo>
                        <a:cubicBezTo>
                          <a:pt x="1247" y="1800"/>
                          <a:pt x="1611" y="1709"/>
                          <a:pt x="1824" y="1466"/>
                        </a:cubicBezTo>
                        <a:cubicBezTo>
                          <a:pt x="2098" y="1223"/>
                          <a:pt x="2128" y="889"/>
                          <a:pt x="2006" y="585"/>
                        </a:cubicBezTo>
                        <a:cubicBezTo>
                          <a:pt x="1946" y="433"/>
                          <a:pt x="1824" y="281"/>
                          <a:pt x="1672" y="159"/>
                        </a:cubicBezTo>
                        <a:cubicBezTo>
                          <a:pt x="1484" y="54"/>
                          <a:pt x="1266" y="0"/>
                          <a:pt x="10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53"/>
                  <p:cNvSpPr/>
                  <p:nvPr/>
                </p:nvSpPr>
                <p:spPr>
                  <a:xfrm>
                    <a:off x="13063575" y="2027775"/>
                    <a:ext cx="120100" cy="101825"/>
                  </a:xfrm>
                  <a:custGeom>
                    <a:avLst/>
                    <a:gdLst/>
                    <a:ahLst/>
                    <a:cxnLst/>
                    <a:rect l="l" t="t" r="r" b="b"/>
                    <a:pathLst>
                      <a:path w="4804" h="4073" extrusionOk="0">
                        <a:moveTo>
                          <a:pt x="2466" y="1"/>
                        </a:moveTo>
                        <a:cubicBezTo>
                          <a:pt x="1546" y="1"/>
                          <a:pt x="646" y="454"/>
                          <a:pt x="365" y="1395"/>
                        </a:cubicBezTo>
                        <a:cubicBezTo>
                          <a:pt x="1" y="2641"/>
                          <a:pt x="913" y="3978"/>
                          <a:pt x="2220" y="4070"/>
                        </a:cubicBezTo>
                        <a:cubicBezTo>
                          <a:pt x="2260" y="4071"/>
                          <a:pt x="2301" y="4072"/>
                          <a:pt x="2341" y="4072"/>
                        </a:cubicBezTo>
                        <a:cubicBezTo>
                          <a:pt x="3036" y="4072"/>
                          <a:pt x="3768" y="3826"/>
                          <a:pt x="4256" y="3310"/>
                        </a:cubicBezTo>
                        <a:cubicBezTo>
                          <a:pt x="4712" y="2763"/>
                          <a:pt x="4803" y="1972"/>
                          <a:pt x="4590" y="1334"/>
                        </a:cubicBezTo>
                        <a:cubicBezTo>
                          <a:pt x="4438" y="939"/>
                          <a:pt x="4195" y="604"/>
                          <a:pt x="3831" y="361"/>
                        </a:cubicBezTo>
                        <a:cubicBezTo>
                          <a:pt x="3426" y="123"/>
                          <a:pt x="2943" y="1"/>
                          <a:pt x="24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53"/>
                  <p:cNvSpPr/>
                  <p:nvPr/>
                </p:nvSpPr>
                <p:spPr>
                  <a:xfrm>
                    <a:off x="13098525" y="2055625"/>
                    <a:ext cx="53225" cy="45025"/>
                  </a:xfrm>
                  <a:custGeom>
                    <a:avLst/>
                    <a:gdLst/>
                    <a:ahLst/>
                    <a:cxnLst/>
                    <a:rect l="l" t="t" r="r" b="b"/>
                    <a:pathLst>
                      <a:path w="2129" h="1801" extrusionOk="0">
                        <a:moveTo>
                          <a:pt x="1056" y="0"/>
                        </a:moveTo>
                        <a:cubicBezTo>
                          <a:pt x="653" y="0"/>
                          <a:pt x="272" y="197"/>
                          <a:pt x="153" y="615"/>
                        </a:cubicBezTo>
                        <a:cubicBezTo>
                          <a:pt x="1" y="1193"/>
                          <a:pt x="366" y="1770"/>
                          <a:pt x="943" y="1801"/>
                        </a:cubicBezTo>
                        <a:cubicBezTo>
                          <a:pt x="1247" y="1801"/>
                          <a:pt x="1612" y="1740"/>
                          <a:pt x="1825" y="1466"/>
                        </a:cubicBezTo>
                        <a:cubicBezTo>
                          <a:pt x="2037" y="1223"/>
                          <a:pt x="2129" y="889"/>
                          <a:pt x="2007" y="585"/>
                        </a:cubicBezTo>
                        <a:cubicBezTo>
                          <a:pt x="1946" y="433"/>
                          <a:pt x="1825" y="281"/>
                          <a:pt x="1673" y="159"/>
                        </a:cubicBezTo>
                        <a:cubicBezTo>
                          <a:pt x="1484" y="54"/>
                          <a:pt x="1267" y="0"/>
                          <a:pt x="10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53"/>
                  <p:cNvSpPr/>
                  <p:nvPr/>
                </p:nvSpPr>
                <p:spPr>
                  <a:xfrm>
                    <a:off x="13728475" y="2210150"/>
                    <a:ext cx="120100" cy="101825"/>
                  </a:xfrm>
                  <a:custGeom>
                    <a:avLst/>
                    <a:gdLst/>
                    <a:ahLst/>
                    <a:cxnLst/>
                    <a:rect l="l" t="t" r="r" b="b"/>
                    <a:pathLst>
                      <a:path w="4804" h="4073" extrusionOk="0">
                        <a:moveTo>
                          <a:pt x="2466" y="1"/>
                        </a:moveTo>
                        <a:cubicBezTo>
                          <a:pt x="1546" y="1"/>
                          <a:pt x="646" y="454"/>
                          <a:pt x="366" y="1395"/>
                        </a:cubicBezTo>
                        <a:cubicBezTo>
                          <a:pt x="1" y="2641"/>
                          <a:pt x="913" y="3978"/>
                          <a:pt x="2220" y="4069"/>
                        </a:cubicBezTo>
                        <a:cubicBezTo>
                          <a:pt x="2260" y="4071"/>
                          <a:pt x="2301" y="4072"/>
                          <a:pt x="2342" y="4072"/>
                        </a:cubicBezTo>
                        <a:cubicBezTo>
                          <a:pt x="3036" y="4072"/>
                          <a:pt x="3768" y="3826"/>
                          <a:pt x="4256" y="3310"/>
                        </a:cubicBezTo>
                        <a:cubicBezTo>
                          <a:pt x="4712" y="2793"/>
                          <a:pt x="4803" y="2003"/>
                          <a:pt x="4591" y="1334"/>
                        </a:cubicBezTo>
                        <a:cubicBezTo>
                          <a:pt x="4439" y="939"/>
                          <a:pt x="4196" y="604"/>
                          <a:pt x="3831" y="361"/>
                        </a:cubicBezTo>
                        <a:cubicBezTo>
                          <a:pt x="3426" y="123"/>
                          <a:pt x="2943" y="1"/>
                          <a:pt x="24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53"/>
                  <p:cNvSpPr/>
                  <p:nvPr/>
                </p:nvSpPr>
                <p:spPr>
                  <a:xfrm>
                    <a:off x="13763450" y="2239325"/>
                    <a:ext cx="52450" cy="44450"/>
                  </a:xfrm>
                  <a:custGeom>
                    <a:avLst/>
                    <a:gdLst/>
                    <a:ahLst/>
                    <a:cxnLst/>
                    <a:rect l="l" t="t" r="r" b="b"/>
                    <a:pathLst>
                      <a:path w="2098" h="1778" extrusionOk="0">
                        <a:moveTo>
                          <a:pt x="1035" y="1"/>
                        </a:moveTo>
                        <a:cubicBezTo>
                          <a:pt x="640" y="1"/>
                          <a:pt x="270" y="192"/>
                          <a:pt x="152" y="623"/>
                        </a:cubicBezTo>
                        <a:cubicBezTo>
                          <a:pt x="0" y="1170"/>
                          <a:pt x="365" y="1747"/>
                          <a:pt x="942" y="1778"/>
                        </a:cubicBezTo>
                        <a:cubicBezTo>
                          <a:pt x="1246" y="1778"/>
                          <a:pt x="1611" y="1717"/>
                          <a:pt x="1824" y="1443"/>
                        </a:cubicBezTo>
                        <a:cubicBezTo>
                          <a:pt x="2037" y="1231"/>
                          <a:pt x="2097" y="836"/>
                          <a:pt x="2006" y="562"/>
                        </a:cubicBezTo>
                        <a:cubicBezTo>
                          <a:pt x="1945" y="410"/>
                          <a:pt x="1824" y="258"/>
                          <a:pt x="1672" y="167"/>
                        </a:cubicBezTo>
                        <a:cubicBezTo>
                          <a:pt x="1477" y="59"/>
                          <a:pt x="1252" y="1"/>
                          <a:pt x="10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53"/>
                  <p:cNvSpPr/>
                  <p:nvPr/>
                </p:nvSpPr>
                <p:spPr>
                  <a:xfrm>
                    <a:off x="13946575" y="1893525"/>
                    <a:ext cx="120850" cy="101725"/>
                  </a:xfrm>
                  <a:custGeom>
                    <a:avLst/>
                    <a:gdLst/>
                    <a:ahLst/>
                    <a:cxnLst/>
                    <a:rect l="l" t="t" r="r" b="b"/>
                    <a:pathLst>
                      <a:path w="4834" h="4069" extrusionOk="0">
                        <a:moveTo>
                          <a:pt x="2462" y="1"/>
                        </a:moveTo>
                        <a:cubicBezTo>
                          <a:pt x="1550" y="1"/>
                          <a:pt x="654" y="461"/>
                          <a:pt x="396" y="1415"/>
                        </a:cubicBezTo>
                        <a:cubicBezTo>
                          <a:pt x="1" y="2661"/>
                          <a:pt x="912" y="3999"/>
                          <a:pt x="2250" y="4060"/>
                        </a:cubicBezTo>
                        <a:cubicBezTo>
                          <a:pt x="2322" y="4066"/>
                          <a:pt x="2396" y="4069"/>
                          <a:pt x="2469" y="4069"/>
                        </a:cubicBezTo>
                        <a:cubicBezTo>
                          <a:pt x="3134" y="4069"/>
                          <a:pt x="3818" y="3820"/>
                          <a:pt x="4256" y="3300"/>
                        </a:cubicBezTo>
                        <a:cubicBezTo>
                          <a:pt x="4712" y="2813"/>
                          <a:pt x="4833" y="2023"/>
                          <a:pt x="4590" y="1324"/>
                        </a:cubicBezTo>
                        <a:cubicBezTo>
                          <a:pt x="4438" y="959"/>
                          <a:pt x="4226" y="625"/>
                          <a:pt x="3830" y="382"/>
                        </a:cubicBezTo>
                        <a:cubicBezTo>
                          <a:pt x="3431" y="129"/>
                          <a:pt x="2944" y="1"/>
                          <a:pt x="24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53"/>
                  <p:cNvSpPr/>
                  <p:nvPr/>
                </p:nvSpPr>
                <p:spPr>
                  <a:xfrm>
                    <a:off x="13981525" y="1922650"/>
                    <a:ext cx="53225" cy="45025"/>
                  </a:xfrm>
                  <a:custGeom>
                    <a:avLst/>
                    <a:gdLst/>
                    <a:ahLst/>
                    <a:cxnLst/>
                    <a:rect l="l" t="t" r="r" b="b"/>
                    <a:pathLst>
                      <a:path w="2129" h="1801" extrusionOk="0">
                        <a:moveTo>
                          <a:pt x="1076" y="0"/>
                        </a:moveTo>
                        <a:cubicBezTo>
                          <a:pt x="680" y="0"/>
                          <a:pt x="292" y="196"/>
                          <a:pt x="153" y="615"/>
                        </a:cubicBezTo>
                        <a:cubicBezTo>
                          <a:pt x="1" y="1192"/>
                          <a:pt x="396" y="1770"/>
                          <a:pt x="973" y="1800"/>
                        </a:cubicBezTo>
                        <a:cubicBezTo>
                          <a:pt x="1247" y="1800"/>
                          <a:pt x="1642" y="1739"/>
                          <a:pt x="1824" y="1466"/>
                        </a:cubicBezTo>
                        <a:cubicBezTo>
                          <a:pt x="2068" y="1223"/>
                          <a:pt x="2128" y="858"/>
                          <a:pt x="2037" y="584"/>
                        </a:cubicBezTo>
                        <a:cubicBezTo>
                          <a:pt x="1946" y="432"/>
                          <a:pt x="1824" y="281"/>
                          <a:pt x="1672" y="159"/>
                        </a:cubicBezTo>
                        <a:cubicBezTo>
                          <a:pt x="1494" y="54"/>
                          <a:pt x="1284" y="0"/>
                          <a:pt x="10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53"/>
                  <p:cNvSpPr/>
                  <p:nvPr/>
                </p:nvSpPr>
                <p:spPr>
                  <a:xfrm>
                    <a:off x="11603075" y="2037900"/>
                    <a:ext cx="121600" cy="101725"/>
                  </a:xfrm>
                  <a:custGeom>
                    <a:avLst/>
                    <a:gdLst/>
                    <a:ahLst/>
                    <a:cxnLst/>
                    <a:rect l="l" t="t" r="r" b="b"/>
                    <a:pathLst>
                      <a:path w="4864" h="4069" extrusionOk="0">
                        <a:moveTo>
                          <a:pt x="2461" y="1"/>
                        </a:moveTo>
                        <a:cubicBezTo>
                          <a:pt x="1549" y="1"/>
                          <a:pt x="654" y="461"/>
                          <a:pt x="395" y="1415"/>
                        </a:cubicBezTo>
                        <a:cubicBezTo>
                          <a:pt x="0" y="2661"/>
                          <a:pt x="912" y="3999"/>
                          <a:pt x="2249" y="4060"/>
                        </a:cubicBezTo>
                        <a:cubicBezTo>
                          <a:pt x="2322" y="4066"/>
                          <a:pt x="2395" y="4069"/>
                          <a:pt x="2469" y="4069"/>
                        </a:cubicBezTo>
                        <a:cubicBezTo>
                          <a:pt x="3133" y="4069"/>
                          <a:pt x="3818" y="3820"/>
                          <a:pt x="4256" y="3300"/>
                        </a:cubicBezTo>
                        <a:cubicBezTo>
                          <a:pt x="4772" y="2813"/>
                          <a:pt x="4863" y="2023"/>
                          <a:pt x="4590" y="1324"/>
                        </a:cubicBezTo>
                        <a:cubicBezTo>
                          <a:pt x="4438" y="959"/>
                          <a:pt x="4225" y="625"/>
                          <a:pt x="3830" y="382"/>
                        </a:cubicBezTo>
                        <a:cubicBezTo>
                          <a:pt x="3430" y="129"/>
                          <a:pt x="2944" y="1"/>
                          <a:pt x="24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53"/>
                  <p:cNvSpPr/>
                  <p:nvPr/>
                </p:nvSpPr>
                <p:spPr>
                  <a:xfrm>
                    <a:off x="11638025" y="2067025"/>
                    <a:ext cx="53975" cy="45025"/>
                  </a:xfrm>
                  <a:custGeom>
                    <a:avLst/>
                    <a:gdLst/>
                    <a:ahLst/>
                    <a:cxnLst/>
                    <a:rect l="l" t="t" r="r" b="b"/>
                    <a:pathLst>
                      <a:path w="2159" h="1801" extrusionOk="0">
                        <a:moveTo>
                          <a:pt x="1076" y="0"/>
                        </a:moveTo>
                        <a:cubicBezTo>
                          <a:pt x="679" y="0"/>
                          <a:pt x="292" y="197"/>
                          <a:pt x="152" y="615"/>
                        </a:cubicBezTo>
                        <a:cubicBezTo>
                          <a:pt x="0" y="1193"/>
                          <a:pt x="395" y="1770"/>
                          <a:pt x="973" y="1800"/>
                        </a:cubicBezTo>
                        <a:cubicBezTo>
                          <a:pt x="1277" y="1800"/>
                          <a:pt x="1642" y="1740"/>
                          <a:pt x="1824" y="1466"/>
                        </a:cubicBezTo>
                        <a:cubicBezTo>
                          <a:pt x="2098" y="1223"/>
                          <a:pt x="2158" y="889"/>
                          <a:pt x="2037" y="585"/>
                        </a:cubicBezTo>
                        <a:cubicBezTo>
                          <a:pt x="1946" y="433"/>
                          <a:pt x="1854" y="281"/>
                          <a:pt x="1672" y="159"/>
                        </a:cubicBezTo>
                        <a:cubicBezTo>
                          <a:pt x="1494" y="54"/>
                          <a:pt x="1284" y="0"/>
                          <a:pt x="10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53"/>
                  <p:cNvSpPr/>
                  <p:nvPr/>
                </p:nvSpPr>
                <p:spPr>
                  <a:xfrm>
                    <a:off x="13054450" y="1272350"/>
                    <a:ext cx="19025" cy="647450"/>
                  </a:xfrm>
                  <a:custGeom>
                    <a:avLst/>
                    <a:gdLst/>
                    <a:ahLst/>
                    <a:cxnLst/>
                    <a:rect l="l" t="t" r="r" b="b"/>
                    <a:pathLst>
                      <a:path w="761" h="25898" extrusionOk="0">
                        <a:moveTo>
                          <a:pt x="1" y="0"/>
                        </a:moveTo>
                        <a:lnTo>
                          <a:pt x="1" y="25897"/>
                        </a:lnTo>
                        <a:lnTo>
                          <a:pt x="761" y="25897"/>
                        </a:lnTo>
                        <a:lnTo>
                          <a:pt x="761"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53"/>
                  <p:cNvSpPr/>
                  <p:nvPr/>
                </p:nvSpPr>
                <p:spPr>
                  <a:xfrm>
                    <a:off x="12924525" y="1455850"/>
                    <a:ext cx="277375" cy="288125"/>
                  </a:xfrm>
                  <a:custGeom>
                    <a:avLst/>
                    <a:gdLst/>
                    <a:ahLst/>
                    <a:cxnLst/>
                    <a:rect l="l" t="t" r="r" b="b"/>
                    <a:pathLst>
                      <a:path w="11095" h="11525" extrusionOk="0">
                        <a:moveTo>
                          <a:pt x="5651" y="1"/>
                        </a:moveTo>
                        <a:cubicBezTo>
                          <a:pt x="3245" y="1"/>
                          <a:pt x="811" y="146"/>
                          <a:pt x="608" y="411"/>
                        </a:cubicBezTo>
                        <a:cubicBezTo>
                          <a:pt x="243" y="958"/>
                          <a:pt x="0" y="10472"/>
                          <a:pt x="608" y="11080"/>
                        </a:cubicBezTo>
                        <a:cubicBezTo>
                          <a:pt x="908" y="11380"/>
                          <a:pt x="3163" y="11525"/>
                          <a:pt x="5447" y="11525"/>
                        </a:cubicBezTo>
                        <a:cubicBezTo>
                          <a:pt x="7790" y="11525"/>
                          <a:pt x="10164" y="11373"/>
                          <a:pt x="10487" y="11080"/>
                        </a:cubicBezTo>
                        <a:cubicBezTo>
                          <a:pt x="11095" y="10563"/>
                          <a:pt x="11095" y="1019"/>
                          <a:pt x="10487" y="411"/>
                        </a:cubicBezTo>
                        <a:cubicBezTo>
                          <a:pt x="10176" y="130"/>
                          <a:pt x="7927" y="1"/>
                          <a:pt x="56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53"/>
                  <p:cNvSpPr/>
                  <p:nvPr/>
                </p:nvSpPr>
                <p:spPr>
                  <a:xfrm>
                    <a:off x="11639550" y="739675"/>
                    <a:ext cx="19000" cy="873875"/>
                  </a:xfrm>
                  <a:custGeom>
                    <a:avLst/>
                    <a:gdLst/>
                    <a:ahLst/>
                    <a:cxnLst/>
                    <a:rect l="l" t="t" r="r" b="b"/>
                    <a:pathLst>
                      <a:path w="760" h="34955" extrusionOk="0">
                        <a:moveTo>
                          <a:pt x="0" y="0"/>
                        </a:moveTo>
                        <a:lnTo>
                          <a:pt x="0" y="34955"/>
                        </a:lnTo>
                        <a:lnTo>
                          <a:pt x="760" y="34955"/>
                        </a:lnTo>
                        <a:lnTo>
                          <a:pt x="760"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53"/>
                  <p:cNvSpPr/>
                  <p:nvPr/>
                </p:nvSpPr>
                <p:spPr>
                  <a:xfrm>
                    <a:off x="11514925" y="875575"/>
                    <a:ext cx="268250" cy="433750"/>
                  </a:xfrm>
                  <a:custGeom>
                    <a:avLst/>
                    <a:gdLst/>
                    <a:ahLst/>
                    <a:cxnLst/>
                    <a:rect l="l" t="t" r="r" b="b"/>
                    <a:pathLst>
                      <a:path w="10730" h="17350" extrusionOk="0">
                        <a:moveTo>
                          <a:pt x="5321" y="1"/>
                        </a:moveTo>
                        <a:cubicBezTo>
                          <a:pt x="2946" y="1"/>
                          <a:pt x="580" y="138"/>
                          <a:pt x="395" y="400"/>
                        </a:cubicBezTo>
                        <a:cubicBezTo>
                          <a:pt x="122" y="795"/>
                          <a:pt x="0" y="16510"/>
                          <a:pt x="395" y="16905"/>
                        </a:cubicBezTo>
                        <a:cubicBezTo>
                          <a:pt x="695" y="17205"/>
                          <a:pt x="2943" y="17349"/>
                          <a:pt x="5223" y="17349"/>
                        </a:cubicBezTo>
                        <a:cubicBezTo>
                          <a:pt x="7562" y="17349"/>
                          <a:pt x="9935" y="17197"/>
                          <a:pt x="10274" y="16905"/>
                        </a:cubicBezTo>
                        <a:cubicBezTo>
                          <a:pt x="10730" y="16510"/>
                          <a:pt x="10730" y="826"/>
                          <a:pt x="10274" y="400"/>
                        </a:cubicBezTo>
                        <a:cubicBezTo>
                          <a:pt x="9944" y="130"/>
                          <a:pt x="7629" y="1"/>
                          <a:pt x="53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53"/>
                  <p:cNvSpPr/>
                  <p:nvPr/>
                </p:nvSpPr>
                <p:spPr>
                  <a:xfrm>
                    <a:off x="13762675" y="990425"/>
                    <a:ext cx="19025" cy="1088200"/>
                  </a:xfrm>
                  <a:custGeom>
                    <a:avLst/>
                    <a:gdLst/>
                    <a:ahLst/>
                    <a:cxnLst/>
                    <a:rect l="l" t="t" r="r" b="b"/>
                    <a:pathLst>
                      <a:path w="761" h="43528" extrusionOk="0">
                        <a:moveTo>
                          <a:pt x="1" y="1"/>
                        </a:moveTo>
                        <a:lnTo>
                          <a:pt x="1" y="43527"/>
                        </a:lnTo>
                        <a:lnTo>
                          <a:pt x="761" y="43527"/>
                        </a:lnTo>
                        <a:lnTo>
                          <a:pt x="76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53"/>
                  <p:cNvSpPr/>
                  <p:nvPr/>
                </p:nvSpPr>
                <p:spPr>
                  <a:xfrm>
                    <a:off x="13631225" y="1173650"/>
                    <a:ext cx="278150" cy="729150"/>
                  </a:xfrm>
                  <a:custGeom>
                    <a:avLst/>
                    <a:gdLst/>
                    <a:ahLst/>
                    <a:cxnLst/>
                    <a:rect l="l" t="t" r="r" b="b"/>
                    <a:pathLst>
                      <a:path w="11126" h="29166" extrusionOk="0">
                        <a:moveTo>
                          <a:pt x="5551" y="1"/>
                        </a:moveTo>
                        <a:cubicBezTo>
                          <a:pt x="3179" y="1"/>
                          <a:pt x="808" y="145"/>
                          <a:pt x="608" y="422"/>
                        </a:cubicBezTo>
                        <a:cubicBezTo>
                          <a:pt x="243" y="939"/>
                          <a:pt x="0" y="28113"/>
                          <a:pt x="608" y="28721"/>
                        </a:cubicBezTo>
                        <a:cubicBezTo>
                          <a:pt x="908" y="29021"/>
                          <a:pt x="3163" y="29165"/>
                          <a:pt x="5447" y="29165"/>
                        </a:cubicBezTo>
                        <a:cubicBezTo>
                          <a:pt x="7790" y="29165"/>
                          <a:pt x="10164" y="29013"/>
                          <a:pt x="10487" y="28721"/>
                        </a:cubicBezTo>
                        <a:cubicBezTo>
                          <a:pt x="11125" y="28143"/>
                          <a:pt x="11125" y="1030"/>
                          <a:pt x="10487" y="422"/>
                        </a:cubicBezTo>
                        <a:cubicBezTo>
                          <a:pt x="10172" y="138"/>
                          <a:pt x="7860" y="1"/>
                          <a:pt x="5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53"/>
                  <p:cNvSpPr/>
                  <p:nvPr/>
                </p:nvSpPr>
                <p:spPr>
                  <a:xfrm>
                    <a:off x="10932075" y="1019300"/>
                    <a:ext cx="19025" cy="823750"/>
                  </a:xfrm>
                  <a:custGeom>
                    <a:avLst/>
                    <a:gdLst/>
                    <a:ahLst/>
                    <a:cxnLst/>
                    <a:rect l="l" t="t" r="r" b="b"/>
                    <a:pathLst>
                      <a:path w="761" h="32950" extrusionOk="0">
                        <a:moveTo>
                          <a:pt x="1" y="1"/>
                        </a:moveTo>
                        <a:lnTo>
                          <a:pt x="1" y="32949"/>
                        </a:lnTo>
                        <a:lnTo>
                          <a:pt x="761" y="32949"/>
                        </a:lnTo>
                        <a:lnTo>
                          <a:pt x="76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53"/>
                  <p:cNvSpPr/>
                  <p:nvPr/>
                </p:nvSpPr>
                <p:spPr>
                  <a:xfrm>
                    <a:off x="10801375" y="1097675"/>
                    <a:ext cx="278900" cy="173650"/>
                  </a:xfrm>
                  <a:custGeom>
                    <a:avLst/>
                    <a:gdLst/>
                    <a:ahLst/>
                    <a:cxnLst/>
                    <a:rect l="l" t="t" r="r" b="b"/>
                    <a:pathLst>
                      <a:path w="11156" h="6946" extrusionOk="0">
                        <a:moveTo>
                          <a:pt x="5552" y="0"/>
                        </a:moveTo>
                        <a:cubicBezTo>
                          <a:pt x="3179" y="0"/>
                          <a:pt x="809" y="145"/>
                          <a:pt x="609" y="422"/>
                        </a:cubicBezTo>
                        <a:cubicBezTo>
                          <a:pt x="244" y="939"/>
                          <a:pt x="1" y="5893"/>
                          <a:pt x="609" y="6501"/>
                        </a:cubicBezTo>
                        <a:cubicBezTo>
                          <a:pt x="909" y="6801"/>
                          <a:pt x="3164" y="6946"/>
                          <a:pt x="5448" y="6946"/>
                        </a:cubicBezTo>
                        <a:cubicBezTo>
                          <a:pt x="7791" y="6946"/>
                          <a:pt x="10164" y="6793"/>
                          <a:pt x="10487" y="6501"/>
                        </a:cubicBezTo>
                        <a:cubicBezTo>
                          <a:pt x="11156" y="5923"/>
                          <a:pt x="11156" y="969"/>
                          <a:pt x="10487" y="422"/>
                        </a:cubicBezTo>
                        <a:cubicBezTo>
                          <a:pt x="10172" y="137"/>
                          <a:pt x="7861" y="0"/>
                          <a:pt x="55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53"/>
                  <p:cNvSpPr/>
                  <p:nvPr/>
                </p:nvSpPr>
                <p:spPr>
                  <a:xfrm>
                    <a:off x="10577975" y="1009425"/>
                    <a:ext cx="19025" cy="647450"/>
                  </a:xfrm>
                  <a:custGeom>
                    <a:avLst/>
                    <a:gdLst/>
                    <a:ahLst/>
                    <a:cxnLst/>
                    <a:rect l="l" t="t" r="r" b="b"/>
                    <a:pathLst>
                      <a:path w="761" h="25898" extrusionOk="0">
                        <a:moveTo>
                          <a:pt x="0" y="0"/>
                        </a:moveTo>
                        <a:lnTo>
                          <a:pt x="0" y="25897"/>
                        </a:lnTo>
                        <a:lnTo>
                          <a:pt x="760" y="25897"/>
                        </a:lnTo>
                        <a:lnTo>
                          <a:pt x="760"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53"/>
                  <p:cNvSpPr/>
                  <p:nvPr/>
                </p:nvSpPr>
                <p:spPr>
                  <a:xfrm>
                    <a:off x="10447275" y="1192650"/>
                    <a:ext cx="278150" cy="288400"/>
                  </a:xfrm>
                  <a:custGeom>
                    <a:avLst/>
                    <a:gdLst/>
                    <a:ahLst/>
                    <a:cxnLst/>
                    <a:rect l="l" t="t" r="r" b="b"/>
                    <a:pathLst>
                      <a:path w="11126" h="11536" extrusionOk="0">
                        <a:moveTo>
                          <a:pt x="5551" y="1"/>
                        </a:moveTo>
                        <a:cubicBezTo>
                          <a:pt x="3179" y="1"/>
                          <a:pt x="808" y="145"/>
                          <a:pt x="608" y="422"/>
                        </a:cubicBezTo>
                        <a:cubicBezTo>
                          <a:pt x="243" y="939"/>
                          <a:pt x="0" y="10483"/>
                          <a:pt x="608" y="11091"/>
                        </a:cubicBezTo>
                        <a:cubicBezTo>
                          <a:pt x="908" y="11391"/>
                          <a:pt x="3163" y="11536"/>
                          <a:pt x="5447" y="11536"/>
                        </a:cubicBezTo>
                        <a:cubicBezTo>
                          <a:pt x="7790" y="11536"/>
                          <a:pt x="10164" y="11384"/>
                          <a:pt x="10487" y="11091"/>
                        </a:cubicBezTo>
                        <a:cubicBezTo>
                          <a:pt x="11125" y="10514"/>
                          <a:pt x="11125" y="969"/>
                          <a:pt x="10487" y="422"/>
                        </a:cubicBezTo>
                        <a:cubicBezTo>
                          <a:pt x="10172" y="137"/>
                          <a:pt x="7860" y="1"/>
                          <a:pt x="55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53"/>
                  <p:cNvSpPr/>
                  <p:nvPr/>
                </p:nvSpPr>
                <p:spPr>
                  <a:xfrm>
                    <a:off x="11286200" y="532225"/>
                    <a:ext cx="19000" cy="809300"/>
                  </a:xfrm>
                  <a:custGeom>
                    <a:avLst/>
                    <a:gdLst/>
                    <a:ahLst/>
                    <a:cxnLst/>
                    <a:rect l="l" t="t" r="r" b="b"/>
                    <a:pathLst>
                      <a:path w="760" h="32372" extrusionOk="0">
                        <a:moveTo>
                          <a:pt x="0" y="0"/>
                        </a:moveTo>
                        <a:lnTo>
                          <a:pt x="0" y="32371"/>
                        </a:lnTo>
                        <a:lnTo>
                          <a:pt x="760" y="32371"/>
                        </a:lnTo>
                        <a:lnTo>
                          <a:pt x="760"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53"/>
                  <p:cNvSpPr/>
                  <p:nvPr/>
                </p:nvSpPr>
                <p:spPr>
                  <a:xfrm>
                    <a:off x="11154725" y="626525"/>
                    <a:ext cx="278150" cy="539175"/>
                  </a:xfrm>
                  <a:custGeom>
                    <a:avLst/>
                    <a:gdLst/>
                    <a:ahLst/>
                    <a:cxnLst/>
                    <a:rect l="l" t="t" r="r" b="b"/>
                    <a:pathLst>
                      <a:path w="11126" h="21567" extrusionOk="0">
                        <a:moveTo>
                          <a:pt x="5552" y="1"/>
                        </a:moveTo>
                        <a:cubicBezTo>
                          <a:pt x="3179" y="1"/>
                          <a:pt x="809" y="145"/>
                          <a:pt x="609" y="423"/>
                        </a:cubicBezTo>
                        <a:cubicBezTo>
                          <a:pt x="244" y="939"/>
                          <a:pt x="1" y="20514"/>
                          <a:pt x="609" y="21122"/>
                        </a:cubicBezTo>
                        <a:cubicBezTo>
                          <a:pt x="909" y="21422"/>
                          <a:pt x="3164" y="21567"/>
                          <a:pt x="5448" y="21567"/>
                        </a:cubicBezTo>
                        <a:cubicBezTo>
                          <a:pt x="7791" y="21567"/>
                          <a:pt x="10164" y="21414"/>
                          <a:pt x="10487" y="21122"/>
                        </a:cubicBezTo>
                        <a:cubicBezTo>
                          <a:pt x="11126" y="20545"/>
                          <a:pt x="11126" y="1000"/>
                          <a:pt x="10487" y="423"/>
                        </a:cubicBezTo>
                        <a:cubicBezTo>
                          <a:pt x="10172" y="138"/>
                          <a:pt x="7861" y="1"/>
                          <a:pt x="5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53"/>
                  <p:cNvSpPr/>
                  <p:nvPr/>
                </p:nvSpPr>
                <p:spPr>
                  <a:xfrm>
                    <a:off x="13408575" y="924325"/>
                    <a:ext cx="19025" cy="1314625"/>
                  </a:xfrm>
                  <a:custGeom>
                    <a:avLst/>
                    <a:gdLst/>
                    <a:ahLst/>
                    <a:cxnLst/>
                    <a:rect l="l" t="t" r="r" b="b"/>
                    <a:pathLst>
                      <a:path w="761" h="52585" extrusionOk="0">
                        <a:moveTo>
                          <a:pt x="0" y="0"/>
                        </a:moveTo>
                        <a:lnTo>
                          <a:pt x="0" y="52585"/>
                        </a:lnTo>
                        <a:lnTo>
                          <a:pt x="760" y="52585"/>
                        </a:lnTo>
                        <a:lnTo>
                          <a:pt x="760"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53"/>
                  <p:cNvSpPr/>
                  <p:nvPr/>
                </p:nvSpPr>
                <p:spPr>
                  <a:xfrm>
                    <a:off x="13277875" y="1682775"/>
                    <a:ext cx="278150" cy="453775"/>
                  </a:xfrm>
                  <a:custGeom>
                    <a:avLst/>
                    <a:gdLst/>
                    <a:ahLst/>
                    <a:cxnLst/>
                    <a:rect l="l" t="t" r="r" b="b"/>
                    <a:pathLst>
                      <a:path w="11126" h="18151" extrusionOk="0">
                        <a:moveTo>
                          <a:pt x="5551" y="1"/>
                        </a:moveTo>
                        <a:cubicBezTo>
                          <a:pt x="3179" y="1"/>
                          <a:pt x="808" y="145"/>
                          <a:pt x="608" y="422"/>
                        </a:cubicBezTo>
                        <a:cubicBezTo>
                          <a:pt x="243" y="939"/>
                          <a:pt x="0" y="17110"/>
                          <a:pt x="608" y="17718"/>
                        </a:cubicBezTo>
                        <a:cubicBezTo>
                          <a:pt x="904" y="18014"/>
                          <a:pt x="3102" y="18151"/>
                          <a:pt x="5354" y="18151"/>
                        </a:cubicBezTo>
                        <a:cubicBezTo>
                          <a:pt x="7727" y="18151"/>
                          <a:pt x="10159" y="17998"/>
                          <a:pt x="10487" y="17718"/>
                        </a:cubicBezTo>
                        <a:cubicBezTo>
                          <a:pt x="11125" y="17170"/>
                          <a:pt x="11125" y="970"/>
                          <a:pt x="10487" y="422"/>
                        </a:cubicBezTo>
                        <a:cubicBezTo>
                          <a:pt x="10172" y="138"/>
                          <a:pt x="7860" y="1"/>
                          <a:pt x="55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53"/>
                  <p:cNvSpPr/>
                  <p:nvPr/>
                </p:nvSpPr>
                <p:spPr>
                  <a:xfrm>
                    <a:off x="14116025" y="568700"/>
                    <a:ext cx="19025" cy="1633775"/>
                  </a:xfrm>
                  <a:custGeom>
                    <a:avLst/>
                    <a:gdLst/>
                    <a:ahLst/>
                    <a:cxnLst/>
                    <a:rect l="l" t="t" r="r" b="b"/>
                    <a:pathLst>
                      <a:path w="761" h="65351" extrusionOk="0">
                        <a:moveTo>
                          <a:pt x="1" y="0"/>
                        </a:moveTo>
                        <a:lnTo>
                          <a:pt x="1" y="65351"/>
                        </a:lnTo>
                        <a:lnTo>
                          <a:pt x="761" y="65351"/>
                        </a:lnTo>
                        <a:lnTo>
                          <a:pt x="761"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53"/>
                  <p:cNvSpPr/>
                  <p:nvPr/>
                </p:nvSpPr>
                <p:spPr>
                  <a:xfrm>
                    <a:off x="13985325" y="1010275"/>
                    <a:ext cx="278900" cy="453775"/>
                  </a:xfrm>
                  <a:custGeom>
                    <a:avLst/>
                    <a:gdLst/>
                    <a:ahLst/>
                    <a:cxnLst/>
                    <a:rect l="l" t="t" r="r" b="b"/>
                    <a:pathLst>
                      <a:path w="11156" h="18151" extrusionOk="0">
                        <a:moveTo>
                          <a:pt x="5552" y="1"/>
                        </a:moveTo>
                        <a:cubicBezTo>
                          <a:pt x="3179" y="1"/>
                          <a:pt x="809" y="145"/>
                          <a:pt x="609" y="422"/>
                        </a:cubicBezTo>
                        <a:cubicBezTo>
                          <a:pt x="244" y="939"/>
                          <a:pt x="1" y="17110"/>
                          <a:pt x="609" y="17717"/>
                        </a:cubicBezTo>
                        <a:cubicBezTo>
                          <a:pt x="905" y="18013"/>
                          <a:pt x="3103" y="18151"/>
                          <a:pt x="5354" y="18151"/>
                        </a:cubicBezTo>
                        <a:cubicBezTo>
                          <a:pt x="7727" y="18151"/>
                          <a:pt x="10160" y="17998"/>
                          <a:pt x="10487" y="17717"/>
                        </a:cubicBezTo>
                        <a:cubicBezTo>
                          <a:pt x="11156" y="17170"/>
                          <a:pt x="11156" y="1030"/>
                          <a:pt x="10487" y="422"/>
                        </a:cubicBezTo>
                        <a:cubicBezTo>
                          <a:pt x="10172" y="138"/>
                          <a:pt x="7861" y="1"/>
                          <a:pt x="5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53"/>
                  <p:cNvSpPr/>
                  <p:nvPr/>
                </p:nvSpPr>
                <p:spPr>
                  <a:xfrm>
                    <a:off x="11993650" y="1069450"/>
                    <a:ext cx="19025" cy="526625"/>
                  </a:xfrm>
                  <a:custGeom>
                    <a:avLst/>
                    <a:gdLst/>
                    <a:ahLst/>
                    <a:cxnLst/>
                    <a:rect l="l" t="t" r="r" b="b"/>
                    <a:pathLst>
                      <a:path w="761" h="21065" extrusionOk="0">
                        <a:moveTo>
                          <a:pt x="1" y="1"/>
                        </a:moveTo>
                        <a:lnTo>
                          <a:pt x="1" y="21065"/>
                        </a:lnTo>
                        <a:lnTo>
                          <a:pt x="760" y="21065"/>
                        </a:lnTo>
                        <a:lnTo>
                          <a:pt x="760"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53"/>
                  <p:cNvSpPr/>
                  <p:nvPr/>
                </p:nvSpPr>
                <p:spPr>
                  <a:xfrm>
                    <a:off x="11862950" y="1146300"/>
                    <a:ext cx="278150" cy="173375"/>
                  </a:xfrm>
                  <a:custGeom>
                    <a:avLst/>
                    <a:gdLst/>
                    <a:ahLst/>
                    <a:cxnLst/>
                    <a:rect l="l" t="t" r="r" b="b"/>
                    <a:pathLst>
                      <a:path w="11126" h="6935" extrusionOk="0">
                        <a:moveTo>
                          <a:pt x="5529" y="0"/>
                        </a:moveTo>
                        <a:cubicBezTo>
                          <a:pt x="3156" y="0"/>
                          <a:pt x="793" y="145"/>
                          <a:pt x="608" y="422"/>
                        </a:cubicBezTo>
                        <a:cubicBezTo>
                          <a:pt x="213" y="939"/>
                          <a:pt x="0" y="5893"/>
                          <a:pt x="608" y="6501"/>
                        </a:cubicBezTo>
                        <a:cubicBezTo>
                          <a:pt x="904" y="6797"/>
                          <a:pt x="3095" y="6935"/>
                          <a:pt x="5343" y="6935"/>
                        </a:cubicBezTo>
                        <a:cubicBezTo>
                          <a:pt x="7712" y="6935"/>
                          <a:pt x="10144" y="6782"/>
                          <a:pt x="10487" y="6501"/>
                        </a:cubicBezTo>
                        <a:cubicBezTo>
                          <a:pt x="11125" y="5954"/>
                          <a:pt x="11125" y="1030"/>
                          <a:pt x="10487" y="422"/>
                        </a:cubicBezTo>
                        <a:cubicBezTo>
                          <a:pt x="10157" y="137"/>
                          <a:pt x="7838" y="0"/>
                          <a:pt x="55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53"/>
                  <p:cNvSpPr/>
                  <p:nvPr/>
                </p:nvSpPr>
                <p:spPr>
                  <a:xfrm>
                    <a:off x="12701100" y="1032975"/>
                    <a:ext cx="19025" cy="778150"/>
                  </a:xfrm>
                  <a:custGeom>
                    <a:avLst/>
                    <a:gdLst/>
                    <a:ahLst/>
                    <a:cxnLst/>
                    <a:rect l="l" t="t" r="r" b="b"/>
                    <a:pathLst>
                      <a:path w="761" h="31126" extrusionOk="0">
                        <a:moveTo>
                          <a:pt x="1" y="1"/>
                        </a:moveTo>
                        <a:lnTo>
                          <a:pt x="1" y="31126"/>
                        </a:lnTo>
                        <a:lnTo>
                          <a:pt x="761" y="31126"/>
                        </a:lnTo>
                        <a:lnTo>
                          <a:pt x="76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53"/>
                  <p:cNvSpPr/>
                  <p:nvPr/>
                </p:nvSpPr>
                <p:spPr>
                  <a:xfrm>
                    <a:off x="12570400" y="1360875"/>
                    <a:ext cx="278150" cy="173375"/>
                  </a:xfrm>
                  <a:custGeom>
                    <a:avLst/>
                    <a:gdLst/>
                    <a:ahLst/>
                    <a:cxnLst/>
                    <a:rect l="l" t="t" r="r" b="b"/>
                    <a:pathLst>
                      <a:path w="11126" h="6935" extrusionOk="0">
                        <a:moveTo>
                          <a:pt x="5640" y="0"/>
                        </a:moveTo>
                        <a:cubicBezTo>
                          <a:pt x="3231" y="0"/>
                          <a:pt x="796" y="145"/>
                          <a:pt x="609" y="411"/>
                        </a:cubicBezTo>
                        <a:cubicBezTo>
                          <a:pt x="214" y="958"/>
                          <a:pt x="1" y="5882"/>
                          <a:pt x="609" y="6490"/>
                        </a:cubicBezTo>
                        <a:cubicBezTo>
                          <a:pt x="909" y="6790"/>
                          <a:pt x="3164" y="6934"/>
                          <a:pt x="5448" y="6934"/>
                        </a:cubicBezTo>
                        <a:cubicBezTo>
                          <a:pt x="7791" y="6934"/>
                          <a:pt x="10164" y="6782"/>
                          <a:pt x="10487" y="6490"/>
                        </a:cubicBezTo>
                        <a:cubicBezTo>
                          <a:pt x="11126" y="5912"/>
                          <a:pt x="11126" y="1019"/>
                          <a:pt x="10487" y="411"/>
                        </a:cubicBezTo>
                        <a:cubicBezTo>
                          <a:pt x="10177" y="130"/>
                          <a:pt x="7920" y="0"/>
                          <a:pt x="56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53"/>
                  <p:cNvSpPr/>
                  <p:nvPr/>
                </p:nvSpPr>
                <p:spPr>
                  <a:xfrm>
                    <a:off x="10225375" y="1203950"/>
                    <a:ext cx="19025" cy="859475"/>
                  </a:xfrm>
                  <a:custGeom>
                    <a:avLst/>
                    <a:gdLst/>
                    <a:ahLst/>
                    <a:cxnLst/>
                    <a:rect l="l" t="t" r="r" b="b"/>
                    <a:pathLst>
                      <a:path w="761" h="34379" extrusionOk="0">
                        <a:moveTo>
                          <a:pt x="1" y="1"/>
                        </a:moveTo>
                        <a:lnTo>
                          <a:pt x="1" y="34378"/>
                        </a:lnTo>
                        <a:lnTo>
                          <a:pt x="761" y="34378"/>
                        </a:lnTo>
                        <a:lnTo>
                          <a:pt x="76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53"/>
                  <p:cNvSpPr/>
                  <p:nvPr/>
                </p:nvSpPr>
                <p:spPr>
                  <a:xfrm>
                    <a:off x="10093925" y="1314225"/>
                    <a:ext cx="278150" cy="514575"/>
                  </a:xfrm>
                  <a:custGeom>
                    <a:avLst/>
                    <a:gdLst/>
                    <a:ahLst/>
                    <a:cxnLst/>
                    <a:rect l="l" t="t" r="r" b="b"/>
                    <a:pathLst>
                      <a:path w="11126" h="20583" extrusionOk="0">
                        <a:moveTo>
                          <a:pt x="5551" y="1"/>
                        </a:moveTo>
                        <a:cubicBezTo>
                          <a:pt x="3179" y="1"/>
                          <a:pt x="808" y="145"/>
                          <a:pt x="608" y="423"/>
                        </a:cubicBezTo>
                        <a:cubicBezTo>
                          <a:pt x="243" y="939"/>
                          <a:pt x="0" y="19541"/>
                          <a:pt x="608" y="20149"/>
                        </a:cubicBezTo>
                        <a:cubicBezTo>
                          <a:pt x="904" y="20445"/>
                          <a:pt x="3102" y="20583"/>
                          <a:pt x="5354" y="20583"/>
                        </a:cubicBezTo>
                        <a:cubicBezTo>
                          <a:pt x="7727" y="20583"/>
                          <a:pt x="10159" y="20430"/>
                          <a:pt x="10487" y="20149"/>
                        </a:cubicBezTo>
                        <a:cubicBezTo>
                          <a:pt x="11125" y="19572"/>
                          <a:pt x="11125" y="1000"/>
                          <a:pt x="10487" y="423"/>
                        </a:cubicBezTo>
                        <a:cubicBezTo>
                          <a:pt x="10172" y="138"/>
                          <a:pt x="7860" y="1"/>
                          <a:pt x="5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53"/>
                  <p:cNvSpPr/>
                  <p:nvPr/>
                </p:nvSpPr>
                <p:spPr>
                  <a:xfrm>
                    <a:off x="12347000" y="975225"/>
                    <a:ext cx="19025" cy="969650"/>
                  </a:xfrm>
                  <a:custGeom>
                    <a:avLst/>
                    <a:gdLst/>
                    <a:ahLst/>
                    <a:cxnLst/>
                    <a:rect l="l" t="t" r="r" b="b"/>
                    <a:pathLst>
                      <a:path w="761" h="38786" extrusionOk="0">
                        <a:moveTo>
                          <a:pt x="1" y="1"/>
                        </a:moveTo>
                        <a:lnTo>
                          <a:pt x="1" y="38785"/>
                        </a:lnTo>
                        <a:lnTo>
                          <a:pt x="760" y="38785"/>
                        </a:lnTo>
                        <a:lnTo>
                          <a:pt x="760"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53"/>
                  <p:cNvSpPr/>
                  <p:nvPr/>
                </p:nvSpPr>
                <p:spPr>
                  <a:xfrm>
                    <a:off x="12217050" y="1033075"/>
                    <a:ext cx="277400" cy="676700"/>
                  </a:xfrm>
                  <a:custGeom>
                    <a:avLst/>
                    <a:gdLst/>
                    <a:ahLst/>
                    <a:cxnLst/>
                    <a:rect l="l" t="t" r="r" b="b"/>
                    <a:pathLst>
                      <a:path w="11096" h="27068" extrusionOk="0">
                        <a:moveTo>
                          <a:pt x="5541" y="0"/>
                        </a:moveTo>
                        <a:cubicBezTo>
                          <a:pt x="3164" y="0"/>
                          <a:pt x="794" y="145"/>
                          <a:pt x="609" y="422"/>
                        </a:cubicBezTo>
                        <a:cubicBezTo>
                          <a:pt x="214" y="939"/>
                          <a:pt x="1" y="26015"/>
                          <a:pt x="609" y="26623"/>
                        </a:cubicBezTo>
                        <a:cubicBezTo>
                          <a:pt x="909" y="26923"/>
                          <a:pt x="3164" y="27068"/>
                          <a:pt x="5448" y="27068"/>
                        </a:cubicBezTo>
                        <a:cubicBezTo>
                          <a:pt x="7791" y="27068"/>
                          <a:pt x="10164" y="26916"/>
                          <a:pt x="10487" y="26623"/>
                        </a:cubicBezTo>
                        <a:cubicBezTo>
                          <a:pt x="11095" y="26076"/>
                          <a:pt x="11095" y="1000"/>
                          <a:pt x="10487" y="422"/>
                        </a:cubicBezTo>
                        <a:cubicBezTo>
                          <a:pt x="10173" y="137"/>
                          <a:pt x="7854" y="0"/>
                          <a:pt x="55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80" name="Google Shape;1980;p53"/>
                <p:cNvSpPr/>
                <p:nvPr/>
              </p:nvSpPr>
              <p:spPr>
                <a:xfrm flipH="1">
                  <a:off x="10404725" y="2468400"/>
                  <a:ext cx="58525" cy="86675"/>
                </a:xfrm>
                <a:custGeom>
                  <a:avLst/>
                  <a:gdLst/>
                  <a:ahLst/>
                  <a:cxnLst/>
                  <a:rect l="l" t="t" r="r" b="b"/>
                  <a:pathLst>
                    <a:path w="2341" h="3467" extrusionOk="0">
                      <a:moveTo>
                        <a:pt x="1186" y="1"/>
                      </a:moveTo>
                      <a:cubicBezTo>
                        <a:pt x="821" y="1"/>
                        <a:pt x="517" y="92"/>
                        <a:pt x="335" y="275"/>
                      </a:cubicBezTo>
                      <a:cubicBezTo>
                        <a:pt x="122" y="427"/>
                        <a:pt x="0" y="670"/>
                        <a:pt x="0" y="974"/>
                      </a:cubicBezTo>
                      <a:cubicBezTo>
                        <a:pt x="0" y="1217"/>
                        <a:pt x="91" y="1399"/>
                        <a:pt x="243" y="1551"/>
                      </a:cubicBezTo>
                      <a:cubicBezTo>
                        <a:pt x="395" y="1703"/>
                        <a:pt x="639" y="1794"/>
                        <a:pt x="973" y="1885"/>
                      </a:cubicBezTo>
                      <a:lnTo>
                        <a:pt x="1247" y="1916"/>
                      </a:lnTo>
                      <a:cubicBezTo>
                        <a:pt x="1459" y="1977"/>
                        <a:pt x="1642" y="2037"/>
                        <a:pt x="1733" y="2129"/>
                      </a:cubicBezTo>
                      <a:cubicBezTo>
                        <a:pt x="1824" y="2220"/>
                        <a:pt x="1885" y="2341"/>
                        <a:pt x="1885" y="2524"/>
                      </a:cubicBezTo>
                      <a:cubicBezTo>
                        <a:pt x="1885" y="2706"/>
                        <a:pt x="1824" y="2858"/>
                        <a:pt x="1672" y="2949"/>
                      </a:cubicBezTo>
                      <a:cubicBezTo>
                        <a:pt x="1550" y="3041"/>
                        <a:pt x="1338" y="3101"/>
                        <a:pt x="1095" y="3101"/>
                      </a:cubicBezTo>
                      <a:cubicBezTo>
                        <a:pt x="912" y="3101"/>
                        <a:pt x="730" y="3071"/>
                        <a:pt x="578" y="3010"/>
                      </a:cubicBezTo>
                      <a:cubicBezTo>
                        <a:pt x="395" y="2980"/>
                        <a:pt x="213" y="2889"/>
                        <a:pt x="31" y="2797"/>
                      </a:cubicBezTo>
                      <a:lnTo>
                        <a:pt x="31" y="3253"/>
                      </a:lnTo>
                      <a:cubicBezTo>
                        <a:pt x="213" y="3314"/>
                        <a:pt x="395" y="3375"/>
                        <a:pt x="578" y="3405"/>
                      </a:cubicBezTo>
                      <a:cubicBezTo>
                        <a:pt x="760" y="3436"/>
                        <a:pt x="912" y="3466"/>
                        <a:pt x="1095" y="3466"/>
                      </a:cubicBezTo>
                      <a:cubicBezTo>
                        <a:pt x="1490" y="3466"/>
                        <a:pt x="1824" y="3375"/>
                        <a:pt x="2037" y="3223"/>
                      </a:cubicBezTo>
                      <a:cubicBezTo>
                        <a:pt x="2250" y="3041"/>
                        <a:pt x="2341" y="2797"/>
                        <a:pt x="2341" y="2493"/>
                      </a:cubicBezTo>
                      <a:cubicBezTo>
                        <a:pt x="2341" y="2220"/>
                        <a:pt x="2280" y="2007"/>
                        <a:pt x="2128" y="1825"/>
                      </a:cubicBezTo>
                      <a:cubicBezTo>
                        <a:pt x="1946" y="1673"/>
                        <a:pt x="1702" y="1551"/>
                        <a:pt x="1368" y="1490"/>
                      </a:cubicBezTo>
                      <a:lnTo>
                        <a:pt x="1095" y="1430"/>
                      </a:lnTo>
                      <a:cubicBezTo>
                        <a:pt x="851" y="1399"/>
                        <a:pt x="699" y="1338"/>
                        <a:pt x="608" y="1247"/>
                      </a:cubicBezTo>
                      <a:cubicBezTo>
                        <a:pt x="517" y="1186"/>
                        <a:pt x="456" y="1065"/>
                        <a:pt x="456" y="913"/>
                      </a:cubicBezTo>
                      <a:cubicBezTo>
                        <a:pt x="456" y="761"/>
                        <a:pt x="547" y="609"/>
                        <a:pt x="669" y="518"/>
                      </a:cubicBezTo>
                      <a:cubicBezTo>
                        <a:pt x="791" y="427"/>
                        <a:pt x="973" y="366"/>
                        <a:pt x="1247" y="366"/>
                      </a:cubicBezTo>
                      <a:cubicBezTo>
                        <a:pt x="1368" y="366"/>
                        <a:pt x="1520" y="396"/>
                        <a:pt x="1672" y="427"/>
                      </a:cubicBezTo>
                      <a:cubicBezTo>
                        <a:pt x="1824" y="487"/>
                        <a:pt x="1976" y="548"/>
                        <a:pt x="2158" y="609"/>
                      </a:cubicBezTo>
                      <a:lnTo>
                        <a:pt x="2158" y="183"/>
                      </a:lnTo>
                      <a:cubicBezTo>
                        <a:pt x="1976" y="123"/>
                        <a:pt x="1824" y="92"/>
                        <a:pt x="1672" y="62"/>
                      </a:cubicBezTo>
                      <a:cubicBezTo>
                        <a:pt x="1490" y="31"/>
                        <a:pt x="1338" y="1"/>
                        <a:pt x="11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53"/>
                <p:cNvSpPr/>
                <p:nvPr/>
              </p:nvSpPr>
              <p:spPr>
                <a:xfrm flipH="1">
                  <a:off x="10333300" y="2469925"/>
                  <a:ext cx="53200" cy="83625"/>
                </a:xfrm>
                <a:custGeom>
                  <a:avLst/>
                  <a:gdLst/>
                  <a:ahLst/>
                  <a:cxnLst/>
                  <a:rect l="l" t="t" r="r" b="b"/>
                  <a:pathLst>
                    <a:path w="2128" h="3345" extrusionOk="0">
                      <a:moveTo>
                        <a:pt x="0" y="1"/>
                      </a:moveTo>
                      <a:lnTo>
                        <a:pt x="0" y="3344"/>
                      </a:lnTo>
                      <a:lnTo>
                        <a:pt x="2128" y="3344"/>
                      </a:lnTo>
                      <a:lnTo>
                        <a:pt x="2128" y="2949"/>
                      </a:lnTo>
                      <a:lnTo>
                        <a:pt x="426" y="2949"/>
                      </a:lnTo>
                      <a:lnTo>
                        <a:pt x="426" y="1764"/>
                      </a:lnTo>
                      <a:lnTo>
                        <a:pt x="2006" y="1764"/>
                      </a:lnTo>
                      <a:lnTo>
                        <a:pt x="2006" y="1369"/>
                      </a:lnTo>
                      <a:lnTo>
                        <a:pt x="426" y="1369"/>
                      </a:lnTo>
                      <a:lnTo>
                        <a:pt x="426" y="396"/>
                      </a:lnTo>
                      <a:lnTo>
                        <a:pt x="2098" y="396"/>
                      </a:lnTo>
                      <a:lnTo>
                        <a:pt x="20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53"/>
                <p:cNvSpPr/>
                <p:nvPr/>
              </p:nvSpPr>
              <p:spPr>
                <a:xfrm flipH="1">
                  <a:off x="10263375" y="2469925"/>
                  <a:ext cx="51700" cy="83625"/>
                </a:xfrm>
                <a:custGeom>
                  <a:avLst/>
                  <a:gdLst/>
                  <a:ahLst/>
                  <a:cxnLst/>
                  <a:rect l="l" t="t" r="r" b="b"/>
                  <a:pathLst>
                    <a:path w="2068" h="3345" extrusionOk="0">
                      <a:moveTo>
                        <a:pt x="0" y="1"/>
                      </a:moveTo>
                      <a:lnTo>
                        <a:pt x="0" y="3344"/>
                      </a:lnTo>
                      <a:lnTo>
                        <a:pt x="2067" y="3344"/>
                      </a:lnTo>
                      <a:lnTo>
                        <a:pt x="2067" y="2949"/>
                      </a:lnTo>
                      <a:lnTo>
                        <a:pt x="456" y="2949"/>
                      </a:lnTo>
                      <a:lnTo>
                        <a:pt x="4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53"/>
                <p:cNvSpPr/>
                <p:nvPr/>
              </p:nvSpPr>
              <p:spPr>
                <a:xfrm flipH="1">
                  <a:off x="10199550" y="2469925"/>
                  <a:ext cx="51700" cy="83625"/>
                </a:xfrm>
                <a:custGeom>
                  <a:avLst/>
                  <a:gdLst/>
                  <a:ahLst/>
                  <a:cxnLst/>
                  <a:rect l="l" t="t" r="r" b="b"/>
                  <a:pathLst>
                    <a:path w="2068" h="3345" extrusionOk="0">
                      <a:moveTo>
                        <a:pt x="1" y="1"/>
                      </a:moveTo>
                      <a:lnTo>
                        <a:pt x="1" y="3344"/>
                      </a:lnTo>
                      <a:lnTo>
                        <a:pt x="2068" y="3344"/>
                      </a:lnTo>
                      <a:lnTo>
                        <a:pt x="2068" y="2949"/>
                      </a:lnTo>
                      <a:lnTo>
                        <a:pt x="457" y="2949"/>
                      </a:lnTo>
                      <a:lnTo>
                        <a:pt x="4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4" name="Google Shape;1984;p53"/>
              <p:cNvGrpSpPr/>
              <p:nvPr/>
            </p:nvGrpSpPr>
            <p:grpSpPr>
              <a:xfrm>
                <a:off x="3154502" y="2134187"/>
                <a:ext cx="65580" cy="54769"/>
                <a:chOff x="2769777" y="3105337"/>
                <a:chExt cx="65580" cy="54769"/>
              </a:xfrm>
            </p:grpSpPr>
            <p:sp>
              <p:nvSpPr>
                <p:cNvPr id="1985" name="Google Shape;1985;p53"/>
                <p:cNvSpPr/>
                <p:nvPr/>
              </p:nvSpPr>
              <p:spPr>
                <a:xfrm>
                  <a:off x="2769777" y="3105337"/>
                  <a:ext cx="65580" cy="54769"/>
                </a:xfrm>
                <a:custGeom>
                  <a:avLst/>
                  <a:gdLst/>
                  <a:ahLst/>
                  <a:cxnLst/>
                  <a:rect l="l" t="t" r="r" b="b"/>
                  <a:pathLst>
                    <a:path w="4865" h="4063" extrusionOk="0">
                      <a:moveTo>
                        <a:pt x="2462" y="0"/>
                      </a:moveTo>
                      <a:cubicBezTo>
                        <a:pt x="1550" y="0"/>
                        <a:pt x="654" y="461"/>
                        <a:pt x="396" y="1415"/>
                      </a:cubicBezTo>
                      <a:cubicBezTo>
                        <a:pt x="1" y="2661"/>
                        <a:pt x="913" y="3998"/>
                        <a:pt x="2250" y="4059"/>
                      </a:cubicBezTo>
                      <a:cubicBezTo>
                        <a:pt x="2295" y="4061"/>
                        <a:pt x="2340" y="4062"/>
                        <a:pt x="2385" y="4062"/>
                      </a:cubicBezTo>
                      <a:cubicBezTo>
                        <a:pt x="3076" y="4062"/>
                        <a:pt x="3800" y="3841"/>
                        <a:pt x="4256" y="3299"/>
                      </a:cubicBezTo>
                      <a:cubicBezTo>
                        <a:pt x="4743" y="2813"/>
                        <a:pt x="4864" y="2023"/>
                        <a:pt x="4591" y="1324"/>
                      </a:cubicBezTo>
                      <a:cubicBezTo>
                        <a:pt x="4439" y="959"/>
                        <a:pt x="4226" y="594"/>
                        <a:pt x="3831" y="381"/>
                      </a:cubicBezTo>
                      <a:cubicBezTo>
                        <a:pt x="3431" y="129"/>
                        <a:pt x="2944" y="0"/>
                        <a:pt x="2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53"/>
                <p:cNvSpPr/>
                <p:nvPr/>
              </p:nvSpPr>
              <p:spPr>
                <a:xfrm>
                  <a:off x="2788633" y="3121026"/>
                  <a:ext cx="28685" cy="24291"/>
                </a:xfrm>
                <a:custGeom>
                  <a:avLst/>
                  <a:gdLst/>
                  <a:ahLst/>
                  <a:cxnLst/>
                  <a:rect l="l" t="t" r="r" b="b"/>
                  <a:pathLst>
                    <a:path w="2128" h="1802" extrusionOk="0">
                      <a:moveTo>
                        <a:pt x="1075" y="1"/>
                      </a:moveTo>
                      <a:cubicBezTo>
                        <a:pt x="679" y="1"/>
                        <a:pt x="292" y="197"/>
                        <a:pt x="152" y="616"/>
                      </a:cubicBezTo>
                      <a:cubicBezTo>
                        <a:pt x="0" y="1193"/>
                        <a:pt x="395" y="1771"/>
                        <a:pt x="942" y="1801"/>
                      </a:cubicBezTo>
                      <a:cubicBezTo>
                        <a:pt x="1246" y="1801"/>
                        <a:pt x="1641" y="1710"/>
                        <a:pt x="1824" y="1467"/>
                      </a:cubicBezTo>
                      <a:cubicBezTo>
                        <a:pt x="2097" y="1224"/>
                        <a:pt x="2128" y="889"/>
                        <a:pt x="2037" y="585"/>
                      </a:cubicBezTo>
                      <a:cubicBezTo>
                        <a:pt x="1945" y="433"/>
                        <a:pt x="1824" y="281"/>
                        <a:pt x="1672" y="160"/>
                      </a:cubicBezTo>
                      <a:cubicBezTo>
                        <a:pt x="1494" y="55"/>
                        <a:pt x="1283" y="1"/>
                        <a:pt x="10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87" name="Google Shape;1987;p53"/>
              <p:cNvSpPr/>
              <p:nvPr/>
            </p:nvSpPr>
            <p:spPr>
              <a:xfrm>
                <a:off x="2781663" y="2107015"/>
                <a:ext cx="65149" cy="54783"/>
              </a:xfrm>
              <a:custGeom>
                <a:avLst/>
                <a:gdLst/>
                <a:ahLst/>
                <a:cxnLst/>
                <a:rect l="l" t="t" r="r" b="b"/>
                <a:pathLst>
                  <a:path w="4833" h="4064" extrusionOk="0">
                    <a:moveTo>
                      <a:pt x="2470" y="0"/>
                    </a:moveTo>
                    <a:cubicBezTo>
                      <a:pt x="1558" y="0"/>
                      <a:pt x="673" y="454"/>
                      <a:pt x="395" y="1386"/>
                    </a:cubicBezTo>
                    <a:cubicBezTo>
                      <a:pt x="0" y="2662"/>
                      <a:pt x="912" y="3969"/>
                      <a:pt x="2249" y="4060"/>
                    </a:cubicBezTo>
                    <a:cubicBezTo>
                      <a:pt x="2294" y="4062"/>
                      <a:pt x="2339" y="4063"/>
                      <a:pt x="2385" y="4063"/>
                    </a:cubicBezTo>
                    <a:cubicBezTo>
                      <a:pt x="3075" y="4063"/>
                      <a:pt x="3799" y="3843"/>
                      <a:pt x="4255" y="3301"/>
                    </a:cubicBezTo>
                    <a:cubicBezTo>
                      <a:pt x="4711" y="2814"/>
                      <a:pt x="4833" y="1994"/>
                      <a:pt x="4620" y="1325"/>
                    </a:cubicBezTo>
                    <a:cubicBezTo>
                      <a:pt x="4468" y="930"/>
                      <a:pt x="4225" y="595"/>
                      <a:pt x="3860" y="383"/>
                    </a:cubicBezTo>
                    <a:cubicBezTo>
                      <a:pt x="3448" y="129"/>
                      <a:pt x="2955" y="0"/>
                      <a:pt x="24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53"/>
              <p:cNvSpPr/>
              <p:nvPr/>
            </p:nvSpPr>
            <p:spPr>
              <a:xfrm>
                <a:off x="2929135" y="2247255"/>
                <a:ext cx="28699" cy="24291"/>
              </a:xfrm>
              <a:custGeom>
                <a:avLst/>
                <a:gdLst/>
                <a:ahLst/>
                <a:cxnLst/>
                <a:rect l="l" t="t" r="r" b="b"/>
                <a:pathLst>
                  <a:path w="2129" h="1802" extrusionOk="0">
                    <a:moveTo>
                      <a:pt x="1055" y="1"/>
                    </a:moveTo>
                    <a:cubicBezTo>
                      <a:pt x="653" y="1"/>
                      <a:pt x="272" y="197"/>
                      <a:pt x="153" y="616"/>
                    </a:cubicBezTo>
                    <a:cubicBezTo>
                      <a:pt x="1" y="1193"/>
                      <a:pt x="365" y="1740"/>
                      <a:pt x="943" y="1801"/>
                    </a:cubicBezTo>
                    <a:cubicBezTo>
                      <a:pt x="1247" y="1801"/>
                      <a:pt x="1612" y="1710"/>
                      <a:pt x="1824" y="1436"/>
                    </a:cubicBezTo>
                    <a:cubicBezTo>
                      <a:pt x="2037" y="1224"/>
                      <a:pt x="2128" y="889"/>
                      <a:pt x="2007" y="585"/>
                    </a:cubicBezTo>
                    <a:cubicBezTo>
                      <a:pt x="1916" y="433"/>
                      <a:pt x="1824" y="281"/>
                      <a:pt x="1672" y="160"/>
                    </a:cubicBezTo>
                    <a:cubicBezTo>
                      <a:pt x="1484" y="55"/>
                      <a:pt x="1267"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53"/>
              <p:cNvSpPr/>
              <p:nvPr/>
            </p:nvSpPr>
            <p:spPr>
              <a:xfrm>
                <a:off x="2799895" y="2122263"/>
                <a:ext cx="28685" cy="24291"/>
              </a:xfrm>
              <a:custGeom>
                <a:avLst/>
                <a:gdLst/>
                <a:ahLst/>
                <a:cxnLst/>
                <a:rect l="l" t="t" r="r" b="b"/>
                <a:pathLst>
                  <a:path w="2128" h="1802" extrusionOk="0">
                    <a:moveTo>
                      <a:pt x="1075" y="1"/>
                    </a:moveTo>
                    <a:cubicBezTo>
                      <a:pt x="679" y="1"/>
                      <a:pt x="292" y="197"/>
                      <a:pt x="152" y="616"/>
                    </a:cubicBezTo>
                    <a:cubicBezTo>
                      <a:pt x="0" y="1193"/>
                      <a:pt x="395" y="1771"/>
                      <a:pt x="942" y="1801"/>
                    </a:cubicBezTo>
                    <a:cubicBezTo>
                      <a:pt x="1246" y="1801"/>
                      <a:pt x="1641" y="1710"/>
                      <a:pt x="1824" y="1467"/>
                    </a:cubicBezTo>
                    <a:cubicBezTo>
                      <a:pt x="2097" y="1224"/>
                      <a:pt x="2128" y="889"/>
                      <a:pt x="2037" y="585"/>
                    </a:cubicBezTo>
                    <a:cubicBezTo>
                      <a:pt x="1945" y="433"/>
                      <a:pt x="1824" y="281"/>
                      <a:pt x="1672" y="160"/>
                    </a:cubicBezTo>
                    <a:cubicBezTo>
                      <a:pt x="1494" y="55"/>
                      <a:pt x="1283" y="1"/>
                      <a:pt x="10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0" name="Google Shape;1990;p53"/>
            <p:cNvGrpSpPr/>
            <p:nvPr/>
          </p:nvGrpSpPr>
          <p:grpSpPr>
            <a:xfrm>
              <a:off x="2320698" y="2022815"/>
              <a:ext cx="88892" cy="75214"/>
              <a:chOff x="11885750" y="1987725"/>
              <a:chExt cx="120075" cy="101600"/>
            </a:xfrm>
          </p:grpSpPr>
          <p:sp>
            <p:nvSpPr>
              <p:cNvPr id="1991" name="Google Shape;1991;p53"/>
              <p:cNvSpPr/>
              <p:nvPr/>
            </p:nvSpPr>
            <p:spPr>
              <a:xfrm>
                <a:off x="11885750" y="1987725"/>
                <a:ext cx="120075" cy="101600"/>
              </a:xfrm>
              <a:custGeom>
                <a:avLst/>
                <a:gdLst/>
                <a:ahLst/>
                <a:cxnLst/>
                <a:rect l="l" t="t" r="r" b="b"/>
                <a:pathLst>
                  <a:path w="4803" h="4064" extrusionOk="0">
                    <a:moveTo>
                      <a:pt x="2440" y="0"/>
                    </a:moveTo>
                    <a:cubicBezTo>
                      <a:pt x="1528" y="0"/>
                      <a:pt x="643" y="454"/>
                      <a:pt x="365" y="1386"/>
                    </a:cubicBezTo>
                    <a:cubicBezTo>
                      <a:pt x="0" y="2662"/>
                      <a:pt x="912" y="4000"/>
                      <a:pt x="2219" y="4061"/>
                    </a:cubicBezTo>
                    <a:cubicBezTo>
                      <a:pt x="2264" y="4062"/>
                      <a:pt x="2309" y="4063"/>
                      <a:pt x="2355" y="4063"/>
                    </a:cubicBezTo>
                    <a:cubicBezTo>
                      <a:pt x="3045" y="4063"/>
                      <a:pt x="3771" y="3843"/>
                      <a:pt x="4256" y="3301"/>
                    </a:cubicBezTo>
                    <a:cubicBezTo>
                      <a:pt x="4681" y="2784"/>
                      <a:pt x="4803" y="1963"/>
                      <a:pt x="4590" y="1325"/>
                    </a:cubicBezTo>
                    <a:cubicBezTo>
                      <a:pt x="4438" y="930"/>
                      <a:pt x="4195" y="595"/>
                      <a:pt x="3830" y="383"/>
                    </a:cubicBezTo>
                    <a:cubicBezTo>
                      <a:pt x="3418" y="129"/>
                      <a:pt x="2925"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53"/>
              <p:cNvSpPr/>
              <p:nvPr/>
            </p:nvSpPr>
            <p:spPr>
              <a:xfrm>
                <a:off x="11920700" y="2016100"/>
                <a:ext cx="52450" cy="44275"/>
              </a:xfrm>
              <a:custGeom>
                <a:avLst/>
                <a:gdLst/>
                <a:ahLst/>
                <a:cxnLst/>
                <a:rect l="l" t="t" r="r" b="b"/>
                <a:pathLst>
                  <a:path w="2098" h="1771" extrusionOk="0">
                    <a:moveTo>
                      <a:pt x="1055" y="1"/>
                    </a:moveTo>
                    <a:cubicBezTo>
                      <a:pt x="653" y="1"/>
                      <a:pt x="272" y="197"/>
                      <a:pt x="153" y="616"/>
                    </a:cubicBezTo>
                    <a:cubicBezTo>
                      <a:pt x="1" y="1193"/>
                      <a:pt x="365" y="1740"/>
                      <a:pt x="943" y="1771"/>
                    </a:cubicBezTo>
                    <a:cubicBezTo>
                      <a:pt x="1247" y="1771"/>
                      <a:pt x="1612" y="1710"/>
                      <a:pt x="1824" y="1436"/>
                    </a:cubicBezTo>
                    <a:cubicBezTo>
                      <a:pt x="2037" y="1223"/>
                      <a:pt x="2098" y="889"/>
                      <a:pt x="2007" y="585"/>
                    </a:cubicBezTo>
                    <a:cubicBezTo>
                      <a:pt x="1946" y="403"/>
                      <a:pt x="1824" y="251"/>
                      <a:pt x="1672" y="160"/>
                    </a:cubicBezTo>
                    <a:cubicBezTo>
                      <a:pt x="1484" y="55"/>
                      <a:pt x="1267"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93" name="Google Shape;1993;p53"/>
          <p:cNvSpPr/>
          <p:nvPr/>
        </p:nvSpPr>
        <p:spPr>
          <a:xfrm flipH="1">
            <a:off x="6457723" y="3893382"/>
            <a:ext cx="27472" cy="24601"/>
          </a:xfrm>
          <a:custGeom>
            <a:avLst/>
            <a:gdLst/>
            <a:ahLst/>
            <a:cxnLst/>
            <a:rect l="l" t="t" r="r" b="b"/>
            <a:pathLst>
              <a:path w="2038" h="1825" extrusionOk="0">
                <a:moveTo>
                  <a:pt x="1399" y="0"/>
                </a:moveTo>
                <a:lnTo>
                  <a:pt x="943" y="882"/>
                </a:lnTo>
                <a:lnTo>
                  <a:pt x="1" y="1064"/>
                </a:lnTo>
                <a:lnTo>
                  <a:pt x="183" y="1824"/>
                </a:lnTo>
                <a:lnTo>
                  <a:pt x="1490" y="1520"/>
                </a:lnTo>
                <a:lnTo>
                  <a:pt x="2037" y="335"/>
                </a:lnTo>
                <a:lnTo>
                  <a:pt x="1399"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53"/>
          <p:cNvSpPr/>
          <p:nvPr/>
        </p:nvSpPr>
        <p:spPr>
          <a:xfrm flipH="1">
            <a:off x="7593392" y="2290053"/>
            <a:ext cx="48165" cy="48178"/>
          </a:xfrm>
          <a:custGeom>
            <a:avLst/>
            <a:gdLst/>
            <a:ahLst/>
            <a:cxnLst/>
            <a:rect l="l" t="t" r="r" b="b"/>
            <a:pathLst>
              <a:path w="3800" h="3801" extrusionOk="0">
                <a:moveTo>
                  <a:pt x="1967" y="0"/>
                </a:moveTo>
                <a:cubicBezTo>
                  <a:pt x="1950" y="0"/>
                  <a:pt x="1932" y="1"/>
                  <a:pt x="1915" y="1"/>
                </a:cubicBezTo>
                <a:cubicBezTo>
                  <a:pt x="882" y="1"/>
                  <a:pt x="0" y="883"/>
                  <a:pt x="0" y="1886"/>
                </a:cubicBezTo>
                <a:cubicBezTo>
                  <a:pt x="0" y="2919"/>
                  <a:pt x="851" y="3801"/>
                  <a:pt x="1915" y="3801"/>
                </a:cubicBezTo>
                <a:cubicBezTo>
                  <a:pt x="2918" y="3801"/>
                  <a:pt x="3800" y="2950"/>
                  <a:pt x="3800" y="1886"/>
                </a:cubicBezTo>
                <a:cubicBezTo>
                  <a:pt x="3800" y="840"/>
                  <a:pt x="2948" y="0"/>
                  <a:pt x="1967"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5" name="Google Shape;1995;p53"/>
          <p:cNvGrpSpPr/>
          <p:nvPr/>
        </p:nvGrpSpPr>
        <p:grpSpPr>
          <a:xfrm>
            <a:off x="5234004" y="2848964"/>
            <a:ext cx="1920174" cy="917708"/>
            <a:chOff x="1993871" y="2848964"/>
            <a:chExt cx="1920174" cy="917708"/>
          </a:xfrm>
        </p:grpSpPr>
        <p:sp>
          <p:nvSpPr>
            <p:cNvPr id="1996" name="Google Shape;1996;p53"/>
            <p:cNvSpPr/>
            <p:nvPr/>
          </p:nvSpPr>
          <p:spPr>
            <a:xfrm>
              <a:off x="2600302" y="3110310"/>
              <a:ext cx="45899" cy="46304"/>
            </a:xfrm>
            <a:custGeom>
              <a:avLst/>
              <a:gdLst/>
              <a:ahLst/>
              <a:cxnLst/>
              <a:rect l="l" t="t" r="r" b="b"/>
              <a:pathLst>
                <a:path w="3405" h="3435" extrusionOk="0">
                  <a:moveTo>
                    <a:pt x="1702" y="0"/>
                  </a:moveTo>
                  <a:cubicBezTo>
                    <a:pt x="760" y="0"/>
                    <a:pt x="0" y="791"/>
                    <a:pt x="0" y="1733"/>
                  </a:cubicBezTo>
                  <a:cubicBezTo>
                    <a:pt x="0" y="2675"/>
                    <a:pt x="760" y="3435"/>
                    <a:pt x="1702" y="3435"/>
                  </a:cubicBezTo>
                  <a:cubicBezTo>
                    <a:pt x="2645" y="3435"/>
                    <a:pt x="3405" y="2675"/>
                    <a:pt x="3405" y="1733"/>
                  </a:cubicBezTo>
                  <a:cubicBezTo>
                    <a:pt x="3405" y="791"/>
                    <a:pt x="2645" y="0"/>
                    <a:pt x="1702"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7" name="Google Shape;1997;p53"/>
            <p:cNvGrpSpPr/>
            <p:nvPr/>
          </p:nvGrpSpPr>
          <p:grpSpPr>
            <a:xfrm>
              <a:off x="1993871" y="2848964"/>
              <a:ext cx="1920174" cy="917708"/>
              <a:chOff x="10879650" y="3286825"/>
              <a:chExt cx="3787325" cy="1810075"/>
            </a:xfrm>
          </p:grpSpPr>
          <p:grpSp>
            <p:nvGrpSpPr>
              <p:cNvPr id="1998" name="Google Shape;1998;p53"/>
              <p:cNvGrpSpPr/>
              <p:nvPr/>
            </p:nvGrpSpPr>
            <p:grpSpPr>
              <a:xfrm>
                <a:off x="10879650" y="3286825"/>
                <a:ext cx="3787325" cy="1810075"/>
                <a:chOff x="10879650" y="3286825"/>
                <a:chExt cx="3787325" cy="1810075"/>
              </a:xfrm>
            </p:grpSpPr>
            <p:sp>
              <p:nvSpPr>
                <p:cNvPr id="1999" name="Google Shape;1999;p53"/>
                <p:cNvSpPr/>
                <p:nvPr/>
              </p:nvSpPr>
              <p:spPr>
                <a:xfrm>
                  <a:off x="10944250" y="3882575"/>
                  <a:ext cx="1110225" cy="718100"/>
                </a:xfrm>
                <a:custGeom>
                  <a:avLst/>
                  <a:gdLst/>
                  <a:ahLst/>
                  <a:cxnLst/>
                  <a:rect l="l" t="t" r="r" b="b"/>
                  <a:pathLst>
                    <a:path w="44409" h="28724" extrusionOk="0">
                      <a:moveTo>
                        <a:pt x="44256" y="0"/>
                      </a:moveTo>
                      <a:lnTo>
                        <a:pt x="42098" y="486"/>
                      </a:lnTo>
                      <a:lnTo>
                        <a:pt x="42250" y="1216"/>
                      </a:lnTo>
                      <a:lnTo>
                        <a:pt x="44408" y="730"/>
                      </a:lnTo>
                      <a:lnTo>
                        <a:pt x="44256" y="0"/>
                      </a:lnTo>
                      <a:close/>
                      <a:moveTo>
                        <a:pt x="40274" y="912"/>
                      </a:moveTo>
                      <a:lnTo>
                        <a:pt x="38086" y="1398"/>
                      </a:lnTo>
                      <a:lnTo>
                        <a:pt x="38268" y="2128"/>
                      </a:lnTo>
                      <a:lnTo>
                        <a:pt x="40426" y="1641"/>
                      </a:lnTo>
                      <a:lnTo>
                        <a:pt x="40274" y="912"/>
                      </a:lnTo>
                      <a:close/>
                      <a:moveTo>
                        <a:pt x="36323" y="1824"/>
                      </a:moveTo>
                      <a:lnTo>
                        <a:pt x="34165" y="2310"/>
                      </a:lnTo>
                      <a:lnTo>
                        <a:pt x="34317" y="3040"/>
                      </a:lnTo>
                      <a:lnTo>
                        <a:pt x="36475" y="2553"/>
                      </a:lnTo>
                      <a:lnTo>
                        <a:pt x="36323" y="1824"/>
                      </a:lnTo>
                      <a:close/>
                      <a:moveTo>
                        <a:pt x="32341" y="2766"/>
                      </a:moveTo>
                      <a:lnTo>
                        <a:pt x="30153" y="3283"/>
                      </a:lnTo>
                      <a:lnTo>
                        <a:pt x="30305" y="3982"/>
                      </a:lnTo>
                      <a:lnTo>
                        <a:pt x="32493" y="3496"/>
                      </a:lnTo>
                      <a:lnTo>
                        <a:pt x="32341" y="2766"/>
                      </a:lnTo>
                      <a:close/>
                      <a:moveTo>
                        <a:pt x="28329" y="3648"/>
                      </a:moveTo>
                      <a:lnTo>
                        <a:pt x="26931" y="3982"/>
                      </a:lnTo>
                      <a:lnTo>
                        <a:pt x="26323" y="4894"/>
                      </a:lnTo>
                      <a:lnTo>
                        <a:pt x="26961" y="5319"/>
                      </a:lnTo>
                      <a:lnTo>
                        <a:pt x="27387" y="4651"/>
                      </a:lnTo>
                      <a:lnTo>
                        <a:pt x="28481" y="4377"/>
                      </a:lnTo>
                      <a:lnTo>
                        <a:pt x="28329" y="3648"/>
                      </a:lnTo>
                      <a:close/>
                      <a:moveTo>
                        <a:pt x="25259" y="6414"/>
                      </a:moveTo>
                      <a:lnTo>
                        <a:pt x="24043" y="8298"/>
                      </a:lnTo>
                      <a:lnTo>
                        <a:pt x="24681" y="8693"/>
                      </a:lnTo>
                      <a:lnTo>
                        <a:pt x="25897" y="6839"/>
                      </a:lnTo>
                      <a:lnTo>
                        <a:pt x="25259" y="6414"/>
                      </a:lnTo>
                      <a:close/>
                      <a:moveTo>
                        <a:pt x="23010" y="9848"/>
                      </a:moveTo>
                      <a:lnTo>
                        <a:pt x="21794" y="11702"/>
                      </a:lnTo>
                      <a:lnTo>
                        <a:pt x="22462" y="12128"/>
                      </a:lnTo>
                      <a:lnTo>
                        <a:pt x="23678" y="10274"/>
                      </a:lnTo>
                      <a:lnTo>
                        <a:pt x="23010" y="9848"/>
                      </a:lnTo>
                      <a:close/>
                      <a:moveTo>
                        <a:pt x="20791" y="13222"/>
                      </a:moveTo>
                      <a:lnTo>
                        <a:pt x="19545" y="15076"/>
                      </a:lnTo>
                      <a:lnTo>
                        <a:pt x="20213" y="15502"/>
                      </a:lnTo>
                      <a:lnTo>
                        <a:pt x="21429" y="13648"/>
                      </a:lnTo>
                      <a:lnTo>
                        <a:pt x="20791" y="13222"/>
                      </a:lnTo>
                      <a:close/>
                      <a:moveTo>
                        <a:pt x="18511" y="16657"/>
                      </a:moveTo>
                      <a:lnTo>
                        <a:pt x="17265" y="18511"/>
                      </a:lnTo>
                      <a:lnTo>
                        <a:pt x="17934" y="18937"/>
                      </a:lnTo>
                      <a:lnTo>
                        <a:pt x="19149" y="17052"/>
                      </a:lnTo>
                      <a:lnTo>
                        <a:pt x="18511" y="16657"/>
                      </a:lnTo>
                      <a:close/>
                      <a:moveTo>
                        <a:pt x="16262" y="20061"/>
                      </a:moveTo>
                      <a:lnTo>
                        <a:pt x="15471" y="21277"/>
                      </a:lnTo>
                      <a:lnTo>
                        <a:pt x="14955" y="21520"/>
                      </a:lnTo>
                      <a:lnTo>
                        <a:pt x="15259" y="22189"/>
                      </a:lnTo>
                      <a:lnTo>
                        <a:pt x="15958" y="21885"/>
                      </a:lnTo>
                      <a:lnTo>
                        <a:pt x="16900" y="20487"/>
                      </a:lnTo>
                      <a:lnTo>
                        <a:pt x="16262" y="20061"/>
                      </a:lnTo>
                      <a:close/>
                      <a:moveTo>
                        <a:pt x="13283" y="22219"/>
                      </a:moveTo>
                      <a:lnTo>
                        <a:pt x="11246" y="23131"/>
                      </a:lnTo>
                      <a:lnTo>
                        <a:pt x="11550" y="23830"/>
                      </a:lnTo>
                      <a:lnTo>
                        <a:pt x="13587" y="22918"/>
                      </a:lnTo>
                      <a:lnTo>
                        <a:pt x="13283" y="22219"/>
                      </a:lnTo>
                      <a:close/>
                      <a:moveTo>
                        <a:pt x="9544" y="23861"/>
                      </a:moveTo>
                      <a:lnTo>
                        <a:pt x="7477" y="24773"/>
                      </a:lnTo>
                      <a:lnTo>
                        <a:pt x="7781" y="25472"/>
                      </a:lnTo>
                      <a:lnTo>
                        <a:pt x="9848" y="24560"/>
                      </a:lnTo>
                      <a:lnTo>
                        <a:pt x="9544" y="23861"/>
                      </a:lnTo>
                      <a:close/>
                      <a:moveTo>
                        <a:pt x="5806" y="25502"/>
                      </a:moveTo>
                      <a:lnTo>
                        <a:pt x="3769" y="26414"/>
                      </a:lnTo>
                      <a:lnTo>
                        <a:pt x="4073" y="27083"/>
                      </a:lnTo>
                      <a:lnTo>
                        <a:pt x="6110" y="26171"/>
                      </a:lnTo>
                      <a:lnTo>
                        <a:pt x="5806" y="25502"/>
                      </a:lnTo>
                      <a:close/>
                      <a:moveTo>
                        <a:pt x="2037" y="27143"/>
                      </a:moveTo>
                      <a:lnTo>
                        <a:pt x="0" y="28055"/>
                      </a:lnTo>
                      <a:lnTo>
                        <a:pt x="304" y="28724"/>
                      </a:lnTo>
                      <a:lnTo>
                        <a:pt x="2341" y="27812"/>
                      </a:lnTo>
                      <a:lnTo>
                        <a:pt x="2037" y="2714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53"/>
                <p:cNvSpPr/>
                <p:nvPr/>
              </p:nvSpPr>
              <p:spPr>
                <a:xfrm>
                  <a:off x="12152475" y="3460825"/>
                  <a:ext cx="192275" cy="348825"/>
                </a:xfrm>
                <a:custGeom>
                  <a:avLst/>
                  <a:gdLst/>
                  <a:ahLst/>
                  <a:cxnLst/>
                  <a:rect l="l" t="t" r="r" b="b"/>
                  <a:pathLst>
                    <a:path w="7691" h="13953" extrusionOk="0">
                      <a:moveTo>
                        <a:pt x="7022" y="1"/>
                      </a:moveTo>
                      <a:lnTo>
                        <a:pt x="5958" y="2098"/>
                      </a:lnTo>
                      <a:lnTo>
                        <a:pt x="6657" y="2432"/>
                      </a:lnTo>
                      <a:lnTo>
                        <a:pt x="7690" y="335"/>
                      </a:lnTo>
                      <a:lnTo>
                        <a:pt x="7022" y="1"/>
                      </a:lnTo>
                      <a:close/>
                      <a:moveTo>
                        <a:pt x="5046" y="3830"/>
                      </a:moveTo>
                      <a:lnTo>
                        <a:pt x="3982" y="5928"/>
                      </a:lnTo>
                      <a:lnTo>
                        <a:pt x="4651" y="6262"/>
                      </a:lnTo>
                      <a:lnTo>
                        <a:pt x="5715" y="4195"/>
                      </a:lnTo>
                      <a:lnTo>
                        <a:pt x="5046" y="3830"/>
                      </a:lnTo>
                      <a:close/>
                      <a:moveTo>
                        <a:pt x="3040" y="7691"/>
                      </a:moveTo>
                      <a:lnTo>
                        <a:pt x="1976" y="9758"/>
                      </a:lnTo>
                      <a:lnTo>
                        <a:pt x="2645" y="10122"/>
                      </a:lnTo>
                      <a:lnTo>
                        <a:pt x="3709" y="8025"/>
                      </a:lnTo>
                      <a:lnTo>
                        <a:pt x="3040" y="7691"/>
                      </a:lnTo>
                      <a:close/>
                      <a:moveTo>
                        <a:pt x="1064" y="11521"/>
                      </a:moveTo>
                      <a:lnTo>
                        <a:pt x="0" y="13618"/>
                      </a:lnTo>
                      <a:lnTo>
                        <a:pt x="669" y="13952"/>
                      </a:lnTo>
                      <a:lnTo>
                        <a:pt x="1733" y="11855"/>
                      </a:lnTo>
                      <a:lnTo>
                        <a:pt x="1064" y="1152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53"/>
                <p:cNvSpPr/>
                <p:nvPr/>
              </p:nvSpPr>
              <p:spPr>
                <a:xfrm>
                  <a:off x="12446550" y="3328600"/>
                  <a:ext cx="467350" cy="68425"/>
                </a:xfrm>
                <a:custGeom>
                  <a:avLst/>
                  <a:gdLst/>
                  <a:ahLst/>
                  <a:cxnLst/>
                  <a:rect l="l" t="t" r="r" b="b"/>
                  <a:pathLst>
                    <a:path w="18694" h="2737" extrusionOk="0">
                      <a:moveTo>
                        <a:pt x="18633" y="1"/>
                      </a:moveTo>
                      <a:lnTo>
                        <a:pt x="16384" y="244"/>
                      </a:lnTo>
                      <a:lnTo>
                        <a:pt x="16475" y="1004"/>
                      </a:lnTo>
                      <a:lnTo>
                        <a:pt x="18694" y="761"/>
                      </a:lnTo>
                      <a:lnTo>
                        <a:pt x="18633" y="1"/>
                      </a:lnTo>
                      <a:close/>
                      <a:moveTo>
                        <a:pt x="14530" y="426"/>
                      </a:moveTo>
                      <a:lnTo>
                        <a:pt x="12280" y="669"/>
                      </a:lnTo>
                      <a:lnTo>
                        <a:pt x="12371" y="1429"/>
                      </a:lnTo>
                      <a:lnTo>
                        <a:pt x="14590" y="1186"/>
                      </a:lnTo>
                      <a:lnTo>
                        <a:pt x="14530" y="426"/>
                      </a:lnTo>
                      <a:close/>
                      <a:moveTo>
                        <a:pt x="10456" y="882"/>
                      </a:moveTo>
                      <a:lnTo>
                        <a:pt x="8207" y="1125"/>
                      </a:lnTo>
                      <a:lnTo>
                        <a:pt x="8298" y="1885"/>
                      </a:lnTo>
                      <a:lnTo>
                        <a:pt x="10548" y="1642"/>
                      </a:lnTo>
                      <a:lnTo>
                        <a:pt x="10456" y="882"/>
                      </a:lnTo>
                      <a:close/>
                      <a:moveTo>
                        <a:pt x="6353" y="1308"/>
                      </a:moveTo>
                      <a:lnTo>
                        <a:pt x="4104" y="1521"/>
                      </a:lnTo>
                      <a:lnTo>
                        <a:pt x="4195" y="2280"/>
                      </a:lnTo>
                      <a:lnTo>
                        <a:pt x="6444" y="2068"/>
                      </a:lnTo>
                      <a:lnTo>
                        <a:pt x="6353" y="1308"/>
                      </a:lnTo>
                      <a:close/>
                      <a:moveTo>
                        <a:pt x="2250" y="1764"/>
                      </a:moveTo>
                      <a:lnTo>
                        <a:pt x="0" y="1976"/>
                      </a:lnTo>
                      <a:lnTo>
                        <a:pt x="92" y="2736"/>
                      </a:lnTo>
                      <a:lnTo>
                        <a:pt x="2341" y="2524"/>
                      </a:lnTo>
                      <a:lnTo>
                        <a:pt x="2250" y="176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53"/>
                <p:cNvSpPr/>
                <p:nvPr/>
              </p:nvSpPr>
              <p:spPr>
                <a:xfrm>
                  <a:off x="13006600" y="3397000"/>
                  <a:ext cx="449875" cy="868575"/>
                </a:xfrm>
                <a:custGeom>
                  <a:avLst/>
                  <a:gdLst/>
                  <a:ahLst/>
                  <a:cxnLst/>
                  <a:rect l="l" t="t" r="r" b="b"/>
                  <a:pathLst>
                    <a:path w="17995" h="34743" extrusionOk="0">
                      <a:moveTo>
                        <a:pt x="699" y="0"/>
                      </a:moveTo>
                      <a:lnTo>
                        <a:pt x="0" y="274"/>
                      </a:lnTo>
                      <a:lnTo>
                        <a:pt x="790" y="2341"/>
                      </a:lnTo>
                      <a:lnTo>
                        <a:pt x="1520" y="2067"/>
                      </a:lnTo>
                      <a:lnTo>
                        <a:pt x="699" y="0"/>
                      </a:lnTo>
                      <a:close/>
                      <a:moveTo>
                        <a:pt x="2158" y="3769"/>
                      </a:moveTo>
                      <a:lnTo>
                        <a:pt x="1429" y="4043"/>
                      </a:lnTo>
                      <a:lnTo>
                        <a:pt x="2219" y="6079"/>
                      </a:lnTo>
                      <a:lnTo>
                        <a:pt x="2948" y="5836"/>
                      </a:lnTo>
                      <a:lnTo>
                        <a:pt x="2158" y="3769"/>
                      </a:lnTo>
                      <a:close/>
                      <a:moveTo>
                        <a:pt x="3587" y="7569"/>
                      </a:moveTo>
                      <a:lnTo>
                        <a:pt x="2888" y="7842"/>
                      </a:lnTo>
                      <a:lnTo>
                        <a:pt x="3678" y="9879"/>
                      </a:lnTo>
                      <a:lnTo>
                        <a:pt x="4407" y="9636"/>
                      </a:lnTo>
                      <a:lnTo>
                        <a:pt x="3587" y="7569"/>
                      </a:lnTo>
                      <a:close/>
                      <a:moveTo>
                        <a:pt x="5046" y="11368"/>
                      </a:moveTo>
                      <a:lnTo>
                        <a:pt x="4316" y="11642"/>
                      </a:lnTo>
                      <a:lnTo>
                        <a:pt x="5106" y="13678"/>
                      </a:lnTo>
                      <a:lnTo>
                        <a:pt x="5836" y="13435"/>
                      </a:lnTo>
                      <a:lnTo>
                        <a:pt x="5046" y="11368"/>
                      </a:lnTo>
                      <a:close/>
                      <a:moveTo>
                        <a:pt x="6535" y="15168"/>
                      </a:moveTo>
                      <a:lnTo>
                        <a:pt x="5806" y="15441"/>
                      </a:lnTo>
                      <a:lnTo>
                        <a:pt x="6596" y="17478"/>
                      </a:lnTo>
                      <a:lnTo>
                        <a:pt x="7325" y="17235"/>
                      </a:lnTo>
                      <a:lnTo>
                        <a:pt x="6535" y="15168"/>
                      </a:lnTo>
                      <a:close/>
                      <a:moveTo>
                        <a:pt x="7964" y="18815"/>
                      </a:moveTo>
                      <a:lnTo>
                        <a:pt x="7325" y="19241"/>
                      </a:lnTo>
                      <a:lnTo>
                        <a:pt x="8541" y="21095"/>
                      </a:lnTo>
                      <a:lnTo>
                        <a:pt x="9180" y="20669"/>
                      </a:lnTo>
                      <a:lnTo>
                        <a:pt x="7964" y="18815"/>
                      </a:lnTo>
                      <a:close/>
                      <a:moveTo>
                        <a:pt x="10183" y="22250"/>
                      </a:moveTo>
                      <a:lnTo>
                        <a:pt x="9514" y="22645"/>
                      </a:lnTo>
                      <a:lnTo>
                        <a:pt x="10730" y="24530"/>
                      </a:lnTo>
                      <a:lnTo>
                        <a:pt x="11398" y="24104"/>
                      </a:lnTo>
                      <a:lnTo>
                        <a:pt x="10183" y="22250"/>
                      </a:lnTo>
                      <a:close/>
                      <a:moveTo>
                        <a:pt x="12371" y="25654"/>
                      </a:moveTo>
                      <a:lnTo>
                        <a:pt x="11733" y="26080"/>
                      </a:lnTo>
                      <a:lnTo>
                        <a:pt x="12949" y="27934"/>
                      </a:lnTo>
                      <a:lnTo>
                        <a:pt x="13587" y="27508"/>
                      </a:lnTo>
                      <a:lnTo>
                        <a:pt x="12371" y="25654"/>
                      </a:lnTo>
                      <a:close/>
                      <a:moveTo>
                        <a:pt x="14590" y="29028"/>
                      </a:moveTo>
                      <a:lnTo>
                        <a:pt x="13921" y="29454"/>
                      </a:lnTo>
                      <a:lnTo>
                        <a:pt x="15137" y="31308"/>
                      </a:lnTo>
                      <a:lnTo>
                        <a:pt x="15806" y="30913"/>
                      </a:lnTo>
                      <a:lnTo>
                        <a:pt x="14590" y="29028"/>
                      </a:lnTo>
                      <a:close/>
                      <a:moveTo>
                        <a:pt x="16778" y="32463"/>
                      </a:moveTo>
                      <a:lnTo>
                        <a:pt x="16140" y="32888"/>
                      </a:lnTo>
                      <a:lnTo>
                        <a:pt x="17356" y="34743"/>
                      </a:lnTo>
                      <a:lnTo>
                        <a:pt x="17994" y="34317"/>
                      </a:lnTo>
                      <a:lnTo>
                        <a:pt x="16778" y="3246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53"/>
                <p:cNvSpPr/>
                <p:nvPr/>
              </p:nvSpPr>
              <p:spPr>
                <a:xfrm>
                  <a:off x="13466325" y="4293675"/>
                  <a:ext cx="50925" cy="43325"/>
                </a:xfrm>
                <a:custGeom>
                  <a:avLst/>
                  <a:gdLst/>
                  <a:ahLst/>
                  <a:cxnLst/>
                  <a:rect l="l" t="t" r="r" b="b"/>
                  <a:pathLst>
                    <a:path w="2037" h="1733" extrusionOk="0">
                      <a:moveTo>
                        <a:pt x="608" y="0"/>
                      </a:moveTo>
                      <a:lnTo>
                        <a:pt x="0" y="426"/>
                      </a:lnTo>
                      <a:lnTo>
                        <a:pt x="821" y="1733"/>
                      </a:lnTo>
                      <a:lnTo>
                        <a:pt x="2037" y="760"/>
                      </a:lnTo>
                      <a:lnTo>
                        <a:pt x="1581" y="152"/>
                      </a:lnTo>
                      <a:lnTo>
                        <a:pt x="1003" y="608"/>
                      </a:lnTo>
                      <a:lnTo>
                        <a:pt x="608" y="0"/>
                      </a:lnTo>
                      <a:close/>
                    </a:path>
                  </a:pathLst>
                </a:custGeom>
                <a:solidFill>
                  <a:srgbClr val="162E4C"/>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53"/>
                <p:cNvSpPr/>
                <p:nvPr/>
              </p:nvSpPr>
              <p:spPr>
                <a:xfrm>
                  <a:off x="13543825" y="3962350"/>
                  <a:ext cx="815400" cy="321450"/>
                </a:xfrm>
                <a:custGeom>
                  <a:avLst/>
                  <a:gdLst/>
                  <a:ahLst/>
                  <a:cxnLst/>
                  <a:rect l="l" t="t" r="r" b="b"/>
                  <a:pathLst>
                    <a:path w="32616" h="12858" extrusionOk="0">
                      <a:moveTo>
                        <a:pt x="32524" y="1"/>
                      </a:moveTo>
                      <a:lnTo>
                        <a:pt x="30245" y="244"/>
                      </a:lnTo>
                      <a:lnTo>
                        <a:pt x="30336" y="1004"/>
                      </a:lnTo>
                      <a:lnTo>
                        <a:pt x="32615" y="761"/>
                      </a:lnTo>
                      <a:lnTo>
                        <a:pt x="32524" y="1"/>
                      </a:lnTo>
                      <a:close/>
                      <a:moveTo>
                        <a:pt x="28360" y="426"/>
                      </a:moveTo>
                      <a:lnTo>
                        <a:pt x="26080" y="639"/>
                      </a:lnTo>
                      <a:lnTo>
                        <a:pt x="26141" y="1399"/>
                      </a:lnTo>
                      <a:lnTo>
                        <a:pt x="28421" y="1186"/>
                      </a:lnTo>
                      <a:lnTo>
                        <a:pt x="28360" y="426"/>
                      </a:lnTo>
                      <a:close/>
                      <a:moveTo>
                        <a:pt x="24135" y="821"/>
                      </a:moveTo>
                      <a:lnTo>
                        <a:pt x="21855" y="1065"/>
                      </a:lnTo>
                      <a:lnTo>
                        <a:pt x="21916" y="1824"/>
                      </a:lnTo>
                      <a:lnTo>
                        <a:pt x="24196" y="1581"/>
                      </a:lnTo>
                      <a:lnTo>
                        <a:pt x="24135" y="821"/>
                      </a:lnTo>
                      <a:close/>
                      <a:moveTo>
                        <a:pt x="19940" y="1216"/>
                      </a:moveTo>
                      <a:lnTo>
                        <a:pt x="17661" y="1460"/>
                      </a:lnTo>
                      <a:lnTo>
                        <a:pt x="17752" y="2220"/>
                      </a:lnTo>
                      <a:lnTo>
                        <a:pt x="20032" y="1976"/>
                      </a:lnTo>
                      <a:lnTo>
                        <a:pt x="19940" y="1216"/>
                      </a:lnTo>
                      <a:close/>
                      <a:moveTo>
                        <a:pt x="15776" y="1642"/>
                      </a:moveTo>
                      <a:lnTo>
                        <a:pt x="13496" y="1855"/>
                      </a:lnTo>
                      <a:lnTo>
                        <a:pt x="13557" y="2615"/>
                      </a:lnTo>
                      <a:lnTo>
                        <a:pt x="15837" y="2402"/>
                      </a:lnTo>
                      <a:lnTo>
                        <a:pt x="15776" y="1642"/>
                      </a:lnTo>
                      <a:close/>
                      <a:moveTo>
                        <a:pt x="11794" y="3071"/>
                      </a:moveTo>
                      <a:lnTo>
                        <a:pt x="9971" y="4499"/>
                      </a:lnTo>
                      <a:lnTo>
                        <a:pt x="10427" y="5107"/>
                      </a:lnTo>
                      <a:lnTo>
                        <a:pt x="12250" y="3679"/>
                      </a:lnTo>
                      <a:lnTo>
                        <a:pt x="11794" y="3071"/>
                      </a:lnTo>
                      <a:close/>
                      <a:moveTo>
                        <a:pt x="8481" y="5654"/>
                      </a:moveTo>
                      <a:lnTo>
                        <a:pt x="6657" y="7083"/>
                      </a:lnTo>
                      <a:lnTo>
                        <a:pt x="7113" y="7691"/>
                      </a:lnTo>
                      <a:lnTo>
                        <a:pt x="8937" y="6262"/>
                      </a:lnTo>
                      <a:lnTo>
                        <a:pt x="8481" y="5654"/>
                      </a:lnTo>
                      <a:close/>
                      <a:moveTo>
                        <a:pt x="5138" y="8238"/>
                      </a:moveTo>
                      <a:lnTo>
                        <a:pt x="3314" y="9666"/>
                      </a:lnTo>
                      <a:lnTo>
                        <a:pt x="3770" y="10274"/>
                      </a:lnTo>
                      <a:lnTo>
                        <a:pt x="5594" y="8846"/>
                      </a:lnTo>
                      <a:lnTo>
                        <a:pt x="5138" y="8238"/>
                      </a:lnTo>
                      <a:close/>
                      <a:moveTo>
                        <a:pt x="1825" y="10821"/>
                      </a:moveTo>
                      <a:lnTo>
                        <a:pt x="1" y="12220"/>
                      </a:lnTo>
                      <a:lnTo>
                        <a:pt x="457" y="12858"/>
                      </a:lnTo>
                      <a:lnTo>
                        <a:pt x="2280" y="11429"/>
                      </a:lnTo>
                      <a:lnTo>
                        <a:pt x="1825" y="1082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53"/>
                <p:cNvSpPr/>
                <p:nvPr/>
              </p:nvSpPr>
              <p:spPr>
                <a:xfrm>
                  <a:off x="11290750" y="4371175"/>
                  <a:ext cx="85125" cy="85125"/>
                </a:xfrm>
                <a:custGeom>
                  <a:avLst/>
                  <a:gdLst/>
                  <a:ahLst/>
                  <a:cxnLst/>
                  <a:rect l="l" t="t" r="r" b="b"/>
                  <a:pathLst>
                    <a:path w="3405" h="3405" extrusionOk="0">
                      <a:moveTo>
                        <a:pt x="1703" y="0"/>
                      </a:moveTo>
                      <a:cubicBezTo>
                        <a:pt x="760" y="0"/>
                        <a:pt x="1" y="760"/>
                        <a:pt x="1" y="1703"/>
                      </a:cubicBezTo>
                      <a:cubicBezTo>
                        <a:pt x="1" y="2645"/>
                        <a:pt x="760" y="3405"/>
                        <a:pt x="1703" y="3405"/>
                      </a:cubicBezTo>
                      <a:cubicBezTo>
                        <a:pt x="2645" y="3405"/>
                        <a:pt x="3405" y="2645"/>
                        <a:pt x="3405" y="1703"/>
                      </a:cubicBezTo>
                      <a:cubicBezTo>
                        <a:pt x="3405" y="760"/>
                        <a:pt x="2645" y="0"/>
                        <a:pt x="17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53"/>
                <p:cNvSpPr/>
                <p:nvPr/>
              </p:nvSpPr>
              <p:spPr>
                <a:xfrm>
                  <a:off x="11580275" y="3947925"/>
                  <a:ext cx="85875" cy="85875"/>
                </a:xfrm>
                <a:custGeom>
                  <a:avLst/>
                  <a:gdLst/>
                  <a:ahLst/>
                  <a:cxnLst/>
                  <a:rect l="l" t="t" r="r" b="b"/>
                  <a:pathLst>
                    <a:path w="3435" h="3435" extrusionOk="0">
                      <a:moveTo>
                        <a:pt x="1702" y="0"/>
                      </a:moveTo>
                      <a:cubicBezTo>
                        <a:pt x="760" y="0"/>
                        <a:pt x="0" y="760"/>
                        <a:pt x="0" y="1733"/>
                      </a:cubicBezTo>
                      <a:cubicBezTo>
                        <a:pt x="0" y="2675"/>
                        <a:pt x="760" y="3435"/>
                        <a:pt x="1702" y="3435"/>
                      </a:cubicBezTo>
                      <a:cubicBezTo>
                        <a:pt x="2675" y="3435"/>
                        <a:pt x="3435" y="2675"/>
                        <a:pt x="3435" y="1733"/>
                      </a:cubicBezTo>
                      <a:cubicBezTo>
                        <a:pt x="3435" y="760"/>
                        <a:pt x="2675" y="0"/>
                        <a:pt x="17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53"/>
                <p:cNvSpPr/>
                <p:nvPr/>
              </p:nvSpPr>
              <p:spPr>
                <a:xfrm>
                  <a:off x="12330275" y="3352175"/>
                  <a:ext cx="85150" cy="85875"/>
                </a:xfrm>
                <a:custGeom>
                  <a:avLst/>
                  <a:gdLst/>
                  <a:ahLst/>
                  <a:cxnLst/>
                  <a:rect l="l" t="t" r="r" b="b"/>
                  <a:pathLst>
                    <a:path w="3406" h="3435" extrusionOk="0">
                      <a:moveTo>
                        <a:pt x="1703" y="0"/>
                      </a:moveTo>
                      <a:cubicBezTo>
                        <a:pt x="761" y="0"/>
                        <a:pt x="1" y="760"/>
                        <a:pt x="1" y="1733"/>
                      </a:cubicBezTo>
                      <a:cubicBezTo>
                        <a:pt x="1" y="2675"/>
                        <a:pt x="761" y="3435"/>
                        <a:pt x="1703" y="3435"/>
                      </a:cubicBezTo>
                      <a:cubicBezTo>
                        <a:pt x="2645" y="3435"/>
                        <a:pt x="3405" y="2675"/>
                        <a:pt x="3405" y="1733"/>
                      </a:cubicBezTo>
                      <a:cubicBezTo>
                        <a:pt x="3405" y="760"/>
                        <a:pt x="2645" y="0"/>
                        <a:pt x="17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53"/>
                <p:cNvSpPr/>
                <p:nvPr/>
              </p:nvSpPr>
              <p:spPr>
                <a:xfrm>
                  <a:off x="12945800" y="3286825"/>
                  <a:ext cx="85125" cy="85875"/>
                </a:xfrm>
                <a:custGeom>
                  <a:avLst/>
                  <a:gdLst/>
                  <a:ahLst/>
                  <a:cxnLst/>
                  <a:rect l="l" t="t" r="r" b="b"/>
                  <a:pathLst>
                    <a:path w="3405" h="3435" extrusionOk="0">
                      <a:moveTo>
                        <a:pt x="1703" y="0"/>
                      </a:moveTo>
                      <a:cubicBezTo>
                        <a:pt x="760" y="0"/>
                        <a:pt x="0" y="760"/>
                        <a:pt x="0" y="1733"/>
                      </a:cubicBezTo>
                      <a:cubicBezTo>
                        <a:pt x="0" y="2675"/>
                        <a:pt x="760" y="3435"/>
                        <a:pt x="1703" y="3435"/>
                      </a:cubicBezTo>
                      <a:cubicBezTo>
                        <a:pt x="2645" y="3435"/>
                        <a:pt x="3405" y="2675"/>
                        <a:pt x="3405" y="1733"/>
                      </a:cubicBezTo>
                      <a:cubicBezTo>
                        <a:pt x="3405" y="760"/>
                        <a:pt x="2645" y="0"/>
                        <a:pt x="17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53"/>
                <p:cNvSpPr/>
                <p:nvPr/>
              </p:nvSpPr>
              <p:spPr>
                <a:xfrm>
                  <a:off x="13445800" y="4268600"/>
                  <a:ext cx="85900" cy="85125"/>
                </a:xfrm>
                <a:custGeom>
                  <a:avLst/>
                  <a:gdLst/>
                  <a:ahLst/>
                  <a:cxnLst/>
                  <a:rect l="l" t="t" r="r" b="b"/>
                  <a:pathLst>
                    <a:path w="3436" h="3405" extrusionOk="0">
                      <a:moveTo>
                        <a:pt x="1733" y="0"/>
                      </a:moveTo>
                      <a:cubicBezTo>
                        <a:pt x="761" y="0"/>
                        <a:pt x="1" y="760"/>
                        <a:pt x="1" y="1702"/>
                      </a:cubicBezTo>
                      <a:cubicBezTo>
                        <a:pt x="1" y="2645"/>
                        <a:pt x="761" y="3404"/>
                        <a:pt x="1733" y="3404"/>
                      </a:cubicBezTo>
                      <a:cubicBezTo>
                        <a:pt x="2676" y="3404"/>
                        <a:pt x="3435" y="2645"/>
                        <a:pt x="3435" y="1702"/>
                      </a:cubicBezTo>
                      <a:cubicBezTo>
                        <a:pt x="3435" y="760"/>
                        <a:pt x="2676" y="0"/>
                        <a:pt x="1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53"/>
                <p:cNvSpPr/>
                <p:nvPr/>
              </p:nvSpPr>
              <p:spPr>
                <a:xfrm>
                  <a:off x="13837150" y="3976025"/>
                  <a:ext cx="85900" cy="85150"/>
                </a:xfrm>
                <a:custGeom>
                  <a:avLst/>
                  <a:gdLst/>
                  <a:ahLst/>
                  <a:cxnLst/>
                  <a:rect l="l" t="t" r="r" b="b"/>
                  <a:pathLst>
                    <a:path w="3436" h="3406" extrusionOk="0">
                      <a:moveTo>
                        <a:pt x="1703" y="1"/>
                      </a:moveTo>
                      <a:cubicBezTo>
                        <a:pt x="760" y="1"/>
                        <a:pt x="1" y="761"/>
                        <a:pt x="1" y="1703"/>
                      </a:cubicBezTo>
                      <a:cubicBezTo>
                        <a:pt x="1" y="2645"/>
                        <a:pt x="760" y="3405"/>
                        <a:pt x="1703" y="3405"/>
                      </a:cubicBezTo>
                      <a:cubicBezTo>
                        <a:pt x="2675" y="3405"/>
                        <a:pt x="3435" y="2645"/>
                        <a:pt x="3435" y="1703"/>
                      </a:cubicBezTo>
                      <a:cubicBezTo>
                        <a:pt x="3435" y="761"/>
                        <a:pt x="2675" y="1"/>
                        <a:pt x="17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53"/>
                <p:cNvSpPr/>
                <p:nvPr/>
              </p:nvSpPr>
              <p:spPr>
                <a:xfrm>
                  <a:off x="14422275" y="3871925"/>
                  <a:ext cx="244700" cy="177850"/>
                </a:xfrm>
                <a:custGeom>
                  <a:avLst/>
                  <a:gdLst/>
                  <a:ahLst/>
                  <a:cxnLst/>
                  <a:rect l="l" t="t" r="r" b="b"/>
                  <a:pathLst>
                    <a:path w="9788" h="7114" extrusionOk="0">
                      <a:moveTo>
                        <a:pt x="0" y="1"/>
                      </a:moveTo>
                      <a:lnTo>
                        <a:pt x="882" y="7113"/>
                      </a:lnTo>
                      <a:lnTo>
                        <a:pt x="9788" y="2280"/>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53"/>
                <p:cNvSpPr/>
                <p:nvPr/>
              </p:nvSpPr>
              <p:spPr>
                <a:xfrm>
                  <a:off x="11650950" y="4148525"/>
                  <a:ext cx="509900" cy="946850"/>
                </a:xfrm>
                <a:custGeom>
                  <a:avLst/>
                  <a:gdLst/>
                  <a:ahLst/>
                  <a:cxnLst/>
                  <a:rect l="l" t="t" r="r" b="b"/>
                  <a:pathLst>
                    <a:path w="20396" h="37874" extrusionOk="0">
                      <a:moveTo>
                        <a:pt x="0" y="1"/>
                      </a:moveTo>
                      <a:lnTo>
                        <a:pt x="0" y="37873"/>
                      </a:lnTo>
                      <a:lnTo>
                        <a:pt x="20396" y="37873"/>
                      </a:lnTo>
                      <a:lnTo>
                        <a:pt x="203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53"/>
                <p:cNvSpPr/>
                <p:nvPr/>
              </p:nvSpPr>
              <p:spPr>
                <a:xfrm>
                  <a:off x="13194275" y="4463125"/>
                  <a:ext cx="509925" cy="633000"/>
                </a:xfrm>
                <a:custGeom>
                  <a:avLst/>
                  <a:gdLst/>
                  <a:ahLst/>
                  <a:cxnLst/>
                  <a:rect l="l" t="t" r="r" b="b"/>
                  <a:pathLst>
                    <a:path w="20397" h="25320" extrusionOk="0">
                      <a:moveTo>
                        <a:pt x="1" y="0"/>
                      </a:moveTo>
                      <a:lnTo>
                        <a:pt x="1" y="25320"/>
                      </a:lnTo>
                      <a:lnTo>
                        <a:pt x="20396" y="25320"/>
                      </a:lnTo>
                      <a:lnTo>
                        <a:pt x="203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53"/>
                <p:cNvSpPr/>
                <p:nvPr/>
              </p:nvSpPr>
              <p:spPr>
                <a:xfrm>
                  <a:off x="12423000" y="3498050"/>
                  <a:ext cx="509900" cy="1598850"/>
                </a:xfrm>
                <a:custGeom>
                  <a:avLst/>
                  <a:gdLst/>
                  <a:ahLst/>
                  <a:cxnLst/>
                  <a:rect l="l" t="t" r="r" b="b"/>
                  <a:pathLst>
                    <a:path w="20396" h="63954" extrusionOk="0">
                      <a:moveTo>
                        <a:pt x="0" y="1"/>
                      </a:moveTo>
                      <a:lnTo>
                        <a:pt x="0" y="63953"/>
                      </a:lnTo>
                      <a:lnTo>
                        <a:pt x="20396" y="63953"/>
                      </a:lnTo>
                      <a:lnTo>
                        <a:pt x="20396" y="1"/>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53"/>
                <p:cNvSpPr/>
                <p:nvPr/>
              </p:nvSpPr>
              <p:spPr>
                <a:xfrm>
                  <a:off x="12423000" y="3688025"/>
                  <a:ext cx="509150" cy="643650"/>
                </a:xfrm>
                <a:custGeom>
                  <a:avLst/>
                  <a:gdLst/>
                  <a:ahLst/>
                  <a:cxnLst/>
                  <a:rect l="l" t="t" r="r" b="b"/>
                  <a:pathLst>
                    <a:path w="20366" h="25746" extrusionOk="0">
                      <a:moveTo>
                        <a:pt x="0" y="1"/>
                      </a:moveTo>
                      <a:lnTo>
                        <a:pt x="0" y="609"/>
                      </a:lnTo>
                      <a:lnTo>
                        <a:pt x="20365" y="25746"/>
                      </a:lnTo>
                      <a:lnTo>
                        <a:pt x="20365" y="25138"/>
                      </a:lnTo>
                      <a:lnTo>
                        <a:pt x="0"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53"/>
                <p:cNvSpPr/>
                <p:nvPr/>
              </p:nvSpPr>
              <p:spPr>
                <a:xfrm>
                  <a:off x="12423000" y="4893225"/>
                  <a:ext cx="163400" cy="202150"/>
                </a:xfrm>
                <a:custGeom>
                  <a:avLst/>
                  <a:gdLst/>
                  <a:ahLst/>
                  <a:cxnLst/>
                  <a:rect l="l" t="t" r="r" b="b"/>
                  <a:pathLst>
                    <a:path w="6536" h="8086" extrusionOk="0">
                      <a:moveTo>
                        <a:pt x="0" y="0"/>
                      </a:moveTo>
                      <a:lnTo>
                        <a:pt x="0" y="608"/>
                      </a:lnTo>
                      <a:lnTo>
                        <a:pt x="6079" y="8085"/>
                      </a:lnTo>
                      <a:lnTo>
                        <a:pt x="6535" y="8085"/>
                      </a:lnTo>
                      <a:lnTo>
                        <a:pt x="0" y="0"/>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53"/>
                <p:cNvSpPr/>
                <p:nvPr/>
              </p:nvSpPr>
              <p:spPr>
                <a:xfrm>
                  <a:off x="12423000" y="4090025"/>
                  <a:ext cx="509150" cy="643650"/>
                </a:xfrm>
                <a:custGeom>
                  <a:avLst/>
                  <a:gdLst/>
                  <a:ahLst/>
                  <a:cxnLst/>
                  <a:rect l="l" t="t" r="r" b="b"/>
                  <a:pathLst>
                    <a:path w="20366" h="25746" extrusionOk="0">
                      <a:moveTo>
                        <a:pt x="0" y="0"/>
                      </a:moveTo>
                      <a:lnTo>
                        <a:pt x="0" y="608"/>
                      </a:lnTo>
                      <a:lnTo>
                        <a:pt x="20365" y="25745"/>
                      </a:lnTo>
                      <a:lnTo>
                        <a:pt x="20365" y="25137"/>
                      </a:lnTo>
                      <a:lnTo>
                        <a:pt x="0" y="0"/>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53"/>
                <p:cNvSpPr/>
                <p:nvPr/>
              </p:nvSpPr>
              <p:spPr>
                <a:xfrm>
                  <a:off x="12423000" y="4491225"/>
                  <a:ext cx="489375" cy="604150"/>
                </a:xfrm>
                <a:custGeom>
                  <a:avLst/>
                  <a:gdLst/>
                  <a:ahLst/>
                  <a:cxnLst/>
                  <a:rect l="l" t="t" r="r" b="b"/>
                  <a:pathLst>
                    <a:path w="19575" h="24166" extrusionOk="0">
                      <a:moveTo>
                        <a:pt x="0" y="1"/>
                      </a:moveTo>
                      <a:lnTo>
                        <a:pt x="0" y="609"/>
                      </a:lnTo>
                      <a:lnTo>
                        <a:pt x="19089" y="24165"/>
                      </a:lnTo>
                      <a:lnTo>
                        <a:pt x="19575" y="24165"/>
                      </a:lnTo>
                      <a:lnTo>
                        <a:pt x="0"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53"/>
                <p:cNvSpPr/>
                <p:nvPr/>
              </p:nvSpPr>
              <p:spPr>
                <a:xfrm>
                  <a:off x="12423000" y="3888650"/>
                  <a:ext cx="509150" cy="643650"/>
                </a:xfrm>
                <a:custGeom>
                  <a:avLst/>
                  <a:gdLst/>
                  <a:ahLst/>
                  <a:cxnLst/>
                  <a:rect l="l" t="t" r="r" b="b"/>
                  <a:pathLst>
                    <a:path w="20366" h="25746" extrusionOk="0">
                      <a:moveTo>
                        <a:pt x="0" y="0"/>
                      </a:moveTo>
                      <a:lnTo>
                        <a:pt x="0" y="608"/>
                      </a:lnTo>
                      <a:lnTo>
                        <a:pt x="20365" y="25745"/>
                      </a:lnTo>
                      <a:lnTo>
                        <a:pt x="20365" y="25137"/>
                      </a:lnTo>
                      <a:lnTo>
                        <a:pt x="0" y="0"/>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53"/>
                <p:cNvSpPr/>
                <p:nvPr/>
              </p:nvSpPr>
              <p:spPr>
                <a:xfrm>
                  <a:off x="12423000" y="3498050"/>
                  <a:ext cx="509150" cy="632275"/>
                </a:xfrm>
                <a:custGeom>
                  <a:avLst/>
                  <a:gdLst/>
                  <a:ahLst/>
                  <a:cxnLst/>
                  <a:rect l="l" t="t" r="r" b="b"/>
                  <a:pathLst>
                    <a:path w="20366" h="25291" extrusionOk="0">
                      <a:moveTo>
                        <a:pt x="0" y="1"/>
                      </a:moveTo>
                      <a:lnTo>
                        <a:pt x="0" y="153"/>
                      </a:lnTo>
                      <a:lnTo>
                        <a:pt x="20365" y="25290"/>
                      </a:lnTo>
                      <a:lnTo>
                        <a:pt x="20365" y="24682"/>
                      </a:lnTo>
                      <a:lnTo>
                        <a:pt x="334"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53"/>
                <p:cNvSpPr/>
                <p:nvPr/>
              </p:nvSpPr>
              <p:spPr>
                <a:xfrm>
                  <a:off x="12423000" y="4289875"/>
                  <a:ext cx="509150" cy="644400"/>
                </a:xfrm>
                <a:custGeom>
                  <a:avLst/>
                  <a:gdLst/>
                  <a:ahLst/>
                  <a:cxnLst/>
                  <a:rect l="l" t="t" r="r" b="b"/>
                  <a:pathLst>
                    <a:path w="20366" h="25776" extrusionOk="0">
                      <a:moveTo>
                        <a:pt x="0" y="0"/>
                      </a:moveTo>
                      <a:lnTo>
                        <a:pt x="0" y="608"/>
                      </a:lnTo>
                      <a:lnTo>
                        <a:pt x="20365" y="25776"/>
                      </a:lnTo>
                      <a:lnTo>
                        <a:pt x="20365" y="25198"/>
                      </a:lnTo>
                      <a:lnTo>
                        <a:pt x="0" y="0"/>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53"/>
                <p:cNvSpPr/>
                <p:nvPr/>
              </p:nvSpPr>
              <p:spPr>
                <a:xfrm>
                  <a:off x="12423000" y="4691850"/>
                  <a:ext cx="326775" cy="403525"/>
                </a:xfrm>
                <a:custGeom>
                  <a:avLst/>
                  <a:gdLst/>
                  <a:ahLst/>
                  <a:cxnLst/>
                  <a:rect l="l" t="t" r="r" b="b"/>
                  <a:pathLst>
                    <a:path w="13071" h="16141" extrusionOk="0">
                      <a:moveTo>
                        <a:pt x="0" y="0"/>
                      </a:moveTo>
                      <a:lnTo>
                        <a:pt x="0" y="608"/>
                      </a:lnTo>
                      <a:lnTo>
                        <a:pt x="12584" y="16140"/>
                      </a:lnTo>
                      <a:lnTo>
                        <a:pt x="13070" y="16140"/>
                      </a:lnTo>
                      <a:lnTo>
                        <a:pt x="0" y="0"/>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53"/>
                <p:cNvSpPr/>
                <p:nvPr/>
              </p:nvSpPr>
              <p:spPr>
                <a:xfrm>
                  <a:off x="12423000" y="4390925"/>
                  <a:ext cx="509150" cy="643650"/>
                </a:xfrm>
                <a:custGeom>
                  <a:avLst/>
                  <a:gdLst/>
                  <a:ahLst/>
                  <a:cxnLst/>
                  <a:rect l="l" t="t" r="r" b="b"/>
                  <a:pathLst>
                    <a:path w="20366" h="25746" extrusionOk="0">
                      <a:moveTo>
                        <a:pt x="0" y="1"/>
                      </a:moveTo>
                      <a:lnTo>
                        <a:pt x="0" y="609"/>
                      </a:lnTo>
                      <a:lnTo>
                        <a:pt x="20365" y="25746"/>
                      </a:lnTo>
                      <a:lnTo>
                        <a:pt x="20365" y="25138"/>
                      </a:lnTo>
                      <a:lnTo>
                        <a:pt x="0"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53"/>
                <p:cNvSpPr/>
                <p:nvPr/>
              </p:nvSpPr>
              <p:spPr>
                <a:xfrm>
                  <a:off x="12423000" y="3586975"/>
                  <a:ext cx="509150" cy="644400"/>
                </a:xfrm>
                <a:custGeom>
                  <a:avLst/>
                  <a:gdLst/>
                  <a:ahLst/>
                  <a:cxnLst/>
                  <a:rect l="l" t="t" r="r" b="b"/>
                  <a:pathLst>
                    <a:path w="20366" h="25776" extrusionOk="0">
                      <a:moveTo>
                        <a:pt x="0" y="0"/>
                      </a:moveTo>
                      <a:lnTo>
                        <a:pt x="0" y="608"/>
                      </a:lnTo>
                      <a:lnTo>
                        <a:pt x="20365" y="25776"/>
                      </a:lnTo>
                      <a:lnTo>
                        <a:pt x="20365" y="25168"/>
                      </a:lnTo>
                      <a:lnTo>
                        <a:pt x="0" y="0"/>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53"/>
                <p:cNvSpPr/>
                <p:nvPr/>
              </p:nvSpPr>
              <p:spPr>
                <a:xfrm>
                  <a:off x="12423000" y="4592300"/>
                  <a:ext cx="408825" cy="503075"/>
                </a:xfrm>
                <a:custGeom>
                  <a:avLst/>
                  <a:gdLst/>
                  <a:ahLst/>
                  <a:cxnLst/>
                  <a:rect l="l" t="t" r="r" b="b"/>
                  <a:pathLst>
                    <a:path w="16353" h="20123" extrusionOk="0">
                      <a:moveTo>
                        <a:pt x="0" y="1"/>
                      </a:moveTo>
                      <a:lnTo>
                        <a:pt x="0" y="609"/>
                      </a:lnTo>
                      <a:lnTo>
                        <a:pt x="15836" y="20122"/>
                      </a:lnTo>
                      <a:lnTo>
                        <a:pt x="16353" y="20122"/>
                      </a:lnTo>
                      <a:lnTo>
                        <a:pt x="0"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53"/>
                <p:cNvSpPr/>
                <p:nvPr/>
              </p:nvSpPr>
              <p:spPr>
                <a:xfrm>
                  <a:off x="12423000" y="3988950"/>
                  <a:ext cx="509150" cy="644400"/>
                </a:xfrm>
                <a:custGeom>
                  <a:avLst/>
                  <a:gdLst/>
                  <a:ahLst/>
                  <a:cxnLst/>
                  <a:rect l="l" t="t" r="r" b="b"/>
                  <a:pathLst>
                    <a:path w="20366" h="25776" extrusionOk="0">
                      <a:moveTo>
                        <a:pt x="0" y="1"/>
                      </a:moveTo>
                      <a:lnTo>
                        <a:pt x="0" y="608"/>
                      </a:lnTo>
                      <a:lnTo>
                        <a:pt x="20365" y="25776"/>
                      </a:lnTo>
                      <a:lnTo>
                        <a:pt x="20365" y="25168"/>
                      </a:lnTo>
                      <a:lnTo>
                        <a:pt x="0"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53"/>
                <p:cNvSpPr/>
                <p:nvPr/>
              </p:nvSpPr>
              <p:spPr>
                <a:xfrm>
                  <a:off x="12501250" y="3498050"/>
                  <a:ext cx="430900" cy="531950"/>
                </a:xfrm>
                <a:custGeom>
                  <a:avLst/>
                  <a:gdLst/>
                  <a:ahLst/>
                  <a:cxnLst/>
                  <a:rect l="l" t="t" r="r" b="b"/>
                  <a:pathLst>
                    <a:path w="17236" h="21278" extrusionOk="0">
                      <a:moveTo>
                        <a:pt x="1" y="1"/>
                      </a:moveTo>
                      <a:lnTo>
                        <a:pt x="17235" y="21278"/>
                      </a:lnTo>
                      <a:lnTo>
                        <a:pt x="17235" y="20700"/>
                      </a:lnTo>
                      <a:lnTo>
                        <a:pt x="487"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53"/>
                <p:cNvSpPr/>
                <p:nvPr/>
              </p:nvSpPr>
              <p:spPr>
                <a:xfrm>
                  <a:off x="12423000" y="3788350"/>
                  <a:ext cx="509150" cy="644400"/>
                </a:xfrm>
                <a:custGeom>
                  <a:avLst/>
                  <a:gdLst/>
                  <a:ahLst/>
                  <a:cxnLst/>
                  <a:rect l="l" t="t" r="r" b="b"/>
                  <a:pathLst>
                    <a:path w="20366" h="25776" extrusionOk="0">
                      <a:moveTo>
                        <a:pt x="0" y="0"/>
                      </a:moveTo>
                      <a:lnTo>
                        <a:pt x="0" y="578"/>
                      </a:lnTo>
                      <a:lnTo>
                        <a:pt x="20365" y="25776"/>
                      </a:lnTo>
                      <a:lnTo>
                        <a:pt x="20365" y="25168"/>
                      </a:lnTo>
                      <a:lnTo>
                        <a:pt x="0" y="0"/>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53"/>
                <p:cNvSpPr/>
                <p:nvPr/>
              </p:nvSpPr>
              <p:spPr>
                <a:xfrm>
                  <a:off x="12423000" y="4190325"/>
                  <a:ext cx="509150" cy="644400"/>
                </a:xfrm>
                <a:custGeom>
                  <a:avLst/>
                  <a:gdLst/>
                  <a:ahLst/>
                  <a:cxnLst/>
                  <a:rect l="l" t="t" r="r" b="b"/>
                  <a:pathLst>
                    <a:path w="20366" h="25776" extrusionOk="0">
                      <a:moveTo>
                        <a:pt x="0" y="0"/>
                      </a:moveTo>
                      <a:lnTo>
                        <a:pt x="0" y="578"/>
                      </a:lnTo>
                      <a:lnTo>
                        <a:pt x="20365" y="25776"/>
                      </a:lnTo>
                      <a:lnTo>
                        <a:pt x="20365" y="25168"/>
                      </a:lnTo>
                      <a:lnTo>
                        <a:pt x="0" y="0"/>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53"/>
                <p:cNvSpPr/>
                <p:nvPr/>
              </p:nvSpPr>
              <p:spPr>
                <a:xfrm>
                  <a:off x="12423000" y="4994275"/>
                  <a:ext cx="82850" cy="101100"/>
                </a:xfrm>
                <a:custGeom>
                  <a:avLst/>
                  <a:gdLst/>
                  <a:ahLst/>
                  <a:cxnLst/>
                  <a:rect l="l" t="t" r="r" b="b"/>
                  <a:pathLst>
                    <a:path w="3314" h="4044" extrusionOk="0">
                      <a:moveTo>
                        <a:pt x="0" y="1"/>
                      </a:moveTo>
                      <a:lnTo>
                        <a:pt x="0" y="609"/>
                      </a:lnTo>
                      <a:lnTo>
                        <a:pt x="2827" y="4043"/>
                      </a:lnTo>
                      <a:lnTo>
                        <a:pt x="3313" y="4043"/>
                      </a:lnTo>
                      <a:lnTo>
                        <a:pt x="0"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53"/>
                <p:cNvSpPr/>
                <p:nvPr/>
              </p:nvSpPr>
              <p:spPr>
                <a:xfrm>
                  <a:off x="12423000" y="4792925"/>
                  <a:ext cx="244700" cy="302450"/>
                </a:xfrm>
                <a:custGeom>
                  <a:avLst/>
                  <a:gdLst/>
                  <a:ahLst/>
                  <a:cxnLst/>
                  <a:rect l="l" t="t" r="r" b="b"/>
                  <a:pathLst>
                    <a:path w="9788" h="12098" extrusionOk="0">
                      <a:moveTo>
                        <a:pt x="0" y="0"/>
                      </a:moveTo>
                      <a:lnTo>
                        <a:pt x="0" y="608"/>
                      </a:lnTo>
                      <a:lnTo>
                        <a:pt x="9301" y="12097"/>
                      </a:lnTo>
                      <a:lnTo>
                        <a:pt x="9788" y="12097"/>
                      </a:lnTo>
                      <a:lnTo>
                        <a:pt x="0" y="0"/>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53"/>
                <p:cNvSpPr/>
                <p:nvPr/>
              </p:nvSpPr>
              <p:spPr>
                <a:xfrm>
                  <a:off x="13965575" y="4148525"/>
                  <a:ext cx="509900" cy="946850"/>
                </a:xfrm>
                <a:custGeom>
                  <a:avLst/>
                  <a:gdLst/>
                  <a:ahLst/>
                  <a:cxnLst/>
                  <a:rect l="l" t="t" r="r" b="b"/>
                  <a:pathLst>
                    <a:path w="20396" h="37874" extrusionOk="0">
                      <a:moveTo>
                        <a:pt x="0" y="1"/>
                      </a:moveTo>
                      <a:lnTo>
                        <a:pt x="0" y="37873"/>
                      </a:lnTo>
                      <a:lnTo>
                        <a:pt x="20396" y="37873"/>
                      </a:lnTo>
                      <a:lnTo>
                        <a:pt x="20396" y="1"/>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53"/>
                <p:cNvSpPr/>
                <p:nvPr/>
              </p:nvSpPr>
              <p:spPr>
                <a:xfrm>
                  <a:off x="13965575" y="4336975"/>
                  <a:ext cx="509150" cy="643650"/>
                </a:xfrm>
                <a:custGeom>
                  <a:avLst/>
                  <a:gdLst/>
                  <a:ahLst/>
                  <a:cxnLst/>
                  <a:rect l="l" t="t" r="r" b="b"/>
                  <a:pathLst>
                    <a:path w="20366" h="25746" extrusionOk="0">
                      <a:moveTo>
                        <a:pt x="0" y="1"/>
                      </a:moveTo>
                      <a:lnTo>
                        <a:pt x="0" y="609"/>
                      </a:lnTo>
                      <a:lnTo>
                        <a:pt x="20366" y="25746"/>
                      </a:lnTo>
                      <a:lnTo>
                        <a:pt x="20366" y="25138"/>
                      </a:lnTo>
                      <a:lnTo>
                        <a:pt x="0"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53"/>
                <p:cNvSpPr/>
                <p:nvPr/>
              </p:nvSpPr>
              <p:spPr>
                <a:xfrm>
                  <a:off x="14125150" y="4147000"/>
                  <a:ext cx="349575" cy="431650"/>
                </a:xfrm>
                <a:custGeom>
                  <a:avLst/>
                  <a:gdLst/>
                  <a:ahLst/>
                  <a:cxnLst/>
                  <a:rect l="l" t="t" r="r" b="b"/>
                  <a:pathLst>
                    <a:path w="13983" h="17266" extrusionOk="0">
                      <a:moveTo>
                        <a:pt x="0" y="1"/>
                      </a:moveTo>
                      <a:lnTo>
                        <a:pt x="13983" y="17265"/>
                      </a:lnTo>
                      <a:lnTo>
                        <a:pt x="13983" y="16658"/>
                      </a:lnTo>
                      <a:lnTo>
                        <a:pt x="487"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53"/>
                <p:cNvSpPr/>
                <p:nvPr/>
              </p:nvSpPr>
              <p:spPr>
                <a:xfrm>
                  <a:off x="13965575" y="4738200"/>
                  <a:ext cx="288775" cy="357175"/>
                </a:xfrm>
                <a:custGeom>
                  <a:avLst/>
                  <a:gdLst/>
                  <a:ahLst/>
                  <a:cxnLst/>
                  <a:rect l="l" t="t" r="r" b="b"/>
                  <a:pathLst>
                    <a:path w="11551" h="14287" extrusionOk="0">
                      <a:moveTo>
                        <a:pt x="0" y="1"/>
                      </a:moveTo>
                      <a:lnTo>
                        <a:pt x="0" y="608"/>
                      </a:lnTo>
                      <a:lnTo>
                        <a:pt x="11095" y="14286"/>
                      </a:lnTo>
                      <a:lnTo>
                        <a:pt x="11551" y="14286"/>
                      </a:lnTo>
                      <a:lnTo>
                        <a:pt x="0"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53"/>
                <p:cNvSpPr/>
                <p:nvPr/>
              </p:nvSpPr>
              <p:spPr>
                <a:xfrm>
                  <a:off x="13965575" y="4538350"/>
                  <a:ext cx="452150" cy="557025"/>
                </a:xfrm>
                <a:custGeom>
                  <a:avLst/>
                  <a:gdLst/>
                  <a:ahLst/>
                  <a:cxnLst/>
                  <a:rect l="l" t="t" r="r" b="b"/>
                  <a:pathLst>
                    <a:path w="18086" h="22281" extrusionOk="0">
                      <a:moveTo>
                        <a:pt x="0" y="1"/>
                      </a:moveTo>
                      <a:lnTo>
                        <a:pt x="0" y="608"/>
                      </a:lnTo>
                      <a:lnTo>
                        <a:pt x="17600" y="22280"/>
                      </a:lnTo>
                      <a:lnTo>
                        <a:pt x="18086" y="22280"/>
                      </a:lnTo>
                      <a:lnTo>
                        <a:pt x="0"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53"/>
                <p:cNvSpPr/>
                <p:nvPr/>
              </p:nvSpPr>
              <p:spPr>
                <a:xfrm>
                  <a:off x="13965575" y="4147000"/>
                  <a:ext cx="509150" cy="633025"/>
                </a:xfrm>
                <a:custGeom>
                  <a:avLst/>
                  <a:gdLst/>
                  <a:ahLst/>
                  <a:cxnLst/>
                  <a:rect l="l" t="t" r="r" b="b"/>
                  <a:pathLst>
                    <a:path w="20366" h="25321" extrusionOk="0">
                      <a:moveTo>
                        <a:pt x="0" y="1"/>
                      </a:moveTo>
                      <a:lnTo>
                        <a:pt x="0" y="183"/>
                      </a:lnTo>
                      <a:lnTo>
                        <a:pt x="20366" y="25320"/>
                      </a:lnTo>
                      <a:lnTo>
                        <a:pt x="20366" y="24712"/>
                      </a:lnTo>
                      <a:lnTo>
                        <a:pt x="335"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53"/>
                <p:cNvSpPr/>
                <p:nvPr/>
              </p:nvSpPr>
              <p:spPr>
                <a:xfrm>
                  <a:off x="13965575" y="4939575"/>
                  <a:ext cx="126175" cy="155800"/>
                </a:xfrm>
                <a:custGeom>
                  <a:avLst/>
                  <a:gdLst/>
                  <a:ahLst/>
                  <a:cxnLst/>
                  <a:rect l="l" t="t" r="r" b="b"/>
                  <a:pathLst>
                    <a:path w="5047" h="6232" extrusionOk="0">
                      <a:moveTo>
                        <a:pt x="0" y="0"/>
                      </a:moveTo>
                      <a:lnTo>
                        <a:pt x="0" y="608"/>
                      </a:lnTo>
                      <a:lnTo>
                        <a:pt x="4560" y="6231"/>
                      </a:lnTo>
                      <a:lnTo>
                        <a:pt x="5046" y="6231"/>
                      </a:lnTo>
                      <a:lnTo>
                        <a:pt x="0" y="0"/>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53"/>
                <p:cNvSpPr/>
                <p:nvPr/>
              </p:nvSpPr>
              <p:spPr>
                <a:xfrm>
                  <a:off x="14205700" y="4147000"/>
                  <a:ext cx="269025" cy="332100"/>
                </a:xfrm>
                <a:custGeom>
                  <a:avLst/>
                  <a:gdLst/>
                  <a:ahLst/>
                  <a:cxnLst/>
                  <a:rect l="l" t="t" r="r" b="b"/>
                  <a:pathLst>
                    <a:path w="10761" h="13284" extrusionOk="0">
                      <a:moveTo>
                        <a:pt x="0" y="1"/>
                      </a:moveTo>
                      <a:lnTo>
                        <a:pt x="10761" y="13284"/>
                      </a:lnTo>
                      <a:lnTo>
                        <a:pt x="10761" y="12676"/>
                      </a:lnTo>
                      <a:lnTo>
                        <a:pt x="517"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53"/>
                <p:cNvSpPr/>
                <p:nvPr/>
              </p:nvSpPr>
              <p:spPr>
                <a:xfrm>
                  <a:off x="14369075" y="4147000"/>
                  <a:ext cx="105650" cy="130725"/>
                </a:xfrm>
                <a:custGeom>
                  <a:avLst/>
                  <a:gdLst/>
                  <a:ahLst/>
                  <a:cxnLst/>
                  <a:rect l="l" t="t" r="r" b="b"/>
                  <a:pathLst>
                    <a:path w="4226" h="5229" extrusionOk="0">
                      <a:moveTo>
                        <a:pt x="1" y="1"/>
                      </a:moveTo>
                      <a:lnTo>
                        <a:pt x="4226" y="5229"/>
                      </a:lnTo>
                      <a:lnTo>
                        <a:pt x="4226" y="4621"/>
                      </a:lnTo>
                      <a:lnTo>
                        <a:pt x="517"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53"/>
                <p:cNvSpPr/>
                <p:nvPr/>
              </p:nvSpPr>
              <p:spPr>
                <a:xfrm>
                  <a:off x="13965575" y="5040625"/>
                  <a:ext cx="44850" cy="54750"/>
                </a:xfrm>
                <a:custGeom>
                  <a:avLst/>
                  <a:gdLst/>
                  <a:ahLst/>
                  <a:cxnLst/>
                  <a:rect l="l" t="t" r="r" b="b"/>
                  <a:pathLst>
                    <a:path w="1794" h="2190" extrusionOk="0">
                      <a:moveTo>
                        <a:pt x="0" y="1"/>
                      </a:moveTo>
                      <a:lnTo>
                        <a:pt x="0" y="609"/>
                      </a:lnTo>
                      <a:lnTo>
                        <a:pt x="1338" y="2189"/>
                      </a:lnTo>
                      <a:lnTo>
                        <a:pt x="1794" y="2189"/>
                      </a:lnTo>
                      <a:lnTo>
                        <a:pt x="0"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53"/>
                <p:cNvSpPr/>
                <p:nvPr/>
              </p:nvSpPr>
              <p:spPr>
                <a:xfrm>
                  <a:off x="13965575" y="4236675"/>
                  <a:ext cx="509150" cy="644400"/>
                </a:xfrm>
                <a:custGeom>
                  <a:avLst/>
                  <a:gdLst/>
                  <a:ahLst/>
                  <a:cxnLst/>
                  <a:rect l="l" t="t" r="r" b="b"/>
                  <a:pathLst>
                    <a:path w="20366" h="25776" extrusionOk="0">
                      <a:moveTo>
                        <a:pt x="0" y="0"/>
                      </a:moveTo>
                      <a:lnTo>
                        <a:pt x="0" y="578"/>
                      </a:lnTo>
                      <a:lnTo>
                        <a:pt x="20366" y="25776"/>
                      </a:lnTo>
                      <a:lnTo>
                        <a:pt x="20366" y="25168"/>
                      </a:lnTo>
                      <a:lnTo>
                        <a:pt x="0" y="0"/>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53"/>
                <p:cNvSpPr/>
                <p:nvPr/>
              </p:nvSpPr>
              <p:spPr>
                <a:xfrm>
                  <a:off x="13965575" y="4638650"/>
                  <a:ext cx="370850" cy="456725"/>
                </a:xfrm>
                <a:custGeom>
                  <a:avLst/>
                  <a:gdLst/>
                  <a:ahLst/>
                  <a:cxnLst/>
                  <a:rect l="l" t="t" r="r" b="b"/>
                  <a:pathLst>
                    <a:path w="14834" h="18269" extrusionOk="0">
                      <a:moveTo>
                        <a:pt x="0" y="1"/>
                      </a:moveTo>
                      <a:lnTo>
                        <a:pt x="0" y="578"/>
                      </a:lnTo>
                      <a:lnTo>
                        <a:pt x="14317" y="18268"/>
                      </a:lnTo>
                      <a:lnTo>
                        <a:pt x="14834" y="18268"/>
                      </a:lnTo>
                      <a:lnTo>
                        <a:pt x="0"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53"/>
                <p:cNvSpPr/>
                <p:nvPr/>
              </p:nvSpPr>
              <p:spPr>
                <a:xfrm>
                  <a:off x="14043850" y="4147000"/>
                  <a:ext cx="430875" cy="532725"/>
                </a:xfrm>
                <a:custGeom>
                  <a:avLst/>
                  <a:gdLst/>
                  <a:ahLst/>
                  <a:cxnLst/>
                  <a:rect l="l" t="t" r="r" b="b"/>
                  <a:pathLst>
                    <a:path w="17235" h="21309" extrusionOk="0">
                      <a:moveTo>
                        <a:pt x="0" y="1"/>
                      </a:moveTo>
                      <a:lnTo>
                        <a:pt x="17235" y="21308"/>
                      </a:lnTo>
                      <a:lnTo>
                        <a:pt x="17235" y="20700"/>
                      </a:lnTo>
                      <a:lnTo>
                        <a:pt x="486"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53"/>
                <p:cNvSpPr/>
                <p:nvPr/>
              </p:nvSpPr>
              <p:spPr>
                <a:xfrm>
                  <a:off x="14287775" y="4147000"/>
                  <a:ext cx="186950" cy="231800"/>
                </a:xfrm>
                <a:custGeom>
                  <a:avLst/>
                  <a:gdLst/>
                  <a:ahLst/>
                  <a:cxnLst/>
                  <a:rect l="l" t="t" r="r" b="b"/>
                  <a:pathLst>
                    <a:path w="7478" h="9272" extrusionOk="0">
                      <a:moveTo>
                        <a:pt x="0" y="1"/>
                      </a:moveTo>
                      <a:lnTo>
                        <a:pt x="7478" y="9271"/>
                      </a:lnTo>
                      <a:lnTo>
                        <a:pt x="7478" y="8664"/>
                      </a:lnTo>
                      <a:lnTo>
                        <a:pt x="487"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53"/>
                <p:cNvSpPr/>
                <p:nvPr/>
              </p:nvSpPr>
              <p:spPr>
                <a:xfrm>
                  <a:off x="13965575" y="4437275"/>
                  <a:ext cx="509150" cy="644425"/>
                </a:xfrm>
                <a:custGeom>
                  <a:avLst/>
                  <a:gdLst/>
                  <a:ahLst/>
                  <a:cxnLst/>
                  <a:rect l="l" t="t" r="r" b="b"/>
                  <a:pathLst>
                    <a:path w="20366" h="25777" extrusionOk="0">
                      <a:moveTo>
                        <a:pt x="0" y="1"/>
                      </a:moveTo>
                      <a:lnTo>
                        <a:pt x="0" y="609"/>
                      </a:lnTo>
                      <a:lnTo>
                        <a:pt x="20366" y="25776"/>
                      </a:lnTo>
                      <a:lnTo>
                        <a:pt x="20366" y="25168"/>
                      </a:lnTo>
                      <a:lnTo>
                        <a:pt x="0"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53"/>
                <p:cNvSpPr/>
                <p:nvPr/>
              </p:nvSpPr>
              <p:spPr>
                <a:xfrm>
                  <a:off x="13965575" y="4839275"/>
                  <a:ext cx="208225" cy="256100"/>
                </a:xfrm>
                <a:custGeom>
                  <a:avLst/>
                  <a:gdLst/>
                  <a:ahLst/>
                  <a:cxnLst/>
                  <a:rect l="l" t="t" r="r" b="b"/>
                  <a:pathLst>
                    <a:path w="8329" h="10244" extrusionOk="0">
                      <a:moveTo>
                        <a:pt x="0" y="0"/>
                      </a:moveTo>
                      <a:lnTo>
                        <a:pt x="0" y="608"/>
                      </a:lnTo>
                      <a:lnTo>
                        <a:pt x="7842" y="10243"/>
                      </a:lnTo>
                      <a:lnTo>
                        <a:pt x="8329" y="10243"/>
                      </a:lnTo>
                      <a:lnTo>
                        <a:pt x="0" y="0"/>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53"/>
                <p:cNvSpPr/>
                <p:nvPr/>
              </p:nvSpPr>
              <p:spPr>
                <a:xfrm>
                  <a:off x="10879650" y="4759475"/>
                  <a:ext cx="509900" cy="337425"/>
                </a:xfrm>
                <a:custGeom>
                  <a:avLst/>
                  <a:gdLst/>
                  <a:ahLst/>
                  <a:cxnLst/>
                  <a:rect l="l" t="t" r="r" b="b"/>
                  <a:pathLst>
                    <a:path w="20396" h="13497" extrusionOk="0">
                      <a:moveTo>
                        <a:pt x="0" y="1"/>
                      </a:moveTo>
                      <a:lnTo>
                        <a:pt x="0" y="13496"/>
                      </a:lnTo>
                      <a:lnTo>
                        <a:pt x="20396" y="13496"/>
                      </a:lnTo>
                      <a:lnTo>
                        <a:pt x="20396" y="1"/>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53"/>
                <p:cNvSpPr/>
                <p:nvPr/>
              </p:nvSpPr>
              <p:spPr>
                <a:xfrm>
                  <a:off x="10879650" y="4947175"/>
                  <a:ext cx="121600" cy="148200"/>
                </a:xfrm>
                <a:custGeom>
                  <a:avLst/>
                  <a:gdLst/>
                  <a:ahLst/>
                  <a:cxnLst/>
                  <a:rect l="l" t="t" r="r" b="b"/>
                  <a:pathLst>
                    <a:path w="4864" h="5928" extrusionOk="0">
                      <a:moveTo>
                        <a:pt x="0" y="0"/>
                      </a:moveTo>
                      <a:lnTo>
                        <a:pt x="0" y="608"/>
                      </a:lnTo>
                      <a:lnTo>
                        <a:pt x="4377" y="5927"/>
                      </a:lnTo>
                      <a:lnTo>
                        <a:pt x="4864" y="5927"/>
                      </a:lnTo>
                      <a:lnTo>
                        <a:pt x="0" y="0"/>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53"/>
                <p:cNvSpPr/>
                <p:nvPr/>
              </p:nvSpPr>
              <p:spPr>
                <a:xfrm>
                  <a:off x="11039225" y="4759475"/>
                  <a:ext cx="288025" cy="335900"/>
                </a:xfrm>
                <a:custGeom>
                  <a:avLst/>
                  <a:gdLst/>
                  <a:ahLst/>
                  <a:cxnLst/>
                  <a:rect l="l" t="t" r="r" b="b"/>
                  <a:pathLst>
                    <a:path w="11521" h="13436" extrusionOk="0">
                      <a:moveTo>
                        <a:pt x="1" y="1"/>
                      </a:moveTo>
                      <a:lnTo>
                        <a:pt x="11004" y="13435"/>
                      </a:lnTo>
                      <a:lnTo>
                        <a:pt x="11521" y="13435"/>
                      </a:lnTo>
                      <a:lnTo>
                        <a:pt x="487"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53"/>
                <p:cNvSpPr/>
                <p:nvPr/>
              </p:nvSpPr>
              <p:spPr>
                <a:xfrm>
                  <a:off x="10879650" y="4759475"/>
                  <a:ext cx="284225" cy="335900"/>
                </a:xfrm>
                <a:custGeom>
                  <a:avLst/>
                  <a:gdLst/>
                  <a:ahLst/>
                  <a:cxnLst/>
                  <a:rect l="l" t="t" r="r" b="b"/>
                  <a:pathLst>
                    <a:path w="11369" h="13436" extrusionOk="0">
                      <a:moveTo>
                        <a:pt x="0" y="1"/>
                      </a:moveTo>
                      <a:lnTo>
                        <a:pt x="0" y="153"/>
                      </a:lnTo>
                      <a:lnTo>
                        <a:pt x="10912" y="13435"/>
                      </a:lnTo>
                      <a:lnTo>
                        <a:pt x="11368" y="13435"/>
                      </a:lnTo>
                      <a:lnTo>
                        <a:pt x="365"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53"/>
                <p:cNvSpPr/>
                <p:nvPr/>
              </p:nvSpPr>
              <p:spPr>
                <a:xfrm>
                  <a:off x="11120525" y="4759475"/>
                  <a:ext cx="269025" cy="328300"/>
                </a:xfrm>
                <a:custGeom>
                  <a:avLst/>
                  <a:gdLst/>
                  <a:ahLst/>
                  <a:cxnLst/>
                  <a:rect l="l" t="t" r="r" b="b"/>
                  <a:pathLst>
                    <a:path w="10761" h="13132" extrusionOk="0">
                      <a:moveTo>
                        <a:pt x="1" y="1"/>
                      </a:moveTo>
                      <a:lnTo>
                        <a:pt x="10761" y="13132"/>
                      </a:lnTo>
                      <a:lnTo>
                        <a:pt x="10761" y="12524"/>
                      </a:lnTo>
                      <a:lnTo>
                        <a:pt x="518"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53"/>
                <p:cNvSpPr/>
                <p:nvPr/>
              </p:nvSpPr>
              <p:spPr>
                <a:xfrm>
                  <a:off x="11283150" y="4759475"/>
                  <a:ext cx="106400" cy="129200"/>
                </a:xfrm>
                <a:custGeom>
                  <a:avLst/>
                  <a:gdLst/>
                  <a:ahLst/>
                  <a:cxnLst/>
                  <a:rect l="l" t="t" r="r" b="b"/>
                  <a:pathLst>
                    <a:path w="4256" h="5168" extrusionOk="0">
                      <a:moveTo>
                        <a:pt x="1" y="1"/>
                      </a:moveTo>
                      <a:lnTo>
                        <a:pt x="4256" y="5168"/>
                      </a:lnTo>
                      <a:lnTo>
                        <a:pt x="4256" y="4590"/>
                      </a:lnTo>
                      <a:lnTo>
                        <a:pt x="487"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53"/>
                <p:cNvSpPr/>
                <p:nvPr/>
              </p:nvSpPr>
              <p:spPr>
                <a:xfrm>
                  <a:off x="10879650" y="4847625"/>
                  <a:ext cx="202925" cy="247750"/>
                </a:xfrm>
                <a:custGeom>
                  <a:avLst/>
                  <a:gdLst/>
                  <a:ahLst/>
                  <a:cxnLst/>
                  <a:rect l="l" t="t" r="r" b="b"/>
                  <a:pathLst>
                    <a:path w="8117" h="9910" extrusionOk="0">
                      <a:moveTo>
                        <a:pt x="0" y="1"/>
                      </a:moveTo>
                      <a:lnTo>
                        <a:pt x="0" y="608"/>
                      </a:lnTo>
                      <a:lnTo>
                        <a:pt x="7630" y="9909"/>
                      </a:lnTo>
                      <a:lnTo>
                        <a:pt x="8116" y="9909"/>
                      </a:lnTo>
                      <a:lnTo>
                        <a:pt x="0"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53"/>
                <p:cNvSpPr/>
                <p:nvPr/>
              </p:nvSpPr>
              <p:spPr>
                <a:xfrm>
                  <a:off x="10957150" y="4759475"/>
                  <a:ext cx="288025" cy="335900"/>
                </a:xfrm>
                <a:custGeom>
                  <a:avLst/>
                  <a:gdLst/>
                  <a:ahLst/>
                  <a:cxnLst/>
                  <a:rect l="l" t="t" r="r" b="b"/>
                  <a:pathLst>
                    <a:path w="11521" h="13436" extrusionOk="0">
                      <a:moveTo>
                        <a:pt x="1" y="1"/>
                      </a:moveTo>
                      <a:lnTo>
                        <a:pt x="11034" y="13435"/>
                      </a:lnTo>
                      <a:lnTo>
                        <a:pt x="11521" y="13435"/>
                      </a:lnTo>
                      <a:lnTo>
                        <a:pt x="518"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53"/>
                <p:cNvSpPr/>
                <p:nvPr/>
              </p:nvSpPr>
              <p:spPr>
                <a:xfrm>
                  <a:off x="11201850" y="4759475"/>
                  <a:ext cx="187700" cy="228750"/>
                </a:xfrm>
                <a:custGeom>
                  <a:avLst/>
                  <a:gdLst/>
                  <a:ahLst/>
                  <a:cxnLst/>
                  <a:rect l="l" t="t" r="r" b="b"/>
                  <a:pathLst>
                    <a:path w="7508" h="9150" extrusionOk="0">
                      <a:moveTo>
                        <a:pt x="0" y="1"/>
                      </a:moveTo>
                      <a:lnTo>
                        <a:pt x="7508" y="9150"/>
                      </a:lnTo>
                      <a:lnTo>
                        <a:pt x="7508" y="8542"/>
                      </a:lnTo>
                      <a:lnTo>
                        <a:pt x="487"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57" name="Google Shape;2057;p53"/>
              <p:cNvSpPr/>
              <p:nvPr/>
            </p:nvSpPr>
            <p:spPr>
              <a:xfrm>
                <a:off x="12581800" y="3498050"/>
                <a:ext cx="350350" cy="432425"/>
              </a:xfrm>
              <a:custGeom>
                <a:avLst/>
                <a:gdLst/>
                <a:ahLst/>
                <a:cxnLst/>
                <a:rect l="l" t="t" r="r" b="b"/>
                <a:pathLst>
                  <a:path w="14014" h="17297" extrusionOk="0">
                    <a:moveTo>
                      <a:pt x="1" y="1"/>
                    </a:moveTo>
                    <a:lnTo>
                      <a:pt x="14013" y="17296"/>
                    </a:lnTo>
                    <a:lnTo>
                      <a:pt x="14013" y="16688"/>
                    </a:lnTo>
                    <a:lnTo>
                      <a:pt x="487"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53"/>
              <p:cNvSpPr/>
              <p:nvPr/>
            </p:nvSpPr>
            <p:spPr>
              <a:xfrm>
                <a:off x="12663125" y="3498050"/>
                <a:ext cx="269025" cy="331350"/>
              </a:xfrm>
              <a:custGeom>
                <a:avLst/>
                <a:gdLst/>
                <a:ahLst/>
                <a:cxnLst/>
                <a:rect l="l" t="t" r="r" b="b"/>
                <a:pathLst>
                  <a:path w="10761" h="13254" extrusionOk="0">
                    <a:moveTo>
                      <a:pt x="0" y="1"/>
                    </a:moveTo>
                    <a:lnTo>
                      <a:pt x="10760" y="13253"/>
                    </a:lnTo>
                    <a:lnTo>
                      <a:pt x="10760" y="12646"/>
                    </a:lnTo>
                    <a:lnTo>
                      <a:pt x="517"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53"/>
              <p:cNvSpPr/>
              <p:nvPr/>
            </p:nvSpPr>
            <p:spPr>
              <a:xfrm>
                <a:off x="12825725" y="3498050"/>
                <a:ext cx="106425" cy="129975"/>
              </a:xfrm>
              <a:custGeom>
                <a:avLst/>
                <a:gdLst/>
                <a:ahLst/>
                <a:cxnLst/>
                <a:rect l="l" t="t" r="r" b="b"/>
                <a:pathLst>
                  <a:path w="4257" h="5199" extrusionOk="0">
                    <a:moveTo>
                      <a:pt x="1" y="1"/>
                    </a:moveTo>
                    <a:lnTo>
                      <a:pt x="4256" y="5199"/>
                    </a:lnTo>
                    <a:lnTo>
                      <a:pt x="4256" y="4621"/>
                    </a:lnTo>
                    <a:lnTo>
                      <a:pt x="487"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53"/>
              <p:cNvSpPr/>
              <p:nvPr/>
            </p:nvSpPr>
            <p:spPr>
              <a:xfrm>
                <a:off x="12745175" y="3498050"/>
                <a:ext cx="186975" cy="231050"/>
              </a:xfrm>
              <a:custGeom>
                <a:avLst/>
                <a:gdLst/>
                <a:ahLst/>
                <a:cxnLst/>
                <a:rect l="l" t="t" r="r" b="b"/>
                <a:pathLst>
                  <a:path w="7479" h="9242" extrusionOk="0">
                    <a:moveTo>
                      <a:pt x="1" y="1"/>
                    </a:moveTo>
                    <a:lnTo>
                      <a:pt x="7478" y="9241"/>
                    </a:lnTo>
                    <a:lnTo>
                      <a:pt x="7478" y="8633"/>
                    </a:lnTo>
                    <a:lnTo>
                      <a:pt x="487" y="1"/>
                    </a:lnTo>
                    <a:close/>
                  </a:path>
                </a:pathLst>
              </a:custGeom>
              <a:solidFill>
                <a:srgbClr val="D16D00"/>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61" name="Google Shape;2061;p53"/>
          <p:cNvGrpSpPr/>
          <p:nvPr/>
        </p:nvGrpSpPr>
        <p:grpSpPr>
          <a:xfrm flipH="1">
            <a:off x="6538523" y="2241855"/>
            <a:ext cx="2609371" cy="2901599"/>
            <a:chOff x="7859075" y="1676500"/>
            <a:chExt cx="3074550" cy="3418875"/>
          </a:xfrm>
        </p:grpSpPr>
        <p:sp>
          <p:nvSpPr>
            <p:cNvPr id="2062" name="Google Shape;2062;p53"/>
            <p:cNvSpPr/>
            <p:nvPr/>
          </p:nvSpPr>
          <p:spPr>
            <a:xfrm>
              <a:off x="9674450" y="2149975"/>
              <a:ext cx="128450" cy="245500"/>
            </a:xfrm>
            <a:custGeom>
              <a:avLst/>
              <a:gdLst/>
              <a:ahLst/>
              <a:cxnLst/>
              <a:rect l="l" t="t" r="r" b="b"/>
              <a:pathLst>
                <a:path w="5138" h="9820" extrusionOk="0">
                  <a:moveTo>
                    <a:pt x="1125" y="337"/>
                  </a:moveTo>
                  <a:cubicBezTo>
                    <a:pt x="1460" y="337"/>
                    <a:pt x="1916" y="701"/>
                    <a:pt x="2372" y="1340"/>
                  </a:cubicBezTo>
                  <a:cubicBezTo>
                    <a:pt x="2980" y="2130"/>
                    <a:pt x="3527" y="3224"/>
                    <a:pt x="3892" y="4440"/>
                  </a:cubicBezTo>
                  <a:cubicBezTo>
                    <a:pt x="4743" y="7115"/>
                    <a:pt x="4560" y="9182"/>
                    <a:pt x="3861" y="9425"/>
                  </a:cubicBezTo>
                  <a:cubicBezTo>
                    <a:pt x="3817" y="9440"/>
                    <a:pt x="3771" y="9447"/>
                    <a:pt x="3722" y="9447"/>
                  </a:cubicBezTo>
                  <a:cubicBezTo>
                    <a:pt x="3371" y="9447"/>
                    <a:pt x="2917" y="9070"/>
                    <a:pt x="2463" y="8483"/>
                  </a:cubicBezTo>
                  <a:cubicBezTo>
                    <a:pt x="1855" y="7662"/>
                    <a:pt x="1308" y="6568"/>
                    <a:pt x="943" y="5352"/>
                  </a:cubicBezTo>
                  <a:cubicBezTo>
                    <a:pt x="518" y="4106"/>
                    <a:pt x="335" y="2890"/>
                    <a:pt x="366" y="1948"/>
                  </a:cubicBezTo>
                  <a:cubicBezTo>
                    <a:pt x="396" y="1066"/>
                    <a:pt x="639" y="489"/>
                    <a:pt x="974" y="397"/>
                  </a:cubicBezTo>
                  <a:cubicBezTo>
                    <a:pt x="1065" y="337"/>
                    <a:pt x="1095" y="337"/>
                    <a:pt x="1125" y="337"/>
                  </a:cubicBezTo>
                  <a:close/>
                  <a:moveTo>
                    <a:pt x="1138" y="1"/>
                  </a:moveTo>
                  <a:cubicBezTo>
                    <a:pt x="1061" y="1"/>
                    <a:pt x="986" y="11"/>
                    <a:pt x="913" y="33"/>
                  </a:cubicBezTo>
                  <a:cubicBezTo>
                    <a:pt x="366" y="185"/>
                    <a:pt x="62" y="884"/>
                    <a:pt x="31" y="1948"/>
                  </a:cubicBezTo>
                  <a:cubicBezTo>
                    <a:pt x="1" y="2920"/>
                    <a:pt x="183" y="4227"/>
                    <a:pt x="609" y="5473"/>
                  </a:cubicBezTo>
                  <a:cubicBezTo>
                    <a:pt x="1004" y="6780"/>
                    <a:pt x="1551" y="7905"/>
                    <a:pt x="2159" y="8695"/>
                  </a:cubicBezTo>
                  <a:cubicBezTo>
                    <a:pt x="2676" y="9425"/>
                    <a:pt x="3253" y="9820"/>
                    <a:pt x="3709" y="9820"/>
                  </a:cubicBezTo>
                  <a:cubicBezTo>
                    <a:pt x="3800" y="9820"/>
                    <a:pt x="3861" y="9759"/>
                    <a:pt x="3983" y="9759"/>
                  </a:cubicBezTo>
                  <a:cubicBezTo>
                    <a:pt x="5047" y="9455"/>
                    <a:pt x="5138" y="7115"/>
                    <a:pt x="4287" y="4349"/>
                  </a:cubicBezTo>
                  <a:cubicBezTo>
                    <a:pt x="3861" y="3042"/>
                    <a:pt x="3344" y="1917"/>
                    <a:pt x="2706" y="1096"/>
                  </a:cubicBezTo>
                  <a:cubicBezTo>
                    <a:pt x="2158" y="392"/>
                    <a:pt x="1610" y="1"/>
                    <a:pt x="1138"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53"/>
            <p:cNvSpPr/>
            <p:nvPr/>
          </p:nvSpPr>
          <p:spPr>
            <a:xfrm>
              <a:off x="8950275" y="1947900"/>
              <a:ext cx="845800" cy="1199900"/>
            </a:xfrm>
            <a:custGeom>
              <a:avLst/>
              <a:gdLst/>
              <a:ahLst/>
              <a:cxnLst/>
              <a:rect l="l" t="t" r="r" b="b"/>
              <a:pathLst>
                <a:path w="33832" h="47996" extrusionOk="0">
                  <a:moveTo>
                    <a:pt x="25168" y="0"/>
                  </a:moveTo>
                  <a:lnTo>
                    <a:pt x="2980" y="26353"/>
                  </a:lnTo>
                  <a:lnTo>
                    <a:pt x="730" y="33040"/>
                  </a:lnTo>
                  <a:lnTo>
                    <a:pt x="1" y="40396"/>
                  </a:lnTo>
                  <a:lnTo>
                    <a:pt x="3223" y="42371"/>
                  </a:lnTo>
                  <a:lnTo>
                    <a:pt x="9363" y="46627"/>
                  </a:lnTo>
                  <a:cubicBezTo>
                    <a:pt x="9363" y="46627"/>
                    <a:pt x="20183" y="47903"/>
                    <a:pt x="20822" y="47995"/>
                  </a:cubicBezTo>
                  <a:cubicBezTo>
                    <a:pt x="20826" y="47995"/>
                    <a:pt x="20829" y="47995"/>
                    <a:pt x="20833" y="47995"/>
                  </a:cubicBezTo>
                  <a:cubicBezTo>
                    <a:pt x="21436" y="47995"/>
                    <a:pt x="19454" y="43010"/>
                    <a:pt x="19454" y="43010"/>
                  </a:cubicBezTo>
                  <a:lnTo>
                    <a:pt x="19728" y="35897"/>
                  </a:lnTo>
                  <a:cubicBezTo>
                    <a:pt x="19728" y="35897"/>
                    <a:pt x="21920" y="36058"/>
                    <a:pt x="24313" y="36058"/>
                  </a:cubicBezTo>
                  <a:cubicBezTo>
                    <a:pt x="26454" y="36058"/>
                    <a:pt x="28755" y="35929"/>
                    <a:pt x="29789" y="35441"/>
                  </a:cubicBezTo>
                  <a:cubicBezTo>
                    <a:pt x="32403" y="34073"/>
                    <a:pt x="33102" y="32493"/>
                    <a:pt x="32099" y="22523"/>
                  </a:cubicBezTo>
                  <a:cubicBezTo>
                    <a:pt x="32038" y="21702"/>
                    <a:pt x="33831" y="21277"/>
                    <a:pt x="33588" y="19818"/>
                  </a:cubicBezTo>
                  <a:cubicBezTo>
                    <a:pt x="33314" y="18389"/>
                    <a:pt x="30518" y="14012"/>
                    <a:pt x="29941" y="11915"/>
                  </a:cubicBezTo>
                  <a:cubicBezTo>
                    <a:pt x="27904" y="4286"/>
                    <a:pt x="25168" y="0"/>
                    <a:pt x="25168"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53"/>
            <p:cNvSpPr/>
            <p:nvPr/>
          </p:nvSpPr>
          <p:spPr>
            <a:xfrm>
              <a:off x="8539950" y="1676500"/>
              <a:ext cx="1168575" cy="1118750"/>
            </a:xfrm>
            <a:custGeom>
              <a:avLst/>
              <a:gdLst/>
              <a:ahLst/>
              <a:cxnLst/>
              <a:rect l="l" t="t" r="r" b="b"/>
              <a:pathLst>
                <a:path w="46743" h="44750" extrusionOk="0">
                  <a:moveTo>
                    <a:pt x="35564" y="1"/>
                  </a:moveTo>
                  <a:cubicBezTo>
                    <a:pt x="33742" y="1"/>
                    <a:pt x="31936" y="537"/>
                    <a:pt x="30487" y="1646"/>
                  </a:cubicBezTo>
                  <a:cubicBezTo>
                    <a:pt x="29175" y="1505"/>
                    <a:pt x="27900" y="1437"/>
                    <a:pt x="26667" y="1437"/>
                  </a:cubicBezTo>
                  <a:cubicBezTo>
                    <a:pt x="13781" y="1437"/>
                    <a:pt x="5358" y="8845"/>
                    <a:pt x="5441" y="17999"/>
                  </a:cubicBezTo>
                  <a:cubicBezTo>
                    <a:pt x="0" y="25659"/>
                    <a:pt x="6201" y="34139"/>
                    <a:pt x="16870" y="44717"/>
                  </a:cubicBezTo>
                  <a:cubicBezTo>
                    <a:pt x="17514" y="44736"/>
                    <a:pt x="18158" y="44749"/>
                    <a:pt x="18801" y="44749"/>
                  </a:cubicBezTo>
                  <a:cubicBezTo>
                    <a:pt x="24347" y="44749"/>
                    <a:pt x="29775" y="43730"/>
                    <a:pt x="33861" y="36267"/>
                  </a:cubicBezTo>
                  <a:cubicBezTo>
                    <a:pt x="33861" y="36267"/>
                    <a:pt x="30548" y="31039"/>
                    <a:pt x="33952" y="27999"/>
                  </a:cubicBezTo>
                  <a:cubicBezTo>
                    <a:pt x="34737" y="27317"/>
                    <a:pt x="35461" y="27054"/>
                    <a:pt x="36112" y="27054"/>
                  </a:cubicBezTo>
                  <a:cubicBezTo>
                    <a:pt x="38333" y="27054"/>
                    <a:pt x="39697" y="30127"/>
                    <a:pt x="39697" y="30127"/>
                  </a:cubicBezTo>
                  <a:cubicBezTo>
                    <a:pt x="40149" y="30839"/>
                    <a:pt x="40620" y="31264"/>
                    <a:pt x="41112" y="31264"/>
                  </a:cubicBezTo>
                  <a:cubicBezTo>
                    <a:pt x="41480" y="31264"/>
                    <a:pt x="41860" y="31025"/>
                    <a:pt x="42250" y="30492"/>
                  </a:cubicBezTo>
                  <a:cubicBezTo>
                    <a:pt x="37265" y="20248"/>
                    <a:pt x="43040" y="13713"/>
                    <a:pt x="43040" y="13713"/>
                  </a:cubicBezTo>
                  <a:cubicBezTo>
                    <a:pt x="46742" y="4916"/>
                    <a:pt x="41082" y="1"/>
                    <a:pt x="355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53"/>
            <p:cNvSpPr/>
            <p:nvPr/>
          </p:nvSpPr>
          <p:spPr>
            <a:xfrm>
              <a:off x="9381900" y="2581625"/>
              <a:ext cx="107925" cy="49425"/>
            </a:xfrm>
            <a:custGeom>
              <a:avLst/>
              <a:gdLst/>
              <a:ahLst/>
              <a:cxnLst/>
              <a:rect l="l" t="t" r="r" b="b"/>
              <a:pathLst>
                <a:path w="4317" h="1977" extrusionOk="0">
                  <a:moveTo>
                    <a:pt x="304" y="1"/>
                  </a:moveTo>
                  <a:lnTo>
                    <a:pt x="1" y="183"/>
                  </a:lnTo>
                  <a:cubicBezTo>
                    <a:pt x="31" y="244"/>
                    <a:pt x="1125" y="1977"/>
                    <a:pt x="3739" y="1977"/>
                  </a:cubicBezTo>
                  <a:cubicBezTo>
                    <a:pt x="3952" y="1977"/>
                    <a:pt x="4134" y="1916"/>
                    <a:pt x="4317" y="1916"/>
                  </a:cubicBezTo>
                  <a:lnTo>
                    <a:pt x="4286" y="1551"/>
                  </a:lnTo>
                  <a:cubicBezTo>
                    <a:pt x="4083" y="1571"/>
                    <a:pt x="3889" y="1580"/>
                    <a:pt x="3703" y="1580"/>
                  </a:cubicBezTo>
                  <a:cubicBezTo>
                    <a:pt x="1303" y="1580"/>
                    <a:pt x="333" y="57"/>
                    <a:pt x="30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53"/>
            <p:cNvSpPr/>
            <p:nvPr/>
          </p:nvSpPr>
          <p:spPr>
            <a:xfrm>
              <a:off x="9431300" y="2751850"/>
              <a:ext cx="16725" cy="95775"/>
            </a:xfrm>
            <a:custGeom>
              <a:avLst/>
              <a:gdLst/>
              <a:ahLst/>
              <a:cxnLst/>
              <a:rect l="l" t="t" r="r" b="b"/>
              <a:pathLst>
                <a:path w="669" h="3831" extrusionOk="0">
                  <a:moveTo>
                    <a:pt x="395" y="1"/>
                  </a:moveTo>
                  <a:lnTo>
                    <a:pt x="0" y="31"/>
                  </a:lnTo>
                  <a:lnTo>
                    <a:pt x="274" y="3830"/>
                  </a:lnTo>
                  <a:lnTo>
                    <a:pt x="669" y="3800"/>
                  </a:lnTo>
                  <a:lnTo>
                    <a:pt x="39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53"/>
            <p:cNvSpPr/>
            <p:nvPr/>
          </p:nvSpPr>
          <p:spPr>
            <a:xfrm>
              <a:off x="9393300" y="2395450"/>
              <a:ext cx="66900" cy="148975"/>
            </a:xfrm>
            <a:custGeom>
              <a:avLst/>
              <a:gdLst/>
              <a:ahLst/>
              <a:cxnLst/>
              <a:rect l="l" t="t" r="r" b="b"/>
              <a:pathLst>
                <a:path w="2676" h="5959" extrusionOk="0">
                  <a:moveTo>
                    <a:pt x="2311" y="1"/>
                  </a:moveTo>
                  <a:cubicBezTo>
                    <a:pt x="669" y="183"/>
                    <a:pt x="61" y="1399"/>
                    <a:pt x="31" y="2493"/>
                  </a:cubicBezTo>
                  <a:cubicBezTo>
                    <a:pt x="0" y="3983"/>
                    <a:pt x="1003" y="5715"/>
                    <a:pt x="2645" y="5959"/>
                  </a:cubicBezTo>
                  <a:lnTo>
                    <a:pt x="2675" y="5563"/>
                  </a:lnTo>
                  <a:cubicBezTo>
                    <a:pt x="1247" y="5351"/>
                    <a:pt x="365" y="3800"/>
                    <a:pt x="396" y="2493"/>
                  </a:cubicBezTo>
                  <a:cubicBezTo>
                    <a:pt x="456" y="1278"/>
                    <a:pt x="1155" y="487"/>
                    <a:pt x="2341" y="366"/>
                  </a:cubicBezTo>
                  <a:lnTo>
                    <a:pt x="231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53"/>
            <p:cNvSpPr/>
            <p:nvPr/>
          </p:nvSpPr>
          <p:spPr>
            <a:xfrm>
              <a:off x="9412300" y="2487950"/>
              <a:ext cx="88925" cy="27600"/>
            </a:xfrm>
            <a:custGeom>
              <a:avLst/>
              <a:gdLst/>
              <a:ahLst/>
              <a:cxnLst/>
              <a:rect l="l" t="t" r="r" b="b"/>
              <a:pathLst>
                <a:path w="3557" h="1104" extrusionOk="0">
                  <a:moveTo>
                    <a:pt x="1720" y="0"/>
                  </a:moveTo>
                  <a:cubicBezTo>
                    <a:pt x="1653" y="0"/>
                    <a:pt x="1586" y="3"/>
                    <a:pt x="1520" y="9"/>
                  </a:cubicBezTo>
                  <a:cubicBezTo>
                    <a:pt x="547" y="131"/>
                    <a:pt x="31" y="800"/>
                    <a:pt x="0" y="860"/>
                  </a:cubicBezTo>
                  <a:lnTo>
                    <a:pt x="304" y="1073"/>
                  </a:lnTo>
                  <a:cubicBezTo>
                    <a:pt x="304" y="1073"/>
                    <a:pt x="760" y="465"/>
                    <a:pt x="1551" y="404"/>
                  </a:cubicBezTo>
                  <a:cubicBezTo>
                    <a:pt x="1609" y="398"/>
                    <a:pt x="1667" y="395"/>
                    <a:pt x="1726" y="395"/>
                  </a:cubicBezTo>
                  <a:cubicBezTo>
                    <a:pt x="2250" y="395"/>
                    <a:pt x="2797" y="639"/>
                    <a:pt x="3344" y="1103"/>
                  </a:cubicBezTo>
                  <a:lnTo>
                    <a:pt x="3557" y="800"/>
                  </a:lnTo>
                  <a:cubicBezTo>
                    <a:pt x="2954" y="252"/>
                    <a:pt x="2327" y="0"/>
                    <a:pt x="1720"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53"/>
            <p:cNvSpPr/>
            <p:nvPr/>
          </p:nvSpPr>
          <p:spPr>
            <a:xfrm>
              <a:off x="7859075" y="3247150"/>
              <a:ext cx="1477250" cy="1412625"/>
            </a:xfrm>
            <a:custGeom>
              <a:avLst/>
              <a:gdLst/>
              <a:ahLst/>
              <a:cxnLst/>
              <a:rect l="l" t="t" r="r" b="b"/>
              <a:pathLst>
                <a:path w="59090" h="56505" extrusionOk="0">
                  <a:moveTo>
                    <a:pt x="29273" y="1"/>
                  </a:moveTo>
                  <a:cubicBezTo>
                    <a:pt x="24594" y="1"/>
                    <a:pt x="20700" y="493"/>
                    <a:pt x="20700" y="493"/>
                  </a:cubicBezTo>
                  <a:cubicBezTo>
                    <a:pt x="20700" y="493"/>
                    <a:pt x="1" y="42925"/>
                    <a:pt x="9575" y="52652"/>
                  </a:cubicBezTo>
                  <a:cubicBezTo>
                    <a:pt x="12317" y="55446"/>
                    <a:pt x="16330" y="56504"/>
                    <a:pt x="20998" y="56504"/>
                  </a:cubicBezTo>
                  <a:cubicBezTo>
                    <a:pt x="32581" y="56504"/>
                    <a:pt x="48196" y="49988"/>
                    <a:pt x="58421" y="47302"/>
                  </a:cubicBezTo>
                  <a:cubicBezTo>
                    <a:pt x="59090" y="44050"/>
                    <a:pt x="57661" y="36512"/>
                    <a:pt x="56658" y="34171"/>
                  </a:cubicBezTo>
                  <a:cubicBezTo>
                    <a:pt x="54268" y="34108"/>
                    <a:pt x="51804" y="34075"/>
                    <a:pt x="49302" y="34075"/>
                  </a:cubicBezTo>
                  <a:cubicBezTo>
                    <a:pt x="43308" y="34075"/>
                    <a:pt x="37096" y="34268"/>
                    <a:pt x="31156" y="34718"/>
                  </a:cubicBezTo>
                  <a:cubicBezTo>
                    <a:pt x="37296" y="25356"/>
                    <a:pt x="44044" y="13958"/>
                    <a:pt x="45047" y="7605"/>
                  </a:cubicBezTo>
                  <a:cubicBezTo>
                    <a:pt x="46053" y="1234"/>
                    <a:pt x="36680" y="1"/>
                    <a:pt x="292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53"/>
            <p:cNvSpPr/>
            <p:nvPr/>
          </p:nvSpPr>
          <p:spPr>
            <a:xfrm>
              <a:off x="10476900" y="2636450"/>
              <a:ext cx="456725" cy="733975"/>
            </a:xfrm>
            <a:custGeom>
              <a:avLst/>
              <a:gdLst/>
              <a:ahLst/>
              <a:cxnLst/>
              <a:rect l="l" t="t" r="r" b="b"/>
              <a:pathLst>
                <a:path w="18269" h="29359" extrusionOk="0">
                  <a:moveTo>
                    <a:pt x="11549" y="1"/>
                  </a:moveTo>
                  <a:cubicBezTo>
                    <a:pt x="10940" y="1"/>
                    <a:pt x="10296" y="392"/>
                    <a:pt x="9910" y="1334"/>
                  </a:cubicBezTo>
                  <a:lnTo>
                    <a:pt x="4104" y="15772"/>
                  </a:lnTo>
                  <a:lnTo>
                    <a:pt x="3800" y="13370"/>
                  </a:lnTo>
                  <a:cubicBezTo>
                    <a:pt x="3800" y="13370"/>
                    <a:pt x="4378" y="12003"/>
                    <a:pt x="4864" y="10361"/>
                  </a:cubicBezTo>
                  <a:cubicBezTo>
                    <a:pt x="5350" y="8750"/>
                    <a:pt x="3770" y="8021"/>
                    <a:pt x="3770" y="8021"/>
                  </a:cubicBezTo>
                  <a:cubicBezTo>
                    <a:pt x="3770" y="8021"/>
                    <a:pt x="943" y="11638"/>
                    <a:pt x="578" y="12337"/>
                  </a:cubicBezTo>
                  <a:cubicBezTo>
                    <a:pt x="183" y="13066"/>
                    <a:pt x="1" y="17595"/>
                    <a:pt x="183" y="18872"/>
                  </a:cubicBezTo>
                  <a:cubicBezTo>
                    <a:pt x="365" y="20179"/>
                    <a:pt x="3527" y="27322"/>
                    <a:pt x="3527" y="27322"/>
                  </a:cubicBezTo>
                  <a:lnTo>
                    <a:pt x="13436" y="29359"/>
                  </a:lnTo>
                  <a:cubicBezTo>
                    <a:pt x="13436" y="29359"/>
                    <a:pt x="16141" y="24951"/>
                    <a:pt x="17205" y="21668"/>
                  </a:cubicBezTo>
                  <a:cubicBezTo>
                    <a:pt x="18269" y="18386"/>
                    <a:pt x="17965" y="16197"/>
                    <a:pt x="17965" y="16197"/>
                  </a:cubicBezTo>
                  <a:cubicBezTo>
                    <a:pt x="17857" y="14535"/>
                    <a:pt x="17301" y="13819"/>
                    <a:pt x="16274" y="13819"/>
                  </a:cubicBezTo>
                  <a:cubicBezTo>
                    <a:pt x="16137" y="13819"/>
                    <a:pt x="15991" y="13832"/>
                    <a:pt x="15837" y="13857"/>
                  </a:cubicBezTo>
                  <a:cubicBezTo>
                    <a:pt x="16152" y="11480"/>
                    <a:pt x="15469" y="10318"/>
                    <a:pt x="13864" y="10318"/>
                  </a:cubicBezTo>
                  <a:cubicBezTo>
                    <a:pt x="13765" y="10318"/>
                    <a:pt x="13663" y="10322"/>
                    <a:pt x="13557" y="10331"/>
                  </a:cubicBezTo>
                  <a:cubicBezTo>
                    <a:pt x="13684" y="8532"/>
                    <a:pt x="13473" y="7641"/>
                    <a:pt x="12096" y="7641"/>
                  </a:cubicBezTo>
                  <a:cubicBezTo>
                    <a:pt x="11821" y="7641"/>
                    <a:pt x="11500" y="7676"/>
                    <a:pt x="11126" y="7747"/>
                  </a:cubicBezTo>
                  <a:lnTo>
                    <a:pt x="12919" y="2550"/>
                  </a:lnTo>
                  <a:cubicBezTo>
                    <a:pt x="13490" y="1102"/>
                    <a:pt x="12570" y="1"/>
                    <a:pt x="11549"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53"/>
            <p:cNvSpPr/>
            <p:nvPr/>
          </p:nvSpPr>
          <p:spPr>
            <a:xfrm>
              <a:off x="10548325" y="3029200"/>
              <a:ext cx="35000" cy="71475"/>
            </a:xfrm>
            <a:custGeom>
              <a:avLst/>
              <a:gdLst/>
              <a:ahLst/>
              <a:cxnLst/>
              <a:rect l="l" t="t" r="r" b="b"/>
              <a:pathLst>
                <a:path w="1400" h="2859" extrusionOk="0">
                  <a:moveTo>
                    <a:pt x="1065" y="1"/>
                  </a:moveTo>
                  <a:lnTo>
                    <a:pt x="1" y="2737"/>
                  </a:lnTo>
                  <a:lnTo>
                    <a:pt x="366" y="2858"/>
                  </a:lnTo>
                  <a:lnTo>
                    <a:pt x="1399" y="122"/>
                  </a:lnTo>
                  <a:lnTo>
                    <a:pt x="106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53"/>
            <p:cNvSpPr/>
            <p:nvPr/>
          </p:nvSpPr>
          <p:spPr>
            <a:xfrm>
              <a:off x="10704125" y="2828600"/>
              <a:ext cx="55475" cy="139850"/>
            </a:xfrm>
            <a:custGeom>
              <a:avLst/>
              <a:gdLst/>
              <a:ahLst/>
              <a:cxnLst/>
              <a:rect l="l" t="t" r="r" b="b"/>
              <a:pathLst>
                <a:path w="2219" h="5594" extrusionOk="0">
                  <a:moveTo>
                    <a:pt x="1885" y="0"/>
                  </a:moveTo>
                  <a:lnTo>
                    <a:pt x="0" y="5472"/>
                  </a:lnTo>
                  <a:lnTo>
                    <a:pt x="334" y="5593"/>
                  </a:lnTo>
                  <a:lnTo>
                    <a:pt x="2219" y="122"/>
                  </a:lnTo>
                  <a:lnTo>
                    <a:pt x="188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53"/>
            <p:cNvSpPr/>
            <p:nvPr/>
          </p:nvSpPr>
          <p:spPr>
            <a:xfrm>
              <a:off x="10786175" y="2892425"/>
              <a:ext cx="33475" cy="98825"/>
            </a:xfrm>
            <a:custGeom>
              <a:avLst/>
              <a:gdLst/>
              <a:ahLst/>
              <a:cxnLst/>
              <a:rect l="l" t="t" r="r" b="b"/>
              <a:pathLst>
                <a:path w="1339" h="3953" extrusionOk="0">
                  <a:moveTo>
                    <a:pt x="943" y="1"/>
                  </a:moveTo>
                  <a:lnTo>
                    <a:pt x="1" y="3861"/>
                  </a:lnTo>
                  <a:lnTo>
                    <a:pt x="366" y="3952"/>
                  </a:lnTo>
                  <a:lnTo>
                    <a:pt x="1338" y="122"/>
                  </a:lnTo>
                  <a:lnTo>
                    <a:pt x="943"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53"/>
            <p:cNvSpPr/>
            <p:nvPr/>
          </p:nvSpPr>
          <p:spPr>
            <a:xfrm>
              <a:off x="10860650" y="2981325"/>
              <a:ext cx="15975" cy="38025"/>
            </a:xfrm>
            <a:custGeom>
              <a:avLst/>
              <a:gdLst/>
              <a:ahLst/>
              <a:cxnLst/>
              <a:rect l="l" t="t" r="r" b="b"/>
              <a:pathLst>
                <a:path w="639" h="1521" extrusionOk="0">
                  <a:moveTo>
                    <a:pt x="244" y="1"/>
                  </a:moveTo>
                  <a:lnTo>
                    <a:pt x="1" y="1460"/>
                  </a:lnTo>
                  <a:lnTo>
                    <a:pt x="365" y="1521"/>
                  </a:lnTo>
                  <a:lnTo>
                    <a:pt x="639" y="62"/>
                  </a:lnTo>
                  <a:lnTo>
                    <a:pt x="24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53"/>
            <p:cNvSpPr/>
            <p:nvPr/>
          </p:nvSpPr>
          <p:spPr>
            <a:xfrm>
              <a:off x="10496675" y="3251150"/>
              <a:ext cx="352600" cy="174750"/>
            </a:xfrm>
            <a:custGeom>
              <a:avLst/>
              <a:gdLst/>
              <a:ahLst/>
              <a:cxnLst/>
              <a:rect l="l" t="t" r="r" b="b"/>
              <a:pathLst>
                <a:path w="14104" h="6990" extrusionOk="0">
                  <a:moveTo>
                    <a:pt x="2929" y="1"/>
                  </a:moveTo>
                  <a:cubicBezTo>
                    <a:pt x="2286" y="1"/>
                    <a:pt x="1774" y="57"/>
                    <a:pt x="1459" y="181"/>
                  </a:cubicBezTo>
                  <a:cubicBezTo>
                    <a:pt x="851" y="880"/>
                    <a:pt x="0" y="4163"/>
                    <a:pt x="0" y="4163"/>
                  </a:cubicBezTo>
                  <a:lnTo>
                    <a:pt x="13617" y="6989"/>
                  </a:lnTo>
                  <a:cubicBezTo>
                    <a:pt x="13617" y="6989"/>
                    <a:pt x="14104" y="3281"/>
                    <a:pt x="13800" y="2764"/>
                  </a:cubicBezTo>
                  <a:cubicBezTo>
                    <a:pt x="12336" y="1351"/>
                    <a:pt x="6073" y="1"/>
                    <a:pt x="29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53"/>
            <p:cNvSpPr/>
            <p:nvPr/>
          </p:nvSpPr>
          <p:spPr>
            <a:xfrm>
              <a:off x="8254225" y="2928400"/>
              <a:ext cx="1815400" cy="2166975"/>
            </a:xfrm>
            <a:custGeom>
              <a:avLst/>
              <a:gdLst/>
              <a:ahLst/>
              <a:cxnLst/>
              <a:rect l="l" t="t" r="r" b="b"/>
              <a:pathLst>
                <a:path w="72616" h="86679" extrusionOk="0">
                  <a:moveTo>
                    <a:pt x="29877" y="0"/>
                  </a:moveTo>
                  <a:cubicBezTo>
                    <a:pt x="29216" y="0"/>
                    <a:pt x="28547" y="7"/>
                    <a:pt x="27873" y="21"/>
                  </a:cubicBezTo>
                  <a:cubicBezTo>
                    <a:pt x="27873" y="21"/>
                    <a:pt x="9848" y="3820"/>
                    <a:pt x="4894" y="13243"/>
                  </a:cubicBezTo>
                  <a:cubicBezTo>
                    <a:pt x="0" y="22726"/>
                    <a:pt x="11551" y="86678"/>
                    <a:pt x="11551" y="86678"/>
                  </a:cubicBezTo>
                  <a:lnTo>
                    <a:pt x="70154" y="86678"/>
                  </a:lnTo>
                  <a:cubicBezTo>
                    <a:pt x="70154" y="86678"/>
                    <a:pt x="66172" y="60143"/>
                    <a:pt x="66871" y="53487"/>
                  </a:cubicBezTo>
                  <a:cubicBezTo>
                    <a:pt x="68573" y="36921"/>
                    <a:pt x="72616" y="17042"/>
                    <a:pt x="68147" y="12726"/>
                  </a:cubicBezTo>
                  <a:cubicBezTo>
                    <a:pt x="61886" y="6677"/>
                    <a:pt x="47174" y="1328"/>
                    <a:pt x="47174" y="1328"/>
                  </a:cubicBezTo>
                  <a:cubicBezTo>
                    <a:pt x="47174" y="1328"/>
                    <a:pt x="39316" y="0"/>
                    <a:pt x="29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53"/>
            <p:cNvSpPr/>
            <p:nvPr/>
          </p:nvSpPr>
          <p:spPr>
            <a:xfrm>
              <a:off x="8346925" y="3659150"/>
              <a:ext cx="128450" cy="1000800"/>
            </a:xfrm>
            <a:custGeom>
              <a:avLst/>
              <a:gdLst/>
              <a:ahLst/>
              <a:cxnLst/>
              <a:rect l="l" t="t" r="r" b="b"/>
              <a:pathLst>
                <a:path w="5138" h="40032" extrusionOk="0">
                  <a:moveTo>
                    <a:pt x="396" y="1"/>
                  </a:moveTo>
                  <a:lnTo>
                    <a:pt x="1" y="62"/>
                  </a:lnTo>
                  <a:cubicBezTo>
                    <a:pt x="700" y="12220"/>
                    <a:pt x="2979" y="28512"/>
                    <a:pt x="4773" y="40032"/>
                  </a:cubicBezTo>
                  <a:lnTo>
                    <a:pt x="5137" y="39941"/>
                  </a:lnTo>
                  <a:cubicBezTo>
                    <a:pt x="3344" y="28421"/>
                    <a:pt x="1064" y="12159"/>
                    <a:pt x="396"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53"/>
            <p:cNvSpPr/>
            <p:nvPr/>
          </p:nvSpPr>
          <p:spPr>
            <a:xfrm>
              <a:off x="9701825" y="3224150"/>
              <a:ext cx="1147450" cy="1453925"/>
            </a:xfrm>
            <a:custGeom>
              <a:avLst/>
              <a:gdLst/>
              <a:ahLst/>
              <a:cxnLst/>
              <a:rect l="l" t="t" r="r" b="b"/>
              <a:pathLst>
                <a:path w="45898" h="58157" extrusionOk="0">
                  <a:moveTo>
                    <a:pt x="8049" y="1"/>
                  </a:moveTo>
                  <a:cubicBezTo>
                    <a:pt x="1039" y="1"/>
                    <a:pt x="0" y="31079"/>
                    <a:pt x="0" y="31079"/>
                  </a:cubicBezTo>
                  <a:cubicBezTo>
                    <a:pt x="0" y="31079"/>
                    <a:pt x="20381" y="58157"/>
                    <a:pt x="32644" y="58157"/>
                  </a:cubicBezTo>
                  <a:cubicBezTo>
                    <a:pt x="32964" y="58157"/>
                    <a:pt x="33279" y="58138"/>
                    <a:pt x="33587" y="58101"/>
                  </a:cubicBezTo>
                  <a:cubicBezTo>
                    <a:pt x="45746" y="56672"/>
                    <a:pt x="45168" y="22173"/>
                    <a:pt x="45898" y="6732"/>
                  </a:cubicBezTo>
                  <a:cubicBezTo>
                    <a:pt x="42908" y="5093"/>
                    <a:pt x="35404" y="3863"/>
                    <a:pt x="32285" y="3863"/>
                  </a:cubicBezTo>
                  <a:cubicBezTo>
                    <a:pt x="32107" y="3863"/>
                    <a:pt x="31942" y="3867"/>
                    <a:pt x="31794" y="3875"/>
                  </a:cubicBezTo>
                  <a:cubicBezTo>
                    <a:pt x="29697" y="9711"/>
                    <a:pt x="27630" y="16003"/>
                    <a:pt x="25836" y="22355"/>
                  </a:cubicBezTo>
                  <a:cubicBezTo>
                    <a:pt x="20669" y="13419"/>
                    <a:pt x="14803" y="4483"/>
                    <a:pt x="10213" y="896"/>
                  </a:cubicBezTo>
                  <a:cubicBezTo>
                    <a:pt x="9435" y="281"/>
                    <a:pt x="8715" y="1"/>
                    <a:pt x="80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53"/>
            <p:cNvSpPr/>
            <p:nvPr/>
          </p:nvSpPr>
          <p:spPr>
            <a:xfrm>
              <a:off x="9739800" y="4047450"/>
              <a:ext cx="188475" cy="221175"/>
            </a:xfrm>
            <a:custGeom>
              <a:avLst/>
              <a:gdLst/>
              <a:ahLst/>
              <a:cxnLst/>
              <a:rect l="l" t="t" r="r" b="b"/>
              <a:pathLst>
                <a:path w="7539" h="8847" extrusionOk="0">
                  <a:moveTo>
                    <a:pt x="274" y="1"/>
                  </a:moveTo>
                  <a:lnTo>
                    <a:pt x="1" y="244"/>
                  </a:lnTo>
                  <a:lnTo>
                    <a:pt x="7265" y="8846"/>
                  </a:lnTo>
                  <a:lnTo>
                    <a:pt x="7539" y="8603"/>
                  </a:lnTo>
                  <a:lnTo>
                    <a:pt x="27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53"/>
            <p:cNvSpPr/>
            <p:nvPr/>
          </p:nvSpPr>
          <p:spPr>
            <a:xfrm>
              <a:off x="10343175" y="3779975"/>
              <a:ext cx="189225" cy="316900"/>
            </a:xfrm>
            <a:custGeom>
              <a:avLst/>
              <a:gdLst/>
              <a:ahLst/>
              <a:cxnLst/>
              <a:rect l="l" t="t" r="r" b="b"/>
              <a:pathLst>
                <a:path w="7569" h="12676" extrusionOk="0">
                  <a:moveTo>
                    <a:pt x="334" y="1"/>
                  </a:moveTo>
                  <a:lnTo>
                    <a:pt x="0" y="183"/>
                  </a:lnTo>
                  <a:lnTo>
                    <a:pt x="7234" y="12676"/>
                  </a:lnTo>
                  <a:lnTo>
                    <a:pt x="7569" y="12493"/>
                  </a:lnTo>
                  <a:lnTo>
                    <a:pt x="33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53"/>
            <p:cNvSpPr/>
            <p:nvPr/>
          </p:nvSpPr>
          <p:spPr>
            <a:xfrm>
              <a:off x="8910775" y="2835650"/>
              <a:ext cx="564625" cy="152325"/>
            </a:xfrm>
            <a:custGeom>
              <a:avLst/>
              <a:gdLst/>
              <a:ahLst/>
              <a:cxnLst/>
              <a:rect l="l" t="t" r="r" b="b"/>
              <a:pathLst>
                <a:path w="22585" h="6093" extrusionOk="0">
                  <a:moveTo>
                    <a:pt x="6249" y="0"/>
                  </a:moveTo>
                  <a:cubicBezTo>
                    <a:pt x="4574" y="0"/>
                    <a:pt x="3147" y="132"/>
                    <a:pt x="2006" y="418"/>
                  </a:cubicBezTo>
                  <a:lnTo>
                    <a:pt x="0" y="4156"/>
                  </a:lnTo>
                  <a:cubicBezTo>
                    <a:pt x="2875" y="5523"/>
                    <a:pt x="7400" y="6093"/>
                    <a:pt x="13063" y="6093"/>
                  </a:cubicBezTo>
                  <a:cubicBezTo>
                    <a:pt x="15961" y="6093"/>
                    <a:pt x="19158" y="5944"/>
                    <a:pt x="22584" y="5676"/>
                  </a:cubicBezTo>
                  <a:lnTo>
                    <a:pt x="21277" y="1846"/>
                  </a:lnTo>
                  <a:cubicBezTo>
                    <a:pt x="15278" y="702"/>
                    <a:pt x="10107" y="0"/>
                    <a:pt x="62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53"/>
            <p:cNvSpPr/>
            <p:nvPr/>
          </p:nvSpPr>
          <p:spPr>
            <a:xfrm>
              <a:off x="9505775" y="2248050"/>
              <a:ext cx="269775" cy="131475"/>
            </a:xfrm>
            <a:custGeom>
              <a:avLst/>
              <a:gdLst/>
              <a:ahLst/>
              <a:cxnLst/>
              <a:rect l="l" t="t" r="r" b="b"/>
              <a:pathLst>
                <a:path w="10791" h="5259" extrusionOk="0">
                  <a:moveTo>
                    <a:pt x="10639" y="0"/>
                  </a:moveTo>
                  <a:lnTo>
                    <a:pt x="0" y="4924"/>
                  </a:lnTo>
                  <a:lnTo>
                    <a:pt x="152" y="5259"/>
                  </a:lnTo>
                  <a:lnTo>
                    <a:pt x="10790" y="335"/>
                  </a:lnTo>
                  <a:lnTo>
                    <a:pt x="10639" y="0"/>
                  </a:ln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53"/>
            <p:cNvSpPr/>
            <p:nvPr/>
          </p:nvSpPr>
          <p:spPr>
            <a:xfrm>
              <a:off x="10804425" y="3330875"/>
              <a:ext cx="26625" cy="26625"/>
            </a:xfrm>
            <a:custGeom>
              <a:avLst/>
              <a:gdLst/>
              <a:ahLst/>
              <a:cxnLst/>
              <a:rect l="l" t="t" r="r" b="b"/>
              <a:pathLst>
                <a:path w="1065" h="1065" extrusionOk="0">
                  <a:moveTo>
                    <a:pt x="547" y="1"/>
                  </a:moveTo>
                  <a:cubicBezTo>
                    <a:pt x="243" y="1"/>
                    <a:pt x="0" y="244"/>
                    <a:pt x="0" y="518"/>
                  </a:cubicBezTo>
                  <a:cubicBezTo>
                    <a:pt x="0" y="822"/>
                    <a:pt x="243" y="1065"/>
                    <a:pt x="547" y="1065"/>
                  </a:cubicBezTo>
                  <a:cubicBezTo>
                    <a:pt x="821" y="1065"/>
                    <a:pt x="1064" y="822"/>
                    <a:pt x="1064" y="518"/>
                  </a:cubicBezTo>
                  <a:cubicBezTo>
                    <a:pt x="1064" y="244"/>
                    <a:pt x="821" y="1"/>
                    <a:pt x="547" y="1"/>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4" name="Google Shape;2084;p53"/>
          <p:cNvGrpSpPr/>
          <p:nvPr/>
        </p:nvGrpSpPr>
        <p:grpSpPr>
          <a:xfrm>
            <a:off x="6262575" y="240796"/>
            <a:ext cx="1265209" cy="959629"/>
            <a:chOff x="149891" y="166512"/>
            <a:chExt cx="1345680" cy="1020665"/>
          </a:xfrm>
        </p:grpSpPr>
        <p:grpSp>
          <p:nvGrpSpPr>
            <p:cNvPr id="2085" name="Google Shape;2085;p53"/>
            <p:cNvGrpSpPr/>
            <p:nvPr/>
          </p:nvGrpSpPr>
          <p:grpSpPr>
            <a:xfrm>
              <a:off x="149891" y="166512"/>
              <a:ext cx="1298865" cy="1020665"/>
              <a:chOff x="7791450" y="534475"/>
              <a:chExt cx="2408875" cy="1892925"/>
            </a:xfrm>
          </p:grpSpPr>
          <p:sp>
            <p:nvSpPr>
              <p:cNvPr id="2086" name="Google Shape;2086;p53"/>
              <p:cNvSpPr/>
              <p:nvPr/>
            </p:nvSpPr>
            <p:spPr>
              <a:xfrm>
                <a:off x="7982175" y="782975"/>
                <a:ext cx="632250" cy="1103375"/>
              </a:xfrm>
              <a:custGeom>
                <a:avLst/>
                <a:gdLst/>
                <a:ahLst/>
                <a:cxnLst/>
                <a:rect l="l" t="t" r="r" b="b"/>
                <a:pathLst>
                  <a:path w="25290" h="44135" extrusionOk="0">
                    <a:moveTo>
                      <a:pt x="17569" y="1"/>
                    </a:moveTo>
                    <a:lnTo>
                      <a:pt x="16384" y="608"/>
                    </a:lnTo>
                    <a:cubicBezTo>
                      <a:pt x="7296" y="5411"/>
                      <a:pt x="1429" y="13952"/>
                      <a:pt x="578" y="23527"/>
                    </a:cubicBezTo>
                    <a:cubicBezTo>
                      <a:pt x="1" y="29910"/>
                      <a:pt x="1916" y="37904"/>
                      <a:pt x="5137" y="42950"/>
                    </a:cubicBezTo>
                    <a:lnTo>
                      <a:pt x="5897" y="44135"/>
                    </a:lnTo>
                    <a:lnTo>
                      <a:pt x="19241" y="35533"/>
                    </a:lnTo>
                    <a:lnTo>
                      <a:pt x="18481" y="34348"/>
                    </a:lnTo>
                    <a:cubicBezTo>
                      <a:pt x="16931" y="31916"/>
                      <a:pt x="15958" y="27873"/>
                      <a:pt x="16232" y="24743"/>
                    </a:cubicBezTo>
                    <a:cubicBezTo>
                      <a:pt x="16657" y="20062"/>
                      <a:pt x="19545" y="15897"/>
                      <a:pt x="23983" y="13587"/>
                    </a:cubicBezTo>
                    <a:lnTo>
                      <a:pt x="25290" y="12888"/>
                    </a:lnTo>
                    <a:lnTo>
                      <a:pt x="175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53"/>
              <p:cNvSpPr/>
              <p:nvPr/>
            </p:nvSpPr>
            <p:spPr>
              <a:xfrm>
                <a:off x="7916075" y="767025"/>
                <a:ext cx="1147450" cy="1389925"/>
              </a:xfrm>
              <a:custGeom>
                <a:avLst/>
                <a:gdLst/>
                <a:ahLst/>
                <a:cxnLst/>
                <a:rect l="l" t="t" r="r" b="b"/>
                <a:pathLst>
                  <a:path w="45898" h="55597" extrusionOk="0">
                    <a:moveTo>
                      <a:pt x="37205" y="0"/>
                    </a:moveTo>
                    <a:cubicBezTo>
                      <a:pt x="13010" y="1338"/>
                      <a:pt x="0" y="26596"/>
                      <a:pt x="14408" y="44013"/>
                    </a:cubicBezTo>
                    <a:cubicBezTo>
                      <a:pt x="21135" y="52005"/>
                      <a:pt x="30147" y="55597"/>
                      <a:pt x="38856" y="55597"/>
                    </a:cubicBezTo>
                    <a:cubicBezTo>
                      <a:pt x="41244" y="55597"/>
                      <a:pt x="43609" y="55327"/>
                      <a:pt x="45898" y="54803"/>
                    </a:cubicBezTo>
                    <a:lnTo>
                      <a:pt x="42463" y="43010"/>
                    </a:lnTo>
                    <a:cubicBezTo>
                      <a:pt x="41149" y="43324"/>
                      <a:pt x="39789" y="43485"/>
                      <a:pt x="38417" y="43485"/>
                    </a:cubicBezTo>
                    <a:cubicBezTo>
                      <a:pt x="33535" y="43485"/>
                      <a:pt x="28491" y="41445"/>
                      <a:pt x="24742" y="36961"/>
                    </a:cubicBezTo>
                    <a:cubicBezTo>
                      <a:pt x="16596" y="27144"/>
                      <a:pt x="23982" y="12888"/>
                      <a:pt x="37569" y="12128"/>
                    </a:cubicBezTo>
                    <a:lnTo>
                      <a:pt x="372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53"/>
              <p:cNvSpPr/>
              <p:nvPr/>
            </p:nvSpPr>
            <p:spPr>
              <a:xfrm>
                <a:off x="9061225" y="824000"/>
                <a:ext cx="519800" cy="509150"/>
              </a:xfrm>
              <a:custGeom>
                <a:avLst/>
                <a:gdLst/>
                <a:ahLst/>
                <a:cxnLst/>
                <a:rect l="l" t="t" r="r" b="b"/>
                <a:pathLst>
                  <a:path w="20792" h="20366" extrusionOk="0">
                    <a:moveTo>
                      <a:pt x="5988" y="1"/>
                    </a:moveTo>
                    <a:lnTo>
                      <a:pt x="1" y="11126"/>
                    </a:lnTo>
                    <a:cubicBezTo>
                      <a:pt x="3587" y="12585"/>
                      <a:pt x="6171" y="15290"/>
                      <a:pt x="8025" y="19424"/>
                    </a:cubicBezTo>
                    <a:cubicBezTo>
                      <a:pt x="8147" y="19728"/>
                      <a:pt x="8268" y="20032"/>
                      <a:pt x="8359" y="20366"/>
                    </a:cubicBezTo>
                    <a:lnTo>
                      <a:pt x="20791" y="16354"/>
                    </a:lnTo>
                    <a:cubicBezTo>
                      <a:pt x="20609" y="15776"/>
                      <a:pt x="20426" y="15199"/>
                      <a:pt x="20183" y="14712"/>
                    </a:cubicBezTo>
                    <a:cubicBezTo>
                      <a:pt x="16870" y="7387"/>
                      <a:pt x="12280" y="2585"/>
                      <a:pt x="59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53"/>
              <p:cNvSpPr/>
              <p:nvPr/>
            </p:nvSpPr>
            <p:spPr>
              <a:xfrm>
                <a:off x="8979150" y="1232825"/>
                <a:ext cx="644425" cy="905825"/>
              </a:xfrm>
              <a:custGeom>
                <a:avLst/>
                <a:gdLst/>
                <a:ahLst/>
                <a:cxnLst/>
                <a:rect l="l" t="t" r="r" b="b"/>
                <a:pathLst>
                  <a:path w="25777" h="36233" extrusionOk="0">
                    <a:moveTo>
                      <a:pt x="24074" y="1"/>
                    </a:moveTo>
                    <a:lnTo>
                      <a:pt x="11642" y="4013"/>
                    </a:lnTo>
                    <a:cubicBezTo>
                      <a:pt x="12615" y="7022"/>
                      <a:pt x="12524" y="11490"/>
                      <a:pt x="11338" y="14773"/>
                    </a:cubicBezTo>
                    <a:cubicBezTo>
                      <a:pt x="9515" y="19910"/>
                      <a:pt x="5077" y="23314"/>
                      <a:pt x="1" y="24469"/>
                    </a:cubicBezTo>
                    <a:lnTo>
                      <a:pt x="3405" y="36232"/>
                    </a:lnTo>
                    <a:cubicBezTo>
                      <a:pt x="12402" y="34135"/>
                      <a:pt x="20244" y="28086"/>
                      <a:pt x="23497" y="19028"/>
                    </a:cubicBezTo>
                    <a:cubicBezTo>
                      <a:pt x="25594" y="13253"/>
                      <a:pt x="25776" y="5320"/>
                      <a:pt x="240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53"/>
              <p:cNvSpPr/>
              <p:nvPr/>
            </p:nvSpPr>
            <p:spPr>
              <a:xfrm>
                <a:off x="8846175" y="766525"/>
                <a:ext cx="364775" cy="335625"/>
              </a:xfrm>
              <a:custGeom>
                <a:avLst/>
                <a:gdLst/>
                <a:ahLst/>
                <a:cxnLst/>
                <a:rect l="l" t="t" r="r" b="b"/>
                <a:pathLst>
                  <a:path w="14591" h="13425" extrusionOk="0">
                    <a:moveTo>
                      <a:pt x="1988" y="1"/>
                    </a:moveTo>
                    <a:cubicBezTo>
                      <a:pt x="1317" y="1"/>
                      <a:pt x="655" y="18"/>
                      <a:pt x="1" y="51"/>
                    </a:cubicBezTo>
                    <a:lnTo>
                      <a:pt x="365" y="12179"/>
                    </a:lnTo>
                    <a:cubicBezTo>
                      <a:pt x="760" y="12155"/>
                      <a:pt x="1159" y="12145"/>
                      <a:pt x="1563" y="12145"/>
                    </a:cubicBezTo>
                    <a:cubicBezTo>
                      <a:pt x="2216" y="12145"/>
                      <a:pt x="2881" y="12171"/>
                      <a:pt x="3557" y="12209"/>
                    </a:cubicBezTo>
                    <a:cubicBezTo>
                      <a:pt x="5411" y="12422"/>
                      <a:pt x="7083" y="12786"/>
                      <a:pt x="8603" y="13425"/>
                    </a:cubicBezTo>
                    <a:lnTo>
                      <a:pt x="14590" y="2300"/>
                    </a:lnTo>
                    <a:cubicBezTo>
                      <a:pt x="11916" y="1206"/>
                      <a:pt x="8967" y="507"/>
                      <a:pt x="5654" y="172"/>
                    </a:cubicBezTo>
                    <a:cubicBezTo>
                      <a:pt x="4407" y="55"/>
                      <a:pt x="3185" y="1"/>
                      <a:pt x="19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53"/>
              <p:cNvSpPr/>
              <p:nvPr/>
            </p:nvSpPr>
            <p:spPr>
              <a:xfrm>
                <a:off x="8105275" y="572500"/>
                <a:ext cx="940775" cy="153500"/>
              </a:xfrm>
              <a:custGeom>
                <a:avLst/>
                <a:gdLst/>
                <a:ahLst/>
                <a:cxnLst/>
                <a:rect l="l" t="t" r="r" b="b"/>
                <a:pathLst>
                  <a:path w="37631" h="6140" extrusionOk="0">
                    <a:moveTo>
                      <a:pt x="1" y="0"/>
                    </a:moveTo>
                    <a:lnTo>
                      <a:pt x="1" y="760"/>
                    </a:lnTo>
                    <a:lnTo>
                      <a:pt x="2280" y="760"/>
                    </a:lnTo>
                    <a:lnTo>
                      <a:pt x="2280" y="0"/>
                    </a:lnTo>
                    <a:close/>
                    <a:moveTo>
                      <a:pt x="4165" y="0"/>
                    </a:moveTo>
                    <a:lnTo>
                      <a:pt x="4165" y="760"/>
                    </a:lnTo>
                    <a:lnTo>
                      <a:pt x="6445" y="760"/>
                    </a:lnTo>
                    <a:lnTo>
                      <a:pt x="6445" y="0"/>
                    </a:lnTo>
                    <a:close/>
                    <a:moveTo>
                      <a:pt x="8360" y="0"/>
                    </a:moveTo>
                    <a:lnTo>
                      <a:pt x="8360" y="760"/>
                    </a:lnTo>
                    <a:lnTo>
                      <a:pt x="10639" y="760"/>
                    </a:lnTo>
                    <a:lnTo>
                      <a:pt x="10639" y="0"/>
                    </a:lnTo>
                    <a:close/>
                    <a:moveTo>
                      <a:pt x="12524" y="0"/>
                    </a:moveTo>
                    <a:lnTo>
                      <a:pt x="12524" y="760"/>
                    </a:lnTo>
                    <a:lnTo>
                      <a:pt x="14803" y="760"/>
                    </a:lnTo>
                    <a:lnTo>
                      <a:pt x="14803" y="0"/>
                    </a:lnTo>
                    <a:close/>
                    <a:moveTo>
                      <a:pt x="16718" y="0"/>
                    </a:moveTo>
                    <a:lnTo>
                      <a:pt x="16718" y="760"/>
                    </a:lnTo>
                    <a:lnTo>
                      <a:pt x="18998" y="760"/>
                    </a:lnTo>
                    <a:lnTo>
                      <a:pt x="18998" y="0"/>
                    </a:lnTo>
                    <a:close/>
                    <a:moveTo>
                      <a:pt x="20883" y="0"/>
                    </a:moveTo>
                    <a:lnTo>
                      <a:pt x="20883" y="760"/>
                    </a:lnTo>
                    <a:lnTo>
                      <a:pt x="23162" y="760"/>
                    </a:lnTo>
                    <a:lnTo>
                      <a:pt x="23162" y="0"/>
                    </a:lnTo>
                    <a:close/>
                    <a:moveTo>
                      <a:pt x="25077" y="0"/>
                    </a:moveTo>
                    <a:lnTo>
                      <a:pt x="25077" y="760"/>
                    </a:lnTo>
                    <a:lnTo>
                      <a:pt x="27357" y="760"/>
                    </a:lnTo>
                    <a:lnTo>
                      <a:pt x="27357" y="0"/>
                    </a:lnTo>
                    <a:close/>
                    <a:moveTo>
                      <a:pt x="29241" y="0"/>
                    </a:moveTo>
                    <a:lnTo>
                      <a:pt x="29241" y="760"/>
                    </a:lnTo>
                    <a:lnTo>
                      <a:pt x="31521" y="760"/>
                    </a:lnTo>
                    <a:lnTo>
                      <a:pt x="31521" y="0"/>
                    </a:lnTo>
                    <a:close/>
                    <a:moveTo>
                      <a:pt x="33223" y="1216"/>
                    </a:moveTo>
                    <a:lnTo>
                      <a:pt x="32707" y="1733"/>
                    </a:lnTo>
                    <a:lnTo>
                      <a:pt x="34287" y="3344"/>
                    </a:lnTo>
                    <a:lnTo>
                      <a:pt x="34834" y="2796"/>
                    </a:lnTo>
                    <a:lnTo>
                      <a:pt x="33223" y="1216"/>
                    </a:lnTo>
                    <a:close/>
                    <a:moveTo>
                      <a:pt x="36172" y="4134"/>
                    </a:moveTo>
                    <a:lnTo>
                      <a:pt x="35624" y="4681"/>
                    </a:lnTo>
                    <a:lnTo>
                      <a:pt x="37114" y="6140"/>
                    </a:lnTo>
                    <a:lnTo>
                      <a:pt x="37631" y="5623"/>
                    </a:lnTo>
                    <a:lnTo>
                      <a:pt x="36172" y="4134"/>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53"/>
              <p:cNvSpPr/>
              <p:nvPr/>
            </p:nvSpPr>
            <p:spPr>
              <a:xfrm>
                <a:off x="8022450" y="534475"/>
                <a:ext cx="95025" cy="95025"/>
              </a:xfrm>
              <a:custGeom>
                <a:avLst/>
                <a:gdLst/>
                <a:ahLst/>
                <a:cxnLst/>
                <a:rect l="l" t="t" r="r" b="b"/>
                <a:pathLst>
                  <a:path w="3801" h="3801" extrusionOk="0">
                    <a:moveTo>
                      <a:pt x="1940" y="0"/>
                    </a:moveTo>
                    <a:cubicBezTo>
                      <a:pt x="1922" y="0"/>
                      <a:pt x="1904" y="1"/>
                      <a:pt x="1885" y="1"/>
                    </a:cubicBezTo>
                    <a:cubicBezTo>
                      <a:pt x="882" y="1"/>
                      <a:pt x="1" y="883"/>
                      <a:pt x="1" y="1886"/>
                    </a:cubicBezTo>
                    <a:cubicBezTo>
                      <a:pt x="1" y="2919"/>
                      <a:pt x="821" y="3801"/>
                      <a:pt x="1885" y="3801"/>
                    </a:cubicBezTo>
                    <a:cubicBezTo>
                      <a:pt x="2919" y="3801"/>
                      <a:pt x="3800" y="2950"/>
                      <a:pt x="3800" y="1886"/>
                    </a:cubicBezTo>
                    <a:cubicBezTo>
                      <a:pt x="3800" y="840"/>
                      <a:pt x="2978" y="0"/>
                      <a:pt x="1940"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53"/>
              <p:cNvSpPr/>
              <p:nvPr/>
            </p:nvSpPr>
            <p:spPr>
              <a:xfrm>
                <a:off x="9470050" y="572500"/>
                <a:ext cx="730275" cy="328275"/>
              </a:xfrm>
              <a:custGeom>
                <a:avLst/>
                <a:gdLst/>
                <a:ahLst/>
                <a:cxnLst/>
                <a:rect l="l" t="t" r="r" b="b"/>
                <a:pathLst>
                  <a:path w="29211" h="13131" extrusionOk="0">
                    <a:moveTo>
                      <a:pt x="16080" y="0"/>
                    </a:moveTo>
                    <a:lnTo>
                      <a:pt x="16080" y="760"/>
                    </a:lnTo>
                    <a:lnTo>
                      <a:pt x="18359" y="760"/>
                    </a:lnTo>
                    <a:lnTo>
                      <a:pt x="18359" y="0"/>
                    </a:lnTo>
                    <a:close/>
                    <a:moveTo>
                      <a:pt x="20244" y="0"/>
                    </a:moveTo>
                    <a:lnTo>
                      <a:pt x="20244" y="760"/>
                    </a:lnTo>
                    <a:lnTo>
                      <a:pt x="22524" y="760"/>
                    </a:lnTo>
                    <a:lnTo>
                      <a:pt x="22524" y="0"/>
                    </a:lnTo>
                    <a:close/>
                    <a:moveTo>
                      <a:pt x="24439" y="0"/>
                    </a:moveTo>
                    <a:lnTo>
                      <a:pt x="24439" y="760"/>
                    </a:lnTo>
                    <a:lnTo>
                      <a:pt x="26718" y="760"/>
                    </a:lnTo>
                    <a:lnTo>
                      <a:pt x="26718" y="0"/>
                    </a:lnTo>
                    <a:close/>
                    <a:moveTo>
                      <a:pt x="28572" y="0"/>
                    </a:moveTo>
                    <a:lnTo>
                      <a:pt x="28572" y="760"/>
                    </a:lnTo>
                    <a:lnTo>
                      <a:pt x="29211" y="760"/>
                    </a:lnTo>
                    <a:lnTo>
                      <a:pt x="29211" y="0"/>
                    </a:lnTo>
                    <a:close/>
                    <a:moveTo>
                      <a:pt x="12888" y="0"/>
                    </a:moveTo>
                    <a:lnTo>
                      <a:pt x="11916" y="912"/>
                    </a:lnTo>
                    <a:lnTo>
                      <a:pt x="12463" y="1429"/>
                    </a:lnTo>
                    <a:lnTo>
                      <a:pt x="13192" y="760"/>
                    </a:lnTo>
                    <a:lnTo>
                      <a:pt x="14134" y="760"/>
                    </a:lnTo>
                    <a:lnTo>
                      <a:pt x="14134" y="0"/>
                    </a:lnTo>
                    <a:close/>
                    <a:moveTo>
                      <a:pt x="10609" y="2249"/>
                    </a:moveTo>
                    <a:lnTo>
                      <a:pt x="8967" y="3830"/>
                    </a:lnTo>
                    <a:lnTo>
                      <a:pt x="9484" y="4377"/>
                    </a:lnTo>
                    <a:lnTo>
                      <a:pt x="11125" y="2766"/>
                    </a:lnTo>
                    <a:lnTo>
                      <a:pt x="10609" y="2249"/>
                    </a:lnTo>
                    <a:close/>
                    <a:moveTo>
                      <a:pt x="7599" y="5167"/>
                    </a:moveTo>
                    <a:lnTo>
                      <a:pt x="5958" y="6748"/>
                    </a:lnTo>
                    <a:lnTo>
                      <a:pt x="6505" y="7295"/>
                    </a:lnTo>
                    <a:lnTo>
                      <a:pt x="8116" y="5684"/>
                    </a:lnTo>
                    <a:lnTo>
                      <a:pt x="7599" y="5167"/>
                    </a:lnTo>
                    <a:close/>
                    <a:moveTo>
                      <a:pt x="4590" y="8085"/>
                    </a:moveTo>
                    <a:lnTo>
                      <a:pt x="2949" y="9696"/>
                    </a:lnTo>
                    <a:lnTo>
                      <a:pt x="3496" y="10213"/>
                    </a:lnTo>
                    <a:lnTo>
                      <a:pt x="5137" y="8632"/>
                    </a:lnTo>
                    <a:lnTo>
                      <a:pt x="4590" y="8085"/>
                    </a:lnTo>
                    <a:close/>
                    <a:moveTo>
                      <a:pt x="1642" y="11003"/>
                    </a:moveTo>
                    <a:lnTo>
                      <a:pt x="0" y="12614"/>
                    </a:lnTo>
                    <a:lnTo>
                      <a:pt x="517" y="13131"/>
                    </a:lnTo>
                    <a:lnTo>
                      <a:pt x="2159" y="11550"/>
                    </a:lnTo>
                    <a:lnTo>
                      <a:pt x="1642" y="11003"/>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53"/>
              <p:cNvSpPr/>
              <p:nvPr/>
            </p:nvSpPr>
            <p:spPr>
              <a:xfrm>
                <a:off x="7879600" y="2107475"/>
                <a:ext cx="579050" cy="284975"/>
              </a:xfrm>
              <a:custGeom>
                <a:avLst/>
                <a:gdLst/>
                <a:ahLst/>
                <a:cxnLst/>
                <a:rect l="l" t="t" r="r" b="b"/>
                <a:pathLst>
                  <a:path w="23162" h="11399" extrusionOk="0">
                    <a:moveTo>
                      <a:pt x="22615" y="0"/>
                    </a:moveTo>
                    <a:lnTo>
                      <a:pt x="21034" y="1581"/>
                    </a:lnTo>
                    <a:lnTo>
                      <a:pt x="21551" y="2128"/>
                    </a:lnTo>
                    <a:lnTo>
                      <a:pt x="23162" y="517"/>
                    </a:lnTo>
                    <a:lnTo>
                      <a:pt x="22615" y="0"/>
                    </a:lnTo>
                    <a:close/>
                    <a:moveTo>
                      <a:pt x="19666" y="2918"/>
                    </a:moveTo>
                    <a:lnTo>
                      <a:pt x="18055" y="4529"/>
                    </a:lnTo>
                    <a:lnTo>
                      <a:pt x="18602" y="5046"/>
                    </a:lnTo>
                    <a:lnTo>
                      <a:pt x="20183" y="3465"/>
                    </a:lnTo>
                    <a:lnTo>
                      <a:pt x="19666" y="2918"/>
                    </a:lnTo>
                    <a:close/>
                    <a:moveTo>
                      <a:pt x="16687" y="5897"/>
                    </a:moveTo>
                    <a:lnTo>
                      <a:pt x="15107" y="7477"/>
                    </a:lnTo>
                    <a:lnTo>
                      <a:pt x="15624" y="8025"/>
                    </a:lnTo>
                    <a:lnTo>
                      <a:pt x="17235" y="6414"/>
                    </a:lnTo>
                    <a:lnTo>
                      <a:pt x="16687" y="5897"/>
                    </a:lnTo>
                    <a:close/>
                    <a:moveTo>
                      <a:pt x="13739" y="8845"/>
                    </a:moveTo>
                    <a:lnTo>
                      <a:pt x="12128" y="10456"/>
                    </a:lnTo>
                    <a:lnTo>
                      <a:pt x="12675" y="10973"/>
                    </a:lnTo>
                    <a:lnTo>
                      <a:pt x="14256" y="9392"/>
                    </a:lnTo>
                    <a:lnTo>
                      <a:pt x="13739" y="8845"/>
                    </a:lnTo>
                    <a:close/>
                    <a:moveTo>
                      <a:pt x="0" y="10639"/>
                    </a:moveTo>
                    <a:lnTo>
                      <a:pt x="0" y="11398"/>
                    </a:lnTo>
                    <a:lnTo>
                      <a:pt x="2280" y="11398"/>
                    </a:lnTo>
                    <a:lnTo>
                      <a:pt x="2280" y="10639"/>
                    </a:lnTo>
                    <a:close/>
                    <a:moveTo>
                      <a:pt x="4195" y="10639"/>
                    </a:moveTo>
                    <a:lnTo>
                      <a:pt x="4195" y="11398"/>
                    </a:lnTo>
                    <a:lnTo>
                      <a:pt x="6474" y="11398"/>
                    </a:lnTo>
                    <a:lnTo>
                      <a:pt x="6474" y="10639"/>
                    </a:lnTo>
                    <a:close/>
                    <a:moveTo>
                      <a:pt x="8359" y="10639"/>
                    </a:moveTo>
                    <a:lnTo>
                      <a:pt x="8359" y="11398"/>
                    </a:lnTo>
                    <a:lnTo>
                      <a:pt x="10639" y="11398"/>
                    </a:lnTo>
                    <a:lnTo>
                      <a:pt x="10639" y="10639"/>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53"/>
              <p:cNvSpPr/>
              <p:nvPr/>
            </p:nvSpPr>
            <p:spPr>
              <a:xfrm>
                <a:off x="7791450" y="2332400"/>
                <a:ext cx="95000" cy="95000"/>
              </a:xfrm>
              <a:custGeom>
                <a:avLst/>
                <a:gdLst/>
                <a:ahLst/>
                <a:cxnLst/>
                <a:rect l="l" t="t" r="r" b="b"/>
                <a:pathLst>
                  <a:path w="3800" h="3800" extrusionOk="0">
                    <a:moveTo>
                      <a:pt x="1915" y="0"/>
                    </a:moveTo>
                    <a:cubicBezTo>
                      <a:pt x="882" y="0"/>
                      <a:pt x="0" y="882"/>
                      <a:pt x="0" y="1915"/>
                    </a:cubicBezTo>
                    <a:cubicBezTo>
                      <a:pt x="0" y="2918"/>
                      <a:pt x="851" y="3800"/>
                      <a:pt x="1915" y="3800"/>
                    </a:cubicBezTo>
                    <a:cubicBezTo>
                      <a:pt x="2918" y="3800"/>
                      <a:pt x="3800" y="2979"/>
                      <a:pt x="3800" y="1915"/>
                    </a:cubicBezTo>
                    <a:cubicBezTo>
                      <a:pt x="3800" y="882"/>
                      <a:pt x="2979" y="0"/>
                      <a:pt x="1915"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96" name="Google Shape;2096;p53"/>
            <p:cNvSpPr/>
            <p:nvPr/>
          </p:nvSpPr>
          <p:spPr>
            <a:xfrm>
              <a:off x="1444334" y="166512"/>
              <a:ext cx="51237" cy="51237"/>
            </a:xfrm>
            <a:custGeom>
              <a:avLst/>
              <a:gdLst/>
              <a:ahLst/>
              <a:cxnLst/>
              <a:rect l="l" t="t" r="r" b="b"/>
              <a:pathLst>
                <a:path w="3801" h="3801" extrusionOk="0">
                  <a:moveTo>
                    <a:pt x="1940" y="0"/>
                  </a:moveTo>
                  <a:cubicBezTo>
                    <a:pt x="1922" y="0"/>
                    <a:pt x="1904" y="1"/>
                    <a:pt x="1885" y="1"/>
                  </a:cubicBezTo>
                  <a:cubicBezTo>
                    <a:pt x="882" y="1"/>
                    <a:pt x="1" y="883"/>
                    <a:pt x="1" y="1886"/>
                  </a:cubicBezTo>
                  <a:cubicBezTo>
                    <a:pt x="1" y="2919"/>
                    <a:pt x="821" y="3801"/>
                    <a:pt x="1885" y="3801"/>
                  </a:cubicBezTo>
                  <a:cubicBezTo>
                    <a:pt x="2919" y="3801"/>
                    <a:pt x="3800" y="2950"/>
                    <a:pt x="3800" y="1886"/>
                  </a:cubicBezTo>
                  <a:cubicBezTo>
                    <a:pt x="3800" y="840"/>
                    <a:pt x="2978" y="0"/>
                    <a:pt x="1940"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7" name="Google Shape;2097;p53"/>
          <p:cNvGrpSpPr/>
          <p:nvPr/>
        </p:nvGrpSpPr>
        <p:grpSpPr>
          <a:xfrm flipH="1">
            <a:off x="283373" y="240800"/>
            <a:ext cx="961550" cy="803100"/>
            <a:chOff x="1428800" y="3101325"/>
            <a:chExt cx="961550" cy="803100"/>
          </a:xfrm>
        </p:grpSpPr>
        <p:sp>
          <p:nvSpPr>
            <p:cNvPr id="2098" name="Google Shape;2098;p53"/>
            <p:cNvSpPr/>
            <p:nvPr/>
          </p:nvSpPr>
          <p:spPr>
            <a:xfrm>
              <a:off x="1428800" y="3204725"/>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53"/>
            <p:cNvSpPr/>
            <p:nvPr/>
          </p:nvSpPr>
          <p:spPr>
            <a:xfrm>
              <a:off x="1953350" y="3101325"/>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53"/>
            <p:cNvSpPr/>
            <p:nvPr/>
          </p:nvSpPr>
          <p:spPr>
            <a:xfrm>
              <a:off x="1952525" y="3466575"/>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04"/>
        <p:cNvGrpSpPr/>
        <p:nvPr/>
      </p:nvGrpSpPr>
      <p:grpSpPr>
        <a:xfrm>
          <a:off x="0" y="0"/>
          <a:ext cx="0" cy="0"/>
          <a:chOff x="0" y="0"/>
          <a:chExt cx="0" cy="0"/>
        </a:xfrm>
      </p:grpSpPr>
      <p:sp>
        <p:nvSpPr>
          <p:cNvPr id="2105" name="Google Shape;2105;p54"/>
          <p:cNvSpPr/>
          <p:nvPr/>
        </p:nvSpPr>
        <p:spPr>
          <a:xfrm>
            <a:off x="0" y="3906175"/>
            <a:ext cx="9144000" cy="1237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54"/>
          <p:cNvSpPr txBox="1">
            <a:spLocks noGrp="1"/>
          </p:cNvSpPr>
          <p:nvPr>
            <p:ph type="title"/>
          </p:nvPr>
        </p:nvSpPr>
        <p:spPr>
          <a:xfrm>
            <a:off x="720000" y="4161325"/>
            <a:ext cx="7704000" cy="496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 PICTURE IS WORTH A THOUSAND WORDS</a:t>
            </a:r>
            <a:endParaRPr/>
          </a:p>
        </p:txBody>
      </p:sp>
      <p:grpSp>
        <p:nvGrpSpPr>
          <p:cNvPr id="2107" name="Google Shape;2107;p54"/>
          <p:cNvGrpSpPr/>
          <p:nvPr/>
        </p:nvGrpSpPr>
        <p:grpSpPr>
          <a:xfrm>
            <a:off x="8323245" y="4050635"/>
            <a:ext cx="620488" cy="518240"/>
            <a:chOff x="1428800" y="3101325"/>
            <a:chExt cx="961550" cy="803100"/>
          </a:xfrm>
        </p:grpSpPr>
        <p:sp>
          <p:nvSpPr>
            <p:cNvPr id="2108" name="Google Shape;2108;p54"/>
            <p:cNvSpPr/>
            <p:nvPr/>
          </p:nvSpPr>
          <p:spPr>
            <a:xfrm>
              <a:off x="1428800" y="3204725"/>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54"/>
            <p:cNvSpPr/>
            <p:nvPr/>
          </p:nvSpPr>
          <p:spPr>
            <a:xfrm>
              <a:off x="1953350" y="3101325"/>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54"/>
            <p:cNvSpPr/>
            <p:nvPr/>
          </p:nvSpPr>
          <p:spPr>
            <a:xfrm>
              <a:off x="1952525" y="3466575"/>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4"/>
        <p:cNvGrpSpPr/>
        <p:nvPr/>
      </p:nvGrpSpPr>
      <p:grpSpPr>
        <a:xfrm>
          <a:off x="0" y="0"/>
          <a:ext cx="0" cy="0"/>
          <a:chOff x="0" y="0"/>
          <a:chExt cx="0" cy="0"/>
        </a:xfrm>
      </p:grpSpPr>
      <p:sp>
        <p:nvSpPr>
          <p:cNvPr id="2115" name="Google Shape;2115;p55"/>
          <p:cNvSpPr txBox="1">
            <a:spLocks noGrp="1"/>
          </p:cNvSpPr>
          <p:nvPr>
            <p:ph type="title"/>
          </p:nvPr>
        </p:nvSpPr>
        <p:spPr>
          <a:xfrm>
            <a:off x="726425" y="1405694"/>
            <a:ext cx="3539400" cy="1320600"/>
          </a:xfrm>
          <a:prstGeom prst="rect">
            <a:avLst/>
          </a:prstGeom>
        </p:spPr>
        <p:txBody>
          <a:bodyPr spcFirstLastPara="1" wrap="square" lIns="137150" tIns="91425" rIns="137150" bIns="91425" anchor="t" anchorCtr="0">
            <a:noAutofit/>
          </a:bodyPr>
          <a:lstStyle/>
          <a:p>
            <a:pPr marL="0" lvl="0" indent="0" algn="l" rtl="0">
              <a:spcBef>
                <a:spcPts val="0"/>
              </a:spcBef>
              <a:spcAft>
                <a:spcPts val="0"/>
              </a:spcAft>
              <a:buClr>
                <a:schemeClr val="dk1"/>
              </a:buClr>
              <a:buSzPts val="1100"/>
              <a:buFont typeface="Arial"/>
              <a:buNone/>
            </a:pPr>
            <a:r>
              <a:rPr lang="en"/>
              <a:t>TO REINFORCE THE CONCEPT, TRY </a:t>
            </a:r>
            <a:r>
              <a:rPr lang="en">
                <a:solidFill>
                  <a:schemeClr val="dk2"/>
                </a:solidFill>
              </a:rPr>
              <a:t>USING AN IMAGE</a:t>
            </a:r>
            <a:endParaRPr>
              <a:solidFill>
                <a:schemeClr val="dk2"/>
              </a:solidFill>
            </a:endParaRPr>
          </a:p>
        </p:txBody>
      </p:sp>
      <p:sp>
        <p:nvSpPr>
          <p:cNvPr id="2116" name="Google Shape;2116;p55"/>
          <p:cNvSpPr txBox="1">
            <a:spLocks noGrp="1"/>
          </p:cNvSpPr>
          <p:nvPr>
            <p:ph type="subTitle" idx="1"/>
          </p:nvPr>
        </p:nvSpPr>
        <p:spPr>
          <a:xfrm>
            <a:off x="726425" y="2732475"/>
            <a:ext cx="3539400" cy="9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Images reveal large amounts of data, so remember: use an image instead of a long text. Your audience will appreciate it</a:t>
            </a:r>
            <a:endParaRPr/>
          </a:p>
        </p:txBody>
      </p:sp>
      <p:pic>
        <p:nvPicPr>
          <p:cNvPr id="2117" name="Google Shape;2117;p55"/>
          <p:cNvPicPr preferRelativeResize="0">
            <a:picLocks noGrp="1"/>
          </p:cNvPicPr>
          <p:nvPr>
            <p:ph type="pic" idx="2"/>
          </p:nvPr>
        </p:nvPicPr>
        <p:blipFill rotWithShape="1">
          <a:blip r:embed="rId3">
            <a:alphaModFix/>
          </a:blip>
          <a:srcRect l="10557" r="22749"/>
          <a:stretch/>
        </p:blipFill>
        <p:spPr>
          <a:xfrm>
            <a:off x="4572000" y="0"/>
            <a:ext cx="4571899" cy="4569000"/>
          </a:xfrm>
          <a:prstGeom prst="rect">
            <a:avLst/>
          </a:prstGeom>
        </p:spPr>
      </p:pic>
      <p:grpSp>
        <p:nvGrpSpPr>
          <p:cNvPr id="2118" name="Google Shape;2118;p55"/>
          <p:cNvGrpSpPr/>
          <p:nvPr/>
        </p:nvGrpSpPr>
        <p:grpSpPr>
          <a:xfrm>
            <a:off x="453200" y="236150"/>
            <a:ext cx="961550" cy="803100"/>
            <a:chOff x="4781075" y="719300"/>
            <a:chExt cx="961550" cy="803100"/>
          </a:xfrm>
        </p:grpSpPr>
        <p:sp>
          <p:nvSpPr>
            <p:cNvPr id="2119" name="Google Shape;2119;p55"/>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55"/>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55"/>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22" name="Google Shape;2122;p55"/>
          <p:cNvSpPr/>
          <p:nvPr/>
        </p:nvSpPr>
        <p:spPr>
          <a:xfrm>
            <a:off x="177600" y="4568875"/>
            <a:ext cx="1462500" cy="1863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23" name="Google Shape;2123;p55"/>
          <p:cNvGrpSpPr/>
          <p:nvPr/>
        </p:nvGrpSpPr>
        <p:grpSpPr>
          <a:xfrm>
            <a:off x="335537" y="4048789"/>
            <a:ext cx="1096269" cy="606406"/>
            <a:chOff x="239224" y="3962464"/>
            <a:chExt cx="1096269" cy="606406"/>
          </a:xfrm>
        </p:grpSpPr>
        <p:grpSp>
          <p:nvGrpSpPr>
            <p:cNvPr id="2124" name="Google Shape;2124;p55"/>
            <p:cNvGrpSpPr/>
            <p:nvPr/>
          </p:nvGrpSpPr>
          <p:grpSpPr>
            <a:xfrm>
              <a:off x="923960" y="4386623"/>
              <a:ext cx="411533" cy="180447"/>
              <a:chOff x="7800560" y="4390223"/>
              <a:chExt cx="411533" cy="180447"/>
            </a:xfrm>
          </p:grpSpPr>
          <p:sp>
            <p:nvSpPr>
              <p:cNvPr id="2125" name="Google Shape;2125;p55"/>
              <p:cNvSpPr/>
              <p:nvPr/>
            </p:nvSpPr>
            <p:spPr>
              <a:xfrm>
                <a:off x="7826818" y="4480820"/>
                <a:ext cx="385275" cy="89851"/>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55"/>
              <p:cNvSpPr/>
              <p:nvPr/>
            </p:nvSpPr>
            <p:spPr>
              <a:xfrm>
                <a:off x="7859558"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55"/>
              <p:cNvSpPr/>
              <p:nvPr/>
            </p:nvSpPr>
            <p:spPr>
              <a:xfrm>
                <a:off x="7910180"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55"/>
              <p:cNvSpPr/>
              <p:nvPr/>
            </p:nvSpPr>
            <p:spPr>
              <a:xfrm>
                <a:off x="7960813"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55"/>
              <p:cNvSpPr/>
              <p:nvPr/>
            </p:nvSpPr>
            <p:spPr>
              <a:xfrm>
                <a:off x="8011058" y="4488808"/>
                <a:ext cx="16765" cy="73485"/>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55"/>
              <p:cNvSpPr/>
              <p:nvPr/>
            </p:nvSpPr>
            <p:spPr>
              <a:xfrm>
                <a:off x="8061691" y="4488808"/>
                <a:ext cx="16754" cy="73485"/>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55"/>
              <p:cNvSpPr/>
              <p:nvPr/>
            </p:nvSpPr>
            <p:spPr>
              <a:xfrm>
                <a:off x="8112689" y="4488808"/>
                <a:ext cx="16388" cy="73485"/>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55"/>
              <p:cNvSpPr/>
              <p:nvPr/>
            </p:nvSpPr>
            <p:spPr>
              <a:xfrm>
                <a:off x="8162946" y="4488808"/>
                <a:ext cx="16754" cy="73485"/>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55"/>
              <p:cNvSpPr/>
              <p:nvPr/>
            </p:nvSpPr>
            <p:spPr>
              <a:xfrm>
                <a:off x="7843947" y="4488808"/>
                <a:ext cx="106604" cy="73108"/>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55"/>
              <p:cNvSpPr/>
              <p:nvPr/>
            </p:nvSpPr>
            <p:spPr>
              <a:xfrm>
                <a:off x="7826818" y="4480820"/>
                <a:ext cx="385275" cy="8000"/>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55"/>
              <p:cNvSpPr/>
              <p:nvPr/>
            </p:nvSpPr>
            <p:spPr>
              <a:xfrm>
                <a:off x="7800560" y="4390223"/>
                <a:ext cx="384887" cy="89851"/>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55"/>
              <p:cNvSpPr/>
              <p:nvPr/>
            </p:nvSpPr>
            <p:spPr>
              <a:xfrm>
                <a:off x="7832912" y="4398212"/>
                <a:ext cx="16377" cy="73862"/>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55"/>
              <p:cNvSpPr/>
              <p:nvPr/>
            </p:nvSpPr>
            <p:spPr>
              <a:xfrm>
                <a:off x="7883157"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55"/>
              <p:cNvSpPr/>
              <p:nvPr/>
            </p:nvSpPr>
            <p:spPr>
              <a:xfrm>
                <a:off x="7934167" y="4398212"/>
                <a:ext cx="16765" cy="73862"/>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55"/>
              <p:cNvSpPr/>
              <p:nvPr/>
            </p:nvSpPr>
            <p:spPr>
              <a:xfrm>
                <a:off x="7984412"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55"/>
              <p:cNvSpPr/>
              <p:nvPr/>
            </p:nvSpPr>
            <p:spPr>
              <a:xfrm>
                <a:off x="8035045"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55"/>
              <p:cNvSpPr/>
              <p:nvPr/>
            </p:nvSpPr>
            <p:spPr>
              <a:xfrm>
                <a:off x="8085290"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55"/>
              <p:cNvSpPr/>
              <p:nvPr/>
            </p:nvSpPr>
            <p:spPr>
              <a:xfrm>
                <a:off x="8136300"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55"/>
              <p:cNvSpPr/>
              <p:nvPr/>
            </p:nvSpPr>
            <p:spPr>
              <a:xfrm>
                <a:off x="7817689" y="4398212"/>
                <a:ext cx="106604" cy="73485"/>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55"/>
              <p:cNvSpPr/>
              <p:nvPr/>
            </p:nvSpPr>
            <p:spPr>
              <a:xfrm>
                <a:off x="7800560" y="4390223"/>
                <a:ext cx="384887" cy="8000"/>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5" name="Google Shape;2145;p55"/>
            <p:cNvGrpSpPr/>
            <p:nvPr/>
          </p:nvGrpSpPr>
          <p:grpSpPr>
            <a:xfrm>
              <a:off x="239224" y="3962464"/>
              <a:ext cx="550856" cy="606406"/>
              <a:chOff x="8259624" y="3964264"/>
              <a:chExt cx="550856" cy="606406"/>
            </a:xfrm>
          </p:grpSpPr>
          <p:sp>
            <p:nvSpPr>
              <p:cNvPr id="2146" name="Google Shape;2146;p55"/>
              <p:cNvSpPr/>
              <p:nvPr/>
            </p:nvSpPr>
            <p:spPr>
              <a:xfrm>
                <a:off x="8411124" y="4480820"/>
                <a:ext cx="385275" cy="89851"/>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55"/>
              <p:cNvSpPr/>
              <p:nvPr/>
            </p:nvSpPr>
            <p:spPr>
              <a:xfrm>
                <a:off x="8443487"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55"/>
              <p:cNvSpPr/>
              <p:nvPr/>
            </p:nvSpPr>
            <p:spPr>
              <a:xfrm>
                <a:off x="8494109"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55"/>
              <p:cNvSpPr/>
              <p:nvPr/>
            </p:nvSpPr>
            <p:spPr>
              <a:xfrm>
                <a:off x="8545118" y="4488808"/>
                <a:ext cx="16765" cy="73485"/>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55"/>
              <p:cNvSpPr/>
              <p:nvPr/>
            </p:nvSpPr>
            <p:spPr>
              <a:xfrm>
                <a:off x="8595363"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55"/>
              <p:cNvSpPr/>
              <p:nvPr/>
            </p:nvSpPr>
            <p:spPr>
              <a:xfrm>
                <a:off x="8645997"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55"/>
              <p:cNvSpPr/>
              <p:nvPr/>
            </p:nvSpPr>
            <p:spPr>
              <a:xfrm>
                <a:off x="8696242"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55"/>
              <p:cNvSpPr/>
              <p:nvPr/>
            </p:nvSpPr>
            <p:spPr>
              <a:xfrm>
                <a:off x="8747251"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55"/>
              <p:cNvSpPr/>
              <p:nvPr/>
            </p:nvSpPr>
            <p:spPr>
              <a:xfrm>
                <a:off x="8428641" y="4488808"/>
                <a:ext cx="106604" cy="73108"/>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55"/>
              <p:cNvSpPr/>
              <p:nvPr/>
            </p:nvSpPr>
            <p:spPr>
              <a:xfrm>
                <a:off x="8428641" y="4488808"/>
                <a:ext cx="106604" cy="73108"/>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55"/>
              <p:cNvSpPr/>
              <p:nvPr/>
            </p:nvSpPr>
            <p:spPr>
              <a:xfrm>
                <a:off x="8411124" y="4480820"/>
                <a:ext cx="385275" cy="8000"/>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55"/>
              <p:cNvSpPr/>
              <p:nvPr/>
            </p:nvSpPr>
            <p:spPr>
              <a:xfrm>
                <a:off x="8259624" y="4390600"/>
                <a:ext cx="384887" cy="90239"/>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55"/>
              <p:cNvSpPr/>
              <p:nvPr/>
            </p:nvSpPr>
            <p:spPr>
              <a:xfrm>
                <a:off x="8291987"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55"/>
              <p:cNvSpPr/>
              <p:nvPr/>
            </p:nvSpPr>
            <p:spPr>
              <a:xfrm>
                <a:off x="8342609"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55"/>
              <p:cNvSpPr/>
              <p:nvPr/>
            </p:nvSpPr>
            <p:spPr>
              <a:xfrm>
                <a:off x="8393242"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55"/>
              <p:cNvSpPr/>
              <p:nvPr/>
            </p:nvSpPr>
            <p:spPr>
              <a:xfrm>
                <a:off x="8443487" y="4398212"/>
                <a:ext cx="16765" cy="73862"/>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55"/>
              <p:cNvSpPr/>
              <p:nvPr/>
            </p:nvSpPr>
            <p:spPr>
              <a:xfrm>
                <a:off x="8494109" y="4398212"/>
                <a:ext cx="16765" cy="73862"/>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55"/>
              <p:cNvSpPr/>
              <p:nvPr/>
            </p:nvSpPr>
            <p:spPr>
              <a:xfrm>
                <a:off x="8545118"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55"/>
              <p:cNvSpPr/>
              <p:nvPr/>
            </p:nvSpPr>
            <p:spPr>
              <a:xfrm>
                <a:off x="8595363" y="4398212"/>
                <a:ext cx="16765" cy="73862"/>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55"/>
              <p:cNvSpPr/>
              <p:nvPr/>
            </p:nvSpPr>
            <p:spPr>
              <a:xfrm>
                <a:off x="8276753" y="4398212"/>
                <a:ext cx="106604" cy="73485"/>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55"/>
              <p:cNvSpPr/>
              <p:nvPr/>
            </p:nvSpPr>
            <p:spPr>
              <a:xfrm>
                <a:off x="8259624" y="4390223"/>
                <a:ext cx="384887" cy="8000"/>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55"/>
              <p:cNvSpPr/>
              <p:nvPr/>
            </p:nvSpPr>
            <p:spPr>
              <a:xfrm>
                <a:off x="8425217" y="4301521"/>
                <a:ext cx="385263" cy="90239"/>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55"/>
              <p:cNvSpPr/>
              <p:nvPr/>
            </p:nvSpPr>
            <p:spPr>
              <a:xfrm>
                <a:off x="8457946" y="4309521"/>
                <a:ext cx="16765" cy="73485"/>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55"/>
              <p:cNvSpPr/>
              <p:nvPr/>
            </p:nvSpPr>
            <p:spPr>
              <a:xfrm>
                <a:off x="8508579" y="4309521"/>
                <a:ext cx="16377" cy="73485"/>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55"/>
              <p:cNvSpPr/>
              <p:nvPr/>
            </p:nvSpPr>
            <p:spPr>
              <a:xfrm>
                <a:off x="8609457" y="4309521"/>
                <a:ext cx="16377" cy="73485"/>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55"/>
              <p:cNvSpPr/>
              <p:nvPr/>
            </p:nvSpPr>
            <p:spPr>
              <a:xfrm>
                <a:off x="8660078" y="4309521"/>
                <a:ext cx="16765" cy="73485"/>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55"/>
              <p:cNvSpPr/>
              <p:nvPr/>
            </p:nvSpPr>
            <p:spPr>
              <a:xfrm>
                <a:off x="8710711" y="4309521"/>
                <a:ext cx="16754" cy="73485"/>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55"/>
              <p:cNvSpPr/>
              <p:nvPr/>
            </p:nvSpPr>
            <p:spPr>
              <a:xfrm>
                <a:off x="8760956" y="4309521"/>
                <a:ext cx="16754" cy="73485"/>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55"/>
              <p:cNvSpPr/>
              <p:nvPr/>
            </p:nvSpPr>
            <p:spPr>
              <a:xfrm>
                <a:off x="8442346" y="4309521"/>
                <a:ext cx="106604" cy="73108"/>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55"/>
              <p:cNvSpPr/>
              <p:nvPr/>
            </p:nvSpPr>
            <p:spPr>
              <a:xfrm>
                <a:off x="8442346" y="4309521"/>
                <a:ext cx="106604" cy="73108"/>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55"/>
              <p:cNvSpPr/>
              <p:nvPr/>
            </p:nvSpPr>
            <p:spPr>
              <a:xfrm>
                <a:off x="8425217" y="4301145"/>
                <a:ext cx="385263" cy="8388"/>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55"/>
              <p:cNvSpPr/>
              <p:nvPr/>
            </p:nvSpPr>
            <p:spPr>
              <a:xfrm>
                <a:off x="8455287" y="3974923"/>
                <a:ext cx="328543" cy="318797"/>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55"/>
              <p:cNvSpPr/>
              <p:nvPr/>
            </p:nvSpPr>
            <p:spPr>
              <a:xfrm>
                <a:off x="8447675" y="3964264"/>
                <a:ext cx="340720" cy="340732"/>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55"/>
              <p:cNvSpPr/>
              <p:nvPr/>
            </p:nvSpPr>
            <p:spPr>
              <a:xfrm>
                <a:off x="8451475" y="3970986"/>
                <a:ext cx="336920" cy="327539"/>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55"/>
              <p:cNvSpPr/>
              <p:nvPr/>
            </p:nvSpPr>
            <p:spPr>
              <a:xfrm>
                <a:off x="8559965" y="4044967"/>
                <a:ext cx="121075" cy="196067"/>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55"/>
              <p:cNvSpPr/>
              <p:nvPr/>
            </p:nvSpPr>
            <p:spPr>
              <a:xfrm>
                <a:off x="8476227" y="3995361"/>
                <a:ext cx="240986" cy="240347"/>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85"/>
        <p:cNvGrpSpPr/>
        <p:nvPr/>
      </p:nvGrpSpPr>
      <p:grpSpPr>
        <a:xfrm>
          <a:off x="0" y="0"/>
          <a:ext cx="0" cy="0"/>
          <a:chOff x="0" y="0"/>
          <a:chExt cx="0" cy="0"/>
        </a:xfrm>
      </p:grpSpPr>
      <p:sp>
        <p:nvSpPr>
          <p:cNvPr id="2186" name="Google Shape;2186;p56"/>
          <p:cNvSpPr/>
          <p:nvPr/>
        </p:nvSpPr>
        <p:spPr>
          <a:xfrm>
            <a:off x="390978" y="4051425"/>
            <a:ext cx="2335500" cy="2274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56"/>
          <p:cNvSpPr txBox="1">
            <a:spLocks noGrp="1"/>
          </p:cNvSpPr>
          <p:nvPr>
            <p:ph type="title"/>
          </p:nvPr>
        </p:nvSpPr>
        <p:spPr>
          <a:xfrm>
            <a:off x="720001" y="1345400"/>
            <a:ext cx="6050400" cy="118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4,498,300</a:t>
            </a:r>
            <a:endParaRPr/>
          </a:p>
        </p:txBody>
      </p:sp>
      <p:sp>
        <p:nvSpPr>
          <p:cNvPr id="2188" name="Google Shape;2188;p56"/>
          <p:cNvSpPr txBox="1">
            <a:spLocks noGrp="1"/>
          </p:cNvSpPr>
          <p:nvPr>
            <p:ph type="subTitle" idx="1"/>
          </p:nvPr>
        </p:nvSpPr>
        <p:spPr>
          <a:xfrm>
            <a:off x="720012" y="2493244"/>
            <a:ext cx="60504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Big numbers catch your audience’s attention</a:t>
            </a:r>
            <a:endParaRPr/>
          </a:p>
        </p:txBody>
      </p:sp>
      <p:grpSp>
        <p:nvGrpSpPr>
          <p:cNvPr id="2189" name="Google Shape;2189;p56"/>
          <p:cNvGrpSpPr/>
          <p:nvPr/>
        </p:nvGrpSpPr>
        <p:grpSpPr>
          <a:xfrm>
            <a:off x="6839950" y="654750"/>
            <a:ext cx="1431650" cy="2710550"/>
            <a:chOff x="9026275" y="1237400"/>
            <a:chExt cx="1431650" cy="2710550"/>
          </a:xfrm>
        </p:grpSpPr>
        <p:sp>
          <p:nvSpPr>
            <p:cNvPr id="2190" name="Google Shape;2190;p56"/>
            <p:cNvSpPr/>
            <p:nvPr/>
          </p:nvSpPr>
          <p:spPr>
            <a:xfrm>
              <a:off x="9026275" y="1237400"/>
              <a:ext cx="1431650" cy="2710550"/>
            </a:xfrm>
            <a:custGeom>
              <a:avLst/>
              <a:gdLst/>
              <a:ahLst/>
              <a:cxnLst/>
              <a:rect l="l" t="t" r="r" b="b"/>
              <a:pathLst>
                <a:path w="57266" h="108422" extrusionOk="0">
                  <a:moveTo>
                    <a:pt x="7569" y="0"/>
                  </a:moveTo>
                  <a:cubicBezTo>
                    <a:pt x="3374" y="0"/>
                    <a:pt x="0" y="3374"/>
                    <a:pt x="0" y="7569"/>
                  </a:cubicBezTo>
                  <a:lnTo>
                    <a:pt x="0" y="100883"/>
                  </a:lnTo>
                  <a:cubicBezTo>
                    <a:pt x="0" y="105047"/>
                    <a:pt x="3374" y="108421"/>
                    <a:pt x="7569" y="108421"/>
                  </a:cubicBezTo>
                  <a:lnTo>
                    <a:pt x="49697" y="108421"/>
                  </a:lnTo>
                  <a:cubicBezTo>
                    <a:pt x="53892" y="108421"/>
                    <a:pt x="57266" y="105047"/>
                    <a:pt x="57266" y="100883"/>
                  </a:cubicBezTo>
                  <a:lnTo>
                    <a:pt x="57266" y="7569"/>
                  </a:lnTo>
                  <a:cubicBezTo>
                    <a:pt x="57266" y="3374"/>
                    <a:pt x="53892" y="0"/>
                    <a:pt x="496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56"/>
            <p:cNvSpPr/>
            <p:nvPr/>
          </p:nvSpPr>
          <p:spPr>
            <a:xfrm>
              <a:off x="9097700" y="1311100"/>
              <a:ext cx="1288050" cy="2562375"/>
            </a:xfrm>
            <a:custGeom>
              <a:avLst/>
              <a:gdLst/>
              <a:ahLst/>
              <a:cxnLst/>
              <a:rect l="l" t="t" r="r" b="b"/>
              <a:pathLst>
                <a:path w="51522" h="102495" extrusionOk="0">
                  <a:moveTo>
                    <a:pt x="5046" y="1"/>
                  </a:moveTo>
                  <a:cubicBezTo>
                    <a:pt x="2280" y="1"/>
                    <a:pt x="1" y="2250"/>
                    <a:pt x="31" y="5016"/>
                  </a:cubicBezTo>
                  <a:lnTo>
                    <a:pt x="31" y="97479"/>
                  </a:lnTo>
                  <a:cubicBezTo>
                    <a:pt x="31" y="100245"/>
                    <a:pt x="2280" y="102494"/>
                    <a:pt x="5046" y="102494"/>
                  </a:cubicBezTo>
                  <a:lnTo>
                    <a:pt x="46506" y="102494"/>
                  </a:lnTo>
                  <a:cubicBezTo>
                    <a:pt x="49272" y="102494"/>
                    <a:pt x="51521" y="100245"/>
                    <a:pt x="51521" y="97479"/>
                  </a:cubicBezTo>
                  <a:lnTo>
                    <a:pt x="51521" y="5016"/>
                  </a:lnTo>
                  <a:cubicBezTo>
                    <a:pt x="51521" y="2250"/>
                    <a:pt x="49272" y="1"/>
                    <a:pt x="46506" y="1"/>
                  </a:cubicBezTo>
                  <a:close/>
                </a:path>
              </a:pathLst>
            </a:custGeom>
            <a:solidFill>
              <a:srgbClr val="E8EC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56"/>
            <p:cNvSpPr/>
            <p:nvPr/>
          </p:nvSpPr>
          <p:spPr>
            <a:xfrm>
              <a:off x="9382650" y="1358975"/>
              <a:ext cx="718125" cy="34975"/>
            </a:xfrm>
            <a:custGeom>
              <a:avLst/>
              <a:gdLst/>
              <a:ahLst/>
              <a:cxnLst/>
              <a:rect l="l" t="t" r="r" b="b"/>
              <a:pathLst>
                <a:path w="28725" h="1399" extrusionOk="0">
                  <a:moveTo>
                    <a:pt x="670" y="0"/>
                  </a:moveTo>
                  <a:cubicBezTo>
                    <a:pt x="305" y="0"/>
                    <a:pt x="1" y="304"/>
                    <a:pt x="1" y="669"/>
                  </a:cubicBezTo>
                  <a:lnTo>
                    <a:pt x="1" y="730"/>
                  </a:lnTo>
                  <a:cubicBezTo>
                    <a:pt x="1" y="1095"/>
                    <a:pt x="305" y="1399"/>
                    <a:pt x="670" y="1399"/>
                  </a:cubicBezTo>
                  <a:lnTo>
                    <a:pt x="28026" y="1399"/>
                  </a:lnTo>
                  <a:cubicBezTo>
                    <a:pt x="28421" y="1399"/>
                    <a:pt x="28725" y="1095"/>
                    <a:pt x="28725" y="730"/>
                  </a:cubicBezTo>
                  <a:lnTo>
                    <a:pt x="28725" y="669"/>
                  </a:lnTo>
                  <a:cubicBezTo>
                    <a:pt x="28725" y="304"/>
                    <a:pt x="28421" y="0"/>
                    <a:pt x="280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56"/>
            <p:cNvSpPr/>
            <p:nvPr/>
          </p:nvSpPr>
          <p:spPr>
            <a:xfrm>
              <a:off x="9382650" y="3754900"/>
              <a:ext cx="718125" cy="35750"/>
            </a:xfrm>
            <a:custGeom>
              <a:avLst/>
              <a:gdLst/>
              <a:ahLst/>
              <a:cxnLst/>
              <a:rect l="l" t="t" r="r" b="b"/>
              <a:pathLst>
                <a:path w="28725" h="1430" extrusionOk="0">
                  <a:moveTo>
                    <a:pt x="670" y="1"/>
                  </a:moveTo>
                  <a:cubicBezTo>
                    <a:pt x="305" y="1"/>
                    <a:pt x="1" y="335"/>
                    <a:pt x="1" y="700"/>
                  </a:cubicBezTo>
                  <a:lnTo>
                    <a:pt x="1" y="730"/>
                  </a:lnTo>
                  <a:cubicBezTo>
                    <a:pt x="1" y="1125"/>
                    <a:pt x="305" y="1429"/>
                    <a:pt x="670" y="1429"/>
                  </a:cubicBezTo>
                  <a:lnTo>
                    <a:pt x="28026" y="1429"/>
                  </a:lnTo>
                  <a:cubicBezTo>
                    <a:pt x="28421" y="1429"/>
                    <a:pt x="28725" y="1125"/>
                    <a:pt x="28725" y="730"/>
                  </a:cubicBezTo>
                  <a:lnTo>
                    <a:pt x="28725" y="700"/>
                  </a:lnTo>
                  <a:cubicBezTo>
                    <a:pt x="28725" y="335"/>
                    <a:pt x="28421" y="1"/>
                    <a:pt x="280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56"/>
            <p:cNvSpPr/>
            <p:nvPr/>
          </p:nvSpPr>
          <p:spPr>
            <a:xfrm>
              <a:off x="9323400" y="1618275"/>
              <a:ext cx="836650" cy="755175"/>
            </a:xfrm>
            <a:custGeom>
              <a:avLst/>
              <a:gdLst/>
              <a:ahLst/>
              <a:cxnLst/>
              <a:rect l="l" t="t" r="r" b="b"/>
              <a:pathLst>
                <a:path w="33466" h="30207" extrusionOk="0">
                  <a:moveTo>
                    <a:pt x="16748" y="1"/>
                  </a:moveTo>
                  <a:cubicBezTo>
                    <a:pt x="16649" y="1"/>
                    <a:pt x="16550" y="39"/>
                    <a:pt x="16475" y="115"/>
                  </a:cubicBezTo>
                  <a:lnTo>
                    <a:pt x="304" y="14279"/>
                  </a:lnTo>
                  <a:cubicBezTo>
                    <a:pt x="0" y="14553"/>
                    <a:pt x="213" y="15039"/>
                    <a:pt x="578" y="15039"/>
                  </a:cubicBezTo>
                  <a:lnTo>
                    <a:pt x="6444" y="15039"/>
                  </a:lnTo>
                  <a:cubicBezTo>
                    <a:pt x="6657" y="15039"/>
                    <a:pt x="6839" y="15222"/>
                    <a:pt x="6839" y="15465"/>
                  </a:cubicBezTo>
                  <a:lnTo>
                    <a:pt x="6839" y="29781"/>
                  </a:lnTo>
                  <a:cubicBezTo>
                    <a:pt x="6839" y="30024"/>
                    <a:pt x="7052" y="30207"/>
                    <a:pt x="7265" y="30207"/>
                  </a:cubicBezTo>
                  <a:lnTo>
                    <a:pt x="26201" y="30207"/>
                  </a:lnTo>
                  <a:cubicBezTo>
                    <a:pt x="26414" y="30207"/>
                    <a:pt x="26596" y="30024"/>
                    <a:pt x="26596" y="29781"/>
                  </a:cubicBezTo>
                  <a:lnTo>
                    <a:pt x="26596" y="15465"/>
                  </a:lnTo>
                  <a:cubicBezTo>
                    <a:pt x="26596" y="15222"/>
                    <a:pt x="26809" y="15039"/>
                    <a:pt x="27022" y="15039"/>
                  </a:cubicBezTo>
                  <a:lnTo>
                    <a:pt x="32888" y="15039"/>
                  </a:lnTo>
                  <a:cubicBezTo>
                    <a:pt x="33283" y="15039"/>
                    <a:pt x="33466" y="14553"/>
                    <a:pt x="33192" y="14279"/>
                  </a:cubicBezTo>
                  <a:lnTo>
                    <a:pt x="17022" y="115"/>
                  </a:lnTo>
                  <a:cubicBezTo>
                    <a:pt x="16946" y="39"/>
                    <a:pt x="16847" y="1"/>
                    <a:pt x="16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56"/>
            <p:cNvSpPr/>
            <p:nvPr/>
          </p:nvSpPr>
          <p:spPr>
            <a:xfrm>
              <a:off x="9334775" y="2751850"/>
              <a:ext cx="816150" cy="752875"/>
            </a:xfrm>
            <a:custGeom>
              <a:avLst/>
              <a:gdLst/>
              <a:ahLst/>
              <a:cxnLst/>
              <a:rect l="l" t="t" r="r" b="b"/>
              <a:pathLst>
                <a:path w="32646" h="30115" extrusionOk="0">
                  <a:moveTo>
                    <a:pt x="7235" y="1"/>
                  </a:moveTo>
                  <a:cubicBezTo>
                    <a:pt x="6779" y="1"/>
                    <a:pt x="6445" y="396"/>
                    <a:pt x="6445" y="821"/>
                  </a:cubicBezTo>
                  <a:lnTo>
                    <a:pt x="6445" y="14408"/>
                  </a:lnTo>
                  <a:cubicBezTo>
                    <a:pt x="6445" y="14864"/>
                    <a:pt x="6050" y="15229"/>
                    <a:pt x="5624" y="15229"/>
                  </a:cubicBezTo>
                  <a:lnTo>
                    <a:pt x="1065" y="15229"/>
                  </a:lnTo>
                  <a:cubicBezTo>
                    <a:pt x="366" y="15229"/>
                    <a:pt x="1" y="16141"/>
                    <a:pt x="700" y="16597"/>
                  </a:cubicBezTo>
                  <a:lnTo>
                    <a:pt x="15898" y="29910"/>
                  </a:lnTo>
                  <a:cubicBezTo>
                    <a:pt x="16050" y="30047"/>
                    <a:pt x="16232" y="30115"/>
                    <a:pt x="16415" y="30115"/>
                  </a:cubicBezTo>
                  <a:cubicBezTo>
                    <a:pt x="16597" y="30115"/>
                    <a:pt x="16779" y="30047"/>
                    <a:pt x="16931" y="29910"/>
                  </a:cubicBezTo>
                  <a:lnTo>
                    <a:pt x="32129" y="16597"/>
                  </a:lnTo>
                  <a:cubicBezTo>
                    <a:pt x="32646" y="16080"/>
                    <a:pt x="32312" y="15229"/>
                    <a:pt x="31582" y="15229"/>
                  </a:cubicBezTo>
                  <a:lnTo>
                    <a:pt x="27023" y="15229"/>
                  </a:lnTo>
                  <a:cubicBezTo>
                    <a:pt x="26567" y="15229"/>
                    <a:pt x="26232" y="14834"/>
                    <a:pt x="26232" y="14408"/>
                  </a:cubicBezTo>
                  <a:lnTo>
                    <a:pt x="26232" y="821"/>
                  </a:lnTo>
                  <a:cubicBezTo>
                    <a:pt x="26232" y="365"/>
                    <a:pt x="25837" y="1"/>
                    <a:pt x="254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56"/>
            <p:cNvSpPr/>
            <p:nvPr/>
          </p:nvSpPr>
          <p:spPr>
            <a:xfrm>
              <a:off x="9322625" y="2514000"/>
              <a:ext cx="838950" cy="72225"/>
            </a:xfrm>
            <a:custGeom>
              <a:avLst/>
              <a:gdLst/>
              <a:ahLst/>
              <a:cxnLst/>
              <a:rect l="l" t="t" r="r" b="b"/>
              <a:pathLst>
                <a:path w="33558" h="2889" extrusionOk="0">
                  <a:moveTo>
                    <a:pt x="1460" y="1"/>
                  </a:moveTo>
                  <a:cubicBezTo>
                    <a:pt x="639" y="1"/>
                    <a:pt x="1" y="639"/>
                    <a:pt x="1" y="1429"/>
                  </a:cubicBezTo>
                  <a:cubicBezTo>
                    <a:pt x="1" y="2250"/>
                    <a:pt x="639" y="2888"/>
                    <a:pt x="1460" y="2888"/>
                  </a:cubicBezTo>
                  <a:lnTo>
                    <a:pt x="32099" y="2888"/>
                  </a:lnTo>
                  <a:cubicBezTo>
                    <a:pt x="32919" y="2888"/>
                    <a:pt x="33557" y="2250"/>
                    <a:pt x="33557" y="1429"/>
                  </a:cubicBezTo>
                  <a:cubicBezTo>
                    <a:pt x="33557" y="639"/>
                    <a:pt x="32919" y="1"/>
                    <a:pt x="32099" y="1"/>
                  </a:cubicBezTo>
                  <a:close/>
                </a:path>
              </a:pathLst>
            </a:custGeom>
            <a:solidFill>
              <a:srgbClr val="D6DD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7" name="Google Shape;2197;p56"/>
          <p:cNvSpPr/>
          <p:nvPr/>
        </p:nvSpPr>
        <p:spPr>
          <a:xfrm>
            <a:off x="5674800" y="4051425"/>
            <a:ext cx="3432300" cy="2274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98" name="Google Shape;2198;p56"/>
          <p:cNvGrpSpPr/>
          <p:nvPr/>
        </p:nvGrpSpPr>
        <p:grpSpPr>
          <a:xfrm>
            <a:off x="6299857" y="1574012"/>
            <a:ext cx="1347539" cy="2635346"/>
            <a:chOff x="8141000" y="2134050"/>
            <a:chExt cx="1244725" cy="2434275"/>
          </a:xfrm>
        </p:grpSpPr>
        <p:sp>
          <p:nvSpPr>
            <p:cNvPr id="2199" name="Google Shape;2199;p56"/>
            <p:cNvSpPr/>
            <p:nvPr/>
          </p:nvSpPr>
          <p:spPr>
            <a:xfrm>
              <a:off x="9065025" y="2555325"/>
              <a:ext cx="320700" cy="223875"/>
            </a:xfrm>
            <a:custGeom>
              <a:avLst/>
              <a:gdLst/>
              <a:ahLst/>
              <a:cxnLst/>
              <a:rect l="l" t="t" r="r" b="b"/>
              <a:pathLst>
                <a:path w="12828" h="8955" extrusionOk="0">
                  <a:moveTo>
                    <a:pt x="5055" y="0"/>
                  </a:moveTo>
                  <a:cubicBezTo>
                    <a:pt x="4955" y="0"/>
                    <a:pt x="4857" y="77"/>
                    <a:pt x="4833" y="171"/>
                  </a:cubicBezTo>
                  <a:cubicBezTo>
                    <a:pt x="4803" y="293"/>
                    <a:pt x="4560" y="1114"/>
                    <a:pt x="4560" y="1235"/>
                  </a:cubicBezTo>
                  <a:cubicBezTo>
                    <a:pt x="4529" y="1813"/>
                    <a:pt x="4256" y="2330"/>
                    <a:pt x="3861" y="2664"/>
                  </a:cubicBezTo>
                  <a:cubicBezTo>
                    <a:pt x="3618" y="2877"/>
                    <a:pt x="3314" y="3029"/>
                    <a:pt x="3101" y="3241"/>
                  </a:cubicBezTo>
                  <a:cubicBezTo>
                    <a:pt x="2858" y="3485"/>
                    <a:pt x="2706" y="3758"/>
                    <a:pt x="2797" y="4092"/>
                  </a:cubicBezTo>
                  <a:cubicBezTo>
                    <a:pt x="2858" y="4305"/>
                    <a:pt x="3101" y="4488"/>
                    <a:pt x="3101" y="4761"/>
                  </a:cubicBezTo>
                  <a:cubicBezTo>
                    <a:pt x="3101" y="4944"/>
                    <a:pt x="2979" y="5096"/>
                    <a:pt x="2858" y="5247"/>
                  </a:cubicBezTo>
                  <a:cubicBezTo>
                    <a:pt x="2280" y="6007"/>
                    <a:pt x="912" y="6311"/>
                    <a:pt x="274" y="6889"/>
                  </a:cubicBezTo>
                  <a:cubicBezTo>
                    <a:pt x="0" y="7162"/>
                    <a:pt x="548" y="7679"/>
                    <a:pt x="608" y="8105"/>
                  </a:cubicBezTo>
                  <a:cubicBezTo>
                    <a:pt x="700" y="8500"/>
                    <a:pt x="1034" y="8773"/>
                    <a:pt x="1368" y="8895"/>
                  </a:cubicBezTo>
                  <a:cubicBezTo>
                    <a:pt x="1515" y="8936"/>
                    <a:pt x="1666" y="8955"/>
                    <a:pt x="1817" y="8955"/>
                  </a:cubicBezTo>
                  <a:cubicBezTo>
                    <a:pt x="2230" y="8955"/>
                    <a:pt x="2646" y="8814"/>
                    <a:pt x="2979" y="8591"/>
                  </a:cubicBezTo>
                  <a:cubicBezTo>
                    <a:pt x="3435" y="8287"/>
                    <a:pt x="3466" y="8409"/>
                    <a:pt x="3861" y="7983"/>
                  </a:cubicBezTo>
                  <a:cubicBezTo>
                    <a:pt x="4195" y="7618"/>
                    <a:pt x="4529" y="7223"/>
                    <a:pt x="4955" y="6980"/>
                  </a:cubicBezTo>
                  <a:cubicBezTo>
                    <a:pt x="6961" y="5643"/>
                    <a:pt x="10244" y="6220"/>
                    <a:pt x="12220" y="4883"/>
                  </a:cubicBezTo>
                  <a:cubicBezTo>
                    <a:pt x="12524" y="4700"/>
                    <a:pt x="12827" y="4366"/>
                    <a:pt x="12767" y="4001"/>
                  </a:cubicBezTo>
                  <a:cubicBezTo>
                    <a:pt x="12767" y="3728"/>
                    <a:pt x="12584" y="3515"/>
                    <a:pt x="12402" y="3363"/>
                  </a:cubicBezTo>
                  <a:cubicBezTo>
                    <a:pt x="11885" y="2968"/>
                    <a:pt x="11217" y="2907"/>
                    <a:pt x="10609" y="2816"/>
                  </a:cubicBezTo>
                  <a:cubicBezTo>
                    <a:pt x="8846" y="2633"/>
                    <a:pt x="7143" y="2451"/>
                    <a:pt x="5411" y="2238"/>
                  </a:cubicBezTo>
                  <a:cubicBezTo>
                    <a:pt x="5441" y="1752"/>
                    <a:pt x="5533" y="536"/>
                    <a:pt x="5259" y="141"/>
                  </a:cubicBezTo>
                  <a:cubicBezTo>
                    <a:pt x="5259" y="80"/>
                    <a:pt x="5229" y="50"/>
                    <a:pt x="5137" y="19"/>
                  </a:cubicBezTo>
                  <a:cubicBezTo>
                    <a:pt x="5111" y="6"/>
                    <a:pt x="5083" y="0"/>
                    <a:pt x="5055"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56"/>
            <p:cNvSpPr/>
            <p:nvPr/>
          </p:nvSpPr>
          <p:spPr>
            <a:xfrm>
              <a:off x="9273225" y="2629350"/>
              <a:ext cx="107175" cy="18425"/>
            </a:xfrm>
            <a:custGeom>
              <a:avLst/>
              <a:gdLst/>
              <a:ahLst/>
              <a:cxnLst/>
              <a:rect l="l" t="t" r="r" b="b"/>
              <a:pathLst>
                <a:path w="4287" h="737" extrusionOk="0">
                  <a:moveTo>
                    <a:pt x="157" y="1"/>
                  </a:moveTo>
                  <a:cubicBezTo>
                    <a:pt x="99" y="1"/>
                    <a:pt x="31" y="76"/>
                    <a:pt x="31" y="128"/>
                  </a:cubicBezTo>
                  <a:cubicBezTo>
                    <a:pt x="1" y="220"/>
                    <a:pt x="62" y="280"/>
                    <a:pt x="153" y="280"/>
                  </a:cubicBezTo>
                  <a:cubicBezTo>
                    <a:pt x="1004" y="372"/>
                    <a:pt x="1551" y="432"/>
                    <a:pt x="2129" y="524"/>
                  </a:cubicBezTo>
                  <a:cubicBezTo>
                    <a:pt x="2706" y="584"/>
                    <a:pt x="3284" y="676"/>
                    <a:pt x="4104" y="736"/>
                  </a:cubicBezTo>
                  <a:cubicBezTo>
                    <a:pt x="4196" y="736"/>
                    <a:pt x="4256" y="676"/>
                    <a:pt x="4256" y="615"/>
                  </a:cubicBezTo>
                  <a:cubicBezTo>
                    <a:pt x="4287" y="554"/>
                    <a:pt x="4226" y="463"/>
                    <a:pt x="4135" y="463"/>
                  </a:cubicBezTo>
                  <a:cubicBezTo>
                    <a:pt x="3314" y="402"/>
                    <a:pt x="2737" y="311"/>
                    <a:pt x="2159" y="250"/>
                  </a:cubicBezTo>
                  <a:cubicBezTo>
                    <a:pt x="1612" y="159"/>
                    <a:pt x="1034" y="98"/>
                    <a:pt x="183" y="7"/>
                  </a:cubicBezTo>
                  <a:cubicBezTo>
                    <a:pt x="175" y="3"/>
                    <a:pt x="166" y="1"/>
                    <a:pt x="157"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56"/>
            <p:cNvSpPr/>
            <p:nvPr/>
          </p:nvSpPr>
          <p:spPr>
            <a:xfrm>
              <a:off x="9279325" y="2656725"/>
              <a:ext cx="104875" cy="14600"/>
            </a:xfrm>
            <a:custGeom>
              <a:avLst/>
              <a:gdLst/>
              <a:ahLst/>
              <a:cxnLst/>
              <a:rect l="l" t="t" r="r" b="b"/>
              <a:pathLst>
                <a:path w="4195" h="584" extrusionOk="0">
                  <a:moveTo>
                    <a:pt x="147" y="0"/>
                  </a:moveTo>
                  <a:cubicBezTo>
                    <a:pt x="76" y="0"/>
                    <a:pt x="30" y="75"/>
                    <a:pt x="30" y="128"/>
                  </a:cubicBezTo>
                  <a:cubicBezTo>
                    <a:pt x="0" y="219"/>
                    <a:pt x="61" y="280"/>
                    <a:pt x="152" y="280"/>
                  </a:cubicBezTo>
                  <a:cubicBezTo>
                    <a:pt x="1125" y="371"/>
                    <a:pt x="1611" y="401"/>
                    <a:pt x="2067" y="432"/>
                  </a:cubicBezTo>
                  <a:cubicBezTo>
                    <a:pt x="2523" y="462"/>
                    <a:pt x="3040" y="462"/>
                    <a:pt x="4012" y="584"/>
                  </a:cubicBezTo>
                  <a:cubicBezTo>
                    <a:pt x="4043" y="584"/>
                    <a:pt x="4134" y="523"/>
                    <a:pt x="4164" y="462"/>
                  </a:cubicBezTo>
                  <a:cubicBezTo>
                    <a:pt x="4195" y="401"/>
                    <a:pt x="4134" y="310"/>
                    <a:pt x="4043" y="310"/>
                  </a:cubicBezTo>
                  <a:cubicBezTo>
                    <a:pt x="3070" y="249"/>
                    <a:pt x="2584" y="219"/>
                    <a:pt x="2128" y="158"/>
                  </a:cubicBezTo>
                  <a:cubicBezTo>
                    <a:pt x="1611" y="128"/>
                    <a:pt x="1125" y="128"/>
                    <a:pt x="182" y="6"/>
                  </a:cubicBezTo>
                  <a:cubicBezTo>
                    <a:pt x="170" y="2"/>
                    <a:pt x="158" y="0"/>
                    <a:pt x="147" y="0"/>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56"/>
            <p:cNvSpPr/>
            <p:nvPr/>
          </p:nvSpPr>
          <p:spPr>
            <a:xfrm>
              <a:off x="9280825" y="2675100"/>
              <a:ext cx="79050" cy="15225"/>
            </a:xfrm>
            <a:custGeom>
              <a:avLst/>
              <a:gdLst/>
              <a:ahLst/>
              <a:cxnLst/>
              <a:rect l="l" t="t" r="r" b="b"/>
              <a:pathLst>
                <a:path w="3162" h="609" extrusionOk="0">
                  <a:moveTo>
                    <a:pt x="153" y="1"/>
                  </a:moveTo>
                  <a:cubicBezTo>
                    <a:pt x="92" y="1"/>
                    <a:pt x="1" y="92"/>
                    <a:pt x="1" y="153"/>
                  </a:cubicBezTo>
                  <a:cubicBezTo>
                    <a:pt x="1" y="244"/>
                    <a:pt x="92" y="305"/>
                    <a:pt x="153" y="305"/>
                  </a:cubicBezTo>
                  <a:cubicBezTo>
                    <a:pt x="730" y="335"/>
                    <a:pt x="1369" y="426"/>
                    <a:pt x="2007" y="487"/>
                  </a:cubicBezTo>
                  <a:cubicBezTo>
                    <a:pt x="2372" y="548"/>
                    <a:pt x="2706" y="578"/>
                    <a:pt x="3010" y="608"/>
                  </a:cubicBezTo>
                  <a:cubicBezTo>
                    <a:pt x="3071" y="608"/>
                    <a:pt x="3162" y="578"/>
                    <a:pt x="3071" y="456"/>
                  </a:cubicBezTo>
                  <a:cubicBezTo>
                    <a:pt x="3132" y="396"/>
                    <a:pt x="3040" y="305"/>
                    <a:pt x="2980" y="305"/>
                  </a:cubicBezTo>
                  <a:cubicBezTo>
                    <a:pt x="2676" y="274"/>
                    <a:pt x="2372" y="244"/>
                    <a:pt x="2007" y="183"/>
                  </a:cubicBezTo>
                  <a:cubicBezTo>
                    <a:pt x="1369" y="122"/>
                    <a:pt x="730" y="31"/>
                    <a:pt x="153"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56"/>
            <p:cNvSpPr/>
            <p:nvPr/>
          </p:nvSpPr>
          <p:spPr>
            <a:xfrm>
              <a:off x="9267925" y="2625550"/>
              <a:ext cx="19775" cy="60975"/>
            </a:xfrm>
            <a:custGeom>
              <a:avLst/>
              <a:gdLst/>
              <a:ahLst/>
              <a:cxnLst/>
              <a:rect l="l" t="t" r="r" b="b"/>
              <a:pathLst>
                <a:path w="791" h="2439" extrusionOk="0">
                  <a:moveTo>
                    <a:pt x="117" y="1"/>
                  </a:moveTo>
                  <a:cubicBezTo>
                    <a:pt x="45" y="1"/>
                    <a:pt x="0" y="76"/>
                    <a:pt x="0" y="128"/>
                  </a:cubicBezTo>
                  <a:cubicBezTo>
                    <a:pt x="0" y="220"/>
                    <a:pt x="31" y="280"/>
                    <a:pt x="91" y="280"/>
                  </a:cubicBezTo>
                  <a:cubicBezTo>
                    <a:pt x="91" y="280"/>
                    <a:pt x="486" y="432"/>
                    <a:pt x="486" y="2287"/>
                  </a:cubicBezTo>
                  <a:cubicBezTo>
                    <a:pt x="486" y="2378"/>
                    <a:pt x="547" y="2438"/>
                    <a:pt x="638" y="2438"/>
                  </a:cubicBezTo>
                  <a:cubicBezTo>
                    <a:pt x="699" y="2438"/>
                    <a:pt x="790" y="2408"/>
                    <a:pt x="790" y="2317"/>
                  </a:cubicBezTo>
                  <a:cubicBezTo>
                    <a:pt x="790" y="250"/>
                    <a:pt x="304" y="7"/>
                    <a:pt x="152" y="7"/>
                  </a:cubicBezTo>
                  <a:cubicBezTo>
                    <a:pt x="140" y="3"/>
                    <a:pt x="128" y="1"/>
                    <a:pt x="117"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56"/>
            <p:cNvSpPr/>
            <p:nvPr/>
          </p:nvSpPr>
          <p:spPr>
            <a:xfrm>
              <a:off x="9189650" y="2609450"/>
              <a:ext cx="15975" cy="56550"/>
            </a:xfrm>
            <a:custGeom>
              <a:avLst/>
              <a:gdLst/>
              <a:ahLst/>
              <a:cxnLst/>
              <a:rect l="l" t="t" r="r" b="b"/>
              <a:pathLst>
                <a:path w="639" h="2262" extrusionOk="0">
                  <a:moveTo>
                    <a:pt x="297" y="1"/>
                  </a:moveTo>
                  <a:cubicBezTo>
                    <a:pt x="278" y="1"/>
                    <a:pt x="260" y="4"/>
                    <a:pt x="244" y="13"/>
                  </a:cubicBezTo>
                  <a:cubicBezTo>
                    <a:pt x="152" y="43"/>
                    <a:pt x="122" y="134"/>
                    <a:pt x="152" y="195"/>
                  </a:cubicBezTo>
                  <a:cubicBezTo>
                    <a:pt x="304" y="620"/>
                    <a:pt x="396" y="1076"/>
                    <a:pt x="304" y="1502"/>
                  </a:cubicBezTo>
                  <a:cubicBezTo>
                    <a:pt x="274" y="1775"/>
                    <a:pt x="183" y="1927"/>
                    <a:pt x="92" y="1988"/>
                  </a:cubicBezTo>
                  <a:cubicBezTo>
                    <a:pt x="0" y="2019"/>
                    <a:pt x="0" y="2110"/>
                    <a:pt x="31" y="2171"/>
                  </a:cubicBezTo>
                  <a:cubicBezTo>
                    <a:pt x="61" y="2231"/>
                    <a:pt x="122" y="2262"/>
                    <a:pt x="152" y="2262"/>
                  </a:cubicBezTo>
                  <a:cubicBezTo>
                    <a:pt x="183" y="2262"/>
                    <a:pt x="244" y="2262"/>
                    <a:pt x="183" y="2231"/>
                  </a:cubicBezTo>
                  <a:cubicBezTo>
                    <a:pt x="396" y="2110"/>
                    <a:pt x="548" y="1867"/>
                    <a:pt x="578" y="1532"/>
                  </a:cubicBezTo>
                  <a:cubicBezTo>
                    <a:pt x="639" y="1046"/>
                    <a:pt x="608" y="529"/>
                    <a:pt x="426" y="73"/>
                  </a:cubicBezTo>
                  <a:cubicBezTo>
                    <a:pt x="404" y="29"/>
                    <a:pt x="349" y="1"/>
                    <a:pt x="297" y="1"/>
                  </a:cubicBezTo>
                  <a:close/>
                </a:path>
              </a:pathLst>
            </a:custGeom>
            <a:solidFill>
              <a:srgbClr val="B574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56"/>
            <p:cNvSpPr/>
            <p:nvPr/>
          </p:nvSpPr>
          <p:spPr>
            <a:xfrm>
              <a:off x="8569575" y="2582325"/>
              <a:ext cx="591975" cy="409400"/>
            </a:xfrm>
            <a:custGeom>
              <a:avLst/>
              <a:gdLst/>
              <a:ahLst/>
              <a:cxnLst/>
              <a:rect l="l" t="t" r="r" b="b"/>
              <a:pathLst>
                <a:path w="23679" h="16376" extrusionOk="0">
                  <a:moveTo>
                    <a:pt x="2484" y="0"/>
                  </a:moveTo>
                  <a:cubicBezTo>
                    <a:pt x="2038" y="0"/>
                    <a:pt x="1613" y="198"/>
                    <a:pt x="1277" y="733"/>
                  </a:cubicBezTo>
                  <a:cubicBezTo>
                    <a:pt x="0" y="2800"/>
                    <a:pt x="1125" y="5019"/>
                    <a:pt x="1125" y="5019"/>
                  </a:cubicBezTo>
                  <a:cubicBezTo>
                    <a:pt x="1125" y="5019"/>
                    <a:pt x="5593" y="10611"/>
                    <a:pt x="8359" y="14320"/>
                  </a:cubicBezTo>
                  <a:cubicBezTo>
                    <a:pt x="9508" y="15855"/>
                    <a:pt x="10544" y="16375"/>
                    <a:pt x="11456" y="16375"/>
                  </a:cubicBezTo>
                  <a:cubicBezTo>
                    <a:pt x="12765" y="16375"/>
                    <a:pt x="13820" y="15304"/>
                    <a:pt x="14590" y="14624"/>
                  </a:cubicBezTo>
                  <a:cubicBezTo>
                    <a:pt x="15867" y="13499"/>
                    <a:pt x="23679" y="7329"/>
                    <a:pt x="23679" y="7329"/>
                  </a:cubicBezTo>
                  <a:cubicBezTo>
                    <a:pt x="23223" y="5475"/>
                    <a:pt x="21581" y="4563"/>
                    <a:pt x="21581" y="4563"/>
                  </a:cubicBezTo>
                  <a:lnTo>
                    <a:pt x="12736" y="10034"/>
                  </a:lnTo>
                  <a:cubicBezTo>
                    <a:pt x="12678" y="9742"/>
                    <a:pt x="12534" y="9652"/>
                    <a:pt x="12379" y="9652"/>
                  </a:cubicBezTo>
                  <a:cubicBezTo>
                    <a:pt x="12131" y="9652"/>
                    <a:pt x="11855" y="9882"/>
                    <a:pt x="11855" y="9882"/>
                  </a:cubicBezTo>
                  <a:cubicBezTo>
                    <a:pt x="9575" y="6143"/>
                    <a:pt x="5137" y="1553"/>
                    <a:pt x="5137" y="1553"/>
                  </a:cubicBezTo>
                  <a:cubicBezTo>
                    <a:pt x="5137" y="1553"/>
                    <a:pt x="3733" y="0"/>
                    <a:pt x="2484" y="0"/>
                  </a:cubicBezTo>
                  <a:close/>
                </a:path>
              </a:pathLst>
            </a:custGeom>
            <a:solidFill>
              <a:srgbClr val="EFF2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56"/>
            <p:cNvSpPr/>
            <p:nvPr/>
          </p:nvSpPr>
          <p:spPr>
            <a:xfrm>
              <a:off x="8843900" y="2829800"/>
              <a:ext cx="47125" cy="39100"/>
            </a:xfrm>
            <a:custGeom>
              <a:avLst/>
              <a:gdLst/>
              <a:ahLst/>
              <a:cxnLst/>
              <a:rect l="l" t="t" r="r" b="b"/>
              <a:pathLst>
                <a:path w="1885" h="1564" extrusionOk="0">
                  <a:moveTo>
                    <a:pt x="1742" y="1"/>
                  </a:moveTo>
                  <a:cubicBezTo>
                    <a:pt x="1726" y="1"/>
                    <a:pt x="1711" y="4"/>
                    <a:pt x="1703" y="13"/>
                  </a:cubicBezTo>
                  <a:cubicBezTo>
                    <a:pt x="1064" y="348"/>
                    <a:pt x="487" y="804"/>
                    <a:pt x="31" y="1381"/>
                  </a:cubicBezTo>
                  <a:cubicBezTo>
                    <a:pt x="0" y="1411"/>
                    <a:pt x="31" y="1503"/>
                    <a:pt x="92" y="1533"/>
                  </a:cubicBezTo>
                  <a:cubicBezTo>
                    <a:pt x="122" y="1563"/>
                    <a:pt x="122" y="1563"/>
                    <a:pt x="152" y="1563"/>
                  </a:cubicBezTo>
                  <a:cubicBezTo>
                    <a:pt x="183" y="1563"/>
                    <a:pt x="244" y="1563"/>
                    <a:pt x="213" y="1503"/>
                  </a:cubicBezTo>
                  <a:cubicBezTo>
                    <a:pt x="639" y="956"/>
                    <a:pt x="1216" y="500"/>
                    <a:pt x="1824" y="196"/>
                  </a:cubicBezTo>
                  <a:cubicBezTo>
                    <a:pt x="1854" y="165"/>
                    <a:pt x="1885" y="104"/>
                    <a:pt x="1854" y="44"/>
                  </a:cubicBezTo>
                  <a:cubicBezTo>
                    <a:pt x="1833" y="22"/>
                    <a:pt x="1781" y="1"/>
                    <a:pt x="1742" y="1"/>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56"/>
            <p:cNvSpPr/>
            <p:nvPr/>
          </p:nvSpPr>
          <p:spPr>
            <a:xfrm>
              <a:off x="8840100" y="2827450"/>
              <a:ext cx="27375" cy="28525"/>
            </a:xfrm>
            <a:custGeom>
              <a:avLst/>
              <a:gdLst/>
              <a:ahLst/>
              <a:cxnLst/>
              <a:rect l="l" t="t" r="r" b="b"/>
              <a:pathLst>
                <a:path w="1095" h="1141" extrusionOk="0">
                  <a:moveTo>
                    <a:pt x="988" y="1"/>
                  </a:moveTo>
                  <a:cubicBezTo>
                    <a:pt x="958" y="1"/>
                    <a:pt x="927" y="16"/>
                    <a:pt x="912" y="46"/>
                  </a:cubicBezTo>
                  <a:lnTo>
                    <a:pt x="31" y="958"/>
                  </a:lnTo>
                  <a:cubicBezTo>
                    <a:pt x="0" y="989"/>
                    <a:pt x="0" y="1050"/>
                    <a:pt x="31" y="1110"/>
                  </a:cubicBezTo>
                  <a:cubicBezTo>
                    <a:pt x="92" y="1141"/>
                    <a:pt x="92" y="1141"/>
                    <a:pt x="122" y="1141"/>
                  </a:cubicBezTo>
                  <a:cubicBezTo>
                    <a:pt x="152" y="1141"/>
                    <a:pt x="183" y="1141"/>
                    <a:pt x="183" y="1110"/>
                  </a:cubicBezTo>
                  <a:lnTo>
                    <a:pt x="1064" y="198"/>
                  </a:lnTo>
                  <a:cubicBezTo>
                    <a:pt x="1095" y="138"/>
                    <a:pt x="1095" y="77"/>
                    <a:pt x="1064" y="46"/>
                  </a:cubicBezTo>
                  <a:cubicBezTo>
                    <a:pt x="1049" y="16"/>
                    <a:pt x="1019" y="1"/>
                    <a:pt x="988" y="1"/>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56"/>
            <p:cNvSpPr/>
            <p:nvPr/>
          </p:nvSpPr>
          <p:spPr>
            <a:xfrm>
              <a:off x="9079475" y="2717775"/>
              <a:ext cx="53975" cy="66025"/>
            </a:xfrm>
            <a:custGeom>
              <a:avLst/>
              <a:gdLst/>
              <a:ahLst/>
              <a:cxnLst/>
              <a:rect l="l" t="t" r="r" b="b"/>
              <a:pathLst>
                <a:path w="2159" h="2641" extrusionOk="0">
                  <a:moveTo>
                    <a:pt x="146" y="0"/>
                  </a:moveTo>
                  <a:cubicBezTo>
                    <a:pt x="114" y="0"/>
                    <a:pt x="72" y="36"/>
                    <a:pt x="30" y="57"/>
                  </a:cubicBezTo>
                  <a:cubicBezTo>
                    <a:pt x="0" y="87"/>
                    <a:pt x="30" y="178"/>
                    <a:pt x="91" y="208"/>
                  </a:cubicBezTo>
                  <a:cubicBezTo>
                    <a:pt x="1094" y="816"/>
                    <a:pt x="1915" y="2549"/>
                    <a:pt x="1915" y="2549"/>
                  </a:cubicBezTo>
                  <a:cubicBezTo>
                    <a:pt x="1945" y="2610"/>
                    <a:pt x="1976" y="2640"/>
                    <a:pt x="2006" y="2640"/>
                  </a:cubicBezTo>
                  <a:lnTo>
                    <a:pt x="2097" y="2640"/>
                  </a:lnTo>
                  <a:cubicBezTo>
                    <a:pt x="2128" y="2610"/>
                    <a:pt x="2158" y="2549"/>
                    <a:pt x="2128" y="2488"/>
                  </a:cubicBezTo>
                  <a:cubicBezTo>
                    <a:pt x="2097" y="2397"/>
                    <a:pt x="1307" y="664"/>
                    <a:pt x="182" y="26"/>
                  </a:cubicBezTo>
                  <a:cubicBezTo>
                    <a:pt x="173" y="7"/>
                    <a:pt x="161" y="0"/>
                    <a:pt x="146"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56"/>
            <p:cNvSpPr/>
            <p:nvPr/>
          </p:nvSpPr>
          <p:spPr>
            <a:xfrm>
              <a:off x="8551350" y="4444125"/>
              <a:ext cx="308525" cy="93875"/>
            </a:xfrm>
            <a:custGeom>
              <a:avLst/>
              <a:gdLst/>
              <a:ahLst/>
              <a:cxnLst/>
              <a:rect l="l" t="t" r="r" b="b"/>
              <a:pathLst>
                <a:path w="12341" h="3755" extrusionOk="0">
                  <a:moveTo>
                    <a:pt x="3799" y="0"/>
                  </a:moveTo>
                  <a:lnTo>
                    <a:pt x="182" y="152"/>
                  </a:lnTo>
                  <a:cubicBezTo>
                    <a:pt x="182" y="152"/>
                    <a:pt x="0" y="2098"/>
                    <a:pt x="152" y="2736"/>
                  </a:cubicBezTo>
                  <a:cubicBezTo>
                    <a:pt x="304" y="3374"/>
                    <a:pt x="1185" y="3405"/>
                    <a:pt x="1945" y="3557"/>
                  </a:cubicBezTo>
                  <a:cubicBezTo>
                    <a:pt x="2007" y="3570"/>
                    <a:pt x="2068" y="3575"/>
                    <a:pt x="2128" y="3575"/>
                  </a:cubicBezTo>
                  <a:cubicBezTo>
                    <a:pt x="2618" y="3575"/>
                    <a:pt x="3096" y="3206"/>
                    <a:pt x="3695" y="3206"/>
                  </a:cubicBezTo>
                  <a:cubicBezTo>
                    <a:pt x="3906" y="3206"/>
                    <a:pt x="4131" y="3251"/>
                    <a:pt x="4377" y="3374"/>
                  </a:cubicBezTo>
                  <a:cubicBezTo>
                    <a:pt x="4944" y="3664"/>
                    <a:pt x="5803" y="3755"/>
                    <a:pt x="6733" y="3755"/>
                  </a:cubicBezTo>
                  <a:cubicBezTo>
                    <a:pt x="8243" y="3755"/>
                    <a:pt x="9941" y="3515"/>
                    <a:pt x="10882" y="3496"/>
                  </a:cubicBezTo>
                  <a:cubicBezTo>
                    <a:pt x="12341" y="3405"/>
                    <a:pt x="11216" y="2311"/>
                    <a:pt x="9848" y="1551"/>
                  </a:cubicBezTo>
                  <a:cubicBezTo>
                    <a:pt x="7933" y="456"/>
                    <a:pt x="3799" y="0"/>
                    <a:pt x="3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56"/>
            <p:cNvSpPr/>
            <p:nvPr/>
          </p:nvSpPr>
          <p:spPr>
            <a:xfrm>
              <a:off x="8285025" y="4441075"/>
              <a:ext cx="221500" cy="127250"/>
            </a:xfrm>
            <a:custGeom>
              <a:avLst/>
              <a:gdLst/>
              <a:ahLst/>
              <a:cxnLst/>
              <a:rect l="l" t="t" r="r" b="b"/>
              <a:pathLst>
                <a:path w="8860" h="5090" extrusionOk="0">
                  <a:moveTo>
                    <a:pt x="1565" y="1"/>
                  </a:moveTo>
                  <a:cubicBezTo>
                    <a:pt x="1565" y="1"/>
                    <a:pt x="1048" y="1247"/>
                    <a:pt x="410" y="3314"/>
                  </a:cubicBezTo>
                  <a:cubicBezTo>
                    <a:pt x="0" y="4560"/>
                    <a:pt x="2153" y="5089"/>
                    <a:pt x="4212" y="5089"/>
                  </a:cubicBezTo>
                  <a:cubicBezTo>
                    <a:pt x="5517" y="5089"/>
                    <a:pt x="6786" y="4877"/>
                    <a:pt x="7340" y="4499"/>
                  </a:cubicBezTo>
                  <a:cubicBezTo>
                    <a:pt x="8860" y="3466"/>
                    <a:pt x="5334" y="3314"/>
                    <a:pt x="5121" y="1703"/>
                  </a:cubicBezTo>
                  <a:cubicBezTo>
                    <a:pt x="4878" y="122"/>
                    <a:pt x="4695" y="548"/>
                    <a:pt x="4695" y="396"/>
                  </a:cubicBezTo>
                  <a:lnTo>
                    <a:pt x="15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56"/>
            <p:cNvSpPr/>
            <p:nvPr/>
          </p:nvSpPr>
          <p:spPr>
            <a:xfrm>
              <a:off x="8302100" y="3172825"/>
              <a:ext cx="453675" cy="1299100"/>
            </a:xfrm>
            <a:custGeom>
              <a:avLst/>
              <a:gdLst/>
              <a:ahLst/>
              <a:cxnLst/>
              <a:rect l="l" t="t" r="r" b="b"/>
              <a:pathLst>
                <a:path w="18147" h="51964" extrusionOk="0">
                  <a:moveTo>
                    <a:pt x="0" y="1"/>
                  </a:moveTo>
                  <a:cubicBezTo>
                    <a:pt x="0" y="1"/>
                    <a:pt x="0" y="1"/>
                    <a:pt x="0" y="1"/>
                  </a:cubicBezTo>
                  <a:lnTo>
                    <a:pt x="0" y="1"/>
                  </a:lnTo>
                  <a:lnTo>
                    <a:pt x="0" y="1"/>
                  </a:lnTo>
                  <a:close/>
                  <a:moveTo>
                    <a:pt x="0" y="1"/>
                  </a:moveTo>
                  <a:lnTo>
                    <a:pt x="91" y="51369"/>
                  </a:lnTo>
                  <a:cubicBezTo>
                    <a:pt x="1003" y="51815"/>
                    <a:pt x="1885" y="51964"/>
                    <a:pt x="2655" y="51964"/>
                  </a:cubicBezTo>
                  <a:cubicBezTo>
                    <a:pt x="4195" y="51964"/>
                    <a:pt x="5289" y="51369"/>
                    <a:pt x="5289" y="51369"/>
                  </a:cubicBezTo>
                  <a:lnTo>
                    <a:pt x="9332" y="11733"/>
                  </a:lnTo>
                  <a:lnTo>
                    <a:pt x="9605" y="51278"/>
                  </a:lnTo>
                  <a:cubicBezTo>
                    <a:pt x="10274" y="51602"/>
                    <a:pt x="11054" y="51710"/>
                    <a:pt x="11797" y="51710"/>
                  </a:cubicBezTo>
                  <a:cubicBezTo>
                    <a:pt x="13283" y="51710"/>
                    <a:pt x="14621" y="51278"/>
                    <a:pt x="14621" y="51278"/>
                  </a:cubicBezTo>
                  <a:lnTo>
                    <a:pt x="18146" y="2584"/>
                  </a:lnTo>
                  <a:cubicBezTo>
                    <a:pt x="16205" y="97"/>
                    <a:pt x="31"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56"/>
            <p:cNvSpPr/>
            <p:nvPr/>
          </p:nvSpPr>
          <p:spPr>
            <a:xfrm>
              <a:off x="8520175" y="3297925"/>
              <a:ext cx="62350" cy="177375"/>
            </a:xfrm>
            <a:custGeom>
              <a:avLst/>
              <a:gdLst/>
              <a:ahLst/>
              <a:cxnLst/>
              <a:rect l="l" t="t" r="r" b="b"/>
              <a:pathLst>
                <a:path w="2494" h="7095" extrusionOk="0">
                  <a:moveTo>
                    <a:pt x="2369" y="1"/>
                  </a:moveTo>
                  <a:cubicBezTo>
                    <a:pt x="2353" y="1"/>
                    <a:pt x="2334" y="4"/>
                    <a:pt x="2311" y="12"/>
                  </a:cubicBezTo>
                  <a:cubicBezTo>
                    <a:pt x="2280" y="12"/>
                    <a:pt x="2220" y="103"/>
                    <a:pt x="2220" y="134"/>
                  </a:cubicBezTo>
                  <a:cubicBezTo>
                    <a:pt x="2220" y="346"/>
                    <a:pt x="1369" y="5726"/>
                    <a:pt x="1095" y="6729"/>
                  </a:cubicBezTo>
                  <a:lnTo>
                    <a:pt x="214" y="6851"/>
                  </a:lnTo>
                  <a:cubicBezTo>
                    <a:pt x="335" y="5939"/>
                    <a:pt x="943" y="1076"/>
                    <a:pt x="913" y="225"/>
                  </a:cubicBezTo>
                  <a:cubicBezTo>
                    <a:pt x="913" y="134"/>
                    <a:pt x="821" y="103"/>
                    <a:pt x="791" y="103"/>
                  </a:cubicBezTo>
                  <a:cubicBezTo>
                    <a:pt x="730" y="103"/>
                    <a:pt x="669" y="134"/>
                    <a:pt x="669" y="225"/>
                  </a:cubicBezTo>
                  <a:cubicBezTo>
                    <a:pt x="730" y="1137"/>
                    <a:pt x="1" y="6912"/>
                    <a:pt x="1" y="6973"/>
                  </a:cubicBezTo>
                  <a:cubicBezTo>
                    <a:pt x="1" y="6973"/>
                    <a:pt x="1" y="7003"/>
                    <a:pt x="31" y="7064"/>
                  </a:cubicBezTo>
                  <a:cubicBezTo>
                    <a:pt x="31" y="7094"/>
                    <a:pt x="62" y="7094"/>
                    <a:pt x="122" y="7094"/>
                  </a:cubicBezTo>
                  <a:lnTo>
                    <a:pt x="1217" y="6973"/>
                  </a:lnTo>
                  <a:cubicBezTo>
                    <a:pt x="1277" y="6973"/>
                    <a:pt x="1308" y="6942"/>
                    <a:pt x="1308" y="6881"/>
                  </a:cubicBezTo>
                  <a:cubicBezTo>
                    <a:pt x="1521" y="6213"/>
                    <a:pt x="2493" y="255"/>
                    <a:pt x="2463" y="103"/>
                  </a:cubicBezTo>
                  <a:cubicBezTo>
                    <a:pt x="2440" y="35"/>
                    <a:pt x="2417" y="1"/>
                    <a:pt x="2369" y="1"/>
                  </a:cubicBezTo>
                  <a:close/>
                </a:path>
              </a:pathLst>
            </a:custGeom>
            <a:solidFill>
              <a:srgbClr val="3F4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56"/>
            <p:cNvSpPr/>
            <p:nvPr/>
          </p:nvSpPr>
          <p:spPr>
            <a:xfrm>
              <a:off x="8301325" y="3172825"/>
              <a:ext cx="454450" cy="142025"/>
            </a:xfrm>
            <a:custGeom>
              <a:avLst/>
              <a:gdLst/>
              <a:ahLst/>
              <a:cxnLst/>
              <a:rect l="l" t="t" r="r" b="b"/>
              <a:pathLst>
                <a:path w="18178" h="5681" extrusionOk="0">
                  <a:moveTo>
                    <a:pt x="1" y="1"/>
                  </a:moveTo>
                  <a:lnTo>
                    <a:pt x="1" y="4621"/>
                  </a:lnTo>
                  <a:cubicBezTo>
                    <a:pt x="3441" y="5410"/>
                    <a:pt x="6589" y="5681"/>
                    <a:pt x="9269" y="5681"/>
                  </a:cubicBezTo>
                  <a:cubicBezTo>
                    <a:pt x="13811" y="5681"/>
                    <a:pt x="17012" y="4904"/>
                    <a:pt x="18025" y="4560"/>
                  </a:cubicBezTo>
                  <a:lnTo>
                    <a:pt x="18177" y="2584"/>
                  </a:lnTo>
                  <a:cubicBezTo>
                    <a:pt x="16232" y="92"/>
                    <a:pt x="1"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56"/>
            <p:cNvSpPr/>
            <p:nvPr/>
          </p:nvSpPr>
          <p:spPr>
            <a:xfrm>
              <a:off x="8683550" y="3258700"/>
              <a:ext cx="20550" cy="64600"/>
            </a:xfrm>
            <a:custGeom>
              <a:avLst/>
              <a:gdLst/>
              <a:ahLst/>
              <a:cxnLst/>
              <a:rect l="l" t="t" r="r" b="b"/>
              <a:pathLst>
                <a:path w="822" h="2584" extrusionOk="0">
                  <a:moveTo>
                    <a:pt x="1" y="0"/>
                  </a:moveTo>
                  <a:lnTo>
                    <a:pt x="183" y="2554"/>
                  </a:lnTo>
                  <a:lnTo>
                    <a:pt x="730" y="2584"/>
                  </a:lnTo>
                  <a:lnTo>
                    <a:pt x="822" y="183"/>
                  </a:lnTo>
                  <a:lnTo>
                    <a:pt x="1" y="0"/>
                  </a:lnTo>
                  <a:close/>
                </a:path>
              </a:pathLst>
            </a:custGeom>
            <a:solidFill>
              <a:srgbClr val="2B30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56"/>
            <p:cNvSpPr/>
            <p:nvPr/>
          </p:nvSpPr>
          <p:spPr>
            <a:xfrm>
              <a:off x="8422925" y="3267050"/>
              <a:ext cx="21300" cy="63850"/>
            </a:xfrm>
            <a:custGeom>
              <a:avLst/>
              <a:gdLst/>
              <a:ahLst/>
              <a:cxnLst/>
              <a:rect l="l" t="t" r="r" b="b"/>
              <a:pathLst>
                <a:path w="852" h="2554" extrusionOk="0">
                  <a:moveTo>
                    <a:pt x="0" y="1"/>
                  </a:moveTo>
                  <a:lnTo>
                    <a:pt x="152" y="2554"/>
                  </a:lnTo>
                  <a:lnTo>
                    <a:pt x="730" y="2554"/>
                  </a:lnTo>
                  <a:lnTo>
                    <a:pt x="851" y="153"/>
                  </a:lnTo>
                  <a:lnTo>
                    <a:pt x="0" y="1"/>
                  </a:lnTo>
                  <a:close/>
                </a:path>
              </a:pathLst>
            </a:custGeom>
            <a:solidFill>
              <a:srgbClr val="2B30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56"/>
            <p:cNvSpPr/>
            <p:nvPr/>
          </p:nvSpPr>
          <p:spPr>
            <a:xfrm>
              <a:off x="8627325" y="3266300"/>
              <a:ext cx="21300" cy="64600"/>
            </a:xfrm>
            <a:custGeom>
              <a:avLst/>
              <a:gdLst/>
              <a:ahLst/>
              <a:cxnLst/>
              <a:rect l="l" t="t" r="r" b="b"/>
              <a:pathLst>
                <a:path w="852" h="2584" extrusionOk="0">
                  <a:moveTo>
                    <a:pt x="1" y="0"/>
                  </a:moveTo>
                  <a:lnTo>
                    <a:pt x="153" y="2554"/>
                  </a:lnTo>
                  <a:lnTo>
                    <a:pt x="730" y="2584"/>
                  </a:lnTo>
                  <a:lnTo>
                    <a:pt x="852" y="152"/>
                  </a:lnTo>
                  <a:lnTo>
                    <a:pt x="1" y="0"/>
                  </a:lnTo>
                  <a:close/>
                </a:path>
              </a:pathLst>
            </a:custGeom>
            <a:solidFill>
              <a:srgbClr val="2B30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56"/>
            <p:cNvSpPr/>
            <p:nvPr/>
          </p:nvSpPr>
          <p:spPr>
            <a:xfrm>
              <a:off x="8492825" y="3269325"/>
              <a:ext cx="21300" cy="63875"/>
            </a:xfrm>
            <a:custGeom>
              <a:avLst/>
              <a:gdLst/>
              <a:ahLst/>
              <a:cxnLst/>
              <a:rect l="l" t="t" r="r" b="b"/>
              <a:pathLst>
                <a:path w="852" h="2555" extrusionOk="0">
                  <a:moveTo>
                    <a:pt x="1" y="1"/>
                  </a:moveTo>
                  <a:lnTo>
                    <a:pt x="183" y="2524"/>
                  </a:lnTo>
                  <a:lnTo>
                    <a:pt x="700" y="2554"/>
                  </a:lnTo>
                  <a:lnTo>
                    <a:pt x="852" y="183"/>
                  </a:lnTo>
                  <a:lnTo>
                    <a:pt x="1" y="1"/>
                  </a:lnTo>
                  <a:close/>
                </a:path>
              </a:pathLst>
            </a:custGeom>
            <a:solidFill>
              <a:srgbClr val="2B30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56"/>
            <p:cNvSpPr/>
            <p:nvPr/>
          </p:nvSpPr>
          <p:spPr>
            <a:xfrm>
              <a:off x="8267150" y="2536550"/>
              <a:ext cx="507625" cy="755075"/>
            </a:xfrm>
            <a:custGeom>
              <a:avLst/>
              <a:gdLst/>
              <a:ahLst/>
              <a:cxnLst/>
              <a:rect l="l" t="t" r="r" b="b"/>
              <a:pathLst>
                <a:path w="20305" h="30203" extrusionOk="0">
                  <a:moveTo>
                    <a:pt x="10319" y="1"/>
                  </a:moveTo>
                  <a:cubicBezTo>
                    <a:pt x="7371" y="1"/>
                    <a:pt x="4097" y="947"/>
                    <a:pt x="2097" y="2321"/>
                  </a:cubicBezTo>
                  <a:cubicBezTo>
                    <a:pt x="1155" y="2959"/>
                    <a:pt x="365" y="3871"/>
                    <a:pt x="213" y="5026"/>
                  </a:cubicBezTo>
                  <a:cubicBezTo>
                    <a:pt x="0" y="6302"/>
                    <a:pt x="152" y="7670"/>
                    <a:pt x="304" y="8977"/>
                  </a:cubicBezTo>
                  <a:cubicBezTo>
                    <a:pt x="669" y="11591"/>
                    <a:pt x="1337" y="14205"/>
                    <a:pt x="1429" y="16880"/>
                  </a:cubicBezTo>
                  <a:cubicBezTo>
                    <a:pt x="1489" y="19160"/>
                    <a:pt x="1125" y="21439"/>
                    <a:pt x="1003" y="23719"/>
                  </a:cubicBezTo>
                  <a:cubicBezTo>
                    <a:pt x="973" y="24844"/>
                    <a:pt x="973" y="25999"/>
                    <a:pt x="1125" y="27093"/>
                  </a:cubicBezTo>
                  <a:cubicBezTo>
                    <a:pt x="1125" y="27275"/>
                    <a:pt x="1185" y="29221"/>
                    <a:pt x="1216" y="29221"/>
                  </a:cubicBezTo>
                  <a:cubicBezTo>
                    <a:pt x="3836" y="29973"/>
                    <a:pt x="6573" y="30202"/>
                    <a:pt x="9272" y="30202"/>
                  </a:cubicBezTo>
                  <a:cubicBezTo>
                    <a:pt x="9954" y="30202"/>
                    <a:pt x="10633" y="30188"/>
                    <a:pt x="11307" y="30163"/>
                  </a:cubicBezTo>
                  <a:cubicBezTo>
                    <a:pt x="12736" y="30133"/>
                    <a:pt x="14164" y="30011"/>
                    <a:pt x="15593" y="29859"/>
                  </a:cubicBezTo>
                  <a:cubicBezTo>
                    <a:pt x="16566" y="29768"/>
                    <a:pt x="17721" y="29768"/>
                    <a:pt x="18693" y="29494"/>
                  </a:cubicBezTo>
                  <a:cubicBezTo>
                    <a:pt x="19089" y="29373"/>
                    <a:pt x="19423" y="29221"/>
                    <a:pt x="19757" y="29038"/>
                  </a:cubicBezTo>
                  <a:cubicBezTo>
                    <a:pt x="19970" y="28886"/>
                    <a:pt x="20152" y="28734"/>
                    <a:pt x="20213" y="28491"/>
                  </a:cubicBezTo>
                  <a:cubicBezTo>
                    <a:pt x="20304" y="28278"/>
                    <a:pt x="20213" y="28096"/>
                    <a:pt x="20152" y="27853"/>
                  </a:cubicBezTo>
                  <a:cubicBezTo>
                    <a:pt x="19362" y="25391"/>
                    <a:pt x="19544" y="22564"/>
                    <a:pt x="19696" y="20041"/>
                  </a:cubicBezTo>
                  <a:cubicBezTo>
                    <a:pt x="19848" y="17214"/>
                    <a:pt x="20183" y="14357"/>
                    <a:pt x="20152" y="11561"/>
                  </a:cubicBezTo>
                  <a:cubicBezTo>
                    <a:pt x="20122" y="9555"/>
                    <a:pt x="19727" y="7822"/>
                    <a:pt x="19058" y="5968"/>
                  </a:cubicBezTo>
                  <a:cubicBezTo>
                    <a:pt x="18450" y="4266"/>
                    <a:pt x="16930" y="3111"/>
                    <a:pt x="15715" y="1804"/>
                  </a:cubicBezTo>
                  <a:cubicBezTo>
                    <a:pt x="14544" y="530"/>
                    <a:pt x="12523" y="1"/>
                    <a:pt x="10319" y="1"/>
                  </a:cubicBezTo>
                  <a:close/>
                </a:path>
              </a:pathLst>
            </a:custGeom>
            <a:solidFill>
              <a:srgbClr val="EFF2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56"/>
            <p:cNvSpPr/>
            <p:nvPr/>
          </p:nvSpPr>
          <p:spPr>
            <a:xfrm>
              <a:off x="8452550" y="2429650"/>
              <a:ext cx="151250" cy="207550"/>
            </a:xfrm>
            <a:custGeom>
              <a:avLst/>
              <a:gdLst/>
              <a:ahLst/>
              <a:cxnLst/>
              <a:rect l="l" t="t" r="r" b="b"/>
              <a:pathLst>
                <a:path w="6050" h="8302" extrusionOk="0">
                  <a:moveTo>
                    <a:pt x="1" y="1"/>
                  </a:moveTo>
                  <a:lnTo>
                    <a:pt x="244" y="5958"/>
                  </a:lnTo>
                  <a:cubicBezTo>
                    <a:pt x="244" y="5958"/>
                    <a:pt x="9" y="8301"/>
                    <a:pt x="3479" y="8301"/>
                  </a:cubicBezTo>
                  <a:cubicBezTo>
                    <a:pt x="3544" y="8301"/>
                    <a:pt x="3611" y="8300"/>
                    <a:pt x="3678" y="8299"/>
                  </a:cubicBezTo>
                  <a:cubicBezTo>
                    <a:pt x="3678" y="8299"/>
                    <a:pt x="6049" y="7995"/>
                    <a:pt x="6019" y="5654"/>
                  </a:cubicBezTo>
                  <a:lnTo>
                    <a:pt x="5928" y="274"/>
                  </a:lnTo>
                  <a:lnTo>
                    <a:pt x="1" y="1"/>
                  </a:ln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56"/>
            <p:cNvSpPr/>
            <p:nvPr/>
          </p:nvSpPr>
          <p:spPr>
            <a:xfrm>
              <a:off x="8452550" y="2429650"/>
              <a:ext cx="148975" cy="94750"/>
            </a:xfrm>
            <a:custGeom>
              <a:avLst/>
              <a:gdLst/>
              <a:ahLst/>
              <a:cxnLst/>
              <a:rect l="l" t="t" r="r" b="b"/>
              <a:pathLst>
                <a:path w="5959" h="3790" extrusionOk="0">
                  <a:moveTo>
                    <a:pt x="1" y="1"/>
                  </a:moveTo>
                  <a:lnTo>
                    <a:pt x="31" y="609"/>
                  </a:lnTo>
                  <a:cubicBezTo>
                    <a:pt x="1192" y="3099"/>
                    <a:pt x="2687" y="3790"/>
                    <a:pt x="3963" y="3790"/>
                  </a:cubicBezTo>
                  <a:cubicBezTo>
                    <a:pt x="4758" y="3790"/>
                    <a:pt x="5468" y="3522"/>
                    <a:pt x="5958" y="3253"/>
                  </a:cubicBezTo>
                  <a:lnTo>
                    <a:pt x="5928" y="335"/>
                  </a:lnTo>
                  <a:lnTo>
                    <a:pt x="5897" y="305"/>
                  </a:lnTo>
                  <a:lnTo>
                    <a:pt x="1" y="1"/>
                  </a:lnTo>
                  <a:close/>
                </a:path>
              </a:pathLst>
            </a:custGeom>
            <a:solidFill>
              <a:srgbClr val="9C50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56"/>
            <p:cNvSpPr/>
            <p:nvPr/>
          </p:nvSpPr>
          <p:spPr>
            <a:xfrm>
              <a:off x="8414550" y="2221825"/>
              <a:ext cx="227250" cy="289700"/>
            </a:xfrm>
            <a:custGeom>
              <a:avLst/>
              <a:gdLst/>
              <a:ahLst/>
              <a:cxnLst/>
              <a:rect l="l" t="t" r="r" b="b"/>
              <a:pathLst>
                <a:path w="9090" h="11588" extrusionOk="0">
                  <a:moveTo>
                    <a:pt x="5400" y="0"/>
                  </a:moveTo>
                  <a:cubicBezTo>
                    <a:pt x="4720" y="0"/>
                    <a:pt x="4041" y="128"/>
                    <a:pt x="3466" y="350"/>
                  </a:cubicBezTo>
                  <a:cubicBezTo>
                    <a:pt x="1186" y="1262"/>
                    <a:pt x="1" y="3633"/>
                    <a:pt x="396" y="6034"/>
                  </a:cubicBezTo>
                  <a:lnTo>
                    <a:pt x="396" y="6095"/>
                  </a:lnTo>
                  <a:cubicBezTo>
                    <a:pt x="426" y="6399"/>
                    <a:pt x="487" y="6703"/>
                    <a:pt x="609" y="6976"/>
                  </a:cubicBezTo>
                  <a:cubicBezTo>
                    <a:pt x="1095" y="8496"/>
                    <a:pt x="2068" y="10016"/>
                    <a:pt x="3375" y="10928"/>
                  </a:cubicBezTo>
                  <a:cubicBezTo>
                    <a:pt x="4010" y="11347"/>
                    <a:pt x="4762" y="11587"/>
                    <a:pt x="5494" y="11587"/>
                  </a:cubicBezTo>
                  <a:cubicBezTo>
                    <a:pt x="6303" y="11587"/>
                    <a:pt x="7086" y="11294"/>
                    <a:pt x="7660" y="10624"/>
                  </a:cubicBezTo>
                  <a:cubicBezTo>
                    <a:pt x="8329" y="9864"/>
                    <a:pt x="8572" y="8861"/>
                    <a:pt x="8664" y="7919"/>
                  </a:cubicBezTo>
                  <a:cubicBezTo>
                    <a:pt x="8694" y="7432"/>
                    <a:pt x="8694" y="6885"/>
                    <a:pt x="8785" y="6399"/>
                  </a:cubicBezTo>
                  <a:cubicBezTo>
                    <a:pt x="8846" y="5973"/>
                    <a:pt x="8937" y="5609"/>
                    <a:pt x="8998" y="5183"/>
                  </a:cubicBezTo>
                  <a:cubicBezTo>
                    <a:pt x="9089" y="4666"/>
                    <a:pt x="9089" y="4119"/>
                    <a:pt x="9028" y="3633"/>
                  </a:cubicBezTo>
                  <a:cubicBezTo>
                    <a:pt x="8998" y="3025"/>
                    <a:pt x="8937" y="2417"/>
                    <a:pt x="8694" y="1840"/>
                  </a:cubicBezTo>
                  <a:cubicBezTo>
                    <a:pt x="8146" y="520"/>
                    <a:pt x="6770" y="0"/>
                    <a:pt x="5400"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56"/>
            <p:cNvSpPr/>
            <p:nvPr/>
          </p:nvSpPr>
          <p:spPr>
            <a:xfrm>
              <a:off x="8517150" y="2343800"/>
              <a:ext cx="21300" cy="21300"/>
            </a:xfrm>
            <a:custGeom>
              <a:avLst/>
              <a:gdLst/>
              <a:ahLst/>
              <a:cxnLst/>
              <a:rect l="l" t="t" r="r" b="b"/>
              <a:pathLst>
                <a:path w="852" h="852" extrusionOk="0">
                  <a:moveTo>
                    <a:pt x="426" y="0"/>
                  </a:moveTo>
                  <a:cubicBezTo>
                    <a:pt x="183" y="0"/>
                    <a:pt x="0" y="182"/>
                    <a:pt x="0" y="426"/>
                  </a:cubicBezTo>
                  <a:cubicBezTo>
                    <a:pt x="0" y="638"/>
                    <a:pt x="183" y="851"/>
                    <a:pt x="426" y="851"/>
                  </a:cubicBezTo>
                  <a:cubicBezTo>
                    <a:pt x="639" y="851"/>
                    <a:pt x="851" y="638"/>
                    <a:pt x="851" y="426"/>
                  </a:cubicBezTo>
                  <a:cubicBezTo>
                    <a:pt x="851" y="182"/>
                    <a:pt x="639" y="0"/>
                    <a:pt x="4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56"/>
            <p:cNvSpPr/>
            <p:nvPr/>
          </p:nvSpPr>
          <p:spPr>
            <a:xfrm>
              <a:off x="8597700" y="2343800"/>
              <a:ext cx="21300" cy="21300"/>
            </a:xfrm>
            <a:custGeom>
              <a:avLst/>
              <a:gdLst/>
              <a:ahLst/>
              <a:cxnLst/>
              <a:rect l="l" t="t" r="r" b="b"/>
              <a:pathLst>
                <a:path w="852" h="852" extrusionOk="0">
                  <a:moveTo>
                    <a:pt x="426" y="0"/>
                  </a:moveTo>
                  <a:cubicBezTo>
                    <a:pt x="183" y="0"/>
                    <a:pt x="0" y="182"/>
                    <a:pt x="0" y="426"/>
                  </a:cubicBezTo>
                  <a:cubicBezTo>
                    <a:pt x="0" y="638"/>
                    <a:pt x="183" y="851"/>
                    <a:pt x="426" y="851"/>
                  </a:cubicBezTo>
                  <a:cubicBezTo>
                    <a:pt x="669" y="851"/>
                    <a:pt x="851" y="638"/>
                    <a:pt x="851" y="426"/>
                  </a:cubicBezTo>
                  <a:cubicBezTo>
                    <a:pt x="851" y="182"/>
                    <a:pt x="669" y="0"/>
                    <a:pt x="4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56"/>
            <p:cNvSpPr/>
            <p:nvPr/>
          </p:nvSpPr>
          <p:spPr>
            <a:xfrm>
              <a:off x="8567300" y="2349875"/>
              <a:ext cx="19025" cy="74500"/>
            </a:xfrm>
            <a:custGeom>
              <a:avLst/>
              <a:gdLst/>
              <a:ahLst/>
              <a:cxnLst/>
              <a:rect l="l" t="t" r="r" b="b"/>
              <a:pathLst>
                <a:path w="761" h="2980" extrusionOk="0">
                  <a:moveTo>
                    <a:pt x="213" y="0"/>
                  </a:moveTo>
                  <a:cubicBezTo>
                    <a:pt x="152" y="0"/>
                    <a:pt x="122" y="31"/>
                    <a:pt x="122" y="61"/>
                  </a:cubicBezTo>
                  <a:lnTo>
                    <a:pt x="578" y="2462"/>
                  </a:lnTo>
                  <a:cubicBezTo>
                    <a:pt x="578" y="2493"/>
                    <a:pt x="608" y="2584"/>
                    <a:pt x="578" y="2645"/>
                  </a:cubicBezTo>
                  <a:cubicBezTo>
                    <a:pt x="547" y="2736"/>
                    <a:pt x="456" y="2797"/>
                    <a:pt x="395" y="2797"/>
                  </a:cubicBezTo>
                  <a:lnTo>
                    <a:pt x="91" y="2797"/>
                  </a:lnTo>
                  <a:cubicBezTo>
                    <a:pt x="61" y="2797"/>
                    <a:pt x="0" y="2827"/>
                    <a:pt x="0" y="2888"/>
                  </a:cubicBezTo>
                  <a:cubicBezTo>
                    <a:pt x="0" y="2918"/>
                    <a:pt x="61" y="2949"/>
                    <a:pt x="91" y="2949"/>
                  </a:cubicBezTo>
                  <a:lnTo>
                    <a:pt x="243" y="2949"/>
                  </a:lnTo>
                  <a:cubicBezTo>
                    <a:pt x="274" y="2949"/>
                    <a:pt x="365" y="2949"/>
                    <a:pt x="426" y="2979"/>
                  </a:cubicBezTo>
                  <a:cubicBezTo>
                    <a:pt x="578" y="2949"/>
                    <a:pt x="699" y="2888"/>
                    <a:pt x="730" y="2766"/>
                  </a:cubicBezTo>
                  <a:cubicBezTo>
                    <a:pt x="760" y="2645"/>
                    <a:pt x="730" y="2523"/>
                    <a:pt x="730" y="2462"/>
                  </a:cubicBezTo>
                  <a:lnTo>
                    <a:pt x="274" y="61"/>
                  </a:lnTo>
                  <a:cubicBezTo>
                    <a:pt x="274" y="31"/>
                    <a:pt x="243" y="0"/>
                    <a:pt x="213" y="0"/>
                  </a:cubicBezTo>
                  <a:close/>
                </a:path>
              </a:pathLst>
            </a:custGeom>
            <a:solidFill>
              <a:srgbClr val="AA64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56"/>
            <p:cNvSpPr/>
            <p:nvPr/>
          </p:nvSpPr>
          <p:spPr>
            <a:xfrm>
              <a:off x="8508775" y="2430425"/>
              <a:ext cx="76775" cy="36725"/>
            </a:xfrm>
            <a:custGeom>
              <a:avLst/>
              <a:gdLst/>
              <a:ahLst/>
              <a:cxnLst/>
              <a:rect l="l" t="t" r="r" b="b"/>
              <a:pathLst>
                <a:path w="3071" h="1469" extrusionOk="0">
                  <a:moveTo>
                    <a:pt x="1" y="0"/>
                  </a:moveTo>
                  <a:lnTo>
                    <a:pt x="1" y="0"/>
                  </a:lnTo>
                  <a:cubicBezTo>
                    <a:pt x="1" y="0"/>
                    <a:pt x="92" y="1216"/>
                    <a:pt x="1338" y="1429"/>
                  </a:cubicBezTo>
                  <a:cubicBezTo>
                    <a:pt x="1461" y="1456"/>
                    <a:pt x="1577" y="1469"/>
                    <a:pt x="1686" y="1469"/>
                  </a:cubicBezTo>
                  <a:cubicBezTo>
                    <a:pt x="2653" y="1469"/>
                    <a:pt x="3071" y="487"/>
                    <a:pt x="3071" y="487"/>
                  </a:cubicBezTo>
                  <a:cubicBezTo>
                    <a:pt x="3071" y="487"/>
                    <a:pt x="1247" y="335"/>
                    <a:pt x="1" y="0"/>
                  </a:cubicBezTo>
                  <a:close/>
                </a:path>
              </a:pathLst>
            </a:custGeom>
            <a:solidFill>
              <a:srgbClr val="693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56"/>
            <p:cNvSpPr/>
            <p:nvPr/>
          </p:nvSpPr>
          <p:spPr>
            <a:xfrm>
              <a:off x="8515625" y="2448650"/>
              <a:ext cx="48650" cy="18450"/>
            </a:xfrm>
            <a:custGeom>
              <a:avLst/>
              <a:gdLst/>
              <a:ahLst/>
              <a:cxnLst/>
              <a:rect l="l" t="t" r="r" b="b"/>
              <a:pathLst>
                <a:path w="1946" h="738" extrusionOk="0">
                  <a:moveTo>
                    <a:pt x="0" y="1"/>
                  </a:moveTo>
                  <a:cubicBezTo>
                    <a:pt x="183" y="305"/>
                    <a:pt x="487" y="609"/>
                    <a:pt x="1064" y="700"/>
                  </a:cubicBezTo>
                  <a:cubicBezTo>
                    <a:pt x="1171" y="726"/>
                    <a:pt x="1273" y="738"/>
                    <a:pt x="1368" y="738"/>
                  </a:cubicBezTo>
                  <a:cubicBezTo>
                    <a:pt x="1599" y="738"/>
                    <a:pt x="1795" y="673"/>
                    <a:pt x="1946" y="609"/>
                  </a:cubicBezTo>
                  <a:cubicBezTo>
                    <a:pt x="1520" y="31"/>
                    <a:pt x="456" y="1"/>
                    <a:pt x="0" y="1"/>
                  </a:cubicBezTo>
                  <a:close/>
                </a:path>
              </a:pathLst>
            </a:custGeom>
            <a:solidFill>
              <a:srgbClr val="C553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56"/>
            <p:cNvSpPr/>
            <p:nvPr/>
          </p:nvSpPr>
          <p:spPr>
            <a:xfrm>
              <a:off x="8508775" y="2431175"/>
              <a:ext cx="69175" cy="19375"/>
            </a:xfrm>
            <a:custGeom>
              <a:avLst/>
              <a:gdLst/>
              <a:ahLst/>
              <a:cxnLst/>
              <a:rect l="l" t="t" r="r" b="b"/>
              <a:pathLst>
                <a:path w="2767" h="775" extrusionOk="0">
                  <a:moveTo>
                    <a:pt x="1" y="1"/>
                  </a:moveTo>
                  <a:cubicBezTo>
                    <a:pt x="1" y="1"/>
                    <a:pt x="1" y="153"/>
                    <a:pt x="62" y="335"/>
                  </a:cubicBezTo>
                  <a:cubicBezTo>
                    <a:pt x="522" y="470"/>
                    <a:pt x="1562" y="775"/>
                    <a:pt x="2407" y="775"/>
                  </a:cubicBezTo>
                  <a:cubicBezTo>
                    <a:pt x="2510" y="775"/>
                    <a:pt x="2610" y="770"/>
                    <a:pt x="2706" y="760"/>
                  </a:cubicBezTo>
                  <a:lnTo>
                    <a:pt x="2767" y="457"/>
                  </a:lnTo>
                  <a:cubicBezTo>
                    <a:pt x="2189" y="396"/>
                    <a:pt x="943" y="244"/>
                    <a:pt x="1" y="1"/>
                  </a:cubicBezTo>
                  <a:close/>
                </a:path>
              </a:pathLst>
            </a:custGeom>
            <a:solidFill>
              <a:srgbClr val="F1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56"/>
            <p:cNvSpPr/>
            <p:nvPr/>
          </p:nvSpPr>
          <p:spPr>
            <a:xfrm>
              <a:off x="8498900" y="2304825"/>
              <a:ext cx="47150" cy="21525"/>
            </a:xfrm>
            <a:custGeom>
              <a:avLst/>
              <a:gdLst/>
              <a:ahLst/>
              <a:cxnLst/>
              <a:rect l="l" t="t" r="r" b="b"/>
              <a:pathLst>
                <a:path w="1886" h="861" extrusionOk="0">
                  <a:moveTo>
                    <a:pt x="1214" y="1"/>
                  </a:moveTo>
                  <a:cubicBezTo>
                    <a:pt x="915" y="1"/>
                    <a:pt x="589" y="86"/>
                    <a:pt x="396" y="191"/>
                  </a:cubicBezTo>
                  <a:cubicBezTo>
                    <a:pt x="244" y="282"/>
                    <a:pt x="1" y="526"/>
                    <a:pt x="61" y="678"/>
                  </a:cubicBezTo>
                  <a:cubicBezTo>
                    <a:pt x="89" y="818"/>
                    <a:pt x="234" y="861"/>
                    <a:pt x="399" y="861"/>
                  </a:cubicBezTo>
                  <a:cubicBezTo>
                    <a:pt x="592" y="861"/>
                    <a:pt x="814" y="802"/>
                    <a:pt x="913" y="769"/>
                  </a:cubicBezTo>
                  <a:cubicBezTo>
                    <a:pt x="1186" y="678"/>
                    <a:pt x="1429" y="617"/>
                    <a:pt x="1672" y="526"/>
                  </a:cubicBezTo>
                  <a:cubicBezTo>
                    <a:pt x="1764" y="495"/>
                    <a:pt x="1794" y="495"/>
                    <a:pt x="1824" y="434"/>
                  </a:cubicBezTo>
                  <a:cubicBezTo>
                    <a:pt x="1885" y="343"/>
                    <a:pt x="1824" y="222"/>
                    <a:pt x="1764" y="161"/>
                  </a:cubicBezTo>
                  <a:cubicBezTo>
                    <a:pt x="1636" y="46"/>
                    <a:pt x="1432" y="1"/>
                    <a:pt x="12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56"/>
            <p:cNvSpPr/>
            <p:nvPr/>
          </p:nvSpPr>
          <p:spPr>
            <a:xfrm>
              <a:off x="8584775" y="2304825"/>
              <a:ext cx="46375" cy="21525"/>
            </a:xfrm>
            <a:custGeom>
              <a:avLst/>
              <a:gdLst/>
              <a:ahLst/>
              <a:cxnLst/>
              <a:rect l="l" t="t" r="r" b="b"/>
              <a:pathLst>
                <a:path w="1855" h="861" extrusionOk="0">
                  <a:moveTo>
                    <a:pt x="662" y="1"/>
                  </a:moveTo>
                  <a:cubicBezTo>
                    <a:pt x="448" y="1"/>
                    <a:pt x="250" y="46"/>
                    <a:pt x="122" y="161"/>
                  </a:cubicBezTo>
                  <a:cubicBezTo>
                    <a:pt x="31" y="222"/>
                    <a:pt x="0" y="343"/>
                    <a:pt x="31" y="434"/>
                  </a:cubicBezTo>
                  <a:cubicBezTo>
                    <a:pt x="61" y="495"/>
                    <a:pt x="122" y="495"/>
                    <a:pt x="183" y="526"/>
                  </a:cubicBezTo>
                  <a:cubicBezTo>
                    <a:pt x="456" y="617"/>
                    <a:pt x="669" y="678"/>
                    <a:pt x="943" y="769"/>
                  </a:cubicBezTo>
                  <a:cubicBezTo>
                    <a:pt x="1041" y="802"/>
                    <a:pt x="1263" y="861"/>
                    <a:pt x="1461" y="861"/>
                  </a:cubicBezTo>
                  <a:cubicBezTo>
                    <a:pt x="1630" y="861"/>
                    <a:pt x="1782" y="818"/>
                    <a:pt x="1824" y="678"/>
                  </a:cubicBezTo>
                  <a:cubicBezTo>
                    <a:pt x="1855" y="526"/>
                    <a:pt x="1642" y="282"/>
                    <a:pt x="1490" y="191"/>
                  </a:cubicBezTo>
                  <a:cubicBezTo>
                    <a:pt x="1279" y="86"/>
                    <a:pt x="956" y="1"/>
                    <a:pt x="6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56"/>
            <p:cNvSpPr/>
            <p:nvPr/>
          </p:nvSpPr>
          <p:spPr>
            <a:xfrm>
              <a:off x="8397850" y="2134050"/>
              <a:ext cx="303875" cy="269950"/>
            </a:xfrm>
            <a:custGeom>
              <a:avLst/>
              <a:gdLst/>
              <a:ahLst/>
              <a:cxnLst/>
              <a:rect l="l" t="t" r="r" b="b"/>
              <a:pathLst>
                <a:path w="12155" h="10798" extrusionOk="0">
                  <a:moveTo>
                    <a:pt x="9987" y="1"/>
                  </a:moveTo>
                  <a:cubicBezTo>
                    <a:pt x="9522" y="1"/>
                    <a:pt x="8974" y="187"/>
                    <a:pt x="8359" y="639"/>
                  </a:cubicBezTo>
                  <a:cubicBezTo>
                    <a:pt x="6535" y="1977"/>
                    <a:pt x="4651" y="2585"/>
                    <a:pt x="3344" y="2919"/>
                  </a:cubicBezTo>
                  <a:cubicBezTo>
                    <a:pt x="3222" y="2949"/>
                    <a:pt x="3100" y="3010"/>
                    <a:pt x="2979" y="3010"/>
                  </a:cubicBezTo>
                  <a:cubicBezTo>
                    <a:pt x="2888" y="3040"/>
                    <a:pt x="2796" y="3071"/>
                    <a:pt x="2675" y="3071"/>
                  </a:cubicBezTo>
                  <a:cubicBezTo>
                    <a:pt x="2432" y="3132"/>
                    <a:pt x="2158" y="3253"/>
                    <a:pt x="1854" y="3253"/>
                  </a:cubicBezTo>
                  <a:cubicBezTo>
                    <a:pt x="1765" y="3271"/>
                    <a:pt x="1676" y="3278"/>
                    <a:pt x="1588" y="3278"/>
                  </a:cubicBezTo>
                  <a:cubicBezTo>
                    <a:pt x="1375" y="3278"/>
                    <a:pt x="1166" y="3235"/>
                    <a:pt x="973" y="3192"/>
                  </a:cubicBezTo>
                  <a:lnTo>
                    <a:pt x="851" y="3192"/>
                  </a:lnTo>
                  <a:cubicBezTo>
                    <a:pt x="699" y="3253"/>
                    <a:pt x="851" y="3618"/>
                    <a:pt x="699" y="3618"/>
                  </a:cubicBezTo>
                  <a:cubicBezTo>
                    <a:pt x="574" y="3543"/>
                    <a:pt x="449" y="3489"/>
                    <a:pt x="324" y="3489"/>
                  </a:cubicBezTo>
                  <a:cubicBezTo>
                    <a:pt x="297" y="3489"/>
                    <a:pt x="270" y="3491"/>
                    <a:pt x="243" y="3496"/>
                  </a:cubicBezTo>
                  <a:cubicBezTo>
                    <a:pt x="91" y="3527"/>
                    <a:pt x="0" y="3709"/>
                    <a:pt x="61" y="3831"/>
                  </a:cubicBezTo>
                  <a:lnTo>
                    <a:pt x="182" y="3952"/>
                  </a:lnTo>
                  <a:cubicBezTo>
                    <a:pt x="213" y="4013"/>
                    <a:pt x="213" y="4104"/>
                    <a:pt x="243" y="4226"/>
                  </a:cubicBezTo>
                  <a:cubicBezTo>
                    <a:pt x="304" y="5290"/>
                    <a:pt x="182" y="6293"/>
                    <a:pt x="182" y="7357"/>
                  </a:cubicBezTo>
                  <a:cubicBezTo>
                    <a:pt x="243" y="8512"/>
                    <a:pt x="547" y="9606"/>
                    <a:pt x="912" y="10700"/>
                  </a:cubicBezTo>
                  <a:cubicBezTo>
                    <a:pt x="930" y="10771"/>
                    <a:pt x="955" y="10798"/>
                    <a:pt x="983" y="10798"/>
                  </a:cubicBezTo>
                  <a:cubicBezTo>
                    <a:pt x="1051" y="10798"/>
                    <a:pt x="1134" y="10635"/>
                    <a:pt x="1155" y="10548"/>
                  </a:cubicBezTo>
                  <a:cubicBezTo>
                    <a:pt x="1246" y="10396"/>
                    <a:pt x="1277" y="10244"/>
                    <a:pt x="1277" y="10092"/>
                  </a:cubicBezTo>
                  <a:cubicBezTo>
                    <a:pt x="1277" y="10062"/>
                    <a:pt x="1277" y="10031"/>
                    <a:pt x="1307" y="10001"/>
                  </a:cubicBezTo>
                  <a:cubicBezTo>
                    <a:pt x="1335" y="9960"/>
                    <a:pt x="1368" y="9944"/>
                    <a:pt x="1402" y="9944"/>
                  </a:cubicBezTo>
                  <a:cubicBezTo>
                    <a:pt x="1444" y="9944"/>
                    <a:pt x="1487" y="9968"/>
                    <a:pt x="1520" y="10001"/>
                  </a:cubicBezTo>
                  <a:cubicBezTo>
                    <a:pt x="1550" y="10031"/>
                    <a:pt x="1581" y="10092"/>
                    <a:pt x="1672" y="10153"/>
                  </a:cubicBezTo>
                  <a:cubicBezTo>
                    <a:pt x="1704" y="10175"/>
                    <a:pt x="1744" y="10185"/>
                    <a:pt x="1786" y="10185"/>
                  </a:cubicBezTo>
                  <a:cubicBezTo>
                    <a:pt x="1863" y="10185"/>
                    <a:pt x="1947" y="10151"/>
                    <a:pt x="2006" y="10092"/>
                  </a:cubicBezTo>
                  <a:cubicBezTo>
                    <a:pt x="2067" y="10031"/>
                    <a:pt x="2158" y="9879"/>
                    <a:pt x="2158" y="9758"/>
                  </a:cubicBezTo>
                  <a:lnTo>
                    <a:pt x="2158" y="9424"/>
                  </a:lnTo>
                  <a:cubicBezTo>
                    <a:pt x="2097" y="9089"/>
                    <a:pt x="2037" y="8724"/>
                    <a:pt x="2189" y="8420"/>
                  </a:cubicBezTo>
                  <a:cubicBezTo>
                    <a:pt x="2310" y="8208"/>
                    <a:pt x="2493" y="8056"/>
                    <a:pt x="2675" y="7904"/>
                  </a:cubicBezTo>
                  <a:cubicBezTo>
                    <a:pt x="2948" y="7661"/>
                    <a:pt x="3252" y="7357"/>
                    <a:pt x="3404" y="7022"/>
                  </a:cubicBezTo>
                  <a:cubicBezTo>
                    <a:pt x="3556" y="6688"/>
                    <a:pt x="3556" y="6262"/>
                    <a:pt x="3313" y="5958"/>
                  </a:cubicBezTo>
                  <a:cubicBezTo>
                    <a:pt x="3222" y="5776"/>
                    <a:pt x="2979" y="5624"/>
                    <a:pt x="3009" y="5411"/>
                  </a:cubicBezTo>
                  <a:cubicBezTo>
                    <a:pt x="3009" y="5320"/>
                    <a:pt x="3100" y="5229"/>
                    <a:pt x="3161" y="5168"/>
                  </a:cubicBezTo>
                  <a:cubicBezTo>
                    <a:pt x="3526" y="4864"/>
                    <a:pt x="4012" y="4834"/>
                    <a:pt x="4468" y="4834"/>
                  </a:cubicBezTo>
                  <a:cubicBezTo>
                    <a:pt x="5114" y="4789"/>
                    <a:pt x="5775" y="4761"/>
                    <a:pt x="6417" y="4761"/>
                  </a:cubicBezTo>
                  <a:cubicBezTo>
                    <a:pt x="6652" y="4761"/>
                    <a:pt x="6885" y="4765"/>
                    <a:pt x="7113" y="4773"/>
                  </a:cubicBezTo>
                  <a:cubicBezTo>
                    <a:pt x="7508" y="4834"/>
                    <a:pt x="7933" y="4864"/>
                    <a:pt x="8298" y="4895"/>
                  </a:cubicBezTo>
                  <a:cubicBezTo>
                    <a:pt x="8602" y="4895"/>
                    <a:pt x="8906" y="5077"/>
                    <a:pt x="8936" y="5351"/>
                  </a:cubicBezTo>
                  <a:cubicBezTo>
                    <a:pt x="8997" y="5472"/>
                    <a:pt x="8936" y="5533"/>
                    <a:pt x="8997" y="5654"/>
                  </a:cubicBezTo>
                  <a:cubicBezTo>
                    <a:pt x="9028" y="5746"/>
                    <a:pt x="9088" y="5806"/>
                    <a:pt x="9180" y="5898"/>
                  </a:cubicBezTo>
                  <a:cubicBezTo>
                    <a:pt x="9332" y="6080"/>
                    <a:pt x="9423" y="6293"/>
                    <a:pt x="9484" y="6566"/>
                  </a:cubicBezTo>
                  <a:cubicBezTo>
                    <a:pt x="9575" y="6870"/>
                    <a:pt x="9636" y="7144"/>
                    <a:pt x="9696" y="7448"/>
                  </a:cubicBezTo>
                  <a:cubicBezTo>
                    <a:pt x="9787" y="7265"/>
                    <a:pt x="9818" y="7113"/>
                    <a:pt x="9848" y="6901"/>
                  </a:cubicBezTo>
                  <a:cubicBezTo>
                    <a:pt x="9909" y="6810"/>
                    <a:pt x="9939" y="6688"/>
                    <a:pt x="9939" y="6566"/>
                  </a:cubicBezTo>
                  <a:cubicBezTo>
                    <a:pt x="10213" y="5624"/>
                    <a:pt x="10669" y="4135"/>
                    <a:pt x="11338" y="3192"/>
                  </a:cubicBezTo>
                  <a:cubicBezTo>
                    <a:pt x="12154" y="2026"/>
                    <a:pt x="11521" y="1"/>
                    <a:pt x="9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56"/>
            <p:cNvSpPr/>
            <p:nvPr/>
          </p:nvSpPr>
          <p:spPr>
            <a:xfrm>
              <a:off x="8402375" y="2335125"/>
              <a:ext cx="50200" cy="67575"/>
            </a:xfrm>
            <a:custGeom>
              <a:avLst/>
              <a:gdLst/>
              <a:ahLst/>
              <a:cxnLst/>
              <a:rect l="l" t="t" r="r" b="b"/>
              <a:pathLst>
                <a:path w="2008" h="2703" extrusionOk="0">
                  <a:moveTo>
                    <a:pt x="759" y="0"/>
                  </a:moveTo>
                  <a:cubicBezTo>
                    <a:pt x="232" y="0"/>
                    <a:pt x="1" y="1103"/>
                    <a:pt x="153" y="1715"/>
                  </a:cubicBezTo>
                  <a:cubicBezTo>
                    <a:pt x="305" y="2171"/>
                    <a:pt x="640" y="2566"/>
                    <a:pt x="1035" y="2657"/>
                  </a:cubicBezTo>
                  <a:cubicBezTo>
                    <a:pt x="1065" y="2688"/>
                    <a:pt x="1111" y="2703"/>
                    <a:pt x="1156" y="2703"/>
                  </a:cubicBezTo>
                  <a:cubicBezTo>
                    <a:pt x="1202" y="2703"/>
                    <a:pt x="1248" y="2688"/>
                    <a:pt x="1278" y="2657"/>
                  </a:cubicBezTo>
                  <a:cubicBezTo>
                    <a:pt x="2008" y="2292"/>
                    <a:pt x="1643" y="529"/>
                    <a:pt x="1096" y="134"/>
                  </a:cubicBezTo>
                  <a:cubicBezTo>
                    <a:pt x="973" y="41"/>
                    <a:pt x="861" y="0"/>
                    <a:pt x="759"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56"/>
            <p:cNvSpPr/>
            <p:nvPr/>
          </p:nvSpPr>
          <p:spPr>
            <a:xfrm>
              <a:off x="8406500" y="2355025"/>
              <a:ext cx="72675" cy="62625"/>
            </a:xfrm>
            <a:custGeom>
              <a:avLst/>
              <a:gdLst/>
              <a:ahLst/>
              <a:cxnLst/>
              <a:rect l="l" t="t" r="r" b="b"/>
              <a:pathLst>
                <a:path w="2907" h="2505" extrusionOk="0">
                  <a:moveTo>
                    <a:pt x="785" y="1"/>
                  </a:moveTo>
                  <a:cubicBezTo>
                    <a:pt x="650" y="1"/>
                    <a:pt x="518" y="55"/>
                    <a:pt x="414" y="159"/>
                  </a:cubicBezTo>
                  <a:cubicBezTo>
                    <a:pt x="1" y="600"/>
                    <a:pt x="261" y="1339"/>
                    <a:pt x="834" y="1339"/>
                  </a:cubicBezTo>
                  <a:cubicBezTo>
                    <a:pt x="893" y="1339"/>
                    <a:pt x="956" y="1331"/>
                    <a:pt x="1022" y="1314"/>
                  </a:cubicBezTo>
                  <a:cubicBezTo>
                    <a:pt x="1083" y="1618"/>
                    <a:pt x="1326" y="1800"/>
                    <a:pt x="1539" y="1983"/>
                  </a:cubicBezTo>
                  <a:cubicBezTo>
                    <a:pt x="1782" y="2165"/>
                    <a:pt x="2025" y="2408"/>
                    <a:pt x="2329" y="2469"/>
                  </a:cubicBezTo>
                  <a:cubicBezTo>
                    <a:pt x="2403" y="2490"/>
                    <a:pt x="2477" y="2504"/>
                    <a:pt x="2546" y="2504"/>
                  </a:cubicBezTo>
                  <a:cubicBezTo>
                    <a:pt x="2675" y="2504"/>
                    <a:pt x="2786" y="2456"/>
                    <a:pt x="2846" y="2317"/>
                  </a:cubicBezTo>
                  <a:cubicBezTo>
                    <a:pt x="2906" y="2135"/>
                    <a:pt x="2724" y="1983"/>
                    <a:pt x="2602" y="1861"/>
                  </a:cubicBezTo>
                  <a:cubicBezTo>
                    <a:pt x="2268" y="1618"/>
                    <a:pt x="1934" y="1314"/>
                    <a:pt x="1569" y="1040"/>
                  </a:cubicBezTo>
                  <a:cubicBezTo>
                    <a:pt x="1508" y="1010"/>
                    <a:pt x="1478" y="919"/>
                    <a:pt x="1417" y="858"/>
                  </a:cubicBezTo>
                  <a:cubicBezTo>
                    <a:pt x="1326" y="554"/>
                    <a:pt x="1417" y="281"/>
                    <a:pt x="1083" y="98"/>
                  </a:cubicBezTo>
                  <a:cubicBezTo>
                    <a:pt x="991" y="33"/>
                    <a:pt x="887" y="1"/>
                    <a:pt x="785" y="1"/>
                  </a:cubicBezTo>
                  <a:close/>
                </a:path>
              </a:pathLst>
            </a:custGeom>
            <a:solidFill>
              <a:srgbClr val="232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56"/>
            <p:cNvSpPr/>
            <p:nvPr/>
          </p:nvSpPr>
          <p:spPr>
            <a:xfrm>
              <a:off x="8420625" y="2365075"/>
              <a:ext cx="8400" cy="23575"/>
            </a:xfrm>
            <a:custGeom>
              <a:avLst/>
              <a:gdLst/>
              <a:ahLst/>
              <a:cxnLst/>
              <a:rect l="l" t="t" r="r" b="b"/>
              <a:pathLst>
                <a:path w="336" h="943" extrusionOk="0">
                  <a:moveTo>
                    <a:pt x="183" y="0"/>
                  </a:moveTo>
                  <a:cubicBezTo>
                    <a:pt x="92" y="31"/>
                    <a:pt x="62" y="61"/>
                    <a:pt x="31" y="152"/>
                  </a:cubicBezTo>
                  <a:cubicBezTo>
                    <a:pt x="1" y="213"/>
                    <a:pt x="1" y="304"/>
                    <a:pt x="1" y="365"/>
                  </a:cubicBezTo>
                  <a:cubicBezTo>
                    <a:pt x="1" y="547"/>
                    <a:pt x="1" y="912"/>
                    <a:pt x="214" y="942"/>
                  </a:cubicBezTo>
                  <a:cubicBezTo>
                    <a:pt x="244" y="699"/>
                    <a:pt x="214" y="456"/>
                    <a:pt x="305" y="213"/>
                  </a:cubicBezTo>
                  <a:cubicBezTo>
                    <a:pt x="335" y="152"/>
                    <a:pt x="335" y="91"/>
                    <a:pt x="335" y="61"/>
                  </a:cubicBezTo>
                  <a:cubicBezTo>
                    <a:pt x="335" y="31"/>
                    <a:pt x="244" y="0"/>
                    <a:pt x="183" y="0"/>
                  </a:cubicBezTo>
                  <a:close/>
                </a:path>
              </a:pathLst>
            </a:custGeom>
            <a:solidFill>
              <a:srgbClr val="DADD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56"/>
            <p:cNvSpPr/>
            <p:nvPr/>
          </p:nvSpPr>
          <p:spPr>
            <a:xfrm>
              <a:off x="8433550" y="2365075"/>
              <a:ext cx="40300" cy="44100"/>
            </a:xfrm>
            <a:custGeom>
              <a:avLst/>
              <a:gdLst/>
              <a:ahLst/>
              <a:cxnLst/>
              <a:rect l="l" t="t" r="r" b="b"/>
              <a:pathLst>
                <a:path w="1612" h="1764" extrusionOk="0">
                  <a:moveTo>
                    <a:pt x="92" y="0"/>
                  </a:moveTo>
                  <a:cubicBezTo>
                    <a:pt x="31" y="0"/>
                    <a:pt x="31" y="0"/>
                    <a:pt x="31" y="31"/>
                  </a:cubicBezTo>
                  <a:cubicBezTo>
                    <a:pt x="31" y="61"/>
                    <a:pt x="1" y="638"/>
                    <a:pt x="305" y="851"/>
                  </a:cubicBezTo>
                  <a:lnTo>
                    <a:pt x="1551" y="1763"/>
                  </a:lnTo>
                  <a:lnTo>
                    <a:pt x="1612" y="1702"/>
                  </a:lnTo>
                  <a:lnTo>
                    <a:pt x="335" y="790"/>
                  </a:lnTo>
                  <a:cubicBezTo>
                    <a:pt x="122" y="608"/>
                    <a:pt x="122" y="31"/>
                    <a:pt x="122" y="31"/>
                  </a:cubicBezTo>
                  <a:cubicBezTo>
                    <a:pt x="122" y="31"/>
                    <a:pt x="122" y="0"/>
                    <a:pt x="92" y="0"/>
                  </a:cubicBezTo>
                  <a:close/>
                </a:path>
              </a:pathLst>
            </a:custGeom>
            <a:solidFill>
              <a:srgbClr val="DADD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56"/>
            <p:cNvSpPr/>
            <p:nvPr/>
          </p:nvSpPr>
          <p:spPr>
            <a:xfrm>
              <a:off x="8434325" y="2506400"/>
              <a:ext cx="205950" cy="147450"/>
            </a:xfrm>
            <a:custGeom>
              <a:avLst/>
              <a:gdLst/>
              <a:ahLst/>
              <a:cxnLst/>
              <a:rect l="l" t="t" r="r" b="b"/>
              <a:pathLst>
                <a:path w="8238" h="5898" extrusionOk="0">
                  <a:moveTo>
                    <a:pt x="578" y="1"/>
                  </a:moveTo>
                  <a:lnTo>
                    <a:pt x="0" y="2736"/>
                  </a:lnTo>
                  <a:lnTo>
                    <a:pt x="2888" y="5897"/>
                  </a:lnTo>
                  <a:lnTo>
                    <a:pt x="3800" y="5442"/>
                  </a:lnTo>
                  <a:lnTo>
                    <a:pt x="4894" y="5472"/>
                  </a:lnTo>
                  <a:lnTo>
                    <a:pt x="5562" y="5381"/>
                  </a:lnTo>
                  <a:cubicBezTo>
                    <a:pt x="6474" y="4986"/>
                    <a:pt x="6930" y="3466"/>
                    <a:pt x="6930" y="3466"/>
                  </a:cubicBezTo>
                  <a:lnTo>
                    <a:pt x="8025" y="4834"/>
                  </a:lnTo>
                  <a:lnTo>
                    <a:pt x="8237" y="2432"/>
                  </a:lnTo>
                  <a:lnTo>
                    <a:pt x="6778" y="517"/>
                  </a:lnTo>
                  <a:lnTo>
                    <a:pt x="5319" y="4773"/>
                  </a:lnTo>
                  <a:lnTo>
                    <a:pt x="4651" y="3071"/>
                  </a:lnTo>
                  <a:lnTo>
                    <a:pt x="578" y="1"/>
                  </a:lnTo>
                  <a:close/>
                </a:path>
              </a:pathLst>
            </a:custGeom>
            <a:solidFill>
              <a:srgbClr val="EFF2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56"/>
            <p:cNvSpPr/>
            <p:nvPr/>
          </p:nvSpPr>
          <p:spPr>
            <a:xfrm>
              <a:off x="8338575" y="3319500"/>
              <a:ext cx="90450" cy="72025"/>
            </a:xfrm>
            <a:custGeom>
              <a:avLst/>
              <a:gdLst/>
              <a:ahLst/>
              <a:cxnLst/>
              <a:rect l="l" t="t" r="r" b="b"/>
              <a:pathLst>
                <a:path w="3618" h="2881" extrusionOk="0">
                  <a:moveTo>
                    <a:pt x="2523" y="0"/>
                  </a:moveTo>
                  <a:lnTo>
                    <a:pt x="0" y="1216"/>
                  </a:lnTo>
                  <a:lnTo>
                    <a:pt x="395" y="2827"/>
                  </a:lnTo>
                  <a:cubicBezTo>
                    <a:pt x="614" y="2864"/>
                    <a:pt x="820" y="2881"/>
                    <a:pt x="1014" y="2881"/>
                  </a:cubicBezTo>
                  <a:cubicBezTo>
                    <a:pt x="2893" y="2881"/>
                    <a:pt x="3617" y="1307"/>
                    <a:pt x="3617" y="1307"/>
                  </a:cubicBezTo>
                  <a:lnTo>
                    <a:pt x="2523" y="0"/>
                  </a:ln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56"/>
            <p:cNvSpPr/>
            <p:nvPr/>
          </p:nvSpPr>
          <p:spPr>
            <a:xfrm>
              <a:off x="8141000" y="2593275"/>
              <a:ext cx="291825" cy="768800"/>
            </a:xfrm>
            <a:custGeom>
              <a:avLst/>
              <a:gdLst/>
              <a:ahLst/>
              <a:cxnLst/>
              <a:rect l="l" t="t" r="r" b="b"/>
              <a:pathLst>
                <a:path w="11673" h="30752" extrusionOk="0">
                  <a:moveTo>
                    <a:pt x="8675" y="1"/>
                  </a:moveTo>
                  <a:cubicBezTo>
                    <a:pt x="7994" y="1"/>
                    <a:pt x="7092" y="296"/>
                    <a:pt x="5927" y="1359"/>
                  </a:cubicBezTo>
                  <a:cubicBezTo>
                    <a:pt x="3830" y="3243"/>
                    <a:pt x="0" y="15158"/>
                    <a:pt x="0" y="15857"/>
                  </a:cubicBezTo>
                  <a:cubicBezTo>
                    <a:pt x="0" y="16556"/>
                    <a:pt x="851" y="18076"/>
                    <a:pt x="1520" y="19018"/>
                  </a:cubicBezTo>
                  <a:cubicBezTo>
                    <a:pt x="2250" y="19961"/>
                    <a:pt x="7721" y="30751"/>
                    <a:pt x="7721" y="30751"/>
                  </a:cubicBezTo>
                  <a:cubicBezTo>
                    <a:pt x="10122" y="30478"/>
                    <a:pt x="10973" y="28745"/>
                    <a:pt x="10973" y="28745"/>
                  </a:cubicBezTo>
                  <a:lnTo>
                    <a:pt x="5441" y="15553"/>
                  </a:lnTo>
                  <a:cubicBezTo>
                    <a:pt x="7083" y="13426"/>
                    <a:pt x="10487" y="4459"/>
                    <a:pt x="10487" y="4459"/>
                  </a:cubicBezTo>
                  <a:cubicBezTo>
                    <a:pt x="11672" y="2271"/>
                    <a:pt x="10517" y="690"/>
                    <a:pt x="9909" y="325"/>
                  </a:cubicBezTo>
                  <a:cubicBezTo>
                    <a:pt x="9625" y="190"/>
                    <a:pt x="9221" y="1"/>
                    <a:pt x="8675" y="1"/>
                  </a:cubicBezTo>
                  <a:close/>
                </a:path>
              </a:pathLst>
            </a:custGeom>
            <a:solidFill>
              <a:srgbClr val="EFF2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56"/>
            <p:cNvSpPr/>
            <p:nvPr/>
          </p:nvSpPr>
          <p:spPr>
            <a:xfrm>
              <a:off x="8273975" y="2597025"/>
              <a:ext cx="155800" cy="705000"/>
            </a:xfrm>
            <a:custGeom>
              <a:avLst/>
              <a:gdLst/>
              <a:ahLst/>
              <a:cxnLst/>
              <a:rect l="l" t="t" r="r" b="b"/>
              <a:pathLst>
                <a:path w="6232" h="28200" extrusionOk="0">
                  <a:moveTo>
                    <a:pt x="4180" y="0"/>
                  </a:moveTo>
                  <a:cubicBezTo>
                    <a:pt x="4150" y="0"/>
                    <a:pt x="4119" y="8"/>
                    <a:pt x="4104" y="23"/>
                  </a:cubicBezTo>
                  <a:cubicBezTo>
                    <a:pt x="4074" y="54"/>
                    <a:pt x="4074" y="145"/>
                    <a:pt x="4104" y="175"/>
                  </a:cubicBezTo>
                  <a:cubicBezTo>
                    <a:pt x="5958" y="1877"/>
                    <a:pt x="5107" y="4127"/>
                    <a:pt x="4651" y="5342"/>
                  </a:cubicBezTo>
                  <a:cubicBezTo>
                    <a:pt x="4560" y="5525"/>
                    <a:pt x="4499" y="5707"/>
                    <a:pt x="4438" y="5829"/>
                  </a:cubicBezTo>
                  <a:cubicBezTo>
                    <a:pt x="4226" y="6619"/>
                    <a:pt x="31" y="15282"/>
                    <a:pt x="1" y="15373"/>
                  </a:cubicBezTo>
                  <a:lnTo>
                    <a:pt x="1" y="15434"/>
                  </a:lnTo>
                  <a:lnTo>
                    <a:pt x="5289" y="28109"/>
                  </a:lnTo>
                  <a:cubicBezTo>
                    <a:pt x="5320" y="28139"/>
                    <a:pt x="5350" y="28170"/>
                    <a:pt x="5411" y="28170"/>
                  </a:cubicBezTo>
                  <a:cubicBezTo>
                    <a:pt x="5411" y="28170"/>
                    <a:pt x="5441" y="28170"/>
                    <a:pt x="5411" y="28200"/>
                  </a:cubicBezTo>
                  <a:cubicBezTo>
                    <a:pt x="5472" y="28170"/>
                    <a:pt x="5502" y="28139"/>
                    <a:pt x="5472" y="28048"/>
                  </a:cubicBezTo>
                  <a:lnTo>
                    <a:pt x="244" y="15434"/>
                  </a:lnTo>
                  <a:cubicBezTo>
                    <a:pt x="578" y="14674"/>
                    <a:pt x="4408" y="6741"/>
                    <a:pt x="4651" y="5920"/>
                  </a:cubicBezTo>
                  <a:cubicBezTo>
                    <a:pt x="4682" y="5798"/>
                    <a:pt x="4742" y="5616"/>
                    <a:pt x="4833" y="5403"/>
                  </a:cubicBezTo>
                  <a:cubicBezTo>
                    <a:pt x="5289" y="4279"/>
                    <a:pt x="6232" y="1817"/>
                    <a:pt x="4256" y="23"/>
                  </a:cubicBezTo>
                  <a:cubicBezTo>
                    <a:pt x="4241" y="8"/>
                    <a:pt x="4210" y="0"/>
                    <a:pt x="4180"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56"/>
            <p:cNvSpPr/>
            <p:nvPr/>
          </p:nvSpPr>
          <p:spPr>
            <a:xfrm>
              <a:off x="8182800" y="2980575"/>
              <a:ext cx="93475" cy="23575"/>
            </a:xfrm>
            <a:custGeom>
              <a:avLst/>
              <a:gdLst/>
              <a:ahLst/>
              <a:cxnLst/>
              <a:rect l="l" t="t" r="r" b="b"/>
              <a:pathLst>
                <a:path w="3739" h="943" extrusionOk="0">
                  <a:moveTo>
                    <a:pt x="2999" y="0"/>
                  </a:moveTo>
                  <a:cubicBezTo>
                    <a:pt x="1985" y="0"/>
                    <a:pt x="975" y="245"/>
                    <a:pt x="91" y="700"/>
                  </a:cubicBezTo>
                  <a:cubicBezTo>
                    <a:pt x="30" y="760"/>
                    <a:pt x="0" y="821"/>
                    <a:pt x="30" y="852"/>
                  </a:cubicBezTo>
                  <a:cubicBezTo>
                    <a:pt x="61" y="882"/>
                    <a:pt x="122" y="943"/>
                    <a:pt x="152" y="943"/>
                  </a:cubicBezTo>
                  <a:lnTo>
                    <a:pt x="182" y="912"/>
                  </a:lnTo>
                  <a:cubicBezTo>
                    <a:pt x="1088" y="447"/>
                    <a:pt x="2081" y="223"/>
                    <a:pt x="3088" y="223"/>
                  </a:cubicBezTo>
                  <a:cubicBezTo>
                    <a:pt x="3264" y="223"/>
                    <a:pt x="3441" y="230"/>
                    <a:pt x="3617" y="244"/>
                  </a:cubicBezTo>
                  <a:cubicBezTo>
                    <a:pt x="3648" y="244"/>
                    <a:pt x="3739" y="213"/>
                    <a:pt x="3739" y="153"/>
                  </a:cubicBezTo>
                  <a:cubicBezTo>
                    <a:pt x="3739" y="92"/>
                    <a:pt x="3678" y="31"/>
                    <a:pt x="3617" y="31"/>
                  </a:cubicBezTo>
                  <a:cubicBezTo>
                    <a:pt x="3412" y="10"/>
                    <a:pt x="3205" y="0"/>
                    <a:pt x="2999"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56"/>
            <p:cNvSpPr/>
            <p:nvPr/>
          </p:nvSpPr>
          <p:spPr>
            <a:xfrm>
              <a:off x="8213950" y="2972225"/>
              <a:ext cx="47900" cy="6100"/>
            </a:xfrm>
            <a:custGeom>
              <a:avLst/>
              <a:gdLst/>
              <a:ahLst/>
              <a:cxnLst/>
              <a:rect l="l" t="t" r="r" b="b"/>
              <a:pathLst>
                <a:path w="1916" h="244" extrusionOk="0">
                  <a:moveTo>
                    <a:pt x="122" y="0"/>
                  </a:moveTo>
                  <a:cubicBezTo>
                    <a:pt x="61" y="0"/>
                    <a:pt x="0" y="61"/>
                    <a:pt x="0" y="122"/>
                  </a:cubicBezTo>
                  <a:cubicBezTo>
                    <a:pt x="0" y="213"/>
                    <a:pt x="61" y="243"/>
                    <a:pt x="122" y="243"/>
                  </a:cubicBezTo>
                  <a:lnTo>
                    <a:pt x="1794" y="243"/>
                  </a:lnTo>
                  <a:cubicBezTo>
                    <a:pt x="1824" y="243"/>
                    <a:pt x="1915" y="183"/>
                    <a:pt x="1915" y="122"/>
                  </a:cubicBezTo>
                  <a:cubicBezTo>
                    <a:pt x="1915" y="61"/>
                    <a:pt x="1885" y="0"/>
                    <a:pt x="1794"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56"/>
            <p:cNvSpPr/>
            <p:nvPr/>
          </p:nvSpPr>
          <p:spPr>
            <a:xfrm>
              <a:off x="8242825" y="2997300"/>
              <a:ext cx="19025" cy="7625"/>
            </a:xfrm>
            <a:custGeom>
              <a:avLst/>
              <a:gdLst/>
              <a:ahLst/>
              <a:cxnLst/>
              <a:rect l="l" t="t" r="r" b="b"/>
              <a:pathLst>
                <a:path w="761" h="305" extrusionOk="0">
                  <a:moveTo>
                    <a:pt x="639" y="0"/>
                  </a:moveTo>
                  <a:cubicBezTo>
                    <a:pt x="456" y="0"/>
                    <a:pt x="274" y="0"/>
                    <a:pt x="61" y="91"/>
                  </a:cubicBezTo>
                  <a:cubicBezTo>
                    <a:pt x="0" y="122"/>
                    <a:pt x="0" y="152"/>
                    <a:pt x="0" y="243"/>
                  </a:cubicBezTo>
                  <a:cubicBezTo>
                    <a:pt x="31" y="274"/>
                    <a:pt x="61" y="304"/>
                    <a:pt x="122" y="304"/>
                  </a:cubicBezTo>
                  <a:cubicBezTo>
                    <a:pt x="304" y="243"/>
                    <a:pt x="456" y="243"/>
                    <a:pt x="639" y="243"/>
                  </a:cubicBezTo>
                  <a:cubicBezTo>
                    <a:pt x="730" y="243"/>
                    <a:pt x="760" y="183"/>
                    <a:pt x="760" y="122"/>
                  </a:cubicBezTo>
                  <a:cubicBezTo>
                    <a:pt x="760" y="91"/>
                    <a:pt x="730" y="0"/>
                    <a:pt x="639"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56"/>
            <p:cNvSpPr/>
            <p:nvPr/>
          </p:nvSpPr>
          <p:spPr>
            <a:xfrm>
              <a:off x="8400875" y="2611275"/>
              <a:ext cx="30425" cy="130725"/>
            </a:xfrm>
            <a:custGeom>
              <a:avLst/>
              <a:gdLst/>
              <a:ahLst/>
              <a:cxnLst/>
              <a:rect l="l" t="t" r="r" b="b"/>
              <a:pathLst>
                <a:path w="1217" h="5229" extrusionOk="0">
                  <a:moveTo>
                    <a:pt x="882" y="0"/>
                  </a:moveTo>
                  <a:cubicBezTo>
                    <a:pt x="821" y="0"/>
                    <a:pt x="761" y="61"/>
                    <a:pt x="761" y="122"/>
                  </a:cubicBezTo>
                  <a:cubicBezTo>
                    <a:pt x="1004" y="1581"/>
                    <a:pt x="852" y="3070"/>
                    <a:pt x="365" y="4438"/>
                  </a:cubicBezTo>
                  <a:cubicBezTo>
                    <a:pt x="274" y="4620"/>
                    <a:pt x="153" y="4833"/>
                    <a:pt x="61" y="5046"/>
                  </a:cubicBezTo>
                  <a:cubicBezTo>
                    <a:pt x="1" y="5076"/>
                    <a:pt x="61" y="5137"/>
                    <a:pt x="92" y="5198"/>
                  </a:cubicBezTo>
                  <a:lnTo>
                    <a:pt x="183" y="5198"/>
                  </a:lnTo>
                  <a:cubicBezTo>
                    <a:pt x="200" y="5198"/>
                    <a:pt x="208" y="5178"/>
                    <a:pt x="217" y="5178"/>
                  </a:cubicBezTo>
                  <a:cubicBezTo>
                    <a:pt x="223" y="5178"/>
                    <a:pt x="231" y="5189"/>
                    <a:pt x="244" y="5228"/>
                  </a:cubicBezTo>
                  <a:cubicBezTo>
                    <a:pt x="365" y="4985"/>
                    <a:pt x="457" y="4772"/>
                    <a:pt x="548" y="4529"/>
                  </a:cubicBezTo>
                  <a:cubicBezTo>
                    <a:pt x="1065" y="3131"/>
                    <a:pt x="1216" y="1611"/>
                    <a:pt x="1004" y="122"/>
                  </a:cubicBezTo>
                  <a:cubicBezTo>
                    <a:pt x="1004" y="61"/>
                    <a:pt x="973" y="0"/>
                    <a:pt x="882"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56"/>
            <p:cNvSpPr/>
            <p:nvPr/>
          </p:nvSpPr>
          <p:spPr>
            <a:xfrm>
              <a:off x="8438125" y="2548450"/>
              <a:ext cx="131475" cy="88675"/>
            </a:xfrm>
            <a:custGeom>
              <a:avLst/>
              <a:gdLst/>
              <a:ahLst/>
              <a:cxnLst/>
              <a:rect l="l" t="t" r="r" b="b"/>
              <a:pathLst>
                <a:path w="5259" h="3547" extrusionOk="0">
                  <a:moveTo>
                    <a:pt x="142" y="1"/>
                  </a:moveTo>
                  <a:cubicBezTo>
                    <a:pt x="122" y="1"/>
                    <a:pt x="104" y="8"/>
                    <a:pt x="91" y="21"/>
                  </a:cubicBezTo>
                  <a:cubicBezTo>
                    <a:pt x="0" y="51"/>
                    <a:pt x="0" y="142"/>
                    <a:pt x="30" y="173"/>
                  </a:cubicBezTo>
                  <a:cubicBezTo>
                    <a:pt x="1033" y="1632"/>
                    <a:pt x="3009" y="3182"/>
                    <a:pt x="3040" y="3182"/>
                  </a:cubicBezTo>
                  <a:cubicBezTo>
                    <a:pt x="3040" y="3212"/>
                    <a:pt x="3070" y="3212"/>
                    <a:pt x="3131" y="3212"/>
                  </a:cubicBezTo>
                  <a:cubicBezTo>
                    <a:pt x="3161" y="3212"/>
                    <a:pt x="3192" y="3212"/>
                    <a:pt x="3192" y="3182"/>
                  </a:cubicBezTo>
                  <a:lnTo>
                    <a:pt x="4012" y="1997"/>
                  </a:lnTo>
                  <a:lnTo>
                    <a:pt x="5015" y="3516"/>
                  </a:lnTo>
                  <a:cubicBezTo>
                    <a:pt x="5015" y="3547"/>
                    <a:pt x="5076" y="3547"/>
                    <a:pt x="5107" y="3547"/>
                  </a:cubicBezTo>
                  <a:cubicBezTo>
                    <a:pt x="5107" y="3547"/>
                    <a:pt x="5137" y="3547"/>
                    <a:pt x="5167" y="3486"/>
                  </a:cubicBezTo>
                  <a:cubicBezTo>
                    <a:pt x="5258" y="3456"/>
                    <a:pt x="5258" y="3364"/>
                    <a:pt x="5228" y="3334"/>
                  </a:cubicBezTo>
                  <a:lnTo>
                    <a:pt x="4103" y="1693"/>
                  </a:lnTo>
                  <a:cubicBezTo>
                    <a:pt x="4103" y="1662"/>
                    <a:pt x="4073" y="1662"/>
                    <a:pt x="4043" y="1662"/>
                  </a:cubicBezTo>
                  <a:cubicBezTo>
                    <a:pt x="4012" y="1662"/>
                    <a:pt x="4012" y="1662"/>
                    <a:pt x="3951" y="1693"/>
                  </a:cubicBezTo>
                  <a:lnTo>
                    <a:pt x="3131" y="2908"/>
                  </a:lnTo>
                  <a:cubicBezTo>
                    <a:pt x="2705" y="2605"/>
                    <a:pt x="1094" y="1328"/>
                    <a:pt x="243" y="51"/>
                  </a:cubicBezTo>
                  <a:cubicBezTo>
                    <a:pt x="208" y="16"/>
                    <a:pt x="172" y="1"/>
                    <a:pt x="142" y="1"/>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56"/>
            <p:cNvSpPr/>
            <p:nvPr/>
          </p:nvSpPr>
          <p:spPr>
            <a:xfrm>
              <a:off x="8572625" y="2564150"/>
              <a:ext cx="66125" cy="76025"/>
            </a:xfrm>
            <a:custGeom>
              <a:avLst/>
              <a:gdLst/>
              <a:ahLst/>
              <a:cxnLst/>
              <a:rect l="l" t="t" r="r" b="b"/>
              <a:pathLst>
                <a:path w="2645" h="3041" extrusionOk="0">
                  <a:moveTo>
                    <a:pt x="2584" y="1"/>
                  </a:moveTo>
                  <a:cubicBezTo>
                    <a:pt x="2493" y="1"/>
                    <a:pt x="2462" y="1"/>
                    <a:pt x="2432" y="92"/>
                  </a:cubicBezTo>
                  <a:lnTo>
                    <a:pt x="1702" y="2159"/>
                  </a:lnTo>
                  <a:lnTo>
                    <a:pt x="821" y="1247"/>
                  </a:lnTo>
                  <a:cubicBezTo>
                    <a:pt x="790" y="1217"/>
                    <a:pt x="760" y="1217"/>
                    <a:pt x="699" y="1217"/>
                  </a:cubicBezTo>
                  <a:cubicBezTo>
                    <a:pt x="669" y="1217"/>
                    <a:pt x="638" y="1247"/>
                    <a:pt x="638" y="1308"/>
                  </a:cubicBezTo>
                  <a:lnTo>
                    <a:pt x="0" y="2888"/>
                  </a:lnTo>
                  <a:cubicBezTo>
                    <a:pt x="0" y="2980"/>
                    <a:pt x="0" y="3010"/>
                    <a:pt x="61" y="3040"/>
                  </a:cubicBezTo>
                  <a:lnTo>
                    <a:pt x="91" y="3040"/>
                  </a:lnTo>
                  <a:cubicBezTo>
                    <a:pt x="152" y="3040"/>
                    <a:pt x="213" y="3010"/>
                    <a:pt x="243" y="2980"/>
                  </a:cubicBezTo>
                  <a:lnTo>
                    <a:pt x="821" y="1551"/>
                  </a:lnTo>
                  <a:lnTo>
                    <a:pt x="1702" y="2463"/>
                  </a:lnTo>
                  <a:cubicBezTo>
                    <a:pt x="1733" y="2524"/>
                    <a:pt x="1763" y="2524"/>
                    <a:pt x="1824" y="2524"/>
                  </a:cubicBezTo>
                  <a:cubicBezTo>
                    <a:pt x="1854" y="2524"/>
                    <a:pt x="1885" y="2463"/>
                    <a:pt x="1885" y="2432"/>
                  </a:cubicBezTo>
                  <a:lnTo>
                    <a:pt x="2645" y="153"/>
                  </a:lnTo>
                  <a:cubicBezTo>
                    <a:pt x="2645" y="92"/>
                    <a:pt x="2645" y="31"/>
                    <a:pt x="2584" y="1"/>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56"/>
            <p:cNvSpPr/>
            <p:nvPr/>
          </p:nvSpPr>
          <p:spPr>
            <a:xfrm>
              <a:off x="8567300" y="2640900"/>
              <a:ext cx="43325" cy="643650"/>
            </a:xfrm>
            <a:custGeom>
              <a:avLst/>
              <a:gdLst/>
              <a:ahLst/>
              <a:cxnLst/>
              <a:rect l="l" t="t" r="r" b="b"/>
              <a:pathLst>
                <a:path w="1733" h="25746" extrusionOk="0">
                  <a:moveTo>
                    <a:pt x="91" y="1"/>
                  </a:moveTo>
                  <a:cubicBezTo>
                    <a:pt x="61" y="62"/>
                    <a:pt x="0" y="92"/>
                    <a:pt x="0" y="153"/>
                  </a:cubicBezTo>
                  <a:cubicBezTo>
                    <a:pt x="0" y="214"/>
                    <a:pt x="1277" y="4925"/>
                    <a:pt x="821" y="10031"/>
                  </a:cubicBezTo>
                  <a:cubicBezTo>
                    <a:pt x="304" y="15411"/>
                    <a:pt x="669" y="23010"/>
                    <a:pt x="1490" y="25655"/>
                  </a:cubicBezTo>
                  <a:cubicBezTo>
                    <a:pt x="1520" y="25685"/>
                    <a:pt x="1581" y="25746"/>
                    <a:pt x="1611" y="25746"/>
                  </a:cubicBezTo>
                  <a:cubicBezTo>
                    <a:pt x="1672" y="25746"/>
                    <a:pt x="1733" y="25655"/>
                    <a:pt x="1733" y="25533"/>
                  </a:cubicBezTo>
                  <a:cubicBezTo>
                    <a:pt x="882" y="22919"/>
                    <a:pt x="547" y="15351"/>
                    <a:pt x="1034" y="10031"/>
                  </a:cubicBezTo>
                  <a:cubicBezTo>
                    <a:pt x="1520" y="4864"/>
                    <a:pt x="243" y="122"/>
                    <a:pt x="243" y="92"/>
                  </a:cubicBezTo>
                  <a:cubicBezTo>
                    <a:pt x="213" y="62"/>
                    <a:pt x="152" y="1"/>
                    <a:pt x="91" y="1"/>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56"/>
            <p:cNvSpPr/>
            <p:nvPr/>
          </p:nvSpPr>
          <p:spPr>
            <a:xfrm>
              <a:off x="8425200" y="2773125"/>
              <a:ext cx="119325" cy="29675"/>
            </a:xfrm>
            <a:custGeom>
              <a:avLst/>
              <a:gdLst/>
              <a:ahLst/>
              <a:cxnLst/>
              <a:rect l="l" t="t" r="r" b="b"/>
              <a:pathLst>
                <a:path w="4773" h="1187" extrusionOk="0">
                  <a:moveTo>
                    <a:pt x="4468" y="244"/>
                  </a:moveTo>
                  <a:lnTo>
                    <a:pt x="4529" y="912"/>
                  </a:lnTo>
                  <a:lnTo>
                    <a:pt x="213" y="943"/>
                  </a:lnTo>
                  <a:lnTo>
                    <a:pt x="213" y="274"/>
                  </a:lnTo>
                  <a:lnTo>
                    <a:pt x="4468" y="244"/>
                  </a:lnTo>
                  <a:close/>
                  <a:moveTo>
                    <a:pt x="4590" y="1"/>
                  </a:moveTo>
                  <a:lnTo>
                    <a:pt x="122" y="31"/>
                  </a:lnTo>
                  <a:cubicBezTo>
                    <a:pt x="31" y="31"/>
                    <a:pt x="0" y="92"/>
                    <a:pt x="0" y="153"/>
                  </a:cubicBezTo>
                  <a:lnTo>
                    <a:pt x="0" y="1064"/>
                  </a:lnTo>
                  <a:cubicBezTo>
                    <a:pt x="0" y="1095"/>
                    <a:pt x="0" y="1095"/>
                    <a:pt x="31" y="1156"/>
                  </a:cubicBezTo>
                  <a:cubicBezTo>
                    <a:pt x="31" y="1186"/>
                    <a:pt x="61" y="1186"/>
                    <a:pt x="122" y="1186"/>
                  </a:cubicBezTo>
                  <a:lnTo>
                    <a:pt x="4651" y="1156"/>
                  </a:lnTo>
                  <a:cubicBezTo>
                    <a:pt x="4712" y="1156"/>
                    <a:pt x="4712" y="1156"/>
                    <a:pt x="4742" y="1095"/>
                  </a:cubicBezTo>
                  <a:cubicBezTo>
                    <a:pt x="4772" y="1095"/>
                    <a:pt x="4772" y="1064"/>
                    <a:pt x="4772" y="1034"/>
                  </a:cubicBezTo>
                  <a:lnTo>
                    <a:pt x="4712" y="122"/>
                  </a:lnTo>
                  <a:cubicBezTo>
                    <a:pt x="4712" y="31"/>
                    <a:pt x="4681" y="1"/>
                    <a:pt x="4590" y="1"/>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56"/>
            <p:cNvSpPr/>
            <p:nvPr/>
          </p:nvSpPr>
          <p:spPr>
            <a:xfrm>
              <a:off x="8709400" y="2632750"/>
              <a:ext cx="70700" cy="336450"/>
            </a:xfrm>
            <a:custGeom>
              <a:avLst/>
              <a:gdLst/>
              <a:ahLst/>
              <a:cxnLst/>
              <a:rect l="l" t="t" r="r" b="b"/>
              <a:pathLst>
                <a:path w="2828" h="13458" extrusionOk="0">
                  <a:moveTo>
                    <a:pt x="107" y="0"/>
                  </a:moveTo>
                  <a:cubicBezTo>
                    <a:pt x="76" y="0"/>
                    <a:pt x="46" y="8"/>
                    <a:pt x="31" y="23"/>
                  </a:cubicBezTo>
                  <a:cubicBezTo>
                    <a:pt x="0" y="53"/>
                    <a:pt x="0" y="144"/>
                    <a:pt x="31" y="175"/>
                  </a:cubicBezTo>
                  <a:cubicBezTo>
                    <a:pt x="487" y="722"/>
                    <a:pt x="912" y="1816"/>
                    <a:pt x="1672" y="3792"/>
                  </a:cubicBezTo>
                  <a:lnTo>
                    <a:pt x="1763" y="4096"/>
                  </a:lnTo>
                  <a:cubicBezTo>
                    <a:pt x="2614" y="6254"/>
                    <a:pt x="2037" y="13245"/>
                    <a:pt x="2037" y="13336"/>
                  </a:cubicBezTo>
                  <a:cubicBezTo>
                    <a:pt x="2037" y="13366"/>
                    <a:pt x="2067" y="13458"/>
                    <a:pt x="2158" y="13458"/>
                  </a:cubicBezTo>
                  <a:cubicBezTo>
                    <a:pt x="2219" y="13458"/>
                    <a:pt x="2280" y="13397"/>
                    <a:pt x="2280" y="13336"/>
                  </a:cubicBezTo>
                  <a:cubicBezTo>
                    <a:pt x="2280" y="13032"/>
                    <a:pt x="2827" y="6193"/>
                    <a:pt x="1976" y="3974"/>
                  </a:cubicBezTo>
                  <a:lnTo>
                    <a:pt x="1854" y="3670"/>
                  </a:lnTo>
                  <a:cubicBezTo>
                    <a:pt x="1064" y="1634"/>
                    <a:pt x="669" y="600"/>
                    <a:pt x="183" y="23"/>
                  </a:cubicBezTo>
                  <a:cubicBezTo>
                    <a:pt x="167" y="8"/>
                    <a:pt x="137" y="0"/>
                    <a:pt x="107"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56"/>
            <p:cNvSpPr/>
            <p:nvPr/>
          </p:nvSpPr>
          <p:spPr>
            <a:xfrm>
              <a:off x="8312725" y="3275125"/>
              <a:ext cx="82100" cy="45150"/>
            </a:xfrm>
            <a:custGeom>
              <a:avLst/>
              <a:gdLst/>
              <a:ahLst/>
              <a:cxnLst/>
              <a:rect l="l" t="t" r="r" b="b"/>
              <a:pathLst>
                <a:path w="3284" h="1806" extrusionOk="0">
                  <a:moveTo>
                    <a:pt x="3162" y="0"/>
                  </a:moveTo>
                  <a:cubicBezTo>
                    <a:pt x="3129" y="0"/>
                    <a:pt x="3085" y="28"/>
                    <a:pt x="3040" y="73"/>
                  </a:cubicBezTo>
                  <a:cubicBezTo>
                    <a:pt x="3040" y="73"/>
                    <a:pt x="2341" y="985"/>
                    <a:pt x="92" y="1593"/>
                  </a:cubicBezTo>
                  <a:cubicBezTo>
                    <a:pt x="1" y="1623"/>
                    <a:pt x="1" y="1653"/>
                    <a:pt x="1" y="1745"/>
                  </a:cubicBezTo>
                  <a:cubicBezTo>
                    <a:pt x="1" y="1775"/>
                    <a:pt x="92" y="1805"/>
                    <a:pt x="122" y="1805"/>
                  </a:cubicBezTo>
                  <a:cubicBezTo>
                    <a:pt x="2493" y="1167"/>
                    <a:pt x="3192" y="255"/>
                    <a:pt x="3253" y="164"/>
                  </a:cubicBezTo>
                  <a:cubicBezTo>
                    <a:pt x="3283" y="134"/>
                    <a:pt x="3253" y="73"/>
                    <a:pt x="3192" y="12"/>
                  </a:cubicBezTo>
                  <a:cubicBezTo>
                    <a:pt x="3184" y="4"/>
                    <a:pt x="3174" y="0"/>
                    <a:pt x="3162" y="0"/>
                  </a:cubicBez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56"/>
            <p:cNvSpPr/>
            <p:nvPr/>
          </p:nvSpPr>
          <p:spPr>
            <a:xfrm>
              <a:off x="8466225" y="3460825"/>
              <a:ext cx="120100" cy="21300"/>
            </a:xfrm>
            <a:custGeom>
              <a:avLst/>
              <a:gdLst/>
              <a:ahLst/>
              <a:cxnLst/>
              <a:rect l="l" t="t" r="r" b="b"/>
              <a:pathLst>
                <a:path w="4804" h="852" extrusionOk="0">
                  <a:moveTo>
                    <a:pt x="4651" y="1"/>
                  </a:moveTo>
                  <a:cubicBezTo>
                    <a:pt x="4621" y="1"/>
                    <a:pt x="2827" y="365"/>
                    <a:pt x="92" y="609"/>
                  </a:cubicBezTo>
                  <a:cubicBezTo>
                    <a:pt x="31" y="609"/>
                    <a:pt x="1" y="639"/>
                    <a:pt x="1" y="730"/>
                  </a:cubicBezTo>
                  <a:cubicBezTo>
                    <a:pt x="1" y="791"/>
                    <a:pt x="31" y="852"/>
                    <a:pt x="92" y="852"/>
                  </a:cubicBezTo>
                  <a:cubicBezTo>
                    <a:pt x="2888" y="609"/>
                    <a:pt x="4651" y="213"/>
                    <a:pt x="4742" y="213"/>
                  </a:cubicBezTo>
                  <a:cubicBezTo>
                    <a:pt x="4773" y="183"/>
                    <a:pt x="4803" y="153"/>
                    <a:pt x="4803" y="61"/>
                  </a:cubicBezTo>
                  <a:cubicBezTo>
                    <a:pt x="4773" y="31"/>
                    <a:pt x="4742" y="1"/>
                    <a:pt x="4651" y="1"/>
                  </a:cubicBezTo>
                  <a:close/>
                </a:path>
              </a:pathLst>
            </a:custGeom>
            <a:solidFill>
              <a:srgbClr val="3F4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56"/>
            <p:cNvSpPr/>
            <p:nvPr/>
          </p:nvSpPr>
          <p:spPr>
            <a:xfrm>
              <a:off x="8304375" y="3332100"/>
              <a:ext cx="144400" cy="63400"/>
            </a:xfrm>
            <a:custGeom>
              <a:avLst/>
              <a:gdLst/>
              <a:ahLst/>
              <a:cxnLst/>
              <a:rect l="l" t="t" r="r" b="b"/>
              <a:pathLst>
                <a:path w="5776" h="2536" extrusionOk="0">
                  <a:moveTo>
                    <a:pt x="5662" y="0"/>
                  </a:moveTo>
                  <a:cubicBezTo>
                    <a:pt x="5621" y="0"/>
                    <a:pt x="5584" y="22"/>
                    <a:pt x="5563" y="43"/>
                  </a:cubicBezTo>
                  <a:cubicBezTo>
                    <a:pt x="5563" y="43"/>
                    <a:pt x="5046" y="955"/>
                    <a:pt x="4134" y="1624"/>
                  </a:cubicBezTo>
                  <a:cubicBezTo>
                    <a:pt x="3468" y="2090"/>
                    <a:pt x="2774" y="2328"/>
                    <a:pt x="2048" y="2328"/>
                  </a:cubicBezTo>
                  <a:cubicBezTo>
                    <a:pt x="1449" y="2328"/>
                    <a:pt x="829" y="2166"/>
                    <a:pt x="183" y="1836"/>
                  </a:cubicBezTo>
                  <a:cubicBezTo>
                    <a:pt x="175" y="1828"/>
                    <a:pt x="164" y="1825"/>
                    <a:pt x="152" y="1825"/>
                  </a:cubicBezTo>
                  <a:cubicBezTo>
                    <a:pt x="120" y="1825"/>
                    <a:pt x="75" y="1853"/>
                    <a:pt x="31" y="1897"/>
                  </a:cubicBezTo>
                  <a:cubicBezTo>
                    <a:pt x="0" y="1928"/>
                    <a:pt x="31" y="1988"/>
                    <a:pt x="92" y="2019"/>
                  </a:cubicBezTo>
                  <a:cubicBezTo>
                    <a:pt x="791" y="2384"/>
                    <a:pt x="1459" y="2536"/>
                    <a:pt x="2007" y="2536"/>
                  </a:cubicBezTo>
                  <a:cubicBezTo>
                    <a:pt x="4408" y="2536"/>
                    <a:pt x="5745" y="165"/>
                    <a:pt x="5745" y="165"/>
                  </a:cubicBezTo>
                  <a:cubicBezTo>
                    <a:pt x="5776" y="134"/>
                    <a:pt x="5745" y="43"/>
                    <a:pt x="5715" y="13"/>
                  </a:cubicBezTo>
                  <a:cubicBezTo>
                    <a:pt x="5697" y="4"/>
                    <a:pt x="5679" y="0"/>
                    <a:pt x="5662" y="0"/>
                  </a:cubicBezTo>
                  <a:close/>
                </a:path>
              </a:pathLst>
            </a:custGeom>
            <a:solidFill>
              <a:srgbClr val="3F4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1" name="Google Shape;2251;p56"/>
          <p:cNvGrpSpPr/>
          <p:nvPr/>
        </p:nvGrpSpPr>
        <p:grpSpPr>
          <a:xfrm>
            <a:off x="937299" y="3498872"/>
            <a:ext cx="1120145" cy="672603"/>
            <a:chOff x="501325" y="4100602"/>
            <a:chExt cx="1775471" cy="1066101"/>
          </a:xfrm>
        </p:grpSpPr>
        <p:sp>
          <p:nvSpPr>
            <p:cNvPr id="2252" name="Google Shape;2252;p56"/>
            <p:cNvSpPr/>
            <p:nvPr/>
          </p:nvSpPr>
          <p:spPr>
            <a:xfrm>
              <a:off x="547489" y="5008751"/>
              <a:ext cx="677290" cy="157952"/>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56"/>
            <p:cNvSpPr/>
            <p:nvPr/>
          </p:nvSpPr>
          <p:spPr>
            <a:xfrm>
              <a:off x="605049"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56"/>
            <p:cNvSpPr/>
            <p:nvPr/>
          </p:nvSpPr>
          <p:spPr>
            <a:xfrm>
              <a:off x="694046"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56"/>
            <p:cNvSpPr/>
            <p:nvPr/>
          </p:nvSpPr>
          <p:spPr>
            <a:xfrm>
              <a:off x="783063"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56"/>
            <p:cNvSpPr/>
            <p:nvPr/>
          </p:nvSpPr>
          <p:spPr>
            <a:xfrm>
              <a:off x="871398" y="50227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56"/>
            <p:cNvSpPr/>
            <p:nvPr/>
          </p:nvSpPr>
          <p:spPr>
            <a:xfrm>
              <a:off x="960416" y="50227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56"/>
            <p:cNvSpPr/>
            <p:nvPr/>
          </p:nvSpPr>
          <p:spPr>
            <a:xfrm>
              <a:off x="1050075" y="5022795"/>
              <a:ext cx="28810" cy="129182"/>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56"/>
            <p:cNvSpPr/>
            <p:nvPr/>
          </p:nvSpPr>
          <p:spPr>
            <a:xfrm>
              <a:off x="1138430" y="50227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56"/>
            <p:cNvSpPr/>
            <p:nvPr/>
          </p:nvSpPr>
          <p:spPr>
            <a:xfrm>
              <a:off x="577603" y="5022795"/>
              <a:ext cx="187404" cy="128520"/>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56"/>
            <p:cNvSpPr/>
            <p:nvPr/>
          </p:nvSpPr>
          <p:spPr>
            <a:xfrm>
              <a:off x="547489" y="5008751"/>
              <a:ext cx="677290" cy="14064"/>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56"/>
            <p:cNvSpPr/>
            <p:nvPr/>
          </p:nvSpPr>
          <p:spPr>
            <a:xfrm>
              <a:off x="501325" y="4849475"/>
              <a:ext cx="676608" cy="157952"/>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56"/>
            <p:cNvSpPr/>
            <p:nvPr/>
          </p:nvSpPr>
          <p:spPr>
            <a:xfrm>
              <a:off x="558203" y="4863519"/>
              <a:ext cx="28790" cy="129844"/>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56"/>
            <p:cNvSpPr/>
            <p:nvPr/>
          </p:nvSpPr>
          <p:spPr>
            <a:xfrm>
              <a:off x="646538"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56"/>
            <p:cNvSpPr/>
            <p:nvPr/>
          </p:nvSpPr>
          <p:spPr>
            <a:xfrm>
              <a:off x="736217" y="48635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56"/>
            <p:cNvSpPr/>
            <p:nvPr/>
          </p:nvSpPr>
          <p:spPr>
            <a:xfrm>
              <a:off x="824552"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56"/>
            <p:cNvSpPr/>
            <p:nvPr/>
          </p:nvSpPr>
          <p:spPr>
            <a:xfrm>
              <a:off x="913570"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56"/>
            <p:cNvSpPr/>
            <p:nvPr/>
          </p:nvSpPr>
          <p:spPr>
            <a:xfrm>
              <a:off x="1001905"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56"/>
            <p:cNvSpPr/>
            <p:nvPr/>
          </p:nvSpPr>
          <p:spPr>
            <a:xfrm>
              <a:off x="1091584"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56"/>
            <p:cNvSpPr/>
            <p:nvPr/>
          </p:nvSpPr>
          <p:spPr>
            <a:xfrm>
              <a:off x="531439" y="4863519"/>
              <a:ext cx="187404" cy="129182"/>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56"/>
            <p:cNvSpPr/>
            <p:nvPr/>
          </p:nvSpPr>
          <p:spPr>
            <a:xfrm>
              <a:off x="501325" y="4849475"/>
              <a:ext cx="676608" cy="14064"/>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56"/>
            <p:cNvSpPr/>
            <p:nvPr/>
          </p:nvSpPr>
          <p:spPr>
            <a:xfrm>
              <a:off x="1574749" y="5008751"/>
              <a:ext cx="677290" cy="157952"/>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56"/>
            <p:cNvSpPr/>
            <p:nvPr/>
          </p:nvSpPr>
          <p:spPr>
            <a:xfrm>
              <a:off x="1631647"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56"/>
            <p:cNvSpPr/>
            <p:nvPr/>
          </p:nvSpPr>
          <p:spPr>
            <a:xfrm>
              <a:off x="1720644"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56"/>
            <p:cNvSpPr/>
            <p:nvPr/>
          </p:nvSpPr>
          <p:spPr>
            <a:xfrm>
              <a:off x="1810323" y="50227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56"/>
            <p:cNvSpPr/>
            <p:nvPr/>
          </p:nvSpPr>
          <p:spPr>
            <a:xfrm>
              <a:off x="1898659"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56"/>
            <p:cNvSpPr/>
            <p:nvPr/>
          </p:nvSpPr>
          <p:spPr>
            <a:xfrm>
              <a:off x="1987676"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56"/>
            <p:cNvSpPr/>
            <p:nvPr/>
          </p:nvSpPr>
          <p:spPr>
            <a:xfrm>
              <a:off x="2076011"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56"/>
            <p:cNvSpPr/>
            <p:nvPr/>
          </p:nvSpPr>
          <p:spPr>
            <a:xfrm>
              <a:off x="2165690"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56"/>
            <p:cNvSpPr/>
            <p:nvPr/>
          </p:nvSpPr>
          <p:spPr>
            <a:xfrm>
              <a:off x="1605545" y="5022795"/>
              <a:ext cx="187404" cy="128520"/>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56"/>
            <p:cNvSpPr/>
            <p:nvPr/>
          </p:nvSpPr>
          <p:spPr>
            <a:xfrm>
              <a:off x="1605545" y="5022795"/>
              <a:ext cx="187404" cy="128520"/>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56"/>
            <p:cNvSpPr/>
            <p:nvPr/>
          </p:nvSpPr>
          <p:spPr>
            <a:xfrm>
              <a:off x="1574749" y="5008751"/>
              <a:ext cx="677290" cy="14064"/>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56"/>
            <p:cNvSpPr/>
            <p:nvPr/>
          </p:nvSpPr>
          <p:spPr>
            <a:xfrm>
              <a:off x="1308400" y="4850137"/>
              <a:ext cx="676608" cy="158634"/>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56"/>
            <p:cNvSpPr/>
            <p:nvPr/>
          </p:nvSpPr>
          <p:spPr>
            <a:xfrm>
              <a:off x="1365297"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56"/>
            <p:cNvSpPr/>
            <p:nvPr/>
          </p:nvSpPr>
          <p:spPr>
            <a:xfrm>
              <a:off x="1454294"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56"/>
            <p:cNvSpPr/>
            <p:nvPr/>
          </p:nvSpPr>
          <p:spPr>
            <a:xfrm>
              <a:off x="1543312"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56"/>
            <p:cNvSpPr/>
            <p:nvPr/>
          </p:nvSpPr>
          <p:spPr>
            <a:xfrm>
              <a:off x="1631647" y="48635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56"/>
            <p:cNvSpPr/>
            <p:nvPr/>
          </p:nvSpPr>
          <p:spPr>
            <a:xfrm>
              <a:off x="1720644" y="48635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56"/>
            <p:cNvSpPr/>
            <p:nvPr/>
          </p:nvSpPr>
          <p:spPr>
            <a:xfrm>
              <a:off x="1810323"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56"/>
            <p:cNvSpPr/>
            <p:nvPr/>
          </p:nvSpPr>
          <p:spPr>
            <a:xfrm>
              <a:off x="1898659" y="48635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56"/>
            <p:cNvSpPr/>
            <p:nvPr/>
          </p:nvSpPr>
          <p:spPr>
            <a:xfrm>
              <a:off x="1338514" y="4863519"/>
              <a:ext cx="187404" cy="129182"/>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56"/>
            <p:cNvSpPr/>
            <p:nvPr/>
          </p:nvSpPr>
          <p:spPr>
            <a:xfrm>
              <a:off x="1308400" y="4849475"/>
              <a:ext cx="676608" cy="14064"/>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56"/>
            <p:cNvSpPr/>
            <p:nvPr/>
          </p:nvSpPr>
          <p:spPr>
            <a:xfrm>
              <a:off x="1599527" y="4693529"/>
              <a:ext cx="677270" cy="158634"/>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56"/>
            <p:cNvSpPr/>
            <p:nvPr/>
          </p:nvSpPr>
          <p:spPr>
            <a:xfrm>
              <a:off x="1657066" y="4707593"/>
              <a:ext cx="29472" cy="129182"/>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56"/>
            <p:cNvSpPr/>
            <p:nvPr/>
          </p:nvSpPr>
          <p:spPr>
            <a:xfrm>
              <a:off x="1746083" y="4707593"/>
              <a:ext cx="28790" cy="129182"/>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56"/>
            <p:cNvSpPr/>
            <p:nvPr/>
          </p:nvSpPr>
          <p:spPr>
            <a:xfrm>
              <a:off x="1923436" y="4707593"/>
              <a:ext cx="28790" cy="129182"/>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56"/>
            <p:cNvSpPr/>
            <p:nvPr/>
          </p:nvSpPr>
          <p:spPr>
            <a:xfrm>
              <a:off x="2012433" y="4707593"/>
              <a:ext cx="29472" cy="129182"/>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56"/>
            <p:cNvSpPr/>
            <p:nvPr/>
          </p:nvSpPr>
          <p:spPr>
            <a:xfrm>
              <a:off x="2101450" y="47075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56"/>
            <p:cNvSpPr/>
            <p:nvPr/>
          </p:nvSpPr>
          <p:spPr>
            <a:xfrm>
              <a:off x="2189785" y="47075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56"/>
            <p:cNvSpPr/>
            <p:nvPr/>
          </p:nvSpPr>
          <p:spPr>
            <a:xfrm>
              <a:off x="1629640" y="4707593"/>
              <a:ext cx="187404" cy="128520"/>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56"/>
            <p:cNvSpPr/>
            <p:nvPr/>
          </p:nvSpPr>
          <p:spPr>
            <a:xfrm>
              <a:off x="1629640" y="4707593"/>
              <a:ext cx="187404" cy="128520"/>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56"/>
            <p:cNvSpPr/>
            <p:nvPr/>
          </p:nvSpPr>
          <p:spPr>
            <a:xfrm>
              <a:off x="1599527" y="4692867"/>
              <a:ext cx="677270" cy="14746"/>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56"/>
            <p:cNvSpPr/>
            <p:nvPr/>
          </p:nvSpPr>
          <p:spPr>
            <a:xfrm>
              <a:off x="1652391" y="4119340"/>
              <a:ext cx="577559" cy="560426"/>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56"/>
            <p:cNvSpPr/>
            <p:nvPr/>
          </p:nvSpPr>
          <p:spPr>
            <a:xfrm>
              <a:off x="1639010" y="4100602"/>
              <a:ext cx="598966" cy="598986"/>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56"/>
            <p:cNvSpPr/>
            <p:nvPr/>
          </p:nvSpPr>
          <p:spPr>
            <a:xfrm>
              <a:off x="1645690" y="4112419"/>
              <a:ext cx="592285" cy="575794"/>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56"/>
            <p:cNvSpPr/>
            <p:nvPr/>
          </p:nvSpPr>
          <p:spPr>
            <a:xfrm>
              <a:off x="1836425" y="4242484"/>
              <a:ext cx="212843" cy="344674"/>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56"/>
            <p:cNvSpPr/>
            <p:nvPr/>
          </p:nvSpPr>
          <p:spPr>
            <a:xfrm>
              <a:off x="1689206" y="4155272"/>
              <a:ext cx="423640" cy="422516"/>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8" name="Google Shape;2308;p56"/>
          <p:cNvGrpSpPr/>
          <p:nvPr/>
        </p:nvGrpSpPr>
        <p:grpSpPr>
          <a:xfrm>
            <a:off x="7556487" y="1603770"/>
            <a:ext cx="1431694" cy="2575807"/>
            <a:chOff x="8019425" y="1821750"/>
            <a:chExt cx="1659550" cy="2985750"/>
          </a:xfrm>
        </p:grpSpPr>
        <p:sp>
          <p:nvSpPr>
            <p:cNvPr id="2309" name="Google Shape;2309;p56"/>
            <p:cNvSpPr/>
            <p:nvPr/>
          </p:nvSpPr>
          <p:spPr>
            <a:xfrm>
              <a:off x="8019425" y="1861400"/>
              <a:ext cx="207675" cy="215550"/>
            </a:xfrm>
            <a:custGeom>
              <a:avLst/>
              <a:gdLst/>
              <a:ahLst/>
              <a:cxnLst/>
              <a:rect l="l" t="t" r="r" b="b"/>
              <a:pathLst>
                <a:path w="8307" h="8622" extrusionOk="0">
                  <a:moveTo>
                    <a:pt x="309" y="1"/>
                  </a:moveTo>
                  <a:cubicBezTo>
                    <a:pt x="204" y="1"/>
                    <a:pt x="142" y="36"/>
                    <a:pt x="134" y="116"/>
                  </a:cubicBezTo>
                  <a:cubicBezTo>
                    <a:pt x="1" y="783"/>
                    <a:pt x="1969" y="1617"/>
                    <a:pt x="2269" y="1984"/>
                  </a:cubicBezTo>
                  <a:cubicBezTo>
                    <a:pt x="2469" y="2284"/>
                    <a:pt x="67" y="4452"/>
                    <a:pt x="2269" y="5620"/>
                  </a:cubicBezTo>
                  <a:cubicBezTo>
                    <a:pt x="4971" y="7087"/>
                    <a:pt x="6005" y="8622"/>
                    <a:pt x="6005" y="8622"/>
                  </a:cubicBezTo>
                  <a:lnTo>
                    <a:pt x="8307" y="5286"/>
                  </a:lnTo>
                  <a:cubicBezTo>
                    <a:pt x="8307" y="5286"/>
                    <a:pt x="5771" y="3218"/>
                    <a:pt x="4937" y="2551"/>
                  </a:cubicBezTo>
                  <a:cubicBezTo>
                    <a:pt x="4232" y="1963"/>
                    <a:pt x="1090" y="1"/>
                    <a:pt x="309" y="1"/>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56"/>
            <p:cNvSpPr/>
            <p:nvPr/>
          </p:nvSpPr>
          <p:spPr>
            <a:xfrm>
              <a:off x="9388750" y="2942675"/>
              <a:ext cx="96750" cy="23250"/>
            </a:xfrm>
            <a:custGeom>
              <a:avLst/>
              <a:gdLst/>
              <a:ahLst/>
              <a:cxnLst/>
              <a:rect l="l" t="t" r="r" b="b"/>
              <a:pathLst>
                <a:path w="3870" h="930" extrusionOk="0">
                  <a:moveTo>
                    <a:pt x="165" y="0"/>
                  </a:moveTo>
                  <a:cubicBezTo>
                    <a:pt x="111" y="0"/>
                    <a:pt x="56" y="39"/>
                    <a:pt x="33" y="62"/>
                  </a:cubicBezTo>
                  <a:cubicBezTo>
                    <a:pt x="0" y="129"/>
                    <a:pt x="33" y="229"/>
                    <a:pt x="67" y="262"/>
                  </a:cubicBezTo>
                  <a:cubicBezTo>
                    <a:pt x="834" y="796"/>
                    <a:pt x="1668" y="929"/>
                    <a:pt x="2335" y="929"/>
                  </a:cubicBezTo>
                  <a:cubicBezTo>
                    <a:pt x="3069" y="929"/>
                    <a:pt x="3669" y="763"/>
                    <a:pt x="3736" y="696"/>
                  </a:cubicBezTo>
                  <a:cubicBezTo>
                    <a:pt x="3836" y="696"/>
                    <a:pt x="3870" y="596"/>
                    <a:pt x="3836" y="529"/>
                  </a:cubicBezTo>
                  <a:cubicBezTo>
                    <a:pt x="3836" y="454"/>
                    <a:pt x="3780" y="417"/>
                    <a:pt x="3724" y="417"/>
                  </a:cubicBezTo>
                  <a:cubicBezTo>
                    <a:pt x="3705" y="417"/>
                    <a:pt x="3686" y="421"/>
                    <a:pt x="3669" y="429"/>
                  </a:cubicBezTo>
                  <a:cubicBezTo>
                    <a:pt x="3633" y="429"/>
                    <a:pt x="3039" y="621"/>
                    <a:pt x="2269" y="621"/>
                  </a:cubicBezTo>
                  <a:cubicBezTo>
                    <a:pt x="1640" y="621"/>
                    <a:pt x="893" y="493"/>
                    <a:pt x="234" y="29"/>
                  </a:cubicBezTo>
                  <a:cubicBezTo>
                    <a:pt x="213" y="8"/>
                    <a:pt x="189" y="0"/>
                    <a:pt x="165" y="0"/>
                  </a:cubicBezTo>
                  <a:close/>
                </a:path>
              </a:pathLst>
            </a:custGeom>
            <a:solidFill>
              <a:srgbClr val="464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56"/>
            <p:cNvSpPr/>
            <p:nvPr/>
          </p:nvSpPr>
          <p:spPr>
            <a:xfrm>
              <a:off x="8734100" y="4624575"/>
              <a:ext cx="305250" cy="162650"/>
            </a:xfrm>
            <a:custGeom>
              <a:avLst/>
              <a:gdLst/>
              <a:ahLst/>
              <a:cxnLst/>
              <a:rect l="l" t="t" r="r" b="b"/>
              <a:pathLst>
                <a:path w="12210" h="6506" extrusionOk="0">
                  <a:moveTo>
                    <a:pt x="7606" y="1"/>
                  </a:moveTo>
                  <a:cubicBezTo>
                    <a:pt x="7606" y="1"/>
                    <a:pt x="4904" y="3137"/>
                    <a:pt x="2536" y="3770"/>
                  </a:cubicBezTo>
                  <a:cubicBezTo>
                    <a:pt x="1" y="4437"/>
                    <a:pt x="268" y="6372"/>
                    <a:pt x="2069" y="6439"/>
                  </a:cubicBezTo>
                  <a:cubicBezTo>
                    <a:pt x="2850" y="6453"/>
                    <a:pt x="3418" y="6505"/>
                    <a:pt x="3984" y="6505"/>
                  </a:cubicBezTo>
                  <a:cubicBezTo>
                    <a:pt x="4724" y="6505"/>
                    <a:pt x="5463" y="6417"/>
                    <a:pt x="6672" y="6039"/>
                  </a:cubicBezTo>
                  <a:cubicBezTo>
                    <a:pt x="8573" y="5472"/>
                    <a:pt x="9007" y="4437"/>
                    <a:pt x="9908" y="4271"/>
                  </a:cubicBezTo>
                  <a:cubicBezTo>
                    <a:pt x="10842" y="4104"/>
                    <a:pt x="11876" y="4037"/>
                    <a:pt x="12043" y="3270"/>
                  </a:cubicBezTo>
                  <a:cubicBezTo>
                    <a:pt x="12209" y="2469"/>
                    <a:pt x="12009" y="168"/>
                    <a:pt x="12009" y="168"/>
                  </a:cubicBezTo>
                  <a:lnTo>
                    <a:pt x="76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56"/>
            <p:cNvSpPr/>
            <p:nvPr/>
          </p:nvSpPr>
          <p:spPr>
            <a:xfrm>
              <a:off x="9172100" y="4621250"/>
              <a:ext cx="174975" cy="186250"/>
            </a:xfrm>
            <a:custGeom>
              <a:avLst/>
              <a:gdLst/>
              <a:ahLst/>
              <a:cxnLst/>
              <a:rect l="l" t="t" r="r" b="b"/>
              <a:pathLst>
                <a:path w="6999" h="7450" extrusionOk="0">
                  <a:moveTo>
                    <a:pt x="5564" y="1"/>
                  </a:moveTo>
                  <a:lnTo>
                    <a:pt x="1828" y="468"/>
                  </a:lnTo>
                  <a:cubicBezTo>
                    <a:pt x="1828" y="634"/>
                    <a:pt x="1828" y="1802"/>
                    <a:pt x="1561" y="3737"/>
                  </a:cubicBezTo>
                  <a:cubicBezTo>
                    <a:pt x="1273" y="5562"/>
                    <a:pt x="1" y="7449"/>
                    <a:pt x="1759" y="7449"/>
                  </a:cubicBezTo>
                  <a:cubicBezTo>
                    <a:pt x="1833" y="7449"/>
                    <a:pt x="1911" y="7446"/>
                    <a:pt x="1995" y="7439"/>
                  </a:cubicBezTo>
                  <a:cubicBezTo>
                    <a:pt x="4063" y="7272"/>
                    <a:pt x="6998" y="7072"/>
                    <a:pt x="6198" y="4604"/>
                  </a:cubicBezTo>
                  <a:cubicBezTo>
                    <a:pt x="5397" y="2135"/>
                    <a:pt x="5564" y="1"/>
                    <a:pt x="55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56"/>
            <p:cNvSpPr/>
            <p:nvPr/>
          </p:nvSpPr>
          <p:spPr>
            <a:xfrm>
              <a:off x="8842525" y="3086500"/>
              <a:ext cx="497875" cy="1572125"/>
            </a:xfrm>
            <a:custGeom>
              <a:avLst/>
              <a:gdLst/>
              <a:ahLst/>
              <a:cxnLst/>
              <a:rect l="l" t="t" r="r" b="b"/>
              <a:pathLst>
                <a:path w="19915" h="62885" extrusionOk="0">
                  <a:moveTo>
                    <a:pt x="9928" y="0"/>
                  </a:moveTo>
                  <a:cubicBezTo>
                    <a:pt x="5524" y="0"/>
                    <a:pt x="1095" y="374"/>
                    <a:pt x="0" y="1781"/>
                  </a:cubicBezTo>
                  <a:lnTo>
                    <a:pt x="2268" y="62058"/>
                  </a:lnTo>
                  <a:cubicBezTo>
                    <a:pt x="2268" y="62058"/>
                    <a:pt x="3870" y="62577"/>
                    <a:pt x="5668" y="62577"/>
                  </a:cubicBezTo>
                  <a:cubicBezTo>
                    <a:pt x="6568" y="62577"/>
                    <a:pt x="7517" y="62447"/>
                    <a:pt x="8339" y="62058"/>
                  </a:cubicBezTo>
                  <a:lnTo>
                    <a:pt x="10041" y="14924"/>
                  </a:lnTo>
                  <a:lnTo>
                    <a:pt x="13543" y="62158"/>
                  </a:lnTo>
                  <a:cubicBezTo>
                    <a:pt x="13543" y="62158"/>
                    <a:pt x="14863" y="62884"/>
                    <a:pt x="16711" y="62884"/>
                  </a:cubicBezTo>
                  <a:cubicBezTo>
                    <a:pt x="17635" y="62884"/>
                    <a:pt x="18691" y="62703"/>
                    <a:pt x="19781" y="62158"/>
                  </a:cubicBezTo>
                  <a:lnTo>
                    <a:pt x="19914" y="480"/>
                  </a:lnTo>
                  <a:cubicBezTo>
                    <a:pt x="19879" y="480"/>
                    <a:pt x="14920" y="0"/>
                    <a:pt x="99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56"/>
            <p:cNvSpPr/>
            <p:nvPr/>
          </p:nvSpPr>
          <p:spPr>
            <a:xfrm>
              <a:off x="9030150" y="3255425"/>
              <a:ext cx="75900" cy="213350"/>
            </a:xfrm>
            <a:custGeom>
              <a:avLst/>
              <a:gdLst/>
              <a:ahLst/>
              <a:cxnLst/>
              <a:rect l="l" t="t" r="r" b="b"/>
              <a:pathLst>
                <a:path w="3036" h="8534" extrusionOk="0">
                  <a:moveTo>
                    <a:pt x="176" y="0"/>
                  </a:moveTo>
                  <a:cubicBezTo>
                    <a:pt x="131" y="0"/>
                    <a:pt x="91" y="47"/>
                    <a:pt x="67" y="94"/>
                  </a:cubicBezTo>
                  <a:cubicBezTo>
                    <a:pt x="0" y="261"/>
                    <a:pt x="1201" y="7500"/>
                    <a:pt x="1435" y="8267"/>
                  </a:cubicBezTo>
                  <a:cubicBezTo>
                    <a:pt x="1502" y="8300"/>
                    <a:pt x="1535" y="8367"/>
                    <a:pt x="1568" y="8367"/>
                  </a:cubicBezTo>
                  <a:lnTo>
                    <a:pt x="2903" y="8534"/>
                  </a:lnTo>
                  <a:cubicBezTo>
                    <a:pt x="2936" y="8534"/>
                    <a:pt x="3003" y="8534"/>
                    <a:pt x="3003" y="8500"/>
                  </a:cubicBezTo>
                  <a:cubicBezTo>
                    <a:pt x="3036" y="8434"/>
                    <a:pt x="3036" y="8400"/>
                    <a:pt x="3036" y="8367"/>
                  </a:cubicBezTo>
                  <a:cubicBezTo>
                    <a:pt x="3036" y="8267"/>
                    <a:pt x="2169" y="1362"/>
                    <a:pt x="2202" y="228"/>
                  </a:cubicBezTo>
                  <a:cubicBezTo>
                    <a:pt x="2202" y="195"/>
                    <a:pt x="2169" y="94"/>
                    <a:pt x="2069" y="94"/>
                  </a:cubicBezTo>
                  <a:cubicBezTo>
                    <a:pt x="2064" y="90"/>
                    <a:pt x="2058" y="88"/>
                    <a:pt x="2052" y="88"/>
                  </a:cubicBezTo>
                  <a:cubicBezTo>
                    <a:pt x="2010" y="88"/>
                    <a:pt x="1935" y="170"/>
                    <a:pt x="1935" y="228"/>
                  </a:cubicBezTo>
                  <a:cubicBezTo>
                    <a:pt x="1902" y="1262"/>
                    <a:pt x="2602" y="7099"/>
                    <a:pt x="2736" y="8234"/>
                  </a:cubicBezTo>
                  <a:lnTo>
                    <a:pt x="1702" y="8100"/>
                  </a:lnTo>
                  <a:cubicBezTo>
                    <a:pt x="1368" y="6899"/>
                    <a:pt x="334" y="495"/>
                    <a:pt x="334" y="161"/>
                  </a:cubicBezTo>
                  <a:cubicBezTo>
                    <a:pt x="334" y="94"/>
                    <a:pt x="267" y="28"/>
                    <a:pt x="234" y="28"/>
                  </a:cubicBezTo>
                  <a:cubicBezTo>
                    <a:pt x="214" y="8"/>
                    <a:pt x="195"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56"/>
            <p:cNvSpPr/>
            <p:nvPr/>
          </p:nvSpPr>
          <p:spPr>
            <a:xfrm>
              <a:off x="9027650" y="3451250"/>
              <a:ext cx="144300" cy="25875"/>
            </a:xfrm>
            <a:custGeom>
              <a:avLst/>
              <a:gdLst/>
              <a:ahLst/>
              <a:cxnLst/>
              <a:rect l="l" t="t" r="r" b="b"/>
              <a:pathLst>
                <a:path w="5772" h="1035" extrusionOk="0">
                  <a:moveTo>
                    <a:pt x="167" y="0"/>
                  </a:moveTo>
                  <a:cubicBezTo>
                    <a:pt x="100" y="0"/>
                    <a:pt x="0" y="34"/>
                    <a:pt x="0" y="100"/>
                  </a:cubicBezTo>
                  <a:cubicBezTo>
                    <a:pt x="0" y="200"/>
                    <a:pt x="34" y="267"/>
                    <a:pt x="134" y="267"/>
                  </a:cubicBezTo>
                  <a:cubicBezTo>
                    <a:pt x="167" y="267"/>
                    <a:pt x="2335" y="734"/>
                    <a:pt x="5638" y="1034"/>
                  </a:cubicBezTo>
                  <a:cubicBezTo>
                    <a:pt x="5671" y="1034"/>
                    <a:pt x="5771" y="1001"/>
                    <a:pt x="5771" y="901"/>
                  </a:cubicBezTo>
                  <a:cubicBezTo>
                    <a:pt x="5771" y="834"/>
                    <a:pt x="5704" y="734"/>
                    <a:pt x="5638" y="734"/>
                  </a:cubicBezTo>
                  <a:cubicBezTo>
                    <a:pt x="2335" y="434"/>
                    <a:pt x="201"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56"/>
            <p:cNvSpPr/>
            <p:nvPr/>
          </p:nvSpPr>
          <p:spPr>
            <a:xfrm>
              <a:off x="9236975" y="3413725"/>
              <a:ext cx="442000" cy="497875"/>
            </a:xfrm>
            <a:custGeom>
              <a:avLst/>
              <a:gdLst/>
              <a:ahLst/>
              <a:cxnLst/>
              <a:rect l="l" t="t" r="r" b="b"/>
              <a:pathLst>
                <a:path w="17680" h="19915" extrusionOk="0">
                  <a:moveTo>
                    <a:pt x="133" y="0"/>
                  </a:moveTo>
                  <a:lnTo>
                    <a:pt x="0" y="19915"/>
                  </a:lnTo>
                  <a:lnTo>
                    <a:pt x="17613" y="17746"/>
                  </a:lnTo>
                  <a:lnTo>
                    <a:pt x="17679" y="2269"/>
                  </a:lnTo>
                  <a:lnTo>
                    <a:pt x="1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56"/>
            <p:cNvSpPr/>
            <p:nvPr/>
          </p:nvSpPr>
          <p:spPr>
            <a:xfrm>
              <a:off x="9267825" y="3447900"/>
              <a:ext cx="381125" cy="429500"/>
            </a:xfrm>
            <a:custGeom>
              <a:avLst/>
              <a:gdLst/>
              <a:ahLst/>
              <a:cxnLst/>
              <a:rect l="l" t="t" r="r" b="b"/>
              <a:pathLst>
                <a:path w="15245" h="17180" extrusionOk="0">
                  <a:moveTo>
                    <a:pt x="100" y="1"/>
                  </a:moveTo>
                  <a:lnTo>
                    <a:pt x="0" y="17180"/>
                  </a:lnTo>
                  <a:lnTo>
                    <a:pt x="15178" y="15312"/>
                  </a:lnTo>
                  <a:lnTo>
                    <a:pt x="15245" y="1969"/>
                  </a:lnTo>
                  <a:lnTo>
                    <a:pt x="10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56"/>
            <p:cNvSpPr/>
            <p:nvPr/>
          </p:nvSpPr>
          <p:spPr>
            <a:xfrm>
              <a:off x="9385400" y="3324200"/>
              <a:ext cx="128450" cy="175600"/>
            </a:xfrm>
            <a:custGeom>
              <a:avLst/>
              <a:gdLst/>
              <a:ahLst/>
              <a:cxnLst/>
              <a:rect l="l" t="t" r="r" b="b"/>
              <a:pathLst>
                <a:path w="5138" h="7024" extrusionOk="0">
                  <a:moveTo>
                    <a:pt x="2423" y="0"/>
                  </a:moveTo>
                  <a:cubicBezTo>
                    <a:pt x="2305" y="0"/>
                    <a:pt x="2187" y="4"/>
                    <a:pt x="2069" y="12"/>
                  </a:cubicBezTo>
                  <a:cubicBezTo>
                    <a:pt x="1902" y="12"/>
                    <a:pt x="1702" y="45"/>
                    <a:pt x="1535" y="179"/>
                  </a:cubicBezTo>
                  <a:cubicBezTo>
                    <a:pt x="1335" y="312"/>
                    <a:pt x="1235" y="546"/>
                    <a:pt x="1202" y="779"/>
                  </a:cubicBezTo>
                  <a:cubicBezTo>
                    <a:pt x="968" y="1513"/>
                    <a:pt x="868" y="2180"/>
                    <a:pt x="501" y="2814"/>
                  </a:cubicBezTo>
                  <a:cubicBezTo>
                    <a:pt x="334" y="3081"/>
                    <a:pt x="167" y="3314"/>
                    <a:pt x="134" y="3581"/>
                  </a:cubicBezTo>
                  <a:cubicBezTo>
                    <a:pt x="1" y="4015"/>
                    <a:pt x="167" y="4515"/>
                    <a:pt x="401" y="4982"/>
                  </a:cubicBezTo>
                  <a:cubicBezTo>
                    <a:pt x="501" y="5149"/>
                    <a:pt x="668" y="5349"/>
                    <a:pt x="868" y="5349"/>
                  </a:cubicBezTo>
                  <a:cubicBezTo>
                    <a:pt x="1135" y="5349"/>
                    <a:pt x="1235" y="5082"/>
                    <a:pt x="1302" y="4815"/>
                  </a:cubicBezTo>
                  <a:cubicBezTo>
                    <a:pt x="1302" y="4549"/>
                    <a:pt x="1202" y="4315"/>
                    <a:pt x="1302" y="4048"/>
                  </a:cubicBezTo>
                  <a:cubicBezTo>
                    <a:pt x="1349" y="3881"/>
                    <a:pt x="1518" y="3747"/>
                    <a:pt x="1683" y="3747"/>
                  </a:cubicBezTo>
                  <a:cubicBezTo>
                    <a:pt x="1748" y="3747"/>
                    <a:pt x="1812" y="3768"/>
                    <a:pt x="1869" y="3815"/>
                  </a:cubicBezTo>
                  <a:cubicBezTo>
                    <a:pt x="1969" y="4382"/>
                    <a:pt x="1835" y="5016"/>
                    <a:pt x="1502" y="5483"/>
                  </a:cubicBezTo>
                  <a:cubicBezTo>
                    <a:pt x="1368" y="5683"/>
                    <a:pt x="1202" y="5850"/>
                    <a:pt x="1168" y="6050"/>
                  </a:cubicBezTo>
                  <a:cubicBezTo>
                    <a:pt x="1135" y="6383"/>
                    <a:pt x="1335" y="6717"/>
                    <a:pt x="1635" y="6850"/>
                  </a:cubicBezTo>
                  <a:cubicBezTo>
                    <a:pt x="1831" y="6971"/>
                    <a:pt x="2067" y="7023"/>
                    <a:pt x="2310" y="7023"/>
                  </a:cubicBezTo>
                  <a:cubicBezTo>
                    <a:pt x="2606" y="7023"/>
                    <a:pt x="2913" y="6945"/>
                    <a:pt x="3170" y="6817"/>
                  </a:cubicBezTo>
                  <a:cubicBezTo>
                    <a:pt x="3670" y="6550"/>
                    <a:pt x="4037" y="6150"/>
                    <a:pt x="4370" y="5716"/>
                  </a:cubicBezTo>
                  <a:cubicBezTo>
                    <a:pt x="4737" y="5216"/>
                    <a:pt x="5138" y="4682"/>
                    <a:pt x="5138" y="4048"/>
                  </a:cubicBezTo>
                  <a:cubicBezTo>
                    <a:pt x="5138" y="3481"/>
                    <a:pt x="4837" y="2947"/>
                    <a:pt x="4571" y="2447"/>
                  </a:cubicBezTo>
                  <a:cubicBezTo>
                    <a:pt x="4170" y="1680"/>
                    <a:pt x="3837" y="979"/>
                    <a:pt x="3537" y="145"/>
                  </a:cubicBezTo>
                  <a:cubicBezTo>
                    <a:pt x="3180" y="44"/>
                    <a:pt x="2804" y="0"/>
                    <a:pt x="2423"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56"/>
            <p:cNvSpPr/>
            <p:nvPr/>
          </p:nvSpPr>
          <p:spPr>
            <a:xfrm>
              <a:off x="9226125" y="3590500"/>
              <a:ext cx="63400" cy="150975"/>
            </a:xfrm>
            <a:custGeom>
              <a:avLst/>
              <a:gdLst/>
              <a:ahLst/>
              <a:cxnLst/>
              <a:rect l="l" t="t" r="r" b="b"/>
              <a:pathLst>
                <a:path w="2536" h="6039" extrusionOk="0">
                  <a:moveTo>
                    <a:pt x="0" y="1"/>
                  </a:moveTo>
                  <a:lnTo>
                    <a:pt x="0" y="6039"/>
                  </a:lnTo>
                  <a:lnTo>
                    <a:pt x="2536" y="6039"/>
                  </a:lnTo>
                  <a:lnTo>
                    <a:pt x="25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56"/>
            <p:cNvSpPr/>
            <p:nvPr/>
          </p:nvSpPr>
          <p:spPr>
            <a:xfrm>
              <a:off x="9324525" y="3507950"/>
              <a:ext cx="25" cy="298575"/>
            </a:xfrm>
            <a:custGeom>
              <a:avLst/>
              <a:gdLst/>
              <a:ahLst/>
              <a:cxnLst/>
              <a:rect l="l" t="t" r="r" b="b"/>
              <a:pathLst>
                <a:path w="1" h="11943" fill="none" extrusionOk="0">
                  <a:moveTo>
                    <a:pt x="1" y="1"/>
                  </a:moveTo>
                  <a:lnTo>
                    <a:pt x="1" y="11943"/>
                  </a:lnTo>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56"/>
            <p:cNvSpPr/>
            <p:nvPr/>
          </p:nvSpPr>
          <p:spPr>
            <a:xfrm>
              <a:off x="9369550" y="3513800"/>
              <a:ext cx="25" cy="297725"/>
            </a:xfrm>
            <a:custGeom>
              <a:avLst/>
              <a:gdLst/>
              <a:ahLst/>
              <a:cxnLst/>
              <a:rect l="l" t="t" r="r" b="b"/>
              <a:pathLst>
                <a:path w="1" h="11909" fill="none" extrusionOk="0">
                  <a:moveTo>
                    <a:pt x="1" y="0"/>
                  </a:moveTo>
                  <a:lnTo>
                    <a:pt x="1" y="11909"/>
                  </a:lnTo>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56"/>
            <p:cNvSpPr/>
            <p:nvPr/>
          </p:nvSpPr>
          <p:spPr>
            <a:xfrm>
              <a:off x="9427100" y="3517950"/>
              <a:ext cx="25" cy="297750"/>
            </a:xfrm>
            <a:custGeom>
              <a:avLst/>
              <a:gdLst/>
              <a:ahLst/>
              <a:cxnLst/>
              <a:rect l="l" t="t" r="r" b="b"/>
              <a:pathLst>
                <a:path w="1" h="11910" fill="none" extrusionOk="0">
                  <a:moveTo>
                    <a:pt x="1" y="1"/>
                  </a:moveTo>
                  <a:lnTo>
                    <a:pt x="1" y="11909"/>
                  </a:lnTo>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56"/>
            <p:cNvSpPr/>
            <p:nvPr/>
          </p:nvSpPr>
          <p:spPr>
            <a:xfrm>
              <a:off x="9487150" y="3525475"/>
              <a:ext cx="25" cy="298550"/>
            </a:xfrm>
            <a:custGeom>
              <a:avLst/>
              <a:gdLst/>
              <a:ahLst/>
              <a:cxnLst/>
              <a:rect l="l" t="t" r="r" b="b"/>
              <a:pathLst>
                <a:path w="1" h="11942" fill="none" extrusionOk="0">
                  <a:moveTo>
                    <a:pt x="0" y="0"/>
                  </a:moveTo>
                  <a:lnTo>
                    <a:pt x="0" y="11942"/>
                  </a:lnTo>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56"/>
            <p:cNvSpPr/>
            <p:nvPr/>
          </p:nvSpPr>
          <p:spPr>
            <a:xfrm>
              <a:off x="9549700" y="3525475"/>
              <a:ext cx="0" cy="298550"/>
            </a:xfrm>
            <a:custGeom>
              <a:avLst/>
              <a:gdLst/>
              <a:ahLst/>
              <a:cxnLst/>
              <a:rect l="l" t="t" r="r" b="b"/>
              <a:pathLst>
                <a:path h="11942" fill="none" extrusionOk="0">
                  <a:moveTo>
                    <a:pt x="0" y="0"/>
                  </a:moveTo>
                  <a:lnTo>
                    <a:pt x="0" y="11942"/>
                  </a:lnTo>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56"/>
            <p:cNvSpPr/>
            <p:nvPr/>
          </p:nvSpPr>
          <p:spPr>
            <a:xfrm>
              <a:off x="9345375" y="2407175"/>
              <a:ext cx="185150" cy="954050"/>
            </a:xfrm>
            <a:custGeom>
              <a:avLst/>
              <a:gdLst/>
              <a:ahLst/>
              <a:cxnLst/>
              <a:rect l="l" t="t" r="r" b="b"/>
              <a:pathLst>
                <a:path w="7406" h="38162" extrusionOk="0">
                  <a:moveTo>
                    <a:pt x="3403" y="0"/>
                  </a:moveTo>
                  <a:cubicBezTo>
                    <a:pt x="734" y="4103"/>
                    <a:pt x="0" y="10841"/>
                    <a:pt x="0" y="10841"/>
                  </a:cubicBezTo>
                  <a:cubicBezTo>
                    <a:pt x="1402" y="15111"/>
                    <a:pt x="1402" y="24718"/>
                    <a:pt x="1635" y="27486"/>
                  </a:cubicBezTo>
                  <a:cubicBezTo>
                    <a:pt x="1935" y="30255"/>
                    <a:pt x="2302" y="37760"/>
                    <a:pt x="2302" y="37760"/>
                  </a:cubicBezTo>
                  <a:cubicBezTo>
                    <a:pt x="3084" y="38093"/>
                    <a:pt x="4222" y="38162"/>
                    <a:pt x="5029" y="38162"/>
                  </a:cubicBezTo>
                  <a:cubicBezTo>
                    <a:pt x="5599" y="38162"/>
                    <a:pt x="6005" y="38127"/>
                    <a:pt x="6005" y="38127"/>
                  </a:cubicBezTo>
                  <a:cubicBezTo>
                    <a:pt x="6005" y="38127"/>
                    <a:pt x="6805" y="35626"/>
                    <a:pt x="7106" y="31990"/>
                  </a:cubicBezTo>
                  <a:cubicBezTo>
                    <a:pt x="7406" y="28420"/>
                    <a:pt x="7106" y="16645"/>
                    <a:pt x="6338" y="9740"/>
                  </a:cubicBezTo>
                  <a:cubicBezTo>
                    <a:pt x="5571" y="2802"/>
                    <a:pt x="3403" y="0"/>
                    <a:pt x="34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56"/>
            <p:cNvSpPr/>
            <p:nvPr/>
          </p:nvSpPr>
          <p:spPr>
            <a:xfrm>
              <a:off x="8714925" y="2280500"/>
              <a:ext cx="715525" cy="1002325"/>
            </a:xfrm>
            <a:custGeom>
              <a:avLst/>
              <a:gdLst/>
              <a:ahLst/>
              <a:cxnLst/>
              <a:rect l="l" t="t" r="r" b="b"/>
              <a:pathLst>
                <a:path w="28621" h="40093" extrusionOk="0">
                  <a:moveTo>
                    <a:pt x="7433" y="1"/>
                  </a:moveTo>
                  <a:cubicBezTo>
                    <a:pt x="3203" y="1"/>
                    <a:pt x="0" y="30"/>
                    <a:pt x="0" y="30"/>
                  </a:cubicBezTo>
                  <a:cubicBezTo>
                    <a:pt x="1702" y="3833"/>
                    <a:pt x="4037" y="17409"/>
                    <a:pt x="4337" y="19844"/>
                  </a:cubicBezTo>
                  <a:cubicBezTo>
                    <a:pt x="4670" y="22813"/>
                    <a:pt x="4504" y="25915"/>
                    <a:pt x="4537" y="28918"/>
                  </a:cubicBezTo>
                  <a:cubicBezTo>
                    <a:pt x="4604" y="31152"/>
                    <a:pt x="4604" y="33354"/>
                    <a:pt x="4604" y="35556"/>
                  </a:cubicBezTo>
                  <a:lnTo>
                    <a:pt x="4604" y="37924"/>
                  </a:lnTo>
                  <a:cubicBezTo>
                    <a:pt x="4604" y="39158"/>
                    <a:pt x="5137" y="39358"/>
                    <a:pt x="6305" y="39558"/>
                  </a:cubicBezTo>
                  <a:cubicBezTo>
                    <a:pt x="7106" y="39692"/>
                    <a:pt x="7873" y="39759"/>
                    <a:pt x="8673" y="39859"/>
                  </a:cubicBezTo>
                  <a:cubicBezTo>
                    <a:pt x="10308" y="40025"/>
                    <a:pt x="11942" y="40059"/>
                    <a:pt x="13543" y="40092"/>
                  </a:cubicBezTo>
                  <a:cubicBezTo>
                    <a:pt x="16179" y="40092"/>
                    <a:pt x="18814" y="40025"/>
                    <a:pt x="21449" y="39859"/>
                  </a:cubicBezTo>
                  <a:cubicBezTo>
                    <a:pt x="22350" y="39792"/>
                    <a:pt x="23284" y="39725"/>
                    <a:pt x="24184" y="39659"/>
                  </a:cubicBezTo>
                  <a:cubicBezTo>
                    <a:pt x="24485" y="39592"/>
                    <a:pt x="24818" y="39659"/>
                    <a:pt x="25118" y="39558"/>
                  </a:cubicBezTo>
                  <a:cubicBezTo>
                    <a:pt x="25819" y="39358"/>
                    <a:pt x="25719" y="38591"/>
                    <a:pt x="25652" y="37924"/>
                  </a:cubicBezTo>
                  <a:cubicBezTo>
                    <a:pt x="25218" y="34722"/>
                    <a:pt x="25285" y="31486"/>
                    <a:pt x="25319" y="28217"/>
                  </a:cubicBezTo>
                  <a:cubicBezTo>
                    <a:pt x="25352" y="25415"/>
                    <a:pt x="25385" y="22680"/>
                    <a:pt x="25485" y="19878"/>
                  </a:cubicBezTo>
                  <a:cubicBezTo>
                    <a:pt x="25652" y="14907"/>
                    <a:pt x="28621" y="5067"/>
                    <a:pt x="28621" y="5067"/>
                  </a:cubicBezTo>
                  <a:cubicBezTo>
                    <a:pt x="28621" y="5067"/>
                    <a:pt x="21349" y="164"/>
                    <a:pt x="14277" y="30"/>
                  </a:cubicBezTo>
                  <a:cubicBezTo>
                    <a:pt x="11920" y="8"/>
                    <a:pt x="9548" y="1"/>
                    <a:pt x="74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56"/>
            <p:cNvSpPr/>
            <p:nvPr/>
          </p:nvSpPr>
          <p:spPr>
            <a:xfrm>
              <a:off x="9352875" y="2412300"/>
              <a:ext cx="75925" cy="315125"/>
            </a:xfrm>
            <a:custGeom>
              <a:avLst/>
              <a:gdLst/>
              <a:ahLst/>
              <a:cxnLst/>
              <a:rect l="l" t="t" r="r" b="b"/>
              <a:pathLst>
                <a:path w="3037" h="12605" extrusionOk="0">
                  <a:moveTo>
                    <a:pt x="2864" y="1"/>
                  </a:moveTo>
                  <a:cubicBezTo>
                    <a:pt x="2817" y="1"/>
                    <a:pt x="2793" y="48"/>
                    <a:pt x="2769" y="95"/>
                  </a:cubicBezTo>
                  <a:cubicBezTo>
                    <a:pt x="2769" y="195"/>
                    <a:pt x="301" y="8368"/>
                    <a:pt x="1" y="12437"/>
                  </a:cubicBezTo>
                  <a:cubicBezTo>
                    <a:pt x="1" y="12538"/>
                    <a:pt x="34" y="12604"/>
                    <a:pt x="134" y="12604"/>
                  </a:cubicBezTo>
                  <a:cubicBezTo>
                    <a:pt x="201" y="12604"/>
                    <a:pt x="268" y="12538"/>
                    <a:pt x="268" y="12471"/>
                  </a:cubicBezTo>
                  <a:cubicBezTo>
                    <a:pt x="501" y="8401"/>
                    <a:pt x="2970" y="262"/>
                    <a:pt x="3003" y="195"/>
                  </a:cubicBezTo>
                  <a:cubicBezTo>
                    <a:pt x="3036" y="95"/>
                    <a:pt x="3003" y="62"/>
                    <a:pt x="2936" y="29"/>
                  </a:cubicBezTo>
                  <a:cubicBezTo>
                    <a:pt x="2907" y="9"/>
                    <a:pt x="2883" y="1"/>
                    <a:pt x="28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56"/>
            <p:cNvSpPr/>
            <p:nvPr/>
          </p:nvSpPr>
          <p:spPr>
            <a:xfrm>
              <a:off x="8800825" y="2408150"/>
              <a:ext cx="29200" cy="201675"/>
            </a:xfrm>
            <a:custGeom>
              <a:avLst/>
              <a:gdLst/>
              <a:ahLst/>
              <a:cxnLst/>
              <a:rect l="l" t="t" r="r" b="b"/>
              <a:pathLst>
                <a:path w="1168" h="8067" extrusionOk="0">
                  <a:moveTo>
                    <a:pt x="962" y="0"/>
                  </a:moveTo>
                  <a:cubicBezTo>
                    <a:pt x="915" y="0"/>
                    <a:pt x="891" y="47"/>
                    <a:pt x="868" y="95"/>
                  </a:cubicBezTo>
                  <a:cubicBezTo>
                    <a:pt x="0" y="2630"/>
                    <a:pt x="200" y="7733"/>
                    <a:pt x="200" y="7933"/>
                  </a:cubicBezTo>
                  <a:cubicBezTo>
                    <a:pt x="200" y="8034"/>
                    <a:pt x="234" y="8067"/>
                    <a:pt x="334" y="8067"/>
                  </a:cubicBezTo>
                  <a:cubicBezTo>
                    <a:pt x="401" y="8067"/>
                    <a:pt x="434" y="8034"/>
                    <a:pt x="434" y="7900"/>
                  </a:cubicBezTo>
                  <a:cubicBezTo>
                    <a:pt x="434" y="7867"/>
                    <a:pt x="234" y="2630"/>
                    <a:pt x="1101" y="195"/>
                  </a:cubicBezTo>
                  <a:cubicBezTo>
                    <a:pt x="1168" y="95"/>
                    <a:pt x="1101" y="61"/>
                    <a:pt x="1034" y="28"/>
                  </a:cubicBezTo>
                  <a:cubicBezTo>
                    <a:pt x="1005" y="8"/>
                    <a:pt x="981" y="0"/>
                    <a:pt x="9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56"/>
            <p:cNvSpPr/>
            <p:nvPr/>
          </p:nvSpPr>
          <p:spPr>
            <a:xfrm>
              <a:off x="9388750" y="2909600"/>
              <a:ext cx="63400" cy="37150"/>
            </a:xfrm>
            <a:custGeom>
              <a:avLst/>
              <a:gdLst/>
              <a:ahLst/>
              <a:cxnLst/>
              <a:rect l="l" t="t" r="r" b="b"/>
              <a:pathLst>
                <a:path w="2536" h="1486" extrusionOk="0">
                  <a:moveTo>
                    <a:pt x="777" y="1"/>
                  </a:moveTo>
                  <a:cubicBezTo>
                    <a:pt x="663" y="1"/>
                    <a:pt x="548" y="6"/>
                    <a:pt x="434" y="18"/>
                  </a:cubicBezTo>
                  <a:cubicBezTo>
                    <a:pt x="200" y="51"/>
                    <a:pt x="0" y="118"/>
                    <a:pt x="0" y="351"/>
                  </a:cubicBezTo>
                  <a:cubicBezTo>
                    <a:pt x="0" y="351"/>
                    <a:pt x="0" y="384"/>
                    <a:pt x="33" y="418"/>
                  </a:cubicBezTo>
                  <a:cubicBezTo>
                    <a:pt x="33" y="418"/>
                    <a:pt x="67" y="451"/>
                    <a:pt x="100" y="451"/>
                  </a:cubicBezTo>
                  <a:cubicBezTo>
                    <a:pt x="667" y="551"/>
                    <a:pt x="1368" y="851"/>
                    <a:pt x="2202" y="1419"/>
                  </a:cubicBezTo>
                  <a:cubicBezTo>
                    <a:pt x="2235" y="1485"/>
                    <a:pt x="2235" y="1485"/>
                    <a:pt x="2268" y="1485"/>
                  </a:cubicBezTo>
                  <a:cubicBezTo>
                    <a:pt x="2335" y="1485"/>
                    <a:pt x="2368" y="1485"/>
                    <a:pt x="2335" y="1385"/>
                  </a:cubicBezTo>
                  <a:cubicBezTo>
                    <a:pt x="2368" y="1285"/>
                    <a:pt x="2368" y="1218"/>
                    <a:pt x="2268" y="1185"/>
                  </a:cubicBezTo>
                  <a:cubicBezTo>
                    <a:pt x="1568" y="685"/>
                    <a:pt x="1001" y="384"/>
                    <a:pt x="500" y="251"/>
                  </a:cubicBezTo>
                  <a:cubicBezTo>
                    <a:pt x="1101" y="251"/>
                    <a:pt x="1735" y="351"/>
                    <a:pt x="2335" y="585"/>
                  </a:cubicBezTo>
                  <a:cubicBezTo>
                    <a:pt x="2368" y="585"/>
                    <a:pt x="2435" y="585"/>
                    <a:pt x="2502" y="518"/>
                  </a:cubicBezTo>
                  <a:cubicBezTo>
                    <a:pt x="2535" y="451"/>
                    <a:pt x="2502" y="384"/>
                    <a:pt x="2402" y="351"/>
                  </a:cubicBezTo>
                  <a:cubicBezTo>
                    <a:pt x="1877" y="130"/>
                    <a:pt x="1329" y="1"/>
                    <a:pt x="7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56"/>
            <p:cNvSpPr/>
            <p:nvPr/>
          </p:nvSpPr>
          <p:spPr>
            <a:xfrm>
              <a:off x="9011800" y="2137800"/>
              <a:ext cx="181650" cy="250250"/>
            </a:xfrm>
            <a:custGeom>
              <a:avLst/>
              <a:gdLst/>
              <a:ahLst/>
              <a:cxnLst/>
              <a:rect l="l" t="t" r="r" b="b"/>
              <a:pathLst>
                <a:path w="7266" h="10010" extrusionOk="0">
                  <a:moveTo>
                    <a:pt x="7239" y="1"/>
                  </a:moveTo>
                  <a:lnTo>
                    <a:pt x="134" y="368"/>
                  </a:lnTo>
                  <a:lnTo>
                    <a:pt x="34" y="6839"/>
                  </a:lnTo>
                  <a:cubicBezTo>
                    <a:pt x="1" y="9608"/>
                    <a:pt x="2803" y="10008"/>
                    <a:pt x="2803" y="10008"/>
                  </a:cubicBezTo>
                  <a:cubicBezTo>
                    <a:pt x="2853" y="10009"/>
                    <a:pt x="2902" y="10009"/>
                    <a:pt x="2952" y="10009"/>
                  </a:cubicBezTo>
                  <a:cubicBezTo>
                    <a:pt x="7266" y="10009"/>
                    <a:pt x="6972" y="7139"/>
                    <a:pt x="6972" y="7139"/>
                  </a:cubicBezTo>
                  <a:lnTo>
                    <a:pt x="7239" y="1"/>
                  </a:ln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56"/>
            <p:cNvSpPr/>
            <p:nvPr/>
          </p:nvSpPr>
          <p:spPr>
            <a:xfrm>
              <a:off x="9014300" y="2159500"/>
              <a:ext cx="178500" cy="114425"/>
            </a:xfrm>
            <a:custGeom>
              <a:avLst/>
              <a:gdLst/>
              <a:ahLst/>
              <a:cxnLst/>
              <a:rect l="l" t="t" r="r" b="b"/>
              <a:pathLst>
                <a:path w="7140" h="4577" extrusionOk="0">
                  <a:moveTo>
                    <a:pt x="7139" y="0"/>
                  </a:moveTo>
                  <a:lnTo>
                    <a:pt x="67" y="367"/>
                  </a:lnTo>
                  <a:lnTo>
                    <a:pt x="34" y="400"/>
                  </a:lnTo>
                  <a:lnTo>
                    <a:pt x="1" y="3970"/>
                  </a:lnTo>
                  <a:cubicBezTo>
                    <a:pt x="588" y="4263"/>
                    <a:pt x="1439" y="4576"/>
                    <a:pt x="2389" y="4576"/>
                  </a:cubicBezTo>
                  <a:cubicBezTo>
                    <a:pt x="3922" y="4576"/>
                    <a:pt x="5713" y="3761"/>
                    <a:pt x="7072" y="734"/>
                  </a:cubicBezTo>
                  <a:lnTo>
                    <a:pt x="7139" y="0"/>
                  </a:ln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56"/>
            <p:cNvSpPr/>
            <p:nvPr/>
          </p:nvSpPr>
          <p:spPr>
            <a:xfrm>
              <a:off x="8965925" y="1904075"/>
              <a:ext cx="274400" cy="356075"/>
            </a:xfrm>
            <a:custGeom>
              <a:avLst/>
              <a:gdLst/>
              <a:ahLst/>
              <a:cxnLst/>
              <a:rect l="l" t="t" r="r" b="b"/>
              <a:pathLst>
                <a:path w="10976" h="14243" extrusionOk="0">
                  <a:moveTo>
                    <a:pt x="5187" y="0"/>
                  </a:moveTo>
                  <a:cubicBezTo>
                    <a:pt x="4531" y="0"/>
                    <a:pt x="3880" y="84"/>
                    <a:pt x="3270" y="243"/>
                  </a:cubicBezTo>
                  <a:cubicBezTo>
                    <a:pt x="2269" y="443"/>
                    <a:pt x="1402" y="977"/>
                    <a:pt x="835" y="1878"/>
                  </a:cubicBezTo>
                  <a:cubicBezTo>
                    <a:pt x="301" y="2712"/>
                    <a:pt x="101" y="3712"/>
                    <a:pt x="68" y="4646"/>
                  </a:cubicBezTo>
                  <a:cubicBezTo>
                    <a:pt x="1" y="5280"/>
                    <a:pt x="1" y="5914"/>
                    <a:pt x="101" y="6548"/>
                  </a:cubicBezTo>
                  <a:cubicBezTo>
                    <a:pt x="134" y="7048"/>
                    <a:pt x="268" y="7515"/>
                    <a:pt x="335" y="7982"/>
                  </a:cubicBezTo>
                  <a:cubicBezTo>
                    <a:pt x="435" y="8616"/>
                    <a:pt x="435" y="9216"/>
                    <a:pt x="468" y="9817"/>
                  </a:cubicBezTo>
                  <a:cubicBezTo>
                    <a:pt x="601" y="11018"/>
                    <a:pt x="935" y="12218"/>
                    <a:pt x="1669" y="13086"/>
                  </a:cubicBezTo>
                  <a:cubicBezTo>
                    <a:pt x="2366" y="13887"/>
                    <a:pt x="3317" y="14243"/>
                    <a:pt x="4291" y="14243"/>
                  </a:cubicBezTo>
                  <a:cubicBezTo>
                    <a:pt x="5181" y="14243"/>
                    <a:pt x="6090" y="13945"/>
                    <a:pt x="6839" y="13419"/>
                  </a:cubicBezTo>
                  <a:cubicBezTo>
                    <a:pt x="8474" y="12352"/>
                    <a:pt x="9608" y="10451"/>
                    <a:pt x="10175" y="8683"/>
                  </a:cubicBezTo>
                  <a:cubicBezTo>
                    <a:pt x="10675" y="7115"/>
                    <a:pt x="10975" y="5247"/>
                    <a:pt x="10675" y="3746"/>
                  </a:cubicBezTo>
                  <a:cubicBezTo>
                    <a:pt x="10508" y="3145"/>
                    <a:pt x="10275" y="2612"/>
                    <a:pt x="9941" y="2145"/>
                  </a:cubicBezTo>
                  <a:cubicBezTo>
                    <a:pt x="8862" y="649"/>
                    <a:pt x="7008" y="0"/>
                    <a:pt x="5187"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56"/>
            <p:cNvSpPr/>
            <p:nvPr/>
          </p:nvSpPr>
          <p:spPr>
            <a:xfrm>
              <a:off x="8830000" y="1821750"/>
              <a:ext cx="466475" cy="301175"/>
            </a:xfrm>
            <a:custGeom>
              <a:avLst/>
              <a:gdLst/>
              <a:ahLst/>
              <a:cxnLst/>
              <a:rect l="l" t="t" r="r" b="b"/>
              <a:pathLst>
                <a:path w="18659" h="12047" extrusionOk="0">
                  <a:moveTo>
                    <a:pt x="11379" y="683"/>
                  </a:moveTo>
                  <a:cubicBezTo>
                    <a:pt x="10897" y="683"/>
                    <a:pt x="10394" y="752"/>
                    <a:pt x="9874" y="901"/>
                  </a:cubicBezTo>
                  <a:cubicBezTo>
                    <a:pt x="2769" y="3002"/>
                    <a:pt x="1" y="0"/>
                    <a:pt x="2169" y="4504"/>
                  </a:cubicBezTo>
                  <a:cubicBezTo>
                    <a:pt x="3265" y="6780"/>
                    <a:pt x="4447" y="7343"/>
                    <a:pt x="5347" y="7343"/>
                  </a:cubicBezTo>
                  <a:cubicBezTo>
                    <a:pt x="6228" y="7343"/>
                    <a:pt x="6839" y="6805"/>
                    <a:pt x="6839" y="6805"/>
                  </a:cubicBezTo>
                  <a:cubicBezTo>
                    <a:pt x="6981" y="6866"/>
                    <a:pt x="7161" y="6893"/>
                    <a:pt x="7366" y="6893"/>
                  </a:cubicBezTo>
                  <a:cubicBezTo>
                    <a:pt x="8842" y="6893"/>
                    <a:pt x="11656" y="5506"/>
                    <a:pt x="11609" y="5471"/>
                  </a:cubicBezTo>
                  <a:lnTo>
                    <a:pt x="11609" y="5471"/>
                  </a:lnTo>
                  <a:cubicBezTo>
                    <a:pt x="15345" y="7739"/>
                    <a:pt x="14278" y="9674"/>
                    <a:pt x="14511" y="10741"/>
                  </a:cubicBezTo>
                  <a:cubicBezTo>
                    <a:pt x="14611" y="11293"/>
                    <a:pt x="15500" y="12046"/>
                    <a:pt x="16412" y="12046"/>
                  </a:cubicBezTo>
                  <a:cubicBezTo>
                    <a:pt x="17318" y="12046"/>
                    <a:pt x="18248" y="11302"/>
                    <a:pt x="18447" y="8873"/>
                  </a:cubicBezTo>
                  <a:cubicBezTo>
                    <a:pt x="18658" y="6585"/>
                    <a:pt x="15852" y="683"/>
                    <a:pt x="11379" y="6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56"/>
            <p:cNvSpPr/>
            <p:nvPr/>
          </p:nvSpPr>
          <p:spPr>
            <a:xfrm>
              <a:off x="9191100" y="2047000"/>
              <a:ext cx="63025" cy="80625"/>
            </a:xfrm>
            <a:custGeom>
              <a:avLst/>
              <a:gdLst/>
              <a:ahLst/>
              <a:cxnLst/>
              <a:rect l="l" t="t" r="r" b="b"/>
              <a:pathLst>
                <a:path w="2521" h="3225" extrusionOk="0">
                  <a:moveTo>
                    <a:pt x="1564" y="1"/>
                  </a:moveTo>
                  <a:cubicBezTo>
                    <a:pt x="1434" y="1"/>
                    <a:pt x="1291" y="50"/>
                    <a:pt x="1135" y="164"/>
                  </a:cubicBezTo>
                  <a:cubicBezTo>
                    <a:pt x="467" y="664"/>
                    <a:pt x="0" y="2732"/>
                    <a:pt x="901" y="3199"/>
                  </a:cubicBezTo>
                  <a:cubicBezTo>
                    <a:pt x="934" y="3216"/>
                    <a:pt x="984" y="3224"/>
                    <a:pt x="1034" y="3224"/>
                  </a:cubicBezTo>
                  <a:cubicBezTo>
                    <a:pt x="1085" y="3224"/>
                    <a:pt x="1135" y="3216"/>
                    <a:pt x="1168" y="3199"/>
                  </a:cubicBezTo>
                  <a:cubicBezTo>
                    <a:pt x="1668" y="3032"/>
                    <a:pt x="2102" y="2565"/>
                    <a:pt x="2269" y="2032"/>
                  </a:cubicBezTo>
                  <a:cubicBezTo>
                    <a:pt x="2520" y="1333"/>
                    <a:pt x="2233" y="1"/>
                    <a:pt x="1564" y="1"/>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56"/>
            <p:cNvSpPr/>
            <p:nvPr/>
          </p:nvSpPr>
          <p:spPr>
            <a:xfrm>
              <a:off x="8998450" y="2166050"/>
              <a:ext cx="78425" cy="50200"/>
            </a:xfrm>
            <a:custGeom>
              <a:avLst/>
              <a:gdLst/>
              <a:ahLst/>
              <a:cxnLst/>
              <a:rect l="l" t="t" r="r" b="b"/>
              <a:pathLst>
                <a:path w="3137" h="2008" extrusionOk="0">
                  <a:moveTo>
                    <a:pt x="1448" y="0"/>
                  </a:moveTo>
                  <a:cubicBezTo>
                    <a:pt x="996" y="0"/>
                    <a:pt x="495" y="204"/>
                    <a:pt x="1" y="805"/>
                  </a:cubicBezTo>
                  <a:cubicBezTo>
                    <a:pt x="1" y="805"/>
                    <a:pt x="435" y="1890"/>
                    <a:pt x="850" y="1890"/>
                  </a:cubicBezTo>
                  <a:cubicBezTo>
                    <a:pt x="999" y="1890"/>
                    <a:pt x="1145" y="1751"/>
                    <a:pt x="1268" y="1373"/>
                  </a:cubicBezTo>
                  <a:lnTo>
                    <a:pt x="1936" y="1373"/>
                  </a:lnTo>
                  <a:cubicBezTo>
                    <a:pt x="1895" y="1373"/>
                    <a:pt x="2215" y="2007"/>
                    <a:pt x="2554" y="2007"/>
                  </a:cubicBezTo>
                  <a:cubicBezTo>
                    <a:pt x="2770" y="2007"/>
                    <a:pt x="2994" y="1749"/>
                    <a:pt x="3136" y="906"/>
                  </a:cubicBezTo>
                  <a:cubicBezTo>
                    <a:pt x="3136" y="906"/>
                    <a:pt x="2400" y="0"/>
                    <a:pt x="1448" y="0"/>
                  </a:cubicBezTo>
                  <a:close/>
                </a:path>
              </a:pathLst>
            </a:custGeom>
            <a:solidFill>
              <a:srgbClr val="D89C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56"/>
            <p:cNvSpPr/>
            <p:nvPr/>
          </p:nvSpPr>
          <p:spPr>
            <a:xfrm>
              <a:off x="9207775" y="2056300"/>
              <a:ext cx="26700" cy="54850"/>
            </a:xfrm>
            <a:custGeom>
              <a:avLst/>
              <a:gdLst/>
              <a:ahLst/>
              <a:cxnLst/>
              <a:rect l="l" t="t" r="r" b="b"/>
              <a:pathLst>
                <a:path w="1068" h="2194" extrusionOk="0">
                  <a:moveTo>
                    <a:pt x="951" y="0"/>
                  </a:moveTo>
                  <a:cubicBezTo>
                    <a:pt x="935" y="0"/>
                    <a:pt x="918" y="8"/>
                    <a:pt x="901" y="25"/>
                  </a:cubicBezTo>
                  <a:cubicBezTo>
                    <a:pt x="901" y="25"/>
                    <a:pt x="1" y="859"/>
                    <a:pt x="401" y="2127"/>
                  </a:cubicBezTo>
                  <a:cubicBezTo>
                    <a:pt x="401" y="2160"/>
                    <a:pt x="434" y="2193"/>
                    <a:pt x="468" y="2193"/>
                  </a:cubicBezTo>
                  <a:cubicBezTo>
                    <a:pt x="568" y="2160"/>
                    <a:pt x="601" y="2127"/>
                    <a:pt x="568" y="2093"/>
                  </a:cubicBezTo>
                  <a:cubicBezTo>
                    <a:pt x="234" y="926"/>
                    <a:pt x="968" y="192"/>
                    <a:pt x="1001" y="159"/>
                  </a:cubicBezTo>
                  <a:cubicBezTo>
                    <a:pt x="1068" y="125"/>
                    <a:pt x="1068" y="92"/>
                    <a:pt x="1001" y="25"/>
                  </a:cubicBezTo>
                  <a:cubicBezTo>
                    <a:pt x="985" y="8"/>
                    <a:pt x="968" y="0"/>
                    <a:pt x="951" y="0"/>
                  </a:cubicBez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56"/>
            <p:cNvSpPr/>
            <p:nvPr/>
          </p:nvSpPr>
          <p:spPr>
            <a:xfrm>
              <a:off x="9218625" y="2072425"/>
              <a:ext cx="22525" cy="27875"/>
            </a:xfrm>
            <a:custGeom>
              <a:avLst/>
              <a:gdLst/>
              <a:ahLst/>
              <a:cxnLst/>
              <a:rect l="l" t="t" r="r" b="b"/>
              <a:pathLst>
                <a:path w="901" h="1115" extrusionOk="0">
                  <a:moveTo>
                    <a:pt x="131" y="0"/>
                  </a:moveTo>
                  <a:cubicBezTo>
                    <a:pt x="97" y="0"/>
                    <a:pt x="57" y="24"/>
                    <a:pt x="34" y="47"/>
                  </a:cubicBezTo>
                  <a:cubicBezTo>
                    <a:pt x="0" y="114"/>
                    <a:pt x="34" y="147"/>
                    <a:pt x="67" y="181"/>
                  </a:cubicBezTo>
                  <a:cubicBezTo>
                    <a:pt x="134" y="181"/>
                    <a:pt x="701" y="414"/>
                    <a:pt x="634" y="981"/>
                  </a:cubicBezTo>
                  <a:cubicBezTo>
                    <a:pt x="634" y="1048"/>
                    <a:pt x="634" y="1115"/>
                    <a:pt x="701" y="1115"/>
                  </a:cubicBezTo>
                  <a:cubicBezTo>
                    <a:pt x="734" y="1115"/>
                    <a:pt x="801" y="1115"/>
                    <a:pt x="834" y="1015"/>
                  </a:cubicBezTo>
                  <a:cubicBezTo>
                    <a:pt x="901" y="347"/>
                    <a:pt x="200" y="14"/>
                    <a:pt x="167" y="14"/>
                  </a:cubicBezTo>
                  <a:cubicBezTo>
                    <a:pt x="157" y="4"/>
                    <a:pt x="145" y="0"/>
                    <a:pt x="131" y="0"/>
                  </a:cubicBez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56"/>
            <p:cNvSpPr/>
            <p:nvPr/>
          </p:nvSpPr>
          <p:spPr>
            <a:xfrm>
              <a:off x="9081025" y="2051075"/>
              <a:ext cx="25025" cy="25050"/>
            </a:xfrm>
            <a:custGeom>
              <a:avLst/>
              <a:gdLst/>
              <a:ahLst/>
              <a:cxnLst/>
              <a:rect l="l" t="t" r="r" b="b"/>
              <a:pathLst>
                <a:path w="1001" h="1002" extrusionOk="0">
                  <a:moveTo>
                    <a:pt x="501" y="1"/>
                  </a:moveTo>
                  <a:cubicBezTo>
                    <a:pt x="200" y="1"/>
                    <a:pt x="0" y="234"/>
                    <a:pt x="0" y="501"/>
                  </a:cubicBezTo>
                  <a:cubicBezTo>
                    <a:pt x="0" y="801"/>
                    <a:pt x="234" y="1001"/>
                    <a:pt x="501" y="1001"/>
                  </a:cubicBezTo>
                  <a:cubicBezTo>
                    <a:pt x="801" y="1001"/>
                    <a:pt x="1001" y="734"/>
                    <a:pt x="1001" y="501"/>
                  </a:cubicBezTo>
                  <a:cubicBezTo>
                    <a:pt x="1001" y="234"/>
                    <a:pt x="801" y="34"/>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56"/>
            <p:cNvSpPr/>
            <p:nvPr/>
          </p:nvSpPr>
          <p:spPr>
            <a:xfrm>
              <a:off x="8981775" y="2051075"/>
              <a:ext cx="25050" cy="25050"/>
            </a:xfrm>
            <a:custGeom>
              <a:avLst/>
              <a:gdLst/>
              <a:ahLst/>
              <a:cxnLst/>
              <a:rect l="l" t="t" r="r" b="b"/>
              <a:pathLst>
                <a:path w="1002" h="1002" extrusionOk="0">
                  <a:moveTo>
                    <a:pt x="501" y="1"/>
                  </a:moveTo>
                  <a:cubicBezTo>
                    <a:pt x="201" y="1"/>
                    <a:pt x="1" y="234"/>
                    <a:pt x="1" y="501"/>
                  </a:cubicBezTo>
                  <a:cubicBezTo>
                    <a:pt x="1" y="801"/>
                    <a:pt x="268" y="1001"/>
                    <a:pt x="501" y="1001"/>
                  </a:cubicBezTo>
                  <a:cubicBezTo>
                    <a:pt x="801" y="1001"/>
                    <a:pt x="1001" y="734"/>
                    <a:pt x="1001" y="501"/>
                  </a:cubicBezTo>
                  <a:cubicBezTo>
                    <a:pt x="1001" y="234"/>
                    <a:pt x="801" y="34"/>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56"/>
            <p:cNvSpPr/>
            <p:nvPr/>
          </p:nvSpPr>
          <p:spPr>
            <a:xfrm>
              <a:off x="9078525" y="2017000"/>
              <a:ext cx="53400" cy="23250"/>
            </a:xfrm>
            <a:custGeom>
              <a:avLst/>
              <a:gdLst/>
              <a:ahLst/>
              <a:cxnLst/>
              <a:rect l="l" t="t" r="r" b="b"/>
              <a:pathLst>
                <a:path w="2136" h="930" extrusionOk="0">
                  <a:moveTo>
                    <a:pt x="701" y="1"/>
                  </a:moveTo>
                  <a:cubicBezTo>
                    <a:pt x="476" y="1"/>
                    <a:pt x="264" y="51"/>
                    <a:pt x="134" y="196"/>
                  </a:cubicBezTo>
                  <a:cubicBezTo>
                    <a:pt x="67" y="263"/>
                    <a:pt x="0" y="430"/>
                    <a:pt x="100" y="563"/>
                  </a:cubicBezTo>
                  <a:cubicBezTo>
                    <a:pt x="167" y="696"/>
                    <a:pt x="300" y="730"/>
                    <a:pt x="467" y="763"/>
                  </a:cubicBezTo>
                  <a:cubicBezTo>
                    <a:pt x="934" y="897"/>
                    <a:pt x="1368" y="930"/>
                    <a:pt x="1868" y="930"/>
                  </a:cubicBezTo>
                  <a:cubicBezTo>
                    <a:pt x="1935" y="930"/>
                    <a:pt x="2002" y="930"/>
                    <a:pt x="2035" y="897"/>
                  </a:cubicBezTo>
                  <a:cubicBezTo>
                    <a:pt x="2102" y="863"/>
                    <a:pt x="2135" y="763"/>
                    <a:pt x="2102" y="696"/>
                  </a:cubicBezTo>
                  <a:cubicBezTo>
                    <a:pt x="2035" y="396"/>
                    <a:pt x="1801" y="229"/>
                    <a:pt x="1501" y="163"/>
                  </a:cubicBezTo>
                  <a:cubicBezTo>
                    <a:pt x="1312" y="87"/>
                    <a:pt x="995" y="1"/>
                    <a:pt x="7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56"/>
            <p:cNvSpPr/>
            <p:nvPr/>
          </p:nvSpPr>
          <p:spPr>
            <a:xfrm>
              <a:off x="8968450" y="2019700"/>
              <a:ext cx="53375" cy="23900"/>
            </a:xfrm>
            <a:custGeom>
              <a:avLst/>
              <a:gdLst/>
              <a:ahLst/>
              <a:cxnLst/>
              <a:rect l="l" t="t" r="r" b="b"/>
              <a:pathLst>
                <a:path w="2135" h="956" extrusionOk="0">
                  <a:moveTo>
                    <a:pt x="1356" y="0"/>
                  </a:moveTo>
                  <a:cubicBezTo>
                    <a:pt x="1085" y="0"/>
                    <a:pt x="806" y="69"/>
                    <a:pt x="634" y="155"/>
                  </a:cubicBezTo>
                  <a:cubicBezTo>
                    <a:pt x="334" y="255"/>
                    <a:pt x="67" y="422"/>
                    <a:pt x="33" y="722"/>
                  </a:cubicBezTo>
                  <a:cubicBezTo>
                    <a:pt x="0" y="789"/>
                    <a:pt x="33" y="889"/>
                    <a:pt x="67" y="922"/>
                  </a:cubicBezTo>
                  <a:cubicBezTo>
                    <a:pt x="133" y="955"/>
                    <a:pt x="200" y="955"/>
                    <a:pt x="234" y="955"/>
                  </a:cubicBezTo>
                  <a:cubicBezTo>
                    <a:pt x="734" y="955"/>
                    <a:pt x="1201" y="922"/>
                    <a:pt x="1668" y="789"/>
                  </a:cubicBezTo>
                  <a:cubicBezTo>
                    <a:pt x="1835" y="755"/>
                    <a:pt x="1968" y="722"/>
                    <a:pt x="2035" y="588"/>
                  </a:cubicBezTo>
                  <a:cubicBezTo>
                    <a:pt x="2135" y="455"/>
                    <a:pt x="2068" y="288"/>
                    <a:pt x="2001" y="222"/>
                  </a:cubicBezTo>
                  <a:cubicBezTo>
                    <a:pt x="1856" y="60"/>
                    <a:pt x="1610" y="0"/>
                    <a:pt x="13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56"/>
            <p:cNvSpPr/>
            <p:nvPr/>
          </p:nvSpPr>
          <p:spPr>
            <a:xfrm>
              <a:off x="9015150" y="2169500"/>
              <a:ext cx="75900" cy="35925"/>
            </a:xfrm>
            <a:custGeom>
              <a:avLst/>
              <a:gdLst/>
              <a:ahLst/>
              <a:cxnLst/>
              <a:rect l="l" t="t" r="r" b="b"/>
              <a:pathLst>
                <a:path w="3036" h="1437" extrusionOk="0">
                  <a:moveTo>
                    <a:pt x="3036" y="0"/>
                  </a:moveTo>
                  <a:lnTo>
                    <a:pt x="3036" y="0"/>
                  </a:lnTo>
                  <a:cubicBezTo>
                    <a:pt x="2302" y="89"/>
                    <a:pt x="1720" y="119"/>
                    <a:pt x="1270" y="119"/>
                  </a:cubicBezTo>
                  <a:cubicBezTo>
                    <a:pt x="371" y="119"/>
                    <a:pt x="0" y="0"/>
                    <a:pt x="0" y="0"/>
                  </a:cubicBezTo>
                  <a:lnTo>
                    <a:pt x="0" y="0"/>
                  </a:lnTo>
                  <a:cubicBezTo>
                    <a:pt x="0" y="0"/>
                    <a:pt x="0" y="1401"/>
                    <a:pt x="1368" y="1435"/>
                  </a:cubicBezTo>
                  <a:cubicBezTo>
                    <a:pt x="1397" y="1436"/>
                    <a:pt x="1425" y="1437"/>
                    <a:pt x="1453" y="1437"/>
                  </a:cubicBezTo>
                  <a:cubicBezTo>
                    <a:pt x="2716" y="1437"/>
                    <a:pt x="3036" y="0"/>
                    <a:pt x="3036" y="0"/>
                  </a:cubicBez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56"/>
            <p:cNvSpPr/>
            <p:nvPr/>
          </p:nvSpPr>
          <p:spPr>
            <a:xfrm>
              <a:off x="9028475" y="2046900"/>
              <a:ext cx="28375" cy="93825"/>
            </a:xfrm>
            <a:custGeom>
              <a:avLst/>
              <a:gdLst/>
              <a:ahLst/>
              <a:cxnLst/>
              <a:rect l="l" t="t" r="r" b="b"/>
              <a:pathLst>
                <a:path w="1135" h="3753" extrusionOk="0">
                  <a:moveTo>
                    <a:pt x="501" y="1"/>
                  </a:moveTo>
                  <a:cubicBezTo>
                    <a:pt x="501" y="1"/>
                    <a:pt x="735" y="1469"/>
                    <a:pt x="334" y="2469"/>
                  </a:cubicBezTo>
                  <a:cubicBezTo>
                    <a:pt x="46" y="3255"/>
                    <a:pt x="211" y="3753"/>
                    <a:pt x="682" y="3753"/>
                  </a:cubicBezTo>
                  <a:cubicBezTo>
                    <a:pt x="811" y="3753"/>
                    <a:pt x="963" y="3716"/>
                    <a:pt x="1135" y="3637"/>
                  </a:cubicBezTo>
                  <a:cubicBezTo>
                    <a:pt x="1135" y="3637"/>
                    <a:pt x="1068" y="3503"/>
                    <a:pt x="768" y="3470"/>
                  </a:cubicBezTo>
                  <a:cubicBezTo>
                    <a:pt x="1" y="3370"/>
                    <a:pt x="1135" y="735"/>
                    <a:pt x="501" y="1"/>
                  </a:cubicBezTo>
                  <a:close/>
                </a:path>
              </a:pathLst>
            </a:custGeom>
            <a:solidFill>
              <a:srgbClr val="683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56"/>
            <p:cNvSpPr/>
            <p:nvPr/>
          </p:nvSpPr>
          <p:spPr>
            <a:xfrm>
              <a:off x="9026825" y="2187125"/>
              <a:ext cx="55875" cy="19150"/>
            </a:xfrm>
            <a:custGeom>
              <a:avLst/>
              <a:gdLst/>
              <a:ahLst/>
              <a:cxnLst/>
              <a:rect l="l" t="t" r="r" b="b"/>
              <a:pathLst>
                <a:path w="2235" h="766" extrusionOk="0">
                  <a:moveTo>
                    <a:pt x="1383" y="1"/>
                  </a:moveTo>
                  <a:cubicBezTo>
                    <a:pt x="743" y="1"/>
                    <a:pt x="286" y="181"/>
                    <a:pt x="0" y="396"/>
                  </a:cubicBezTo>
                  <a:cubicBezTo>
                    <a:pt x="167" y="596"/>
                    <a:pt x="500" y="730"/>
                    <a:pt x="901" y="763"/>
                  </a:cubicBezTo>
                  <a:cubicBezTo>
                    <a:pt x="929" y="764"/>
                    <a:pt x="957" y="765"/>
                    <a:pt x="985" y="765"/>
                  </a:cubicBezTo>
                  <a:cubicBezTo>
                    <a:pt x="1604" y="765"/>
                    <a:pt x="2011" y="415"/>
                    <a:pt x="2235" y="96"/>
                  </a:cubicBezTo>
                  <a:cubicBezTo>
                    <a:pt x="1922" y="29"/>
                    <a:pt x="1638" y="1"/>
                    <a:pt x="1383" y="1"/>
                  </a:cubicBezTo>
                  <a:close/>
                </a:path>
              </a:pathLst>
            </a:custGeom>
            <a:solidFill>
              <a:srgbClr val="ED5F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56"/>
            <p:cNvSpPr/>
            <p:nvPr/>
          </p:nvSpPr>
          <p:spPr>
            <a:xfrm>
              <a:off x="8994300" y="2265400"/>
              <a:ext cx="216825" cy="140200"/>
            </a:xfrm>
            <a:custGeom>
              <a:avLst/>
              <a:gdLst/>
              <a:ahLst/>
              <a:cxnLst/>
              <a:rect l="l" t="t" r="r" b="b"/>
              <a:pathLst>
                <a:path w="8673" h="5608" extrusionOk="0">
                  <a:moveTo>
                    <a:pt x="500" y="0"/>
                  </a:moveTo>
                  <a:lnTo>
                    <a:pt x="0" y="2669"/>
                  </a:lnTo>
                  <a:cubicBezTo>
                    <a:pt x="0" y="2669"/>
                    <a:pt x="1334" y="5271"/>
                    <a:pt x="3603" y="5571"/>
                  </a:cubicBezTo>
                  <a:cubicBezTo>
                    <a:pt x="3831" y="5595"/>
                    <a:pt x="4054" y="5608"/>
                    <a:pt x="4272" y="5608"/>
                  </a:cubicBezTo>
                  <a:cubicBezTo>
                    <a:pt x="6157" y="5608"/>
                    <a:pt x="7656" y="4656"/>
                    <a:pt x="8673" y="1935"/>
                  </a:cubicBezTo>
                  <a:lnTo>
                    <a:pt x="7972" y="100"/>
                  </a:lnTo>
                  <a:lnTo>
                    <a:pt x="5004" y="2169"/>
                  </a:lnTo>
                  <a:lnTo>
                    <a:pt x="3870" y="4437"/>
                  </a:lnTo>
                  <a:lnTo>
                    <a:pt x="2936" y="2102"/>
                  </a:lnTo>
                  <a:lnTo>
                    <a:pt x="5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56"/>
            <p:cNvSpPr/>
            <p:nvPr/>
          </p:nvSpPr>
          <p:spPr>
            <a:xfrm>
              <a:off x="9120225" y="2301550"/>
              <a:ext cx="90075" cy="99800"/>
            </a:xfrm>
            <a:custGeom>
              <a:avLst/>
              <a:gdLst/>
              <a:ahLst/>
              <a:cxnLst/>
              <a:rect l="l" t="t" r="r" b="b"/>
              <a:pathLst>
                <a:path w="3603" h="3992" extrusionOk="0">
                  <a:moveTo>
                    <a:pt x="3410" y="0"/>
                  </a:moveTo>
                  <a:cubicBezTo>
                    <a:pt x="3364" y="0"/>
                    <a:pt x="3322" y="16"/>
                    <a:pt x="3302" y="55"/>
                  </a:cubicBezTo>
                  <a:cubicBezTo>
                    <a:pt x="2602" y="1256"/>
                    <a:pt x="1534" y="2991"/>
                    <a:pt x="1168" y="3558"/>
                  </a:cubicBezTo>
                  <a:cubicBezTo>
                    <a:pt x="1001" y="3058"/>
                    <a:pt x="634" y="2024"/>
                    <a:pt x="300" y="1090"/>
                  </a:cubicBezTo>
                  <a:cubicBezTo>
                    <a:pt x="300" y="1041"/>
                    <a:pt x="247" y="1010"/>
                    <a:pt x="192" y="1010"/>
                  </a:cubicBezTo>
                  <a:cubicBezTo>
                    <a:pt x="172" y="1010"/>
                    <a:pt x="151" y="1014"/>
                    <a:pt x="133" y="1023"/>
                  </a:cubicBezTo>
                  <a:cubicBezTo>
                    <a:pt x="67" y="1023"/>
                    <a:pt x="0" y="1123"/>
                    <a:pt x="67" y="1190"/>
                  </a:cubicBezTo>
                  <a:cubicBezTo>
                    <a:pt x="434" y="2157"/>
                    <a:pt x="967" y="3725"/>
                    <a:pt x="1001" y="3858"/>
                  </a:cubicBezTo>
                  <a:cubicBezTo>
                    <a:pt x="1001" y="3892"/>
                    <a:pt x="1067" y="3958"/>
                    <a:pt x="1134" y="3992"/>
                  </a:cubicBezTo>
                  <a:cubicBezTo>
                    <a:pt x="1268" y="3992"/>
                    <a:pt x="1501" y="3691"/>
                    <a:pt x="3569" y="222"/>
                  </a:cubicBezTo>
                  <a:cubicBezTo>
                    <a:pt x="3603" y="156"/>
                    <a:pt x="3603" y="55"/>
                    <a:pt x="3503" y="22"/>
                  </a:cubicBezTo>
                  <a:cubicBezTo>
                    <a:pt x="3475" y="8"/>
                    <a:pt x="3442"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56"/>
            <p:cNvSpPr/>
            <p:nvPr/>
          </p:nvSpPr>
          <p:spPr>
            <a:xfrm>
              <a:off x="8999300" y="2290100"/>
              <a:ext cx="70075" cy="92075"/>
            </a:xfrm>
            <a:custGeom>
              <a:avLst/>
              <a:gdLst/>
              <a:ahLst/>
              <a:cxnLst/>
              <a:rect l="l" t="t" r="r" b="b"/>
              <a:pathLst>
                <a:path w="2803" h="3683" extrusionOk="0">
                  <a:moveTo>
                    <a:pt x="188" y="1"/>
                  </a:moveTo>
                  <a:cubicBezTo>
                    <a:pt x="169" y="1"/>
                    <a:pt x="150" y="5"/>
                    <a:pt x="134" y="13"/>
                  </a:cubicBezTo>
                  <a:cubicBezTo>
                    <a:pt x="34" y="13"/>
                    <a:pt x="0" y="113"/>
                    <a:pt x="34" y="180"/>
                  </a:cubicBezTo>
                  <a:lnTo>
                    <a:pt x="1335" y="3616"/>
                  </a:lnTo>
                  <a:cubicBezTo>
                    <a:pt x="1335" y="3649"/>
                    <a:pt x="1401" y="3682"/>
                    <a:pt x="1468" y="3682"/>
                  </a:cubicBezTo>
                  <a:cubicBezTo>
                    <a:pt x="1501" y="3682"/>
                    <a:pt x="1568" y="3649"/>
                    <a:pt x="1601" y="3649"/>
                  </a:cubicBezTo>
                  <a:lnTo>
                    <a:pt x="2769" y="1614"/>
                  </a:lnTo>
                  <a:cubicBezTo>
                    <a:pt x="2802" y="1581"/>
                    <a:pt x="2802" y="1481"/>
                    <a:pt x="2702" y="1447"/>
                  </a:cubicBezTo>
                  <a:cubicBezTo>
                    <a:pt x="2688" y="1434"/>
                    <a:pt x="2669" y="1426"/>
                    <a:pt x="2646" y="1426"/>
                  </a:cubicBezTo>
                  <a:cubicBezTo>
                    <a:pt x="2614" y="1426"/>
                    <a:pt x="2575" y="1442"/>
                    <a:pt x="2535" y="1481"/>
                  </a:cubicBezTo>
                  <a:lnTo>
                    <a:pt x="1501" y="3282"/>
                  </a:lnTo>
                  <a:lnTo>
                    <a:pt x="300" y="113"/>
                  </a:lnTo>
                  <a:cubicBezTo>
                    <a:pt x="300" y="38"/>
                    <a:pt x="244" y="1"/>
                    <a:pt x="1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56"/>
            <p:cNvSpPr/>
            <p:nvPr/>
          </p:nvSpPr>
          <p:spPr>
            <a:xfrm>
              <a:off x="9056825" y="2372975"/>
              <a:ext cx="39225" cy="452850"/>
            </a:xfrm>
            <a:custGeom>
              <a:avLst/>
              <a:gdLst/>
              <a:ahLst/>
              <a:cxnLst/>
              <a:rect l="l" t="t" r="r" b="b"/>
              <a:pathLst>
                <a:path w="1569" h="18114" extrusionOk="0">
                  <a:moveTo>
                    <a:pt x="1469" y="0"/>
                  </a:moveTo>
                  <a:cubicBezTo>
                    <a:pt x="1369" y="0"/>
                    <a:pt x="1302" y="34"/>
                    <a:pt x="1302" y="134"/>
                  </a:cubicBezTo>
                  <a:cubicBezTo>
                    <a:pt x="1268" y="234"/>
                    <a:pt x="1" y="13577"/>
                    <a:pt x="101" y="17980"/>
                  </a:cubicBezTo>
                  <a:cubicBezTo>
                    <a:pt x="101" y="18047"/>
                    <a:pt x="134" y="18113"/>
                    <a:pt x="201" y="18113"/>
                  </a:cubicBezTo>
                  <a:cubicBezTo>
                    <a:pt x="301" y="18113"/>
                    <a:pt x="334" y="18013"/>
                    <a:pt x="368" y="18013"/>
                  </a:cubicBezTo>
                  <a:cubicBezTo>
                    <a:pt x="301" y="13677"/>
                    <a:pt x="1569" y="301"/>
                    <a:pt x="1569" y="167"/>
                  </a:cubicBezTo>
                  <a:cubicBezTo>
                    <a:pt x="1569" y="67"/>
                    <a:pt x="1535" y="0"/>
                    <a:pt x="14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56"/>
            <p:cNvSpPr/>
            <p:nvPr/>
          </p:nvSpPr>
          <p:spPr>
            <a:xfrm>
              <a:off x="8850850" y="3261625"/>
              <a:ext cx="473700" cy="27875"/>
            </a:xfrm>
            <a:custGeom>
              <a:avLst/>
              <a:gdLst/>
              <a:ahLst/>
              <a:cxnLst/>
              <a:rect l="l" t="t" r="r" b="b"/>
              <a:pathLst>
                <a:path w="18948" h="1115" extrusionOk="0">
                  <a:moveTo>
                    <a:pt x="137" y="1"/>
                  </a:moveTo>
                  <a:cubicBezTo>
                    <a:pt x="84" y="1"/>
                    <a:pt x="59" y="38"/>
                    <a:pt x="34" y="113"/>
                  </a:cubicBezTo>
                  <a:cubicBezTo>
                    <a:pt x="1" y="180"/>
                    <a:pt x="34" y="213"/>
                    <a:pt x="101" y="280"/>
                  </a:cubicBezTo>
                  <a:cubicBezTo>
                    <a:pt x="2069" y="914"/>
                    <a:pt x="5204" y="1114"/>
                    <a:pt x="8340" y="1114"/>
                  </a:cubicBezTo>
                  <a:cubicBezTo>
                    <a:pt x="13363" y="1114"/>
                    <a:pt x="18448" y="579"/>
                    <a:pt x="18826" y="579"/>
                  </a:cubicBezTo>
                  <a:cubicBezTo>
                    <a:pt x="18838" y="579"/>
                    <a:pt x="18845" y="579"/>
                    <a:pt x="18847" y="580"/>
                  </a:cubicBezTo>
                  <a:cubicBezTo>
                    <a:pt x="18914" y="514"/>
                    <a:pt x="18948" y="480"/>
                    <a:pt x="18948" y="414"/>
                  </a:cubicBezTo>
                  <a:cubicBezTo>
                    <a:pt x="18914" y="313"/>
                    <a:pt x="18881" y="280"/>
                    <a:pt x="18781" y="280"/>
                  </a:cubicBezTo>
                  <a:cubicBezTo>
                    <a:pt x="18718" y="301"/>
                    <a:pt x="13517" y="839"/>
                    <a:pt x="8362" y="839"/>
                  </a:cubicBezTo>
                  <a:cubicBezTo>
                    <a:pt x="5241" y="839"/>
                    <a:pt x="2138" y="642"/>
                    <a:pt x="201" y="13"/>
                  </a:cubicBezTo>
                  <a:cubicBezTo>
                    <a:pt x="176" y="5"/>
                    <a:pt x="155" y="1"/>
                    <a:pt x="137" y="1"/>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56"/>
            <p:cNvSpPr/>
            <p:nvPr/>
          </p:nvSpPr>
          <p:spPr>
            <a:xfrm>
              <a:off x="9043500" y="2907525"/>
              <a:ext cx="22525" cy="381125"/>
            </a:xfrm>
            <a:custGeom>
              <a:avLst/>
              <a:gdLst/>
              <a:ahLst/>
              <a:cxnLst/>
              <a:rect l="l" t="t" r="r" b="b"/>
              <a:pathLst>
                <a:path w="901" h="15245" extrusionOk="0">
                  <a:moveTo>
                    <a:pt x="501" y="0"/>
                  </a:moveTo>
                  <a:cubicBezTo>
                    <a:pt x="434" y="0"/>
                    <a:pt x="367" y="67"/>
                    <a:pt x="367" y="134"/>
                  </a:cubicBezTo>
                  <a:cubicBezTo>
                    <a:pt x="367" y="234"/>
                    <a:pt x="0" y="9774"/>
                    <a:pt x="634" y="15111"/>
                  </a:cubicBezTo>
                  <a:cubicBezTo>
                    <a:pt x="634" y="15178"/>
                    <a:pt x="667" y="15245"/>
                    <a:pt x="734" y="15245"/>
                  </a:cubicBezTo>
                  <a:cubicBezTo>
                    <a:pt x="834" y="15245"/>
                    <a:pt x="901" y="15145"/>
                    <a:pt x="867" y="15078"/>
                  </a:cubicBezTo>
                  <a:cubicBezTo>
                    <a:pt x="267" y="9774"/>
                    <a:pt x="634" y="234"/>
                    <a:pt x="634" y="134"/>
                  </a:cubicBezTo>
                  <a:cubicBezTo>
                    <a:pt x="634" y="101"/>
                    <a:pt x="567" y="0"/>
                    <a:pt x="5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56"/>
            <p:cNvSpPr/>
            <p:nvPr/>
          </p:nvSpPr>
          <p:spPr>
            <a:xfrm>
              <a:off x="9140225" y="2590625"/>
              <a:ext cx="156800" cy="39225"/>
            </a:xfrm>
            <a:custGeom>
              <a:avLst/>
              <a:gdLst/>
              <a:ahLst/>
              <a:cxnLst/>
              <a:rect l="l" t="t" r="r" b="b"/>
              <a:pathLst>
                <a:path w="6272" h="1569" extrusionOk="0">
                  <a:moveTo>
                    <a:pt x="301" y="268"/>
                  </a:moveTo>
                  <a:lnTo>
                    <a:pt x="5938" y="334"/>
                  </a:lnTo>
                  <a:lnTo>
                    <a:pt x="6005" y="1268"/>
                  </a:lnTo>
                  <a:lnTo>
                    <a:pt x="368" y="1168"/>
                  </a:lnTo>
                  <a:lnTo>
                    <a:pt x="301" y="268"/>
                  </a:lnTo>
                  <a:close/>
                  <a:moveTo>
                    <a:pt x="134" y="1"/>
                  </a:moveTo>
                  <a:cubicBezTo>
                    <a:pt x="134" y="1"/>
                    <a:pt x="101" y="1"/>
                    <a:pt x="34" y="67"/>
                  </a:cubicBezTo>
                  <a:cubicBezTo>
                    <a:pt x="1" y="101"/>
                    <a:pt x="1" y="134"/>
                    <a:pt x="1" y="167"/>
                  </a:cubicBezTo>
                  <a:lnTo>
                    <a:pt x="101" y="1335"/>
                  </a:lnTo>
                  <a:cubicBezTo>
                    <a:pt x="101" y="1435"/>
                    <a:pt x="134" y="1468"/>
                    <a:pt x="201" y="1468"/>
                  </a:cubicBezTo>
                  <a:lnTo>
                    <a:pt x="6138" y="1568"/>
                  </a:lnTo>
                  <a:cubicBezTo>
                    <a:pt x="6172" y="1568"/>
                    <a:pt x="6205" y="1502"/>
                    <a:pt x="6205" y="1502"/>
                  </a:cubicBezTo>
                  <a:cubicBezTo>
                    <a:pt x="6272" y="1468"/>
                    <a:pt x="6272" y="1435"/>
                    <a:pt x="6272" y="1402"/>
                  </a:cubicBezTo>
                  <a:lnTo>
                    <a:pt x="6172" y="234"/>
                  </a:lnTo>
                  <a:cubicBezTo>
                    <a:pt x="6172" y="134"/>
                    <a:pt x="6138" y="101"/>
                    <a:pt x="6038" y="101"/>
                  </a:cubicBezTo>
                  <a:lnTo>
                    <a:pt x="1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56"/>
            <p:cNvSpPr/>
            <p:nvPr/>
          </p:nvSpPr>
          <p:spPr>
            <a:xfrm>
              <a:off x="8137850" y="1981025"/>
              <a:ext cx="657150" cy="613800"/>
            </a:xfrm>
            <a:custGeom>
              <a:avLst/>
              <a:gdLst/>
              <a:ahLst/>
              <a:cxnLst/>
              <a:rect l="l" t="t" r="r" b="b"/>
              <a:pathLst>
                <a:path w="26286" h="24552" extrusionOk="0">
                  <a:moveTo>
                    <a:pt x="3603" y="1"/>
                  </a:moveTo>
                  <a:cubicBezTo>
                    <a:pt x="3603" y="1"/>
                    <a:pt x="0" y="2536"/>
                    <a:pt x="1001" y="4237"/>
                  </a:cubicBezTo>
                  <a:cubicBezTo>
                    <a:pt x="2001" y="5969"/>
                    <a:pt x="25695" y="21545"/>
                    <a:pt x="26284" y="24541"/>
                  </a:cubicBezTo>
                  <a:lnTo>
                    <a:pt x="26284" y="24541"/>
                  </a:lnTo>
                  <a:cubicBezTo>
                    <a:pt x="26241" y="24176"/>
                    <a:pt x="25903" y="14729"/>
                    <a:pt x="23184" y="12009"/>
                  </a:cubicBezTo>
                  <a:cubicBezTo>
                    <a:pt x="23184" y="12009"/>
                    <a:pt x="10074" y="3370"/>
                    <a:pt x="3603" y="1"/>
                  </a:cubicBezTo>
                  <a:close/>
                  <a:moveTo>
                    <a:pt x="26284" y="24541"/>
                  </a:moveTo>
                  <a:cubicBezTo>
                    <a:pt x="26285" y="24547"/>
                    <a:pt x="26285" y="24551"/>
                    <a:pt x="26286" y="24551"/>
                  </a:cubicBezTo>
                  <a:cubicBezTo>
                    <a:pt x="26285" y="24548"/>
                    <a:pt x="26284" y="24544"/>
                    <a:pt x="26284" y="2454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56"/>
            <p:cNvSpPr/>
            <p:nvPr/>
          </p:nvSpPr>
          <p:spPr>
            <a:xfrm>
              <a:off x="8056125" y="1941825"/>
              <a:ext cx="48400" cy="40050"/>
            </a:xfrm>
            <a:custGeom>
              <a:avLst/>
              <a:gdLst/>
              <a:ahLst/>
              <a:cxnLst/>
              <a:rect l="l" t="t" r="r" b="b"/>
              <a:pathLst>
                <a:path w="1936" h="1602" fill="none" extrusionOk="0">
                  <a:moveTo>
                    <a:pt x="0" y="668"/>
                  </a:moveTo>
                  <a:cubicBezTo>
                    <a:pt x="0" y="668"/>
                    <a:pt x="1235" y="1602"/>
                    <a:pt x="1601" y="1068"/>
                  </a:cubicBezTo>
                  <a:cubicBezTo>
                    <a:pt x="1935" y="535"/>
                    <a:pt x="301" y="1"/>
                    <a:pt x="301" y="1"/>
                  </a:cubicBezTo>
                </a:path>
              </a:pathLst>
            </a:custGeom>
            <a:noFill/>
            <a:ln w="8350" cap="flat" cmpd="sng">
              <a:solidFill>
                <a:srgbClr val="AF7568"/>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56"/>
            <p:cNvSpPr/>
            <p:nvPr/>
          </p:nvSpPr>
          <p:spPr>
            <a:xfrm>
              <a:off x="8048625" y="1918475"/>
              <a:ext cx="70075" cy="79250"/>
            </a:xfrm>
            <a:custGeom>
              <a:avLst/>
              <a:gdLst/>
              <a:ahLst/>
              <a:cxnLst/>
              <a:rect l="l" t="t" r="r" b="b"/>
              <a:pathLst>
                <a:path w="2803" h="3170" fill="none" extrusionOk="0">
                  <a:moveTo>
                    <a:pt x="1168" y="2169"/>
                  </a:moveTo>
                  <a:cubicBezTo>
                    <a:pt x="1168" y="2169"/>
                    <a:pt x="1334" y="3170"/>
                    <a:pt x="667" y="2803"/>
                  </a:cubicBezTo>
                  <a:cubicBezTo>
                    <a:pt x="0" y="2436"/>
                    <a:pt x="400" y="768"/>
                    <a:pt x="1101" y="1"/>
                  </a:cubicBezTo>
                  <a:cubicBezTo>
                    <a:pt x="1101" y="1"/>
                    <a:pt x="1835" y="1035"/>
                    <a:pt x="2402" y="968"/>
                  </a:cubicBezTo>
                  <a:cubicBezTo>
                    <a:pt x="2402" y="968"/>
                    <a:pt x="2802" y="1135"/>
                    <a:pt x="2402" y="1469"/>
                  </a:cubicBezTo>
                  <a:cubicBezTo>
                    <a:pt x="1968" y="1802"/>
                    <a:pt x="934" y="1002"/>
                    <a:pt x="934" y="1002"/>
                  </a:cubicBezTo>
                </a:path>
              </a:pathLst>
            </a:custGeom>
            <a:noFill/>
            <a:ln w="8350" cap="flat" cmpd="sng">
              <a:solidFill>
                <a:srgbClr val="AF7568"/>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5" name="Google Shape;2355;p56"/>
          <p:cNvGrpSpPr/>
          <p:nvPr/>
        </p:nvGrpSpPr>
        <p:grpSpPr>
          <a:xfrm>
            <a:off x="4713250" y="461700"/>
            <a:ext cx="961550" cy="803100"/>
            <a:chOff x="1428800" y="3101325"/>
            <a:chExt cx="961550" cy="803100"/>
          </a:xfrm>
        </p:grpSpPr>
        <p:sp>
          <p:nvSpPr>
            <p:cNvPr id="2356" name="Google Shape;2356;p56"/>
            <p:cNvSpPr/>
            <p:nvPr/>
          </p:nvSpPr>
          <p:spPr>
            <a:xfrm>
              <a:off x="1428800" y="3204725"/>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56"/>
            <p:cNvSpPr/>
            <p:nvPr/>
          </p:nvSpPr>
          <p:spPr>
            <a:xfrm>
              <a:off x="1953350" y="3101325"/>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56"/>
            <p:cNvSpPr/>
            <p:nvPr/>
          </p:nvSpPr>
          <p:spPr>
            <a:xfrm>
              <a:off x="1952525" y="3466575"/>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2"/>
        <p:cNvGrpSpPr/>
        <p:nvPr/>
      </p:nvGrpSpPr>
      <p:grpSpPr>
        <a:xfrm>
          <a:off x="0" y="0"/>
          <a:ext cx="0" cy="0"/>
          <a:chOff x="0" y="0"/>
          <a:chExt cx="0" cy="0"/>
        </a:xfrm>
      </p:grpSpPr>
      <p:grpSp>
        <p:nvGrpSpPr>
          <p:cNvPr id="2363" name="Google Shape;2363;p57"/>
          <p:cNvGrpSpPr/>
          <p:nvPr/>
        </p:nvGrpSpPr>
        <p:grpSpPr>
          <a:xfrm>
            <a:off x="5632483" y="3521526"/>
            <a:ext cx="883134" cy="828386"/>
            <a:chOff x="6410375" y="703200"/>
            <a:chExt cx="2108725" cy="1978000"/>
          </a:xfrm>
        </p:grpSpPr>
        <p:sp>
          <p:nvSpPr>
            <p:cNvPr id="2364" name="Google Shape;2364;p57"/>
            <p:cNvSpPr/>
            <p:nvPr/>
          </p:nvSpPr>
          <p:spPr>
            <a:xfrm>
              <a:off x="6410375" y="703200"/>
              <a:ext cx="2108725" cy="1978000"/>
            </a:xfrm>
            <a:custGeom>
              <a:avLst/>
              <a:gdLst/>
              <a:ahLst/>
              <a:cxnLst/>
              <a:rect l="l" t="t" r="r" b="b"/>
              <a:pathLst>
                <a:path w="84349" h="79120" extrusionOk="0">
                  <a:moveTo>
                    <a:pt x="1" y="0"/>
                  </a:moveTo>
                  <a:lnTo>
                    <a:pt x="1" y="79120"/>
                  </a:lnTo>
                  <a:lnTo>
                    <a:pt x="84349" y="79120"/>
                  </a:lnTo>
                  <a:lnTo>
                    <a:pt x="84349" y="0"/>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57"/>
            <p:cNvSpPr/>
            <p:nvPr/>
          </p:nvSpPr>
          <p:spPr>
            <a:xfrm>
              <a:off x="6410375" y="703200"/>
              <a:ext cx="2108725" cy="179350"/>
            </a:xfrm>
            <a:custGeom>
              <a:avLst/>
              <a:gdLst/>
              <a:ahLst/>
              <a:cxnLst/>
              <a:rect l="l" t="t" r="r" b="b"/>
              <a:pathLst>
                <a:path w="84349" h="7174" extrusionOk="0">
                  <a:moveTo>
                    <a:pt x="1" y="0"/>
                  </a:moveTo>
                  <a:lnTo>
                    <a:pt x="1" y="7173"/>
                  </a:lnTo>
                  <a:lnTo>
                    <a:pt x="84349" y="7173"/>
                  </a:lnTo>
                  <a:lnTo>
                    <a:pt x="8434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57"/>
            <p:cNvSpPr/>
            <p:nvPr/>
          </p:nvSpPr>
          <p:spPr>
            <a:xfrm>
              <a:off x="8383050" y="748025"/>
              <a:ext cx="91975" cy="91200"/>
            </a:xfrm>
            <a:custGeom>
              <a:avLst/>
              <a:gdLst/>
              <a:ahLst/>
              <a:cxnLst/>
              <a:rect l="l" t="t" r="r" b="b"/>
              <a:pathLst>
                <a:path w="3679" h="3648" fill="none" extrusionOk="0">
                  <a:moveTo>
                    <a:pt x="1" y="0"/>
                  </a:moveTo>
                  <a:lnTo>
                    <a:pt x="3679" y="3648"/>
                  </a:lnTo>
                </a:path>
              </a:pathLst>
            </a:custGeom>
            <a:noFill/>
            <a:ln w="15950" cap="rnd" cmpd="sng">
              <a:solidFill>
                <a:srgbClr val="F2F2F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57"/>
            <p:cNvSpPr/>
            <p:nvPr/>
          </p:nvSpPr>
          <p:spPr>
            <a:xfrm>
              <a:off x="8383050" y="748025"/>
              <a:ext cx="91975" cy="91200"/>
            </a:xfrm>
            <a:custGeom>
              <a:avLst/>
              <a:gdLst/>
              <a:ahLst/>
              <a:cxnLst/>
              <a:rect l="l" t="t" r="r" b="b"/>
              <a:pathLst>
                <a:path w="3679" h="3648" fill="none" extrusionOk="0">
                  <a:moveTo>
                    <a:pt x="3679" y="0"/>
                  </a:moveTo>
                  <a:lnTo>
                    <a:pt x="1" y="3648"/>
                  </a:lnTo>
                </a:path>
              </a:pathLst>
            </a:custGeom>
            <a:noFill/>
            <a:ln w="15950" cap="rnd" cmpd="sng">
              <a:solidFill>
                <a:srgbClr val="F2F2F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57"/>
            <p:cNvSpPr/>
            <p:nvPr/>
          </p:nvSpPr>
          <p:spPr>
            <a:xfrm>
              <a:off x="7290325" y="1232075"/>
              <a:ext cx="620100" cy="79050"/>
            </a:xfrm>
            <a:custGeom>
              <a:avLst/>
              <a:gdLst/>
              <a:ahLst/>
              <a:cxnLst/>
              <a:rect l="l" t="t" r="r" b="b"/>
              <a:pathLst>
                <a:path w="24804" h="3162" extrusionOk="0">
                  <a:moveTo>
                    <a:pt x="1" y="0"/>
                  </a:moveTo>
                  <a:lnTo>
                    <a:pt x="1" y="3162"/>
                  </a:lnTo>
                  <a:lnTo>
                    <a:pt x="24804" y="3162"/>
                  </a:lnTo>
                  <a:lnTo>
                    <a:pt x="2480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57"/>
            <p:cNvSpPr/>
            <p:nvPr/>
          </p:nvSpPr>
          <p:spPr>
            <a:xfrm>
              <a:off x="7290325" y="1089975"/>
              <a:ext cx="957500" cy="79050"/>
            </a:xfrm>
            <a:custGeom>
              <a:avLst/>
              <a:gdLst/>
              <a:ahLst/>
              <a:cxnLst/>
              <a:rect l="l" t="t" r="r" b="b"/>
              <a:pathLst>
                <a:path w="38300" h="3162" extrusionOk="0">
                  <a:moveTo>
                    <a:pt x="1" y="0"/>
                  </a:moveTo>
                  <a:lnTo>
                    <a:pt x="1" y="3162"/>
                  </a:lnTo>
                  <a:lnTo>
                    <a:pt x="38299" y="3162"/>
                  </a:lnTo>
                  <a:lnTo>
                    <a:pt x="3829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57"/>
            <p:cNvSpPr/>
            <p:nvPr/>
          </p:nvSpPr>
          <p:spPr>
            <a:xfrm>
              <a:off x="7504625" y="1377200"/>
              <a:ext cx="743950" cy="78300"/>
            </a:xfrm>
            <a:custGeom>
              <a:avLst/>
              <a:gdLst/>
              <a:ahLst/>
              <a:cxnLst/>
              <a:rect l="l" t="t" r="r" b="b"/>
              <a:pathLst>
                <a:path w="29758" h="3132" extrusionOk="0">
                  <a:moveTo>
                    <a:pt x="0" y="1"/>
                  </a:moveTo>
                  <a:lnTo>
                    <a:pt x="0" y="3132"/>
                  </a:lnTo>
                  <a:lnTo>
                    <a:pt x="29758" y="3132"/>
                  </a:lnTo>
                  <a:lnTo>
                    <a:pt x="297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57"/>
            <p:cNvSpPr/>
            <p:nvPr/>
          </p:nvSpPr>
          <p:spPr>
            <a:xfrm>
              <a:off x="7504625" y="1529200"/>
              <a:ext cx="743950" cy="78275"/>
            </a:xfrm>
            <a:custGeom>
              <a:avLst/>
              <a:gdLst/>
              <a:ahLst/>
              <a:cxnLst/>
              <a:rect l="l" t="t" r="r" b="b"/>
              <a:pathLst>
                <a:path w="29758" h="3131" extrusionOk="0">
                  <a:moveTo>
                    <a:pt x="0" y="0"/>
                  </a:moveTo>
                  <a:lnTo>
                    <a:pt x="0" y="3131"/>
                  </a:lnTo>
                  <a:lnTo>
                    <a:pt x="29758" y="3131"/>
                  </a:lnTo>
                  <a:lnTo>
                    <a:pt x="297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57"/>
            <p:cNvSpPr/>
            <p:nvPr/>
          </p:nvSpPr>
          <p:spPr>
            <a:xfrm>
              <a:off x="6977250" y="1681925"/>
              <a:ext cx="1271325" cy="79050"/>
            </a:xfrm>
            <a:custGeom>
              <a:avLst/>
              <a:gdLst/>
              <a:ahLst/>
              <a:cxnLst/>
              <a:rect l="l" t="t" r="r" b="b"/>
              <a:pathLst>
                <a:path w="50853" h="3162" extrusionOk="0">
                  <a:moveTo>
                    <a:pt x="1" y="1"/>
                  </a:moveTo>
                  <a:lnTo>
                    <a:pt x="1" y="3162"/>
                  </a:lnTo>
                  <a:lnTo>
                    <a:pt x="50853" y="3162"/>
                  </a:lnTo>
                  <a:lnTo>
                    <a:pt x="508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57"/>
            <p:cNvSpPr/>
            <p:nvPr/>
          </p:nvSpPr>
          <p:spPr>
            <a:xfrm>
              <a:off x="7329075" y="1377975"/>
              <a:ext cx="95025" cy="87400"/>
            </a:xfrm>
            <a:custGeom>
              <a:avLst/>
              <a:gdLst/>
              <a:ahLst/>
              <a:cxnLst/>
              <a:rect l="l" t="t" r="r" b="b"/>
              <a:pathLst>
                <a:path w="3801" h="3496" extrusionOk="0">
                  <a:moveTo>
                    <a:pt x="3314" y="487"/>
                  </a:moveTo>
                  <a:lnTo>
                    <a:pt x="3314" y="3009"/>
                  </a:lnTo>
                  <a:lnTo>
                    <a:pt x="518" y="3009"/>
                  </a:lnTo>
                  <a:lnTo>
                    <a:pt x="518" y="487"/>
                  </a:lnTo>
                  <a:close/>
                  <a:moveTo>
                    <a:pt x="1" y="0"/>
                  </a:moveTo>
                  <a:lnTo>
                    <a:pt x="1" y="3496"/>
                  </a:lnTo>
                  <a:lnTo>
                    <a:pt x="3800" y="3496"/>
                  </a:lnTo>
                  <a:lnTo>
                    <a:pt x="3800" y="0"/>
                  </a:lnTo>
                  <a:close/>
                </a:path>
              </a:pathLst>
            </a:custGeom>
            <a:solidFill>
              <a:srgbClr val="AEC2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57"/>
            <p:cNvSpPr/>
            <p:nvPr/>
          </p:nvSpPr>
          <p:spPr>
            <a:xfrm>
              <a:off x="7347325" y="1381000"/>
              <a:ext cx="85900" cy="55500"/>
            </a:xfrm>
            <a:custGeom>
              <a:avLst/>
              <a:gdLst/>
              <a:ahLst/>
              <a:cxnLst/>
              <a:rect l="l" t="t" r="r" b="b"/>
              <a:pathLst>
                <a:path w="3436" h="2220" fill="none" extrusionOk="0">
                  <a:moveTo>
                    <a:pt x="3435" y="1"/>
                  </a:moveTo>
                  <a:lnTo>
                    <a:pt x="1155" y="2220"/>
                  </a:lnTo>
                  <a:lnTo>
                    <a:pt x="0" y="1095"/>
                  </a:lnTo>
                </a:path>
              </a:pathLst>
            </a:custGeom>
            <a:noFill/>
            <a:ln w="190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57"/>
            <p:cNvSpPr/>
            <p:nvPr/>
          </p:nvSpPr>
          <p:spPr>
            <a:xfrm>
              <a:off x="7329075" y="1522350"/>
              <a:ext cx="95025" cy="87400"/>
            </a:xfrm>
            <a:custGeom>
              <a:avLst/>
              <a:gdLst/>
              <a:ahLst/>
              <a:cxnLst/>
              <a:rect l="l" t="t" r="r" b="b"/>
              <a:pathLst>
                <a:path w="3801" h="3496" extrusionOk="0">
                  <a:moveTo>
                    <a:pt x="3314" y="487"/>
                  </a:moveTo>
                  <a:lnTo>
                    <a:pt x="3314" y="3010"/>
                  </a:lnTo>
                  <a:lnTo>
                    <a:pt x="518" y="3010"/>
                  </a:lnTo>
                  <a:lnTo>
                    <a:pt x="518" y="487"/>
                  </a:lnTo>
                  <a:close/>
                  <a:moveTo>
                    <a:pt x="1" y="0"/>
                  </a:moveTo>
                  <a:lnTo>
                    <a:pt x="1" y="3496"/>
                  </a:lnTo>
                  <a:lnTo>
                    <a:pt x="3800" y="3496"/>
                  </a:lnTo>
                  <a:lnTo>
                    <a:pt x="3800" y="0"/>
                  </a:lnTo>
                  <a:close/>
                </a:path>
              </a:pathLst>
            </a:custGeom>
            <a:solidFill>
              <a:srgbClr val="AEC2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57"/>
            <p:cNvSpPr/>
            <p:nvPr/>
          </p:nvSpPr>
          <p:spPr>
            <a:xfrm>
              <a:off x="7346575" y="1535275"/>
              <a:ext cx="60800" cy="60800"/>
            </a:xfrm>
            <a:custGeom>
              <a:avLst/>
              <a:gdLst/>
              <a:ahLst/>
              <a:cxnLst/>
              <a:rect l="l" t="t" r="r" b="b"/>
              <a:pathLst>
                <a:path w="2432" h="2432" fill="none" extrusionOk="0">
                  <a:moveTo>
                    <a:pt x="2432" y="0"/>
                  </a:moveTo>
                  <a:lnTo>
                    <a:pt x="0" y="2432"/>
                  </a:lnTo>
                </a:path>
              </a:pathLst>
            </a:custGeom>
            <a:noFill/>
            <a:ln w="18225" cap="rnd" cmpd="sng">
              <a:solidFill>
                <a:srgbClr val="A5162E"/>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57"/>
            <p:cNvSpPr/>
            <p:nvPr/>
          </p:nvSpPr>
          <p:spPr>
            <a:xfrm>
              <a:off x="7342775" y="1531475"/>
              <a:ext cx="66875" cy="67650"/>
            </a:xfrm>
            <a:custGeom>
              <a:avLst/>
              <a:gdLst/>
              <a:ahLst/>
              <a:cxnLst/>
              <a:rect l="l" t="t" r="r" b="b"/>
              <a:pathLst>
                <a:path w="2675" h="2706" fill="none" extrusionOk="0">
                  <a:moveTo>
                    <a:pt x="0" y="0"/>
                  </a:moveTo>
                  <a:lnTo>
                    <a:pt x="2675" y="2705"/>
                  </a:lnTo>
                </a:path>
              </a:pathLst>
            </a:custGeom>
            <a:noFill/>
            <a:ln w="18225" cap="rnd"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57"/>
            <p:cNvSpPr/>
            <p:nvPr/>
          </p:nvSpPr>
          <p:spPr>
            <a:xfrm>
              <a:off x="6574500" y="1047425"/>
              <a:ext cx="587425" cy="552450"/>
            </a:xfrm>
            <a:custGeom>
              <a:avLst/>
              <a:gdLst/>
              <a:ahLst/>
              <a:cxnLst/>
              <a:rect l="l" t="t" r="r" b="b"/>
              <a:pathLst>
                <a:path w="23497" h="22098" extrusionOk="0">
                  <a:moveTo>
                    <a:pt x="1" y="0"/>
                  </a:moveTo>
                  <a:lnTo>
                    <a:pt x="1" y="22098"/>
                  </a:lnTo>
                  <a:lnTo>
                    <a:pt x="23497" y="22098"/>
                  </a:lnTo>
                  <a:lnTo>
                    <a:pt x="234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57"/>
            <p:cNvSpPr/>
            <p:nvPr/>
          </p:nvSpPr>
          <p:spPr>
            <a:xfrm>
              <a:off x="6644425" y="1320225"/>
              <a:ext cx="446850" cy="279650"/>
            </a:xfrm>
            <a:custGeom>
              <a:avLst/>
              <a:gdLst/>
              <a:ahLst/>
              <a:cxnLst/>
              <a:rect l="l" t="t" r="r" b="b"/>
              <a:pathLst>
                <a:path w="17874" h="11186" extrusionOk="0">
                  <a:moveTo>
                    <a:pt x="13466" y="0"/>
                  </a:moveTo>
                  <a:cubicBezTo>
                    <a:pt x="12311" y="1216"/>
                    <a:pt x="10730" y="1976"/>
                    <a:pt x="8937" y="1976"/>
                  </a:cubicBezTo>
                  <a:cubicBezTo>
                    <a:pt x="7235" y="1976"/>
                    <a:pt x="5654" y="1277"/>
                    <a:pt x="4560" y="152"/>
                  </a:cubicBezTo>
                  <a:cubicBezTo>
                    <a:pt x="1915" y="1155"/>
                    <a:pt x="0" y="3739"/>
                    <a:pt x="0" y="6778"/>
                  </a:cubicBezTo>
                  <a:lnTo>
                    <a:pt x="0" y="11186"/>
                  </a:lnTo>
                  <a:lnTo>
                    <a:pt x="17873" y="11186"/>
                  </a:lnTo>
                  <a:lnTo>
                    <a:pt x="17873" y="6140"/>
                  </a:lnTo>
                  <a:cubicBezTo>
                    <a:pt x="17873" y="3283"/>
                    <a:pt x="15989" y="851"/>
                    <a:pt x="13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57"/>
            <p:cNvSpPr/>
            <p:nvPr/>
          </p:nvSpPr>
          <p:spPr>
            <a:xfrm>
              <a:off x="6725725" y="1087100"/>
              <a:ext cx="284225" cy="258050"/>
            </a:xfrm>
            <a:custGeom>
              <a:avLst/>
              <a:gdLst/>
              <a:ahLst/>
              <a:cxnLst/>
              <a:rect l="l" t="t" r="r" b="b"/>
              <a:pathLst>
                <a:path w="11369" h="10322" extrusionOk="0">
                  <a:moveTo>
                    <a:pt x="5657" y="1"/>
                  </a:moveTo>
                  <a:cubicBezTo>
                    <a:pt x="3329" y="1"/>
                    <a:pt x="1210" y="1590"/>
                    <a:pt x="639" y="3976"/>
                  </a:cubicBezTo>
                  <a:cubicBezTo>
                    <a:pt x="1" y="6742"/>
                    <a:pt x="1703" y="9538"/>
                    <a:pt x="4499" y="10176"/>
                  </a:cubicBezTo>
                  <a:cubicBezTo>
                    <a:pt x="4905" y="10275"/>
                    <a:pt x="5312" y="10322"/>
                    <a:pt x="5713" y="10322"/>
                  </a:cubicBezTo>
                  <a:cubicBezTo>
                    <a:pt x="8040" y="10322"/>
                    <a:pt x="10155" y="8732"/>
                    <a:pt x="10700" y="6346"/>
                  </a:cubicBezTo>
                  <a:cubicBezTo>
                    <a:pt x="11369" y="3580"/>
                    <a:pt x="9667" y="784"/>
                    <a:pt x="6870" y="146"/>
                  </a:cubicBezTo>
                  <a:cubicBezTo>
                    <a:pt x="6464" y="48"/>
                    <a:pt x="6057" y="1"/>
                    <a:pt x="56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57"/>
            <p:cNvSpPr/>
            <p:nvPr/>
          </p:nvSpPr>
          <p:spPr>
            <a:xfrm>
              <a:off x="7312375" y="2038325"/>
              <a:ext cx="239375" cy="321450"/>
            </a:xfrm>
            <a:custGeom>
              <a:avLst/>
              <a:gdLst/>
              <a:ahLst/>
              <a:cxnLst/>
              <a:rect l="l" t="t" r="r" b="b"/>
              <a:pathLst>
                <a:path w="9575" h="12858" extrusionOk="0">
                  <a:moveTo>
                    <a:pt x="4833" y="0"/>
                  </a:moveTo>
                  <a:lnTo>
                    <a:pt x="0" y="4803"/>
                  </a:lnTo>
                  <a:cubicBezTo>
                    <a:pt x="1702" y="6748"/>
                    <a:pt x="2736" y="9301"/>
                    <a:pt x="2736" y="12067"/>
                  </a:cubicBezTo>
                  <a:cubicBezTo>
                    <a:pt x="2736" y="12341"/>
                    <a:pt x="2736" y="12614"/>
                    <a:pt x="2705" y="12857"/>
                  </a:cubicBezTo>
                  <a:lnTo>
                    <a:pt x="9544" y="12857"/>
                  </a:lnTo>
                  <a:cubicBezTo>
                    <a:pt x="9575" y="12614"/>
                    <a:pt x="9575" y="12341"/>
                    <a:pt x="9575" y="12067"/>
                  </a:cubicBezTo>
                  <a:cubicBezTo>
                    <a:pt x="9575" y="7386"/>
                    <a:pt x="7782" y="3131"/>
                    <a:pt x="4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57"/>
            <p:cNvSpPr/>
            <p:nvPr/>
          </p:nvSpPr>
          <p:spPr>
            <a:xfrm>
              <a:off x="6658100" y="2031475"/>
              <a:ext cx="244700" cy="328300"/>
            </a:xfrm>
            <a:custGeom>
              <a:avLst/>
              <a:gdLst/>
              <a:ahLst/>
              <a:cxnLst/>
              <a:rect l="l" t="t" r="r" b="b"/>
              <a:pathLst>
                <a:path w="9788" h="13132" extrusionOk="0">
                  <a:moveTo>
                    <a:pt x="4955" y="1"/>
                  </a:moveTo>
                  <a:cubicBezTo>
                    <a:pt x="1885" y="3192"/>
                    <a:pt x="1" y="7569"/>
                    <a:pt x="1" y="12341"/>
                  </a:cubicBezTo>
                  <a:cubicBezTo>
                    <a:pt x="1" y="12615"/>
                    <a:pt x="31" y="12888"/>
                    <a:pt x="31" y="13131"/>
                  </a:cubicBezTo>
                  <a:lnTo>
                    <a:pt x="6870" y="13131"/>
                  </a:lnTo>
                  <a:cubicBezTo>
                    <a:pt x="6840" y="12888"/>
                    <a:pt x="6840" y="12615"/>
                    <a:pt x="6840" y="12341"/>
                  </a:cubicBezTo>
                  <a:cubicBezTo>
                    <a:pt x="6840" y="9454"/>
                    <a:pt x="7934" y="6809"/>
                    <a:pt x="9788" y="4833"/>
                  </a:cubicBezTo>
                  <a:lnTo>
                    <a:pt x="4955" y="1"/>
                  </a:lnTo>
                  <a:close/>
                </a:path>
              </a:pathLst>
            </a:custGeom>
            <a:solidFill>
              <a:srgbClr val="DD510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57"/>
            <p:cNvSpPr/>
            <p:nvPr/>
          </p:nvSpPr>
          <p:spPr>
            <a:xfrm>
              <a:off x="6781975" y="1893925"/>
              <a:ext cx="329050" cy="259150"/>
            </a:xfrm>
            <a:custGeom>
              <a:avLst/>
              <a:gdLst/>
              <a:ahLst/>
              <a:cxnLst/>
              <a:rect l="l" t="t" r="r" b="b"/>
              <a:pathLst>
                <a:path w="13162" h="10366" extrusionOk="0">
                  <a:moveTo>
                    <a:pt x="13161" y="1"/>
                  </a:moveTo>
                  <a:cubicBezTo>
                    <a:pt x="13070" y="1"/>
                    <a:pt x="13009" y="1"/>
                    <a:pt x="12918" y="31"/>
                  </a:cubicBezTo>
                  <a:cubicBezTo>
                    <a:pt x="7842" y="31"/>
                    <a:pt x="3283" y="2159"/>
                    <a:pt x="0" y="5533"/>
                  </a:cubicBezTo>
                  <a:lnTo>
                    <a:pt x="4833" y="10366"/>
                  </a:lnTo>
                  <a:cubicBezTo>
                    <a:pt x="6839" y="8208"/>
                    <a:pt x="9727" y="6840"/>
                    <a:pt x="12918" y="6840"/>
                  </a:cubicBezTo>
                  <a:lnTo>
                    <a:pt x="13161" y="6840"/>
                  </a:lnTo>
                  <a:lnTo>
                    <a:pt x="131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57"/>
            <p:cNvSpPr/>
            <p:nvPr/>
          </p:nvSpPr>
          <p:spPr>
            <a:xfrm>
              <a:off x="7111750" y="1893175"/>
              <a:ext cx="322225" cy="265225"/>
            </a:xfrm>
            <a:custGeom>
              <a:avLst/>
              <a:gdLst/>
              <a:ahLst/>
              <a:cxnLst/>
              <a:rect l="l" t="t" r="r" b="b"/>
              <a:pathLst>
                <a:path w="12889" h="10609" extrusionOk="0">
                  <a:moveTo>
                    <a:pt x="1" y="1"/>
                  </a:moveTo>
                  <a:lnTo>
                    <a:pt x="1" y="6870"/>
                  </a:lnTo>
                  <a:cubicBezTo>
                    <a:pt x="3192" y="6931"/>
                    <a:pt x="6080" y="8390"/>
                    <a:pt x="8056" y="10609"/>
                  </a:cubicBezTo>
                  <a:lnTo>
                    <a:pt x="12889" y="5806"/>
                  </a:lnTo>
                  <a:cubicBezTo>
                    <a:pt x="9667" y="2311"/>
                    <a:pt x="5046" y="9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57"/>
            <p:cNvSpPr/>
            <p:nvPr/>
          </p:nvSpPr>
          <p:spPr>
            <a:xfrm>
              <a:off x="6617825" y="2340000"/>
              <a:ext cx="976500" cy="30400"/>
            </a:xfrm>
            <a:custGeom>
              <a:avLst/>
              <a:gdLst/>
              <a:ahLst/>
              <a:cxnLst/>
              <a:rect l="l" t="t" r="r" b="b"/>
              <a:pathLst>
                <a:path w="39060" h="1216" extrusionOk="0">
                  <a:moveTo>
                    <a:pt x="1" y="0"/>
                  </a:moveTo>
                  <a:lnTo>
                    <a:pt x="1" y="1216"/>
                  </a:lnTo>
                  <a:lnTo>
                    <a:pt x="39059" y="1216"/>
                  </a:lnTo>
                  <a:lnTo>
                    <a:pt x="39059" y="0"/>
                  </a:lnTo>
                  <a:close/>
                </a:path>
              </a:pathLst>
            </a:custGeom>
            <a:solidFill>
              <a:srgbClr val="6A88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57"/>
            <p:cNvSpPr/>
            <p:nvPr/>
          </p:nvSpPr>
          <p:spPr>
            <a:xfrm>
              <a:off x="6747000" y="2089975"/>
              <a:ext cx="386050" cy="235600"/>
            </a:xfrm>
            <a:custGeom>
              <a:avLst/>
              <a:gdLst/>
              <a:ahLst/>
              <a:cxnLst/>
              <a:rect l="l" t="t" r="r" b="b"/>
              <a:pathLst>
                <a:path w="15442" h="9424" extrusionOk="0">
                  <a:moveTo>
                    <a:pt x="1" y="1"/>
                  </a:moveTo>
                  <a:lnTo>
                    <a:pt x="14469" y="9424"/>
                  </a:lnTo>
                  <a:lnTo>
                    <a:pt x="15442" y="8633"/>
                  </a:lnTo>
                  <a:lnTo>
                    <a:pt x="1" y="1"/>
                  </a:lnTo>
                  <a:close/>
                </a:path>
              </a:pathLst>
            </a:custGeom>
            <a:solidFill>
              <a:srgbClr val="1D0D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57"/>
            <p:cNvSpPr/>
            <p:nvPr/>
          </p:nvSpPr>
          <p:spPr>
            <a:xfrm>
              <a:off x="6574500" y="2504125"/>
              <a:ext cx="1674075" cy="79050"/>
            </a:xfrm>
            <a:custGeom>
              <a:avLst/>
              <a:gdLst/>
              <a:ahLst/>
              <a:cxnLst/>
              <a:rect l="l" t="t" r="r" b="b"/>
              <a:pathLst>
                <a:path w="66963" h="3162" extrusionOk="0">
                  <a:moveTo>
                    <a:pt x="1" y="1"/>
                  </a:moveTo>
                  <a:lnTo>
                    <a:pt x="1" y="3162"/>
                  </a:lnTo>
                  <a:lnTo>
                    <a:pt x="66963" y="3162"/>
                  </a:lnTo>
                  <a:lnTo>
                    <a:pt x="669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57"/>
            <p:cNvSpPr/>
            <p:nvPr/>
          </p:nvSpPr>
          <p:spPr>
            <a:xfrm>
              <a:off x="7769075" y="1903825"/>
              <a:ext cx="467350" cy="467350"/>
            </a:xfrm>
            <a:custGeom>
              <a:avLst/>
              <a:gdLst/>
              <a:ahLst/>
              <a:cxnLst/>
              <a:rect l="l" t="t" r="r" b="b"/>
              <a:pathLst>
                <a:path w="18694" h="18694" extrusionOk="0">
                  <a:moveTo>
                    <a:pt x="17447" y="1246"/>
                  </a:moveTo>
                  <a:lnTo>
                    <a:pt x="17447" y="17417"/>
                  </a:lnTo>
                  <a:lnTo>
                    <a:pt x="1277" y="17417"/>
                  </a:lnTo>
                  <a:lnTo>
                    <a:pt x="1277" y="1246"/>
                  </a:lnTo>
                  <a:close/>
                  <a:moveTo>
                    <a:pt x="0" y="0"/>
                  </a:moveTo>
                  <a:lnTo>
                    <a:pt x="0" y="18693"/>
                  </a:lnTo>
                  <a:lnTo>
                    <a:pt x="18693" y="18693"/>
                  </a:lnTo>
                  <a:lnTo>
                    <a:pt x="186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57"/>
            <p:cNvSpPr/>
            <p:nvPr/>
          </p:nvSpPr>
          <p:spPr>
            <a:xfrm>
              <a:off x="7807825" y="1959275"/>
              <a:ext cx="389850" cy="355100"/>
            </a:xfrm>
            <a:custGeom>
              <a:avLst/>
              <a:gdLst/>
              <a:ahLst/>
              <a:cxnLst/>
              <a:rect l="l" t="t" r="r" b="b"/>
              <a:pathLst>
                <a:path w="15594" h="14204" extrusionOk="0">
                  <a:moveTo>
                    <a:pt x="7812" y="1"/>
                  </a:moveTo>
                  <a:cubicBezTo>
                    <a:pt x="5996" y="1"/>
                    <a:pt x="4180" y="700"/>
                    <a:pt x="2797" y="2098"/>
                  </a:cubicBezTo>
                  <a:cubicBezTo>
                    <a:pt x="0" y="4864"/>
                    <a:pt x="0" y="9363"/>
                    <a:pt x="2797" y="12129"/>
                  </a:cubicBezTo>
                  <a:cubicBezTo>
                    <a:pt x="4180" y="13512"/>
                    <a:pt x="5996" y="14203"/>
                    <a:pt x="7812" y="14203"/>
                  </a:cubicBezTo>
                  <a:cubicBezTo>
                    <a:pt x="9628" y="14203"/>
                    <a:pt x="11444" y="13512"/>
                    <a:pt x="12827" y="12129"/>
                  </a:cubicBezTo>
                  <a:cubicBezTo>
                    <a:pt x="15593" y="9363"/>
                    <a:pt x="15593" y="4864"/>
                    <a:pt x="12827" y="2098"/>
                  </a:cubicBezTo>
                  <a:cubicBezTo>
                    <a:pt x="11444" y="700"/>
                    <a:pt x="9628" y="1"/>
                    <a:pt x="78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57"/>
            <p:cNvSpPr/>
            <p:nvPr/>
          </p:nvSpPr>
          <p:spPr>
            <a:xfrm>
              <a:off x="7839725" y="1987600"/>
              <a:ext cx="326775" cy="298475"/>
            </a:xfrm>
            <a:custGeom>
              <a:avLst/>
              <a:gdLst/>
              <a:ahLst/>
              <a:cxnLst/>
              <a:rect l="l" t="t" r="r" b="b"/>
              <a:pathLst>
                <a:path w="13071" h="11939" extrusionOk="0">
                  <a:moveTo>
                    <a:pt x="6536" y="0"/>
                  </a:moveTo>
                  <a:cubicBezTo>
                    <a:pt x="5009" y="0"/>
                    <a:pt x="3481" y="585"/>
                    <a:pt x="2311" y="1756"/>
                  </a:cubicBezTo>
                  <a:cubicBezTo>
                    <a:pt x="1" y="4096"/>
                    <a:pt x="1" y="7865"/>
                    <a:pt x="2311" y="10205"/>
                  </a:cubicBezTo>
                  <a:cubicBezTo>
                    <a:pt x="3481" y="11361"/>
                    <a:pt x="5009" y="11938"/>
                    <a:pt x="6536" y="11938"/>
                  </a:cubicBezTo>
                  <a:cubicBezTo>
                    <a:pt x="8063" y="11938"/>
                    <a:pt x="9591" y="11361"/>
                    <a:pt x="10761" y="10205"/>
                  </a:cubicBezTo>
                  <a:cubicBezTo>
                    <a:pt x="13071" y="7865"/>
                    <a:pt x="13071" y="4096"/>
                    <a:pt x="10761" y="1756"/>
                  </a:cubicBezTo>
                  <a:cubicBezTo>
                    <a:pt x="9591" y="585"/>
                    <a:pt x="8063" y="0"/>
                    <a:pt x="653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57"/>
            <p:cNvSpPr/>
            <p:nvPr/>
          </p:nvSpPr>
          <p:spPr>
            <a:xfrm>
              <a:off x="7915725" y="2044400"/>
              <a:ext cx="175550" cy="175550"/>
            </a:xfrm>
            <a:custGeom>
              <a:avLst/>
              <a:gdLst/>
              <a:ahLst/>
              <a:cxnLst/>
              <a:rect l="l" t="t" r="r" b="b"/>
              <a:pathLst>
                <a:path w="7022" h="7022" extrusionOk="0">
                  <a:moveTo>
                    <a:pt x="1003" y="0"/>
                  </a:moveTo>
                  <a:lnTo>
                    <a:pt x="0" y="1003"/>
                  </a:lnTo>
                  <a:lnTo>
                    <a:pt x="6019" y="7022"/>
                  </a:lnTo>
                  <a:lnTo>
                    <a:pt x="7022" y="6019"/>
                  </a:lnTo>
                  <a:lnTo>
                    <a:pt x="10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57"/>
            <p:cNvSpPr/>
            <p:nvPr/>
          </p:nvSpPr>
          <p:spPr>
            <a:xfrm>
              <a:off x="7915725" y="2043625"/>
              <a:ext cx="176325" cy="176325"/>
            </a:xfrm>
            <a:custGeom>
              <a:avLst/>
              <a:gdLst/>
              <a:ahLst/>
              <a:cxnLst/>
              <a:rect l="l" t="t" r="r" b="b"/>
              <a:pathLst>
                <a:path w="7053" h="7053" extrusionOk="0">
                  <a:moveTo>
                    <a:pt x="6019" y="1"/>
                  </a:moveTo>
                  <a:lnTo>
                    <a:pt x="0" y="6019"/>
                  </a:lnTo>
                  <a:lnTo>
                    <a:pt x="1034" y="7053"/>
                  </a:lnTo>
                  <a:lnTo>
                    <a:pt x="7052" y="1034"/>
                  </a:lnTo>
                  <a:lnTo>
                    <a:pt x="60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3" name="Google Shape;2393;p57"/>
          <p:cNvGrpSpPr/>
          <p:nvPr/>
        </p:nvGrpSpPr>
        <p:grpSpPr>
          <a:xfrm>
            <a:off x="4208325" y="878429"/>
            <a:ext cx="4891133" cy="3789517"/>
            <a:chOff x="-2139550" y="2500825"/>
            <a:chExt cx="6190524" cy="4796250"/>
          </a:xfrm>
        </p:grpSpPr>
        <p:sp>
          <p:nvSpPr>
            <p:cNvPr id="2394" name="Google Shape;2394;p57"/>
            <p:cNvSpPr/>
            <p:nvPr/>
          </p:nvSpPr>
          <p:spPr>
            <a:xfrm>
              <a:off x="-2139550" y="3097200"/>
              <a:ext cx="5635800" cy="4199875"/>
            </a:xfrm>
            <a:custGeom>
              <a:avLst/>
              <a:gdLst/>
              <a:ahLst/>
              <a:cxnLst/>
              <a:rect l="l" t="t" r="r" b="b"/>
              <a:pathLst>
                <a:path w="225432" h="167995" extrusionOk="0">
                  <a:moveTo>
                    <a:pt x="0" y="167995"/>
                  </a:moveTo>
                  <a:lnTo>
                    <a:pt x="90683" y="60923"/>
                  </a:lnTo>
                  <a:lnTo>
                    <a:pt x="119454" y="79133"/>
                  </a:lnTo>
                  <a:lnTo>
                    <a:pt x="156238" y="36157"/>
                  </a:lnTo>
                  <a:lnTo>
                    <a:pt x="180639" y="54731"/>
                  </a:lnTo>
                  <a:lnTo>
                    <a:pt x="225432" y="0"/>
                  </a:lnTo>
                </a:path>
              </a:pathLst>
            </a:custGeom>
            <a:noFill/>
            <a:ln w="152400" cap="flat" cmpd="sng">
              <a:solidFill>
                <a:schemeClr val="accent3"/>
              </a:solidFill>
              <a:prstDash val="solid"/>
              <a:miter lim="8000"/>
              <a:headEnd type="none" w="med" len="med"/>
              <a:tailEnd type="none" w="med" len="med"/>
            </a:ln>
          </p:spPr>
        </p:sp>
        <p:sp>
          <p:nvSpPr>
            <p:cNvPr id="2395" name="Google Shape;2395;p57"/>
            <p:cNvSpPr/>
            <p:nvPr/>
          </p:nvSpPr>
          <p:spPr>
            <a:xfrm rot="2161912">
              <a:off x="3352814" y="2604351"/>
              <a:ext cx="562020" cy="645548"/>
            </a:xfrm>
            <a:prstGeom prst="triangl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96" name="Google Shape;2396;p57"/>
          <p:cNvSpPr txBox="1">
            <a:spLocks noGrp="1"/>
          </p:cNvSpPr>
          <p:nvPr>
            <p:ph type="title"/>
          </p:nvPr>
        </p:nvSpPr>
        <p:spPr>
          <a:xfrm>
            <a:off x="724457" y="1775943"/>
            <a:ext cx="3847500" cy="90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5.3B</a:t>
            </a:r>
            <a:endParaRPr/>
          </a:p>
        </p:txBody>
      </p:sp>
      <p:sp>
        <p:nvSpPr>
          <p:cNvPr id="2397" name="Google Shape;2397;p57"/>
          <p:cNvSpPr txBox="1">
            <a:spLocks noGrp="1"/>
          </p:cNvSpPr>
          <p:nvPr>
            <p:ph type="subTitle" idx="1"/>
          </p:nvPr>
        </p:nvSpPr>
        <p:spPr>
          <a:xfrm>
            <a:off x="724450" y="2616221"/>
            <a:ext cx="3847500" cy="44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very high temperatures</a:t>
            </a:r>
            <a:endParaRPr/>
          </a:p>
        </p:txBody>
      </p:sp>
      <p:sp>
        <p:nvSpPr>
          <p:cNvPr id="2398" name="Google Shape;2398;p57"/>
          <p:cNvSpPr txBox="1">
            <a:spLocks noGrp="1"/>
          </p:cNvSpPr>
          <p:nvPr>
            <p:ph type="title" idx="2"/>
          </p:nvPr>
        </p:nvSpPr>
        <p:spPr>
          <a:xfrm>
            <a:off x="724451" y="3064400"/>
            <a:ext cx="3847500" cy="90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70K</a:t>
            </a:r>
            <a:endParaRPr/>
          </a:p>
        </p:txBody>
      </p:sp>
      <p:sp>
        <p:nvSpPr>
          <p:cNvPr id="2399" name="Google Shape;2399;p57"/>
          <p:cNvSpPr txBox="1">
            <a:spLocks noGrp="1"/>
          </p:cNvSpPr>
          <p:nvPr>
            <p:ph type="subTitle" idx="3"/>
          </p:nvPr>
        </p:nvSpPr>
        <p:spPr>
          <a:xfrm>
            <a:off x="724451" y="3904725"/>
            <a:ext cx="3847500" cy="44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a:t>
            </a:r>
            <a:endParaRPr/>
          </a:p>
        </p:txBody>
      </p:sp>
      <p:sp>
        <p:nvSpPr>
          <p:cNvPr id="2400" name="Google Shape;2400;p57"/>
          <p:cNvSpPr txBox="1">
            <a:spLocks noGrp="1"/>
          </p:cNvSpPr>
          <p:nvPr>
            <p:ph type="title" idx="4"/>
          </p:nvPr>
        </p:nvSpPr>
        <p:spPr>
          <a:xfrm>
            <a:off x="724450" y="487500"/>
            <a:ext cx="3834600" cy="90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3,100,000</a:t>
            </a:r>
            <a:endParaRPr/>
          </a:p>
        </p:txBody>
      </p:sp>
      <p:sp>
        <p:nvSpPr>
          <p:cNvPr id="2401" name="Google Shape;2401;p57"/>
          <p:cNvSpPr txBox="1">
            <a:spLocks noGrp="1"/>
          </p:cNvSpPr>
          <p:nvPr>
            <p:ph type="subTitle" idx="5"/>
          </p:nvPr>
        </p:nvSpPr>
        <p:spPr>
          <a:xfrm>
            <a:off x="724450" y="1314501"/>
            <a:ext cx="3847500" cy="44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a small planet</a:t>
            </a:r>
            <a:endParaRPr/>
          </a:p>
        </p:txBody>
      </p:sp>
      <p:sp>
        <p:nvSpPr>
          <p:cNvPr id="2402" name="Google Shape;2402;p57"/>
          <p:cNvSpPr/>
          <p:nvPr/>
        </p:nvSpPr>
        <p:spPr>
          <a:xfrm>
            <a:off x="6215400" y="4734250"/>
            <a:ext cx="2208600" cy="2508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03" name="Google Shape;2403;p57"/>
          <p:cNvGrpSpPr/>
          <p:nvPr/>
        </p:nvGrpSpPr>
        <p:grpSpPr>
          <a:xfrm>
            <a:off x="6722964" y="4152690"/>
            <a:ext cx="1193472" cy="716633"/>
            <a:chOff x="501325" y="4100602"/>
            <a:chExt cx="1775471" cy="1066101"/>
          </a:xfrm>
        </p:grpSpPr>
        <p:sp>
          <p:nvSpPr>
            <p:cNvPr id="2404" name="Google Shape;2404;p57"/>
            <p:cNvSpPr/>
            <p:nvPr/>
          </p:nvSpPr>
          <p:spPr>
            <a:xfrm>
              <a:off x="547489" y="5008751"/>
              <a:ext cx="677290" cy="157952"/>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57"/>
            <p:cNvSpPr/>
            <p:nvPr/>
          </p:nvSpPr>
          <p:spPr>
            <a:xfrm>
              <a:off x="605049"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57"/>
            <p:cNvSpPr/>
            <p:nvPr/>
          </p:nvSpPr>
          <p:spPr>
            <a:xfrm>
              <a:off x="694046"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57"/>
            <p:cNvSpPr/>
            <p:nvPr/>
          </p:nvSpPr>
          <p:spPr>
            <a:xfrm>
              <a:off x="783063"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57"/>
            <p:cNvSpPr/>
            <p:nvPr/>
          </p:nvSpPr>
          <p:spPr>
            <a:xfrm>
              <a:off x="871398" y="50227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57"/>
            <p:cNvSpPr/>
            <p:nvPr/>
          </p:nvSpPr>
          <p:spPr>
            <a:xfrm>
              <a:off x="960416" y="50227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57"/>
            <p:cNvSpPr/>
            <p:nvPr/>
          </p:nvSpPr>
          <p:spPr>
            <a:xfrm>
              <a:off x="1050075" y="5022795"/>
              <a:ext cx="28810" cy="129182"/>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57"/>
            <p:cNvSpPr/>
            <p:nvPr/>
          </p:nvSpPr>
          <p:spPr>
            <a:xfrm>
              <a:off x="1138430" y="50227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57"/>
            <p:cNvSpPr/>
            <p:nvPr/>
          </p:nvSpPr>
          <p:spPr>
            <a:xfrm>
              <a:off x="577603" y="5022795"/>
              <a:ext cx="187404" cy="128520"/>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57"/>
            <p:cNvSpPr/>
            <p:nvPr/>
          </p:nvSpPr>
          <p:spPr>
            <a:xfrm>
              <a:off x="547489" y="5008751"/>
              <a:ext cx="677290" cy="14064"/>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57"/>
            <p:cNvSpPr/>
            <p:nvPr/>
          </p:nvSpPr>
          <p:spPr>
            <a:xfrm>
              <a:off x="501325" y="4849475"/>
              <a:ext cx="676608" cy="157952"/>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57"/>
            <p:cNvSpPr/>
            <p:nvPr/>
          </p:nvSpPr>
          <p:spPr>
            <a:xfrm>
              <a:off x="558203" y="4863519"/>
              <a:ext cx="28790" cy="129844"/>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57"/>
            <p:cNvSpPr/>
            <p:nvPr/>
          </p:nvSpPr>
          <p:spPr>
            <a:xfrm>
              <a:off x="646538"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57"/>
            <p:cNvSpPr/>
            <p:nvPr/>
          </p:nvSpPr>
          <p:spPr>
            <a:xfrm>
              <a:off x="736217" y="48635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57"/>
            <p:cNvSpPr/>
            <p:nvPr/>
          </p:nvSpPr>
          <p:spPr>
            <a:xfrm>
              <a:off x="824552"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57"/>
            <p:cNvSpPr/>
            <p:nvPr/>
          </p:nvSpPr>
          <p:spPr>
            <a:xfrm>
              <a:off x="913570"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57"/>
            <p:cNvSpPr/>
            <p:nvPr/>
          </p:nvSpPr>
          <p:spPr>
            <a:xfrm>
              <a:off x="1001905"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57"/>
            <p:cNvSpPr/>
            <p:nvPr/>
          </p:nvSpPr>
          <p:spPr>
            <a:xfrm>
              <a:off x="1091584"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57"/>
            <p:cNvSpPr/>
            <p:nvPr/>
          </p:nvSpPr>
          <p:spPr>
            <a:xfrm>
              <a:off x="531439" y="4863519"/>
              <a:ext cx="187404" cy="129182"/>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57"/>
            <p:cNvSpPr/>
            <p:nvPr/>
          </p:nvSpPr>
          <p:spPr>
            <a:xfrm>
              <a:off x="501325" y="4849475"/>
              <a:ext cx="676608" cy="14064"/>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57"/>
            <p:cNvSpPr/>
            <p:nvPr/>
          </p:nvSpPr>
          <p:spPr>
            <a:xfrm>
              <a:off x="1574749" y="5008751"/>
              <a:ext cx="677290" cy="157952"/>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57"/>
            <p:cNvSpPr/>
            <p:nvPr/>
          </p:nvSpPr>
          <p:spPr>
            <a:xfrm>
              <a:off x="1631647"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57"/>
            <p:cNvSpPr/>
            <p:nvPr/>
          </p:nvSpPr>
          <p:spPr>
            <a:xfrm>
              <a:off x="1720644"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57"/>
            <p:cNvSpPr/>
            <p:nvPr/>
          </p:nvSpPr>
          <p:spPr>
            <a:xfrm>
              <a:off x="1810323" y="50227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57"/>
            <p:cNvSpPr/>
            <p:nvPr/>
          </p:nvSpPr>
          <p:spPr>
            <a:xfrm>
              <a:off x="1898659" y="5022795"/>
              <a:ext cx="29472" cy="129182"/>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57"/>
            <p:cNvSpPr/>
            <p:nvPr/>
          </p:nvSpPr>
          <p:spPr>
            <a:xfrm>
              <a:off x="1987676" y="50227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57"/>
            <p:cNvSpPr/>
            <p:nvPr/>
          </p:nvSpPr>
          <p:spPr>
            <a:xfrm>
              <a:off x="2076011"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57"/>
            <p:cNvSpPr/>
            <p:nvPr/>
          </p:nvSpPr>
          <p:spPr>
            <a:xfrm>
              <a:off x="2165690" y="50227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57"/>
            <p:cNvSpPr/>
            <p:nvPr/>
          </p:nvSpPr>
          <p:spPr>
            <a:xfrm>
              <a:off x="1605545" y="5022795"/>
              <a:ext cx="187404" cy="128520"/>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57"/>
            <p:cNvSpPr/>
            <p:nvPr/>
          </p:nvSpPr>
          <p:spPr>
            <a:xfrm>
              <a:off x="1605545" y="5022795"/>
              <a:ext cx="187404" cy="128520"/>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57"/>
            <p:cNvSpPr/>
            <p:nvPr/>
          </p:nvSpPr>
          <p:spPr>
            <a:xfrm>
              <a:off x="1574749" y="5008751"/>
              <a:ext cx="677290" cy="14064"/>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57"/>
            <p:cNvSpPr/>
            <p:nvPr/>
          </p:nvSpPr>
          <p:spPr>
            <a:xfrm>
              <a:off x="1308400" y="4850137"/>
              <a:ext cx="676608" cy="158634"/>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57"/>
            <p:cNvSpPr/>
            <p:nvPr/>
          </p:nvSpPr>
          <p:spPr>
            <a:xfrm>
              <a:off x="1365297"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57"/>
            <p:cNvSpPr/>
            <p:nvPr/>
          </p:nvSpPr>
          <p:spPr>
            <a:xfrm>
              <a:off x="1454294"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57"/>
            <p:cNvSpPr/>
            <p:nvPr/>
          </p:nvSpPr>
          <p:spPr>
            <a:xfrm>
              <a:off x="1543312" y="48635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57"/>
            <p:cNvSpPr/>
            <p:nvPr/>
          </p:nvSpPr>
          <p:spPr>
            <a:xfrm>
              <a:off x="1631647" y="48635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57"/>
            <p:cNvSpPr/>
            <p:nvPr/>
          </p:nvSpPr>
          <p:spPr>
            <a:xfrm>
              <a:off x="1720644" y="48635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57"/>
            <p:cNvSpPr/>
            <p:nvPr/>
          </p:nvSpPr>
          <p:spPr>
            <a:xfrm>
              <a:off x="1810323" y="48635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57"/>
            <p:cNvSpPr/>
            <p:nvPr/>
          </p:nvSpPr>
          <p:spPr>
            <a:xfrm>
              <a:off x="1898659" y="48635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57"/>
            <p:cNvSpPr/>
            <p:nvPr/>
          </p:nvSpPr>
          <p:spPr>
            <a:xfrm>
              <a:off x="1338514" y="4863519"/>
              <a:ext cx="187404" cy="129182"/>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57"/>
            <p:cNvSpPr/>
            <p:nvPr/>
          </p:nvSpPr>
          <p:spPr>
            <a:xfrm>
              <a:off x="1308400" y="4849475"/>
              <a:ext cx="676608" cy="14064"/>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57"/>
            <p:cNvSpPr/>
            <p:nvPr/>
          </p:nvSpPr>
          <p:spPr>
            <a:xfrm>
              <a:off x="1599527" y="4693529"/>
              <a:ext cx="677270" cy="158634"/>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57"/>
            <p:cNvSpPr/>
            <p:nvPr/>
          </p:nvSpPr>
          <p:spPr>
            <a:xfrm>
              <a:off x="1657066" y="4707593"/>
              <a:ext cx="29472" cy="129182"/>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57"/>
            <p:cNvSpPr/>
            <p:nvPr/>
          </p:nvSpPr>
          <p:spPr>
            <a:xfrm>
              <a:off x="1746083" y="4707593"/>
              <a:ext cx="28790" cy="129182"/>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57"/>
            <p:cNvSpPr/>
            <p:nvPr/>
          </p:nvSpPr>
          <p:spPr>
            <a:xfrm>
              <a:off x="1923436" y="4707593"/>
              <a:ext cx="28790" cy="129182"/>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57"/>
            <p:cNvSpPr/>
            <p:nvPr/>
          </p:nvSpPr>
          <p:spPr>
            <a:xfrm>
              <a:off x="2012433" y="4707593"/>
              <a:ext cx="29472" cy="129182"/>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57"/>
            <p:cNvSpPr/>
            <p:nvPr/>
          </p:nvSpPr>
          <p:spPr>
            <a:xfrm>
              <a:off x="2101450" y="47075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57"/>
            <p:cNvSpPr/>
            <p:nvPr/>
          </p:nvSpPr>
          <p:spPr>
            <a:xfrm>
              <a:off x="2189785" y="47075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57"/>
            <p:cNvSpPr/>
            <p:nvPr/>
          </p:nvSpPr>
          <p:spPr>
            <a:xfrm>
              <a:off x="1629640" y="4707593"/>
              <a:ext cx="187404" cy="128520"/>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57"/>
            <p:cNvSpPr/>
            <p:nvPr/>
          </p:nvSpPr>
          <p:spPr>
            <a:xfrm>
              <a:off x="1629640" y="4707593"/>
              <a:ext cx="187404" cy="128520"/>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57"/>
            <p:cNvSpPr/>
            <p:nvPr/>
          </p:nvSpPr>
          <p:spPr>
            <a:xfrm>
              <a:off x="1599527" y="4692867"/>
              <a:ext cx="677270" cy="14746"/>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57"/>
            <p:cNvSpPr/>
            <p:nvPr/>
          </p:nvSpPr>
          <p:spPr>
            <a:xfrm>
              <a:off x="1652391" y="4119340"/>
              <a:ext cx="577559" cy="560426"/>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57"/>
            <p:cNvSpPr/>
            <p:nvPr/>
          </p:nvSpPr>
          <p:spPr>
            <a:xfrm>
              <a:off x="1639010" y="4100602"/>
              <a:ext cx="598966" cy="598986"/>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57"/>
            <p:cNvSpPr/>
            <p:nvPr/>
          </p:nvSpPr>
          <p:spPr>
            <a:xfrm>
              <a:off x="1645690" y="4112419"/>
              <a:ext cx="592285" cy="575794"/>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57"/>
            <p:cNvSpPr/>
            <p:nvPr/>
          </p:nvSpPr>
          <p:spPr>
            <a:xfrm>
              <a:off x="1836425" y="4242484"/>
              <a:ext cx="212843" cy="344674"/>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57"/>
            <p:cNvSpPr/>
            <p:nvPr/>
          </p:nvSpPr>
          <p:spPr>
            <a:xfrm>
              <a:off x="1689206" y="4155272"/>
              <a:ext cx="423640" cy="422516"/>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0" name="Google Shape;2460;p57"/>
          <p:cNvGrpSpPr/>
          <p:nvPr/>
        </p:nvGrpSpPr>
        <p:grpSpPr>
          <a:xfrm>
            <a:off x="5632481" y="2078957"/>
            <a:ext cx="3374423" cy="1801385"/>
            <a:chOff x="212370" y="1668445"/>
            <a:chExt cx="4288249" cy="2289217"/>
          </a:xfrm>
        </p:grpSpPr>
        <p:sp>
          <p:nvSpPr>
            <p:cNvPr id="2461" name="Google Shape;2461;p57"/>
            <p:cNvSpPr/>
            <p:nvPr/>
          </p:nvSpPr>
          <p:spPr>
            <a:xfrm>
              <a:off x="920339" y="1997402"/>
              <a:ext cx="3091965" cy="1890809"/>
            </a:xfrm>
            <a:custGeom>
              <a:avLst/>
              <a:gdLst/>
              <a:ahLst/>
              <a:cxnLst/>
              <a:rect l="l" t="t" r="r" b="b"/>
              <a:pathLst>
                <a:path w="174564" h="106750" extrusionOk="0">
                  <a:moveTo>
                    <a:pt x="3739" y="0"/>
                  </a:moveTo>
                  <a:cubicBezTo>
                    <a:pt x="1672" y="0"/>
                    <a:pt x="1" y="1703"/>
                    <a:pt x="1" y="3770"/>
                  </a:cubicBezTo>
                  <a:lnTo>
                    <a:pt x="1" y="102981"/>
                  </a:lnTo>
                  <a:cubicBezTo>
                    <a:pt x="1" y="105078"/>
                    <a:pt x="1672" y="106750"/>
                    <a:pt x="3739" y="106750"/>
                  </a:cubicBezTo>
                  <a:lnTo>
                    <a:pt x="170825" y="106750"/>
                  </a:lnTo>
                  <a:cubicBezTo>
                    <a:pt x="172861" y="106750"/>
                    <a:pt x="174563" y="105078"/>
                    <a:pt x="174563" y="102981"/>
                  </a:cubicBezTo>
                  <a:lnTo>
                    <a:pt x="174563" y="3770"/>
                  </a:lnTo>
                  <a:cubicBezTo>
                    <a:pt x="174563" y="1703"/>
                    <a:pt x="172891" y="0"/>
                    <a:pt x="1708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57"/>
            <p:cNvSpPr/>
            <p:nvPr/>
          </p:nvSpPr>
          <p:spPr>
            <a:xfrm>
              <a:off x="1065174" y="2144380"/>
              <a:ext cx="2801214" cy="1596853"/>
            </a:xfrm>
            <a:custGeom>
              <a:avLst/>
              <a:gdLst/>
              <a:ahLst/>
              <a:cxnLst/>
              <a:rect l="l" t="t" r="r" b="b"/>
              <a:pathLst>
                <a:path w="158149" h="90154" extrusionOk="0">
                  <a:moveTo>
                    <a:pt x="0" y="0"/>
                  </a:moveTo>
                  <a:lnTo>
                    <a:pt x="0" y="90154"/>
                  </a:lnTo>
                  <a:lnTo>
                    <a:pt x="158149" y="90154"/>
                  </a:lnTo>
                  <a:lnTo>
                    <a:pt x="1581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57"/>
            <p:cNvSpPr/>
            <p:nvPr/>
          </p:nvSpPr>
          <p:spPr>
            <a:xfrm>
              <a:off x="2377741" y="2055552"/>
              <a:ext cx="144304" cy="26923"/>
            </a:xfrm>
            <a:custGeom>
              <a:avLst/>
              <a:gdLst/>
              <a:ahLst/>
              <a:cxnLst/>
              <a:rect l="l" t="t" r="r" b="b"/>
              <a:pathLst>
                <a:path w="8147" h="1520" extrusionOk="0">
                  <a:moveTo>
                    <a:pt x="7326" y="395"/>
                  </a:moveTo>
                  <a:cubicBezTo>
                    <a:pt x="7539" y="395"/>
                    <a:pt x="7721" y="547"/>
                    <a:pt x="7721" y="760"/>
                  </a:cubicBezTo>
                  <a:cubicBezTo>
                    <a:pt x="7721" y="942"/>
                    <a:pt x="7569" y="1155"/>
                    <a:pt x="7326" y="1155"/>
                  </a:cubicBezTo>
                  <a:lnTo>
                    <a:pt x="730" y="1155"/>
                  </a:lnTo>
                  <a:cubicBezTo>
                    <a:pt x="548" y="1155"/>
                    <a:pt x="335" y="1003"/>
                    <a:pt x="335" y="760"/>
                  </a:cubicBezTo>
                  <a:cubicBezTo>
                    <a:pt x="335" y="578"/>
                    <a:pt x="487" y="395"/>
                    <a:pt x="730" y="395"/>
                  </a:cubicBezTo>
                  <a:close/>
                  <a:moveTo>
                    <a:pt x="761" y="0"/>
                  </a:moveTo>
                  <a:cubicBezTo>
                    <a:pt x="335" y="0"/>
                    <a:pt x="1" y="335"/>
                    <a:pt x="1" y="760"/>
                  </a:cubicBezTo>
                  <a:cubicBezTo>
                    <a:pt x="1" y="1186"/>
                    <a:pt x="335" y="1520"/>
                    <a:pt x="761" y="1520"/>
                  </a:cubicBezTo>
                  <a:lnTo>
                    <a:pt x="7387" y="1520"/>
                  </a:lnTo>
                  <a:cubicBezTo>
                    <a:pt x="7782" y="1520"/>
                    <a:pt x="8147" y="1186"/>
                    <a:pt x="8147" y="760"/>
                  </a:cubicBezTo>
                  <a:cubicBezTo>
                    <a:pt x="8147" y="335"/>
                    <a:pt x="7782" y="0"/>
                    <a:pt x="7387"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57"/>
            <p:cNvSpPr/>
            <p:nvPr/>
          </p:nvSpPr>
          <p:spPr>
            <a:xfrm>
              <a:off x="2527412" y="2055552"/>
              <a:ext cx="28021" cy="26923"/>
            </a:xfrm>
            <a:custGeom>
              <a:avLst/>
              <a:gdLst/>
              <a:ahLst/>
              <a:cxnLst/>
              <a:rect l="l" t="t" r="r" b="b"/>
              <a:pathLst>
                <a:path w="1582" h="1520" extrusionOk="0">
                  <a:moveTo>
                    <a:pt x="791" y="395"/>
                  </a:moveTo>
                  <a:cubicBezTo>
                    <a:pt x="1004" y="395"/>
                    <a:pt x="1217" y="547"/>
                    <a:pt x="1217" y="760"/>
                  </a:cubicBezTo>
                  <a:cubicBezTo>
                    <a:pt x="1217" y="942"/>
                    <a:pt x="1004" y="1155"/>
                    <a:pt x="791" y="1155"/>
                  </a:cubicBezTo>
                  <a:cubicBezTo>
                    <a:pt x="548" y="1155"/>
                    <a:pt x="366" y="1003"/>
                    <a:pt x="366" y="760"/>
                  </a:cubicBezTo>
                  <a:cubicBezTo>
                    <a:pt x="366" y="578"/>
                    <a:pt x="548" y="395"/>
                    <a:pt x="791" y="395"/>
                  </a:cubicBezTo>
                  <a:close/>
                  <a:moveTo>
                    <a:pt x="791" y="0"/>
                  </a:moveTo>
                  <a:cubicBezTo>
                    <a:pt x="335" y="0"/>
                    <a:pt x="1" y="335"/>
                    <a:pt x="1" y="760"/>
                  </a:cubicBezTo>
                  <a:cubicBezTo>
                    <a:pt x="1" y="1186"/>
                    <a:pt x="335" y="1520"/>
                    <a:pt x="791" y="1520"/>
                  </a:cubicBezTo>
                  <a:cubicBezTo>
                    <a:pt x="1217" y="1520"/>
                    <a:pt x="1581" y="1186"/>
                    <a:pt x="1581" y="760"/>
                  </a:cubicBezTo>
                  <a:cubicBezTo>
                    <a:pt x="1581" y="335"/>
                    <a:pt x="1247" y="0"/>
                    <a:pt x="791"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57"/>
            <p:cNvSpPr/>
            <p:nvPr/>
          </p:nvSpPr>
          <p:spPr>
            <a:xfrm>
              <a:off x="1300980" y="2144380"/>
              <a:ext cx="6483" cy="1596853"/>
            </a:xfrm>
            <a:custGeom>
              <a:avLst/>
              <a:gdLst/>
              <a:ahLst/>
              <a:cxnLst/>
              <a:rect l="l" t="t" r="r" b="b"/>
              <a:pathLst>
                <a:path w="366" h="90154" extrusionOk="0">
                  <a:moveTo>
                    <a:pt x="0" y="0"/>
                  </a:moveTo>
                  <a:lnTo>
                    <a:pt x="0"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57"/>
            <p:cNvSpPr/>
            <p:nvPr/>
          </p:nvSpPr>
          <p:spPr>
            <a:xfrm>
              <a:off x="1178764" y="2144380"/>
              <a:ext cx="6483" cy="1596853"/>
            </a:xfrm>
            <a:custGeom>
              <a:avLst/>
              <a:gdLst/>
              <a:ahLst/>
              <a:cxnLst/>
              <a:rect l="l" t="t" r="r" b="b"/>
              <a:pathLst>
                <a:path w="366" h="90154" extrusionOk="0">
                  <a:moveTo>
                    <a:pt x="1" y="0"/>
                  </a:moveTo>
                  <a:lnTo>
                    <a:pt x="1"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57"/>
            <p:cNvSpPr/>
            <p:nvPr/>
          </p:nvSpPr>
          <p:spPr>
            <a:xfrm>
              <a:off x="1423197" y="2144380"/>
              <a:ext cx="7014" cy="1596853"/>
            </a:xfrm>
            <a:custGeom>
              <a:avLst/>
              <a:gdLst/>
              <a:ahLst/>
              <a:cxnLst/>
              <a:rect l="l" t="t" r="r" b="b"/>
              <a:pathLst>
                <a:path w="396" h="90154" extrusionOk="0">
                  <a:moveTo>
                    <a:pt x="0" y="0"/>
                  </a:moveTo>
                  <a:lnTo>
                    <a:pt x="0" y="90154"/>
                  </a:lnTo>
                  <a:lnTo>
                    <a:pt x="395" y="90154"/>
                  </a:lnTo>
                  <a:lnTo>
                    <a:pt x="39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57"/>
            <p:cNvSpPr/>
            <p:nvPr/>
          </p:nvSpPr>
          <p:spPr>
            <a:xfrm>
              <a:off x="1545413" y="2144380"/>
              <a:ext cx="6465" cy="1596853"/>
            </a:xfrm>
            <a:custGeom>
              <a:avLst/>
              <a:gdLst/>
              <a:ahLst/>
              <a:cxnLst/>
              <a:rect l="l" t="t" r="r" b="b"/>
              <a:pathLst>
                <a:path w="365" h="90154" extrusionOk="0">
                  <a:moveTo>
                    <a:pt x="0" y="0"/>
                  </a:moveTo>
                  <a:lnTo>
                    <a:pt x="0"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57"/>
            <p:cNvSpPr/>
            <p:nvPr/>
          </p:nvSpPr>
          <p:spPr>
            <a:xfrm>
              <a:off x="1667611" y="2144380"/>
              <a:ext cx="7032" cy="1596853"/>
            </a:xfrm>
            <a:custGeom>
              <a:avLst/>
              <a:gdLst/>
              <a:ahLst/>
              <a:cxnLst/>
              <a:rect l="l" t="t" r="r" b="b"/>
              <a:pathLst>
                <a:path w="397" h="90154" extrusionOk="0">
                  <a:moveTo>
                    <a:pt x="1" y="0"/>
                  </a:moveTo>
                  <a:lnTo>
                    <a:pt x="1" y="90154"/>
                  </a:lnTo>
                  <a:lnTo>
                    <a:pt x="396" y="90154"/>
                  </a:lnTo>
                  <a:lnTo>
                    <a:pt x="39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57"/>
            <p:cNvSpPr/>
            <p:nvPr/>
          </p:nvSpPr>
          <p:spPr>
            <a:xfrm>
              <a:off x="1912044" y="2144380"/>
              <a:ext cx="7014" cy="1596853"/>
            </a:xfrm>
            <a:custGeom>
              <a:avLst/>
              <a:gdLst/>
              <a:ahLst/>
              <a:cxnLst/>
              <a:rect l="l" t="t" r="r" b="b"/>
              <a:pathLst>
                <a:path w="396" h="90154" extrusionOk="0">
                  <a:moveTo>
                    <a:pt x="1" y="0"/>
                  </a:moveTo>
                  <a:lnTo>
                    <a:pt x="1" y="90154"/>
                  </a:lnTo>
                  <a:lnTo>
                    <a:pt x="396" y="90154"/>
                  </a:lnTo>
                  <a:lnTo>
                    <a:pt x="39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57"/>
            <p:cNvSpPr/>
            <p:nvPr/>
          </p:nvSpPr>
          <p:spPr>
            <a:xfrm>
              <a:off x="1790377" y="2144380"/>
              <a:ext cx="6465" cy="1596853"/>
            </a:xfrm>
            <a:custGeom>
              <a:avLst/>
              <a:gdLst/>
              <a:ahLst/>
              <a:cxnLst/>
              <a:rect l="l" t="t" r="r" b="b"/>
              <a:pathLst>
                <a:path w="365" h="90154" extrusionOk="0">
                  <a:moveTo>
                    <a:pt x="0" y="0"/>
                  </a:moveTo>
                  <a:lnTo>
                    <a:pt x="0"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57"/>
            <p:cNvSpPr/>
            <p:nvPr/>
          </p:nvSpPr>
          <p:spPr>
            <a:xfrm>
              <a:off x="2034792" y="2144380"/>
              <a:ext cx="6483" cy="1596853"/>
            </a:xfrm>
            <a:custGeom>
              <a:avLst/>
              <a:gdLst/>
              <a:ahLst/>
              <a:cxnLst/>
              <a:rect l="l" t="t" r="r" b="b"/>
              <a:pathLst>
                <a:path w="366" h="90154" extrusionOk="0">
                  <a:moveTo>
                    <a:pt x="1" y="0"/>
                  </a:moveTo>
                  <a:lnTo>
                    <a:pt x="1" y="90154"/>
                  </a:lnTo>
                  <a:lnTo>
                    <a:pt x="366" y="90154"/>
                  </a:lnTo>
                  <a:lnTo>
                    <a:pt x="36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57"/>
            <p:cNvSpPr/>
            <p:nvPr/>
          </p:nvSpPr>
          <p:spPr>
            <a:xfrm>
              <a:off x="2157008" y="2144380"/>
              <a:ext cx="6483" cy="1596853"/>
            </a:xfrm>
            <a:custGeom>
              <a:avLst/>
              <a:gdLst/>
              <a:ahLst/>
              <a:cxnLst/>
              <a:rect l="l" t="t" r="r" b="b"/>
              <a:pathLst>
                <a:path w="366" h="90154" extrusionOk="0">
                  <a:moveTo>
                    <a:pt x="1" y="0"/>
                  </a:moveTo>
                  <a:lnTo>
                    <a:pt x="1"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57"/>
            <p:cNvSpPr/>
            <p:nvPr/>
          </p:nvSpPr>
          <p:spPr>
            <a:xfrm>
              <a:off x="2279755" y="2144380"/>
              <a:ext cx="6483" cy="1596853"/>
            </a:xfrm>
            <a:custGeom>
              <a:avLst/>
              <a:gdLst/>
              <a:ahLst/>
              <a:cxnLst/>
              <a:rect l="l" t="t" r="r" b="b"/>
              <a:pathLst>
                <a:path w="366" h="90154" extrusionOk="0">
                  <a:moveTo>
                    <a:pt x="1" y="0"/>
                  </a:moveTo>
                  <a:lnTo>
                    <a:pt x="1" y="90154"/>
                  </a:lnTo>
                  <a:lnTo>
                    <a:pt x="366" y="90154"/>
                  </a:lnTo>
                  <a:lnTo>
                    <a:pt x="36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57"/>
            <p:cNvSpPr/>
            <p:nvPr/>
          </p:nvSpPr>
          <p:spPr>
            <a:xfrm>
              <a:off x="2523657" y="2144380"/>
              <a:ext cx="7014" cy="1596853"/>
            </a:xfrm>
            <a:custGeom>
              <a:avLst/>
              <a:gdLst/>
              <a:ahLst/>
              <a:cxnLst/>
              <a:rect l="l" t="t" r="r" b="b"/>
              <a:pathLst>
                <a:path w="396" h="90154" extrusionOk="0">
                  <a:moveTo>
                    <a:pt x="0" y="0"/>
                  </a:moveTo>
                  <a:lnTo>
                    <a:pt x="0" y="90154"/>
                  </a:lnTo>
                  <a:lnTo>
                    <a:pt x="395" y="90154"/>
                  </a:lnTo>
                  <a:lnTo>
                    <a:pt x="39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57"/>
            <p:cNvSpPr/>
            <p:nvPr/>
          </p:nvSpPr>
          <p:spPr>
            <a:xfrm>
              <a:off x="2401440" y="2144380"/>
              <a:ext cx="6465" cy="1596853"/>
            </a:xfrm>
            <a:custGeom>
              <a:avLst/>
              <a:gdLst/>
              <a:ahLst/>
              <a:cxnLst/>
              <a:rect l="l" t="t" r="r" b="b"/>
              <a:pathLst>
                <a:path w="365" h="90154" extrusionOk="0">
                  <a:moveTo>
                    <a:pt x="0" y="0"/>
                  </a:moveTo>
                  <a:lnTo>
                    <a:pt x="0"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57"/>
            <p:cNvSpPr/>
            <p:nvPr/>
          </p:nvSpPr>
          <p:spPr>
            <a:xfrm>
              <a:off x="2646404" y="2144380"/>
              <a:ext cx="6483" cy="1596853"/>
            </a:xfrm>
            <a:custGeom>
              <a:avLst/>
              <a:gdLst/>
              <a:ahLst/>
              <a:cxnLst/>
              <a:rect l="l" t="t" r="r" b="b"/>
              <a:pathLst>
                <a:path w="366" h="90154" extrusionOk="0">
                  <a:moveTo>
                    <a:pt x="0" y="0"/>
                  </a:moveTo>
                  <a:lnTo>
                    <a:pt x="0"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57"/>
            <p:cNvSpPr/>
            <p:nvPr/>
          </p:nvSpPr>
          <p:spPr>
            <a:xfrm>
              <a:off x="2768620" y="2144380"/>
              <a:ext cx="7014" cy="1596853"/>
            </a:xfrm>
            <a:custGeom>
              <a:avLst/>
              <a:gdLst/>
              <a:ahLst/>
              <a:cxnLst/>
              <a:rect l="l" t="t" r="r" b="b"/>
              <a:pathLst>
                <a:path w="396" h="90154" extrusionOk="0">
                  <a:moveTo>
                    <a:pt x="0" y="0"/>
                  </a:moveTo>
                  <a:lnTo>
                    <a:pt x="0" y="90154"/>
                  </a:lnTo>
                  <a:lnTo>
                    <a:pt x="395" y="90154"/>
                  </a:lnTo>
                  <a:lnTo>
                    <a:pt x="39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57"/>
            <p:cNvSpPr/>
            <p:nvPr/>
          </p:nvSpPr>
          <p:spPr>
            <a:xfrm>
              <a:off x="2890288" y="2144380"/>
              <a:ext cx="7014" cy="1596853"/>
            </a:xfrm>
            <a:custGeom>
              <a:avLst/>
              <a:gdLst/>
              <a:ahLst/>
              <a:cxnLst/>
              <a:rect l="l" t="t" r="r" b="b"/>
              <a:pathLst>
                <a:path w="396" h="90154" extrusionOk="0">
                  <a:moveTo>
                    <a:pt x="1" y="0"/>
                  </a:moveTo>
                  <a:lnTo>
                    <a:pt x="1" y="90154"/>
                  </a:lnTo>
                  <a:lnTo>
                    <a:pt x="396" y="90154"/>
                  </a:lnTo>
                  <a:lnTo>
                    <a:pt x="39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57"/>
            <p:cNvSpPr/>
            <p:nvPr/>
          </p:nvSpPr>
          <p:spPr>
            <a:xfrm>
              <a:off x="3135252" y="2144380"/>
              <a:ext cx="7014" cy="1596853"/>
            </a:xfrm>
            <a:custGeom>
              <a:avLst/>
              <a:gdLst/>
              <a:ahLst/>
              <a:cxnLst/>
              <a:rect l="l" t="t" r="r" b="b"/>
              <a:pathLst>
                <a:path w="396" h="90154" extrusionOk="0">
                  <a:moveTo>
                    <a:pt x="1" y="0"/>
                  </a:moveTo>
                  <a:lnTo>
                    <a:pt x="1" y="90154"/>
                  </a:lnTo>
                  <a:lnTo>
                    <a:pt x="396" y="90154"/>
                  </a:lnTo>
                  <a:lnTo>
                    <a:pt x="39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57"/>
            <p:cNvSpPr/>
            <p:nvPr/>
          </p:nvSpPr>
          <p:spPr>
            <a:xfrm>
              <a:off x="3013035" y="2144380"/>
              <a:ext cx="7014" cy="1596853"/>
            </a:xfrm>
            <a:custGeom>
              <a:avLst/>
              <a:gdLst/>
              <a:ahLst/>
              <a:cxnLst/>
              <a:rect l="l" t="t" r="r" b="b"/>
              <a:pathLst>
                <a:path w="396" h="90154" extrusionOk="0">
                  <a:moveTo>
                    <a:pt x="1" y="0"/>
                  </a:moveTo>
                  <a:lnTo>
                    <a:pt x="1" y="90154"/>
                  </a:lnTo>
                  <a:lnTo>
                    <a:pt x="396" y="90154"/>
                  </a:lnTo>
                  <a:lnTo>
                    <a:pt x="39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57"/>
            <p:cNvSpPr/>
            <p:nvPr/>
          </p:nvSpPr>
          <p:spPr>
            <a:xfrm>
              <a:off x="3257468" y="2144380"/>
              <a:ext cx="6483" cy="1596853"/>
            </a:xfrm>
            <a:custGeom>
              <a:avLst/>
              <a:gdLst/>
              <a:ahLst/>
              <a:cxnLst/>
              <a:rect l="l" t="t" r="r" b="b"/>
              <a:pathLst>
                <a:path w="366" h="90154" extrusionOk="0">
                  <a:moveTo>
                    <a:pt x="0" y="0"/>
                  </a:moveTo>
                  <a:lnTo>
                    <a:pt x="0"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57"/>
            <p:cNvSpPr/>
            <p:nvPr/>
          </p:nvSpPr>
          <p:spPr>
            <a:xfrm>
              <a:off x="3379684" y="2144380"/>
              <a:ext cx="7014" cy="1596853"/>
            </a:xfrm>
            <a:custGeom>
              <a:avLst/>
              <a:gdLst/>
              <a:ahLst/>
              <a:cxnLst/>
              <a:rect l="l" t="t" r="r" b="b"/>
              <a:pathLst>
                <a:path w="396" h="90154" extrusionOk="0">
                  <a:moveTo>
                    <a:pt x="0" y="0"/>
                  </a:moveTo>
                  <a:lnTo>
                    <a:pt x="0" y="90154"/>
                  </a:lnTo>
                  <a:lnTo>
                    <a:pt x="395" y="90154"/>
                  </a:lnTo>
                  <a:lnTo>
                    <a:pt x="39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57"/>
            <p:cNvSpPr/>
            <p:nvPr/>
          </p:nvSpPr>
          <p:spPr>
            <a:xfrm>
              <a:off x="3502432" y="2144380"/>
              <a:ext cx="6483" cy="1596853"/>
            </a:xfrm>
            <a:custGeom>
              <a:avLst/>
              <a:gdLst/>
              <a:ahLst/>
              <a:cxnLst/>
              <a:rect l="l" t="t" r="r" b="b"/>
              <a:pathLst>
                <a:path w="366" h="90154" extrusionOk="0">
                  <a:moveTo>
                    <a:pt x="0" y="0"/>
                  </a:moveTo>
                  <a:lnTo>
                    <a:pt x="0" y="90154"/>
                  </a:lnTo>
                  <a:lnTo>
                    <a:pt x="365" y="90154"/>
                  </a:lnTo>
                  <a:lnTo>
                    <a:pt x="36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57"/>
            <p:cNvSpPr/>
            <p:nvPr/>
          </p:nvSpPr>
          <p:spPr>
            <a:xfrm>
              <a:off x="3624648" y="2144380"/>
              <a:ext cx="7014" cy="1596853"/>
            </a:xfrm>
            <a:custGeom>
              <a:avLst/>
              <a:gdLst/>
              <a:ahLst/>
              <a:cxnLst/>
              <a:rect l="l" t="t" r="r" b="b"/>
              <a:pathLst>
                <a:path w="396" h="90154" extrusionOk="0">
                  <a:moveTo>
                    <a:pt x="0" y="0"/>
                  </a:moveTo>
                  <a:lnTo>
                    <a:pt x="0" y="90154"/>
                  </a:lnTo>
                  <a:lnTo>
                    <a:pt x="395" y="90154"/>
                  </a:lnTo>
                  <a:lnTo>
                    <a:pt x="395"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57"/>
            <p:cNvSpPr/>
            <p:nvPr/>
          </p:nvSpPr>
          <p:spPr>
            <a:xfrm>
              <a:off x="3746315" y="2144380"/>
              <a:ext cx="7014" cy="1596853"/>
            </a:xfrm>
            <a:custGeom>
              <a:avLst/>
              <a:gdLst/>
              <a:ahLst/>
              <a:cxnLst/>
              <a:rect l="l" t="t" r="r" b="b"/>
              <a:pathLst>
                <a:path w="396" h="90154" extrusionOk="0">
                  <a:moveTo>
                    <a:pt x="1" y="0"/>
                  </a:moveTo>
                  <a:lnTo>
                    <a:pt x="1" y="90154"/>
                  </a:lnTo>
                  <a:lnTo>
                    <a:pt x="396" y="90154"/>
                  </a:lnTo>
                  <a:lnTo>
                    <a:pt x="396"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57"/>
            <p:cNvSpPr/>
            <p:nvPr/>
          </p:nvSpPr>
          <p:spPr>
            <a:xfrm>
              <a:off x="2034792" y="2451798"/>
              <a:ext cx="6483" cy="296118"/>
            </a:xfrm>
            <a:custGeom>
              <a:avLst/>
              <a:gdLst/>
              <a:ahLst/>
              <a:cxnLst/>
              <a:rect l="l" t="t" r="r" b="b"/>
              <a:pathLst>
                <a:path w="366" h="16718" extrusionOk="0">
                  <a:moveTo>
                    <a:pt x="1" y="0"/>
                  </a:moveTo>
                  <a:lnTo>
                    <a:pt x="1" y="16718"/>
                  </a:lnTo>
                  <a:lnTo>
                    <a:pt x="366" y="16718"/>
                  </a:lnTo>
                  <a:lnTo>
                    <a:pt x="36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57"/>
            <p:cNvSpPr/>
            <p:nvPr/>
          </p:nvSpPr>
          <p:spPr>
            <a:xfrm>
              <a:off x="1984187" y="2501252"/>
              <a:ext cx="107692" cy="198699"/>
            </a:xfrm>
            <a:custGeom>
              <a:avLst/>
              <a:gdLst/>
              <a:ahLst/>
              <a:cxnLst/>
              <a:rect l="l" t="t" r="r" b="b"/>
              <a:pathLst>
                <a:path w="6080" h="11218" extrusionOk="0">
                  <a:moveTo>
                    <a:pt x="3043" y="1"/>
                  </a:moveTo>
                  <a:cubicBezTo>
                    <a:pt x="1735" y="1"/>
                    <a:pt x="428" y="107"/>
                    <a:pt x="335" y="309"/>
                  </a:cubicBezTo>
                  <a:cubicBezTo>
                    <a:pt x="153" y="673"/>
                    <a:pt x="1" y="10430"/>
                    <a:pt x="335" y="10886"/>
                  </a:cubicBezTo>
                  <a:cubicBezTo>
                    <a:pt x="484" y="11110"/>
                    <a:pt x="1705" y="11217"/>
                    <a:pt x="2952" y="11217"/>
                  </a:cubicBezTo>
                  <a:cubicBezTo>
                    <a:pt x="4242" y="11217"/>
                    <a:pt x="5560" y="11103"/>
                    <a:pt x="5745" y="10886"/>
                  </a:cubicBezTo>
                  <a:cubicBezTo>
                    <a:pt x="6080" y="10491"/>
                    <a:pt x="6080" y="704"/>
                    <a:pt x="5745" y="309"/>
                  </a:cubicBezTo>
                  <a:cubicBezTo>
                    <a:pt x="5566" y="100"/>
                    <a:pt x="4304" y="1"/>
                    <a:pt x="30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57"/>
            <p:cNvSpPr/>
            <p:nvPr/>
          </p:nvSpPr>
          <p:spPr>
            <a:xfrm>
              <a:off x="2523657" y="2295663"/>
              <a:ext cx="7014" cy="535715"/>
            </a:xfrm>
            <a:custGeom>
              <a:avLst/>
              <a:gdLst/>
              <a:ahLst/>
              <a:cxnLst/>
              <a:rect l="l" t="t" r="r" b="b"/>
              <a:pathLst>
                <a:path w="396" h="30245" extrusionOk="0">
                  <a:moveTo>
                    <a:pt x="0" y="1"/>
                  </a:moveTo>
                  <a:lnTo>
                    <a:pt x="0" y="30244"/>
                  </a:lnTo>
                  <a:lnTo>
                    <a:pt x="395" y="30244"/>
                  </a:lnTo>
                  <a:lnTo>
                    <a:pt x="39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57"/>
            <p:cNvSpPr/>
            <p:nvPr/>
          </p:nvSpPr>
          <p:spPr>
            <a:xfrm>
              <a:off x="2473583" y="2483681"/>
              <a:ext cx="107692" cy="199035"/>
            </a:xfrm>
            <a:custGeom>
              <a:avLst/>
              <a:gdLst/>
              <a:ahLst/>
              <a:cxnLst/>
              <a:rect l="l" t="t" r="r" b="b"/>
              <a:pathLst>
                <a:path w="6080" h="11237" extrusionOk="0">
                  <a:moveTo>
                    <a:pt x="3115" y="1"/>
                  </a:moveTo>
                  <a:cubicBezTo>
                    <a:pt x="1786" y="1"/>
                    <a:pt x="429" y="108"/>
                    <a:pt x="335" y="298"/>
                  </a:cubicBezTo>
                  <a:cubicBezTo>
                    <a:pt x="152" y="693"/>
                    <a:pt x="0" y="10450"/>
                    <a:pt x="335" y="10906"/>
                  </a:cubicBezTo>
                  <a:cubicBezTo>
                    <a:pt x="484" y="11130"/>
                    <a:pt x="1705" y="11236"/>
                    <a:pt x="2948" y="11236"/>
                  </a:cubicBezTo>
                  <a:cubicBezTo>
                    <a:pt x="4234" y="11236"/>
                    <a:pt x="5545" y="11122"/>
                    <a:pt x="5715" y="10906"/>
                  </a:cubicBezTo>
                  <a:cubicBezTo>
                    <a:pt x="6079" y="10480"/>
                    <a:pt x="6079" y="723"/>
                    <a:pt x="5715" y="298"/>
                  </a:cubicBezTo>
                  <a:cubicBezTo>
                    <a:pt x="5554" y="93"/>
                    <a:pt x="4346" y="1"/>
                    <a:pt x="31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57"/>
            <p:cNvSpPr/>
            <p:nvPr/>
          </p:nvSpPr>
          <p:spPr>
            <a:xfrm>
              <a:off x="1668692" y="2264435"/>
              <a:ext cx="6483" cy="535715"/>
            </a:xfrm>
            <a:custGeom>
              <a:avLst/>
              <a:gdLst/>
              <a:ahLst/>
              <a:cxnLst/>
              <a:rect l="l" t="t" r="r" b="b"/>
              <a:pathLst>
                <a:path w="366" h="30245" extrusionOk="0">
                  <a:moveTo>
                    <a:pt x="1" y="1"/>
                  </a:moveTo>
                  <a:lnTo>
                    <a:pt x="1" y="30244"/>
                  </a:lnTo>
                  <a:lnTo>
                    <a:pt x="365" y="30244"/>
                  </a:lnTo>
                  <a:lnTo>
                    <a:pt x="36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57"/>
            <p:cNvSpPr/>
            <p:nvPr/>
          </p:nvSpPr>
          <p:spPr>
            <a:xfrm>
              <a:off x="1618087" y="2452808"/>
              <a:ext cx="107692" cy="198681"/>
            </a:xfrm>
            <a:custGeom>
              <a:avLst/>
              <a:gdLst/>
              <a:ahLst/>
              <a:cxnLst/>
              <a:rect l="l" t="t" r="r" b="b"/>
              <a:pathLst>
                <a:path w="6080" h="11217" extrusionOk="0">
                  <a:moveTo>
                    <a:pt x="3039" y="0"/>
                  </a:moveTo>
                  <a:cubicBezTo>
                    <a:pt x="1735" y="0"/>
                    <a:pt x="428" y="107"/>
                    <a:pt x="335" y="308"/>
                  </a:cubicBezTo>
                  <a:cubicBezTo>
                    <a:pt x="152" y="673"/>
                    <a:pt x="0" y="10430"/>
                    <a:pt x="335" y="10886"/>
                  </a:cubicBezTo>
                  <a:cubicBezTo>
                    <a:pt x="484" y="11110"/>
                    <a:pt x="1705" y="11216"/>
                    <a:pt x="2948" y="11216"/>
                  </a:cubicBezTo>
                  <a:cubicBezTo>
                    <a:pt x="4235" y="11216"/>
                    <a:pt x="5545" y="11102"/>
                    <a:pt x="5715" y="10886"/>
                  </a:cubicBezTo>
                  <a:cubicBezTo>
                    <a:pt x="6080" y="10491"/>
                    <a:pt x="6080" y="703"/>
                    <a:pt x="5715" y="308"/>
                  </a:cubicBezTo>
                  <a:cubicBezTo>
                    <a:pt x="5551" y="99"/>
                    <a:pt x="4296" y="0"/>
                    <a:pt x="30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57"/>
            <p:cNvSpPr/>
            <p:nvPr/>
          </p:nvSpPr>
          <p:spPr>
            <a:xfrm>
              <a:off x="2768620" y="2133080"/>
              <a:ext cx="7014" cy="535697"/>
            </a:xfrm>
            <a:custGeom>
              <a:avLst/>
              <a:gdLst/>
              <a:ahLst/>
              <a:cxnLst/>
              <a:rect l="l" t="t" r="r" b="b"/>
              <a:pathLst>
                <a:path w="396" h="30244" extrusionOk="0">
                  <a:moveTo>
                    <a:pt x="0" y="0"/>
                  </a:moveTo>
                  <a:lnTo>
                    <a:pt x="0" y="30244"/>
                  </a:lnTo>
                  <a:lnTo>
                    <a:pt x="395" y="30244"/>
                  </a:lnTo>
                  <a:lnTo>
                    <a:pt x="39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57"/>
            <p:cNvSpPr/>
            <p:nvPr/>
          </p:nvSpPr>
          <p:spPr>
            <a:xfrm>
              <a:off x="2717467" y="2321434"/>
              <a:ext cx="107692" cy="199035"/>
            </a:xfrm>
            <a:custGeom>
              <a:avLst/>
              <a:gdLst/>
              <a:ahLst/>
              <a:cxnLst/>
              <a:rect l="l" t="t" r="r" b="b"/>
              <a:pathLst>
                <a:path w="6080" h="11237" extrusionOk="0">
                  <a:moveTo>
                    <a:pt x="3069" y="1"/>
                  </a:moveTo>
                  <a:cubicBezTo>
                    <a:pt x="1765" y="1"/>
                    <a:pt x="458" y="107"/>
                    <a:pt x="365" y="309"/>
                  </a:cubicBezTo>
                  <a:cubicBezTo>
                    <a:pt x="152" y="673"/>
                    <a:pt x="1" y="10461"/>
                    <a:pt x="365" y="10917"/>
                  </a:cubicBezTo>
                  <a:cubicBezTo>
                    <a:pt x="512" y="11136"/>
                    <a:pt x="1690" y="11236"/>
                    <a:pt x="2909" y="11236"/>
                  </a:cubicBezTo>
                  <a:cubicBezTo>
                    <a:pt x="4217" y="11236"/>
                    <a:pt x="5572" y="11121"/>
                    <a:pt x="5745" y="10917"/>
                  </a:cubicBezTo>
                  <a:cubicBezTo>
                    <a:pt x="6080" y="10491"/>
                    <a:pt x="6080" y="734"/>
                    <a:pt x="5745" y="309"/>
                  </a:cubicBezTo>
                  <a:cubicBezTo>
                    <a:pt x="5581" y="100"/>
                    <a:pt x="4326" y="1"/>
                    <a:pt x="30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57"/>
            <p:cNvSpPr/>
            <p:nvPr/>
          </p:nvSpPr>
          <p:spPr>
            <a:xfrm>
              <a:off x="3379684" y="1820277"/>
              <a:ext cx="7014" cy="342967"/>
            </a:xfrm>
            <a:custGeom>
              <a:avLst/>
              <a:gdLst/>
              <a:ahLst/>
              <a:cxnLst/>
              <a:rect l="l" t="t" r="r" b="b"/>
              <a:pathLst>
                <a:path w="396" h="19363" extrusionOk="0">
                  <a:moveTo>
                    <a:pt x="0" y="0"/>
                  </a:moveTo>
                  <a:lnTo>
                    <a:pt x="0" y="19362"/>
                  </a:lnTo>
                  <a:lnTo>
                    <a:pt x="395" y="19362"/>
                  </a:lnTo>
                  <a:lnTo>
                    <a:pt x="39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57"/>
            <p:cNvSpPr/>
            <p:nvPr/>
          </p:nvSpPr>
          <p:spPr>
            <a:xfrm>
              <a:off x="3328530" y="1917660"/>
              <a:ext cx="107692" cy="152381"/>
            </a:xfrm>
            <a:custGeom>
              <a:avLst/>
              <a:gdLst/>
              <a:ahLst/>
              <a:cxnLst/>
              <a:rect l="l" t="t" r="r" b="b"/>
              <a:pathLst>
                <a:path w="6080" h="8603" extrusionOk="0">
                  <a:moveTo>
                    <a:pt x="3069" y="0"/>
                  </a:moveTo>
                  <a:cubicBezTo>
                    <a:pt x="1765" y="0"/>
                    <a:pt x="458" y="107"/>
                    <a:pt x="365" y="308"/>
                  </a:cubicBezTo>
                  <a:cubicBezTo>
                    <a:pt x="153" y="673"/>
                    <a:pt x="1" y="7816"/>
                    <a:pt x="365" y="8272"/>
                  </a:cubicBezTo>
                  <a:cubicBezTo>
                    <a:pt x="515" y="8496"/>
                    <a:pt x="1736" y="8602"/>
                    <a:pt x="2979" y="8602"/>
                  </a:cubicBezTo>
                  <a:cubicBezTo>
                    <a:pt x="4265" y="8602"/>
                    <a:pt x="5575" y="8488"/>
                    <a:pt x="5745" y="8272"/>
                  </a:cubicBezTo>
                  <a:cubicBezTo>
                    <a:pt x="6080" y="7876"/>
                    <a:pt x="6080" y="733"/>
                    <a:pt x="5745" y="308"/>
                  </a:cubicBezTo>
                  <a:cubicBezTo>
                    <a:pt x="5581" y="99"/>
                    <a:pt x="4327" y="0"/>
                    <a:pt x="30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57"/>
            <p:cNvSpPr/>
            <p:nvPr/>
          </p:nvSpPr>
          <p:spPr>
            <a:xfrm>
              <a:off x="3257468" y="1894563"/>
              <a:ext cx="6483" cy="343516"/>
            </a:xfrm>
            <a:custGeom>
              <a:avLst/>
              <a:gdLst/>
              <a:ahLst/>
              <a:cxnLst/>
              <a:rect l="l" t="t" r="r" b="b"/>
              <a:pathLst>
                <a:path w="366" h="19394" extrusionOk="0">
                  <a:moveTo>
                    <a:pt x="0" y="1"/>
                  </a:moveTo>
                  <a:lnTo>
                    <a:pt x="0" y="19393"/>
                  </a:lnTo>
                  <a:lnTo>
                    <a:pt x="365" y="19393"/>
                  </a:lnTo>
                  <a:lnTo>
                    <a:pt x="36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57"/>
            <p:cNvSpPr/>
            <p:nvPr/>
          </p:nvSpPr>
          <p:spPr>
            <a:xfrm>
              <a:off x="3206863" y="1992354"/>
              <a:ext cx="107692" cy="152522"/>
            </a:xfrm>
            <a:custGeom>
              <a:avLst/>
              <a:gdLst/>
              <a:ahLst/>
              <a:cxnLst/>
              <a:rect l="l" t="t" r="r" b="b"/>
              <a:pathLst>
                <a:path w="6080" h="8611" extrusionOk="0">
                  <a:moveTo>
                    <a:pt x="3071" y="0"/>
                  </a:moveTo>
                  <a:cubicBezTo>
                    <a:pt x="1761" y="0"/>
                    <a:pt x="443" y="99"/>
                    <a:pt x="335" y="285"/>
                  </a:cubicBezTo>
                  <a:cubicBezTo>
                    <a:pt x="152" y="681"/>
                    <a:pt x="0" y="7824"/>
                    <a:pt x="335" y="8280"/>
                  </a:cubicBezTo>
                  <a:cubicBezTo>
                    <a:pt x="484" y="8504"/>
                    <a:pt x="1712" y="8610"/>
                    <a:pt x="2963" y="8610"/>
                  </a:cubicBezTo>
                  <a:cubicBezTo>
                    <a:pt x="4257" y="8610"/>
                    <a:pt x="5575" y="8496"/>
                    <a:pt x="5745" y="8280"/>
                  </a:cubicBezTo>
                  <a:cubicBezTo>
                    <a:pt x="6079" y="7854"/>
                    <a:pt x="6079" y="711"/>
                    <a:pt x="5745" y="285"/>
                  </a:cubicBezTo>
                  <a:cubicBezTo>
                    <a:pt x="5581" y="92"/>
                    <a:pt x="4330" y="0"/>
                    <a:pt x="3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57"/>
            <p:cNvSpPr/>
            <p:nvPr/>
          </p:nvSpPr>
          <p:spPr>
            <a:xfrm>
              <a:off x="3624648" y="1668445"/>
              <a:ext cx="7014" cy="343516"/>
            </a:xfrm>
            <a:custGeom>
              <a:avLst/>
              <a:gdLst/>
              <a:ahLst/>
              <a:cxnLst/>
              <a:rect l="l" t="t" r="r" b="b"/>
              <a:pathLst>
                <a:path w="396" h="19394" extrusionOk="0">
                  <a:moveTo>
                    <a:pt x="0" y="1"/>
                  </a:moveTo>
                  <a:lnTo>
                    <a:pt x="0" y="19393"/>
                  </a:lnTo>
                  <a:lnTo>
                    <a:pt x="395" y="19393"/>
                  </a:lnTo>
                  <a:lnTo>
                    <a:pt x="39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57"/>
            <p:cNvSpPr/>
            <p:nvPr/>
          </p:nvSpPr>
          <p:spPr>
            <a:xfrm>
              <a:off x="3573494" y="1766236"/>
              <a:ext cx="107692" cy="152522"/>
            </a:xfrm>
            <a:custGeom>
              <a:avLst/>
              <a:gdLst/>
              <a:ahLst/>
              <a:cxnLst/>
              <a:rect l="l" t="t" r="r" b="b"/>
              <a:pathLst>
                <a:path w="6080" h="8611" extrusionOk="0">
                  <a:moveTo>
                    <a:pt x="3072" y="0"/>
                  </a:moveTo>
                  <a:cubicBezTo>
                    <a:pt x="1762" y="0"/>
                    <a:pt x="444" y="99"/>
                    <a:pt x="335" y="285"/>
                  </a:cubicBezTo>
                  <a:cubicBezTo>
                    <a:pt x="153" y="680"/>
                    <a:pt x="1" y="7823"/>
                    <a:pt x="335" y="8279"/>
                  </a:cubicBezTo>
                  <a:cubicBezTo>
                    <a:pt x="499" y="8503"/>
                    <a:pt x="1728" y="8610"/>
                    <a:pt x="2975" y="8610"/>
                  </a:cubicBezTo>
                  <a:cubicBezTo>
                    <a:pt x="4265" y="8610"/>
                    <a:pt x="5575" y="8496"/>
                    <a:pt x="5745" y="8279"/>
                  </a:cubicBezTo>
                  <a:cubicBezTo>
                    <a:pt x="6080" y="7854"/>
                    <a:pt x="6080" y="711"/>
                    <a:pt x="5745" y="285"/>
                  </a:cubicBezTo>
                  <a:cubicBezTo>
                    <a:pt x="5582" y="92"/>
                    <a:pt x="4330" y="0"/>
                    <a:pt x="3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57"/>
            <p:cNvSpPr/>
            <p:nvPr/>
          </p:nvSpPr>
          <p:spPr>
            <a:xfrm>
              <a:off x="1545413" y="2201450"/>
              <a:ext cx="6465" cy="398956"/>
            </a:xfrm>
            <a:custGeom>
              <a:avLst/>
              <a:gdLst/>
              <a:ahLst/>
              <a:cxnLst/>
              <a:rect l="l" t="t" r="r" b="b"/>
              <a:pathLst>
                <a:path w="365" h="22524" extrusionOk="0">
                  <a:moveTo>
                    <a:pt x="0" y="0"/>
                  </a:moveTo>
                  <a:lnTo>
                    <a:pt x="0" y="22524"/>
                  </a:lnTo>
                  <a:lnTo>
                    <a:pt x="365" y="22524"/>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57"/>
            <p:cNvSpPr/>
            <p:nvPr/>
          </p:nvSpPr>
          <p:spPr>
            <a:xfrm>
              <a:off x="1494791" y="2339076"/>
              <a:ext cx="107692" cy="198805"/>
            </a:xfrm>
            <a:custGeom>
              <a:avLst/>
              <a:gdLst/>
              <a:ahLst/>
              <a:cxnLst/>
              <a:rect l="l" t="t" r="r" b="b"/>
              <a:pathLst>
                <a:path w="6080" h="11224" extrusionOk="0">
                  <a:moveTo>
                    <a:pt x="3072" y="0"/>
                  </a:moveTo>
                  <a:cubicBezTo>
                    <a:pt x="1762" y="0"/>
                    <a:pt x="444" y="99"/>
                    <a:pt x="335" y="285"/>
                  </a:cubicBezTo>
                  <a:cubicBezTo>
                    <a:pt x="153" y="680"/>
                    <a:pt x="1" y="10437"/>
                    <a:pt x="335" y="10893"/>
                  </a:cubicBezTo>
                  <a:cubicBezTo>
                    <a:pt x="485" y="11117"/>
                    <a:pt x="1713" y="11224"/>
                    <a:pt x="2963" y="11224"/>
                  </a:cubicBezTo>
                  <a:cubicBezTo>
                    <a:pt x="4258" y="11224"/>
                    <a:pt x="5576" y="11110"/>
                    <a:pt x="5746" y="10893"/>
                  </a:cubicBezTo>
                  <a:cubicBezTo>
                    <a:pt x="6080" y="10468"/>
                    <a:pt x="6080" y="711"/>
                    <a:pt x="5746" y="285"/>
                  </a:cubicBezTo>
                  <a:cubicBezTo>
                    <a:pt x="5582" y="92"/>
                    <a:pt x="4331" y="0"/>
                    <a:pt x="3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57"/>
            <p:cNvSpPr/>
            <p:nvPr/>
          </p:nvSpPr>
          <p:spPr>
            <a:xfrm>
              <a:off x="1790377" y="2378043"/>
              <a:ext cx="6465" cy="278901"/>
            </a:xfrm>
            <a:custGeom>
              <a:avLst/>
              <a:gdLst/>
              <a:ahLst/>
              <a:cxnLst/>
              <a:rect l="l" t="t" r="r" b="b"/>
              <a:pathLst>
                <a:path w="365" h="15746" extrusionOk="0">
                  <a:moveTo>
                    <a:pt x="0" y="0"/>
                  </a:moveTo>
                  <a:lnTo>
                    <a:pt x="0" y="15745"/>
                  </a:lnTo>
                  <a:lnTo>
                    <a:pt x="365" y="15745"/>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57"/>
            <p:cNvSpPr/>
            <p:nvPr/>
          </p:nvSpPr>
          <p:spPr>
            <a:xfrm>
              <a:off x="1739223" y="2419083"/>
              <a:ext cx="107692" cy="91892"/>
            </a:xfrm>
            <a:custGeom>
              <a:avLst/>
              <a:gdLst/>
              <a:ahLst/>
              <a:cxnLst/>
              <a:rect l="l" t="t" r="r" b="b"/>
              <a:pathLst>
                <a:path w="6080" h="5188" extrusionOk="0">
                  <a:moveTo>
                    <a:pt x="3115" y="0"/>
                  </a:moveTo>
                  <a:cubicBezTo>
                    <a:pt x="1786" y="0"/>
                    <a:pt x="430" y="108"/>
                    <a:pt x="335" y="297"/>
                  </a:cubicBezTo>
                  <a:cubicBezTo>
                    <a:pt x="152" y="723"/>
                    <a:pt x="1" y="4401"/>
                    <a:pt x="335" y="4857"/>
                  </a:cubicBezTo>
                  <a:cubicBezTo>
                    <a:pt x="484" y="5081"/>
                    <a:pt x="1705" y="5187"/>
                    <a:pt x="2948" y="5187"/>
                  </a:cubicBezTo>
                  <a:cubicBezTo>
                    <a:pt x="4235" y="5187"/>
                    <a:pt x="5545" y="5073"/>
                    <a:pt x="5715" y="4857"/>
                  </a:cubicBezTo>
                  <a:cubicBezTo>
                    <a:pt x="6080" y="4431"/>
                    <a:pt x="6080" y="753"/>
                    <a:pt x="5715" y="297"/>
                  </a:cubicBezTo>
                  <a:cubicBezTo>
                    <a:pt x="5554" y="93"/>
                    <a:pt x="4346" y="0"/>
                    <a:pt x="3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57"/>
            <p:cNvSpPr/>
            <p:nvPr/>
          </p:nvSpPr>
          <p:spPr>
            <a:xfrm>
              <a:off x="2157008" y="2378043"/>
              <a:ext cx="6483" cy="278901"/>
            </a:xfrm>
            <a:custGeom>
              <a:avLst/>
              <a:gdLst/>
              <a:ahLst/>
              <a:cxnLst/>
              <a:rect l="l" t="t" r="r" b="b"/>
              <a:pathLst>
                <a:path w="366" h="15746" extrusionOk="0">
                  <a:moveTo>
                    <a:pt x="1" y="0"/>
                  </a:moveTo>
                  <a:lnTo>
                    <a:pt x="1" y="15745"/>
                  </a:lnTo>
                  <a:lnTo>
                    <a:pt x="365" y="15745"/>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57"/>
            <p:cNvSpPr/>
            <p:nvPr/>
          </p:nvSpPr>
          <p:spPr>
            <a:xfrm>
              <a:off x="2105854" y="2419083"/>
              <a:ext cx="107710" cy="91892"/>
            </a:xfrm>
            <a:custGeom>
              <a:avLst/>
              <a:gdLst/>
              <a:ahLst/>
              <a:cxnLst/>
              <a:rect l="l" t="t" r="r" b="b"/>
              <a:pathLst>
                <a:path w="6081" h="5188" extrusionOk="0">
                  <a:moveTo>
                    <a:pt x="3142" y="0"/>
                  </a:moveTo>
                  <a:cubicBezTo>
                    <a:pt x="1810" y="0"/>
                    <a:pt x="446" y="108"/>
                    <a:pt x="335" y="297"/>
                  </a:cubicBezTo>
                  <a:cubicBezTo>
                    <a:pt x="153" y="723"/>
                    <a:pt x="1" y="4401"/>
                    <a:pt x="335" y="4857"/>
                  </a:cubicBezTo>
                  <a:cubicBezTo>
                    <a:pt x="485" y="5081"/>
                    <a:pt x="1713" y="5187"/>
                    <a:pt x="2963" y="5187"/>
                  </a:cubicBezTo>
                  <a:cubicBezTo>
                    <a:pt x="4258" y="5187"/>
                    <a:pt x="5576" y="5073"/>
                    <a:pt x="5746" y="4857"/>
                  </a:cubicBezTo>
                  <a:cubicBezTo>
                    <a:pt x="6080" y="4431"/>
                    <a:pt x="6080" y="753"/>
                    <a:pt x="5746" y="297"/>
                  </a:cubicBezTo>
                  <a:cubicBezTo>
                    <a:pt x="5585" y="93"/>
                    <a:pt x="4377" y="0"/>
                    <a:pt x="3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57"/>
            <p:cNvSpPr/>
            <p:nvPr/>
          </p:nvSpPr>
          <p:spPr>
            <a:xfrm>
              <a:off x="1423197" y="2252586"/>
              <a:ext cx="7014" cy="279450"/>
            </a:xfrm>
            <a:custGeom>
              <a:avLst/>
              <a:gdLst/>
              <a:ahLst/>
              <a:cxnLst/>
              <a:rect l="l" t="t" r="r" b="b"/>
              <a:pathLst>
                <a:path w="396" h="15777" extrusionOk="0">
                  <a:moveTo>
                    <a:pt x="0" y="1"/>
                  </a:moveTo>
                  <a:lnTo>
                    <a:pt x="0" y="15776"/>
                  </a:lnTo>
                  <a:lnTo>
                    <a:pt x="395" y="15776"/>
                  </a:lnTo>
                  <a:lnTo>
                    <a:pt x="39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57"/>
            <p:cNvSpPr/>
            <p:nvPr/>
          </p:nvSpPr>
          <p:spPr>
            <a:xfrm>
              <a:off x="1372592" y="2293980"/>
              <a:ext cx="107692" cy="91892"/>
            </a:xfrm>
            <a:custGeom>
              <a:avLst/>
              <a:gdLst/>
              <a:ahLst/>
              <a:cxnLst/>
              <a:rect l="l" t="t" r="r" b="b"/>
              <a:pathLst>
                <a:path w="6080" h="5188" extrusionOk="0">
                  <a:moveTo>
                    <a:pt x="3038" y="1"/>
                  </a:moveTo>
                  <a:cubicBezTo>
                    <a:pt x="1734" y="1"/>
                    <a:pt x="427" y="107"/>
                    <a:pt x="334" y="308"/>
                  </a:cubicBezTo>
                  <a:cubicBezTo>
                    <a:pt x="152" y="704"/>
                    <a:pt x="0" y="4412"/>
                    <a:pt x="334" y="4868"/>
                  </a:cubicBezTo>
                  <a:cubicBezTo>
                    <a:pt x="481" y="5088"/>
                    <a:pt x="1659" y="5187"/>
                    <a:pt x="2878" y="5187"/>
                  </a:cubicBezTo>
                  <a:cubicBezTo>
                    <a:pt x="4187" y="5187"/>
                    <a:pt x="5541" y="5072"/>
                    <a:pt x="5714" y="4868"/>
                  </a:cubicBezTo>
                  <a:cubicBezTo>
                    <a:pt x="6079" y="4442"/>
                    <a:pt x="6079" y="734"/>
                    <a:pt x="5714" y="308"/>
                  </a:cubicBezTo>
                  <a:cubicBezTo>
                    <a:pt x="5550" y="100"/>
                    <a:pt x="4296" y="1"/>
                    <a:pt x="30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57"/>
            <p:cNvSpPr/>
            <p:nvPr/>
          </p:nvSpPr>
          <p:spPr>
            <a:xfrm>
              <a:off x="2646404" y="2392568"/>
              <a:ext cx="6483" cy="279450"/>
            </a:xfrm>
            <a:custGeom>
              <a:avLst/>
              <a:gdLst/>
              <a:ahLst/>
              <a:cxnLst/>
              <a:rect l="l" t="t" r="r" b="b"/>
              <a:pathLst>
                <a:path w="366" h="15777" extrusionOk="0">
                  <a:moveTo>
                    <a:pt x="0" y="1"/>
                  </a:moveTo>
                  <a:lnTo>
                    <a:pt x="0" y="15776"/>
                  </a:lnTo>
                  <a:lnTo>
                    <a:pt x="365" y="15776"/>
                  </a:lnTo>
                  <a:lnTo>
                    <a:pt x="36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57"/>
            <p:cNvSpPr/>
            <p:nvPr/>
          </p:nvSpPr>
          <p:spPr>
            <a:xfrm>
              <a:off x="2595800" y="2433094"/>
              <a:ext cx="107143" cy="91875"/>
            </a:xfrm>
            <a:custGeom>
              <a:avLst/>
              <a:gdLst/>
              <a:ahLst/>
              <a:cxnLst/>
              <a:rect l="l" t="t" r="r" b="b"/>
              <a:pathLst>
                <a:path w="6049" h="5187" extrusionOk="0">
                  <a:moveTo>
                    <a:pt x="2941" y="0"/>
                  </a:moveTo>
                  <a:cubicBezTo>
                    <a:pt x="1657" y="0"/>
                    <a:pt x="395" y="99"/>
                    <a:pt x="304" y="296"/>
                  </a:cubicBezTo>
                  <a:cubicBezTo>
                    <a:pt x="122" y="722"/>
                    <a:pt x="0" y="4400"/>
                    <a:pt x="304" y="4856"/>
                  </a:cubicBezTo>
                  <a:cubicBezTo>
                    <a:pt x="453" y="5080"/>
                    <a:pt x="1674" y="5186"/>
                    <a:pt x="2921" y="5186"/>
                  </a:cubicBezTo>
                  <a:cubicBezTo>
                    <a:pt x="4211" y="5186"/>
                    <a:pt x="5529" y="5072"/>
                    <a:pt x="5714" y="4856"/>
                  </a:cubicBezTo>
                  <a:cubicBezTo>
                    <a:pt x="6049" y="4491"/>
                    <a:pt x="6049" y="752"/>
                    <a:pt x="5714" y="296"/>
                  </a:cubicBezTo>
                  <a:cubicBezTo>
                    <a:pt x="5532" y="99"/>
                    <a:pt x="4225" y="0"/>
                    <a:pt x="29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57"/>
            <p:cNvSpPr/>
            <p:nvPr/>
          </p:nvSpPr>
          <p:spPr>
            <a:xfrm>
              <a:off x="3135252" y="1906962"/>
              <a:ext cx="7014" cy="278883"/>
            </a:xfrm>
            <a:custGeom>
              <a:avLst/>
              <a:gdLst/>
              <a:ahLst/>
              <a:cxnLst/>
              <a:rect l="l" t="t" r="r" b="b"/>
              <a:pathLst>
                <a:path w="396" h="15745" extrusionOk="0">
                  <a:moveTo>
                    <a:pt x="1" y="0"/>
                  </a:moveTo>
                  <a:lnTo>
                    <a:pt x="1" y="15745"/>
                  </a:lnTo>
                  <a:lnTo>
                    <a:pt x="396" y="15745"/>
                  </a:lnTo>
                  <a:lnTo>
                    <a:pt x="39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57"/>
            <p:cNvSpPr/>
            <p:nvPr/>
          </p:nvSpPr>
          <p:spPr>
            <a:xfrm>
              <a:off x="3084647" y="1948002"/>
              <a:ext cx="107692" cy="91892"/>
            </a:xfrm>
            <a:custGeom>
              <a:avLst/>
              <a:gdLst/>
              <a:ahLst/>
              <a:cxnLst/>
              <a:rect l="l" t="t" r="r" b="b"/>
              <a:pathLst>
                <a:path w="6080" h="5188" extrusionOk="0">
                  <a:moveTo>
                    <a:pt x="3115" y="0"/>
                  </a:moveTo>
                  <a:cubicBezTo>
                    <a:pt x="1786" y="0"/>
                    <a:pt x="429" y="108"/>
                    <a:pt x="335" y="297"/>
                  </a:cubicBezTo>
                  <a:cubicBezTo>
                    <a:pt x="152" y="723"/>
                    <a:pt x="0" y="4400"/>
                    <a:pt x="335" y="4856"/>
                  </a:cubicBezTo>
                  <a:cubicBezTo>
                    <a:pt x="484" y="5080"/>
                    <a:pt x="1705" y="5187"/>
                    <a:pt x="2948" y="5187"/>
                  </a:cubicBezTo>
                  <a:cubicBezTo>
                    <a:pt x="4235" y="5187"/>
                    <a:pt x="5545" y="5073"/>
                    <a:pt x="5715" y="4856"/>
                  </a:cubicBezTo>
                  <a:cubicBezTo>
                    <a:pt x="6080" y="4431"/>
                    <a:pt x="6080" y="753"/>
                    <a:pt x="5715" y="297"/>
                  </a:cubicBezTo>
                  <a:cubicBezTo>
                    <a:pt x="5554" y="92"/>
                    <a:pt x="4346" y="0"/>
                    <a:pt x="3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57"/>
            <p:cNvSpPr/>
            <p:nvPr/>
          </p:nvSpPr>
          <p:spPr>
            <a:xfrm>
              <a:off x="3746315" y="1673830"/>
              <a:ext cx="7014" cy="279450"/>
            </a:xfrm>
            <a:custGeom>
              <a:avLst/>
              <a:gdLst/>
              <a:ahLst/>
              <a:cxnLst/>
              <a:rect l="l" t="t" r="r" b="b"/>
              <a:pathLst>
                <a:path w="396" h="15777" extrusionOk="0">
                  <a:moveTo>
                    <a:pt x="1" y="1"/>
                  </a:moveTo>
                  <a:lnTo>
                    <a:pt x="1" y="15776"/>
                  </a:lnTo>
                  <a:lnTo>
                    <a:pt x="396" y="15776"/>
                  </a:lnTo>
                  <a:lnTo>
                    <a:pt x="396"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57"/>
            <p:cNvSpPr/>
            <p:nvPr/>
          </p:nvSpPr>
          <p:spPr>
            <a:xfrm>
              <a:off x="3696242" y="1715224"/>
              <a:ext cx="107710" cy="91892"/>
            </a:xfrm>
            <a:custGeom>
              <a:avLst/>
              <a:gdLst/>
              <a:ahLst/>
              <a:cxnLst/>
              <a:rect l="l" t="t" r="r" b="b"/>
              <a:pathLst>
                <a:path w="6081" h="5188" extrusionOk="0">
                  <a:moveTo>
                    <a:pt x="3043" y="0"/>
                  </a:moveTo>
                  <a:cubicBezTo>
                    <a:pt x="1735" y="0"/>
                    <a:pt x="428" y="107"/>
                    <a:pt x="335" y="308"/>
                  </a:cubicBezTo>
                  <a:cubicBezTo>
                    <a:pt x="153" y="703"/>
                    <a:pt x="1" y="4412"/>
                    <a:pt x="335" y="4867"/>
                  </a:cubicBezTo>
                  <a:cubicBezTo>
                    <a:pt x="482" y="5087"/>
                    <a:pt x="1660" y="5187"/>
                    <a:pt x="2882" y="5187"/>
                  </a:cubicBezTo>
                  <a:cubicBezTo>
                    <a:pt x="4194" y="5187"/>
                    <a:pt x="5557" y="5072"/>
                    <a:pt x="5746" y="4867"/>
                  </a:cubicBezTo>
                  <a:cubicBezTo>
                    <a:pt x="6080" y="4442"/>
                    <a:pt x="6080" y="764"/>
                    <a:pt x="5746" y="308"/>
                  </a:cubicBezTo>
                  <a:cubicBezTo>
                    <a:pt x="5567" y="99"/>
                    <a:pt x="4304" y="0"/>
                    <a:pt x="3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57"/>
            <p:cNvSpPr/>
            <p:nvPr/>
          </p:nvSpPr>
          <p:spPr>
            <a:xfrm>
              <a:off x="1178764" y="2059856"/>
              <a:ext cx="6483" cy="481869"/>
            </a:xfrm>
            <a:custGeom>
              <a:avLst/>
              <a:gdLst/>
              <a:ahLst/>
              <a:cxnLst/>
              <a:rect l="l" t="t" r="r" b="b"/>
              <a:pathLst>
                <a:path w="366" h="27205" extrusionOk="0">
                  <a:moveTo>
                    <a:pt x="1" y="0"/>
                  </a:moveTo>
                  <a:lnTo>
                    <a:pt x="1" y="27204"/>
                  </a:lnTo>
                  <a:lnTo>
                    <a:pt x="365" y="27204"/>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57"/>
            <p:cNvSpPr/>
            <p:nvPr/>
          </p:nvSpPr>
          <p:spPr>
            <a:xfrm>
              <a:off x="1128160" y="2208924"/>
              <a:ext cx="107692" cy="258443"/>
            </a:xfrm>
            <a:custGeom>
              <a:avLst/>
              <a:gdLst/>
              <a:ahLst/>
              <a:cxnLst/>
              <a:rect l="l" t="t" r="r" b="b"/>
              <a:pathLst>
                <a:path w="6080" h="14591" extrusionOk="0">
                  <a:moveTo>
                    <a:pt x="3043" y="0"/>
                  </a:moveTo>
                  <a:cubicBezTo>
                    <a:pt x="1734" y="0"/>
                    <a:pt x="428" y="107"/>
                    <a:pt x="335" y="308"/>
                  </a:cubicBezTo>
                  <a:cubicBezTo>
                    <a:pt x="152" y="673"/>
                    <a:pt x="0" y="13804"/>
                    <a:pt x="335" y="14259"/>
                  </a:cubicBezTo>
                  <a:cubicBezTo>
                    <a:pt x="484" y="14484"/>
                    <a:pt x="1705" y="14590"/>
                    <a:pt x="2952" y="14590"/>
                  </a:cubicBezTo>
                  <a:cubicBezTo>
                    <a:pt x="4242" y="14590"/>
                    <a:pt x="5560" y="14476"/>
                    <a:pt x="5745" y="14259"/>
                  </a:cubicBezTo>
                  <a:cubicBezTo>
                    <a:pt x="6080" y="13834"/>
                    <a:pt x="6080" y="733"/>
                    <a:pt x="5745" y="308"/>
                  </a:cubicBezTo>
                  <a:cubicBezTo>
                    <a:pt x="5566" y="99"/>
                    <a:pt x="4304" y="0"/>
                    <a:pt x="3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57"/>
            <p:cNvSpPr/>
            <p:nvPr/>
          </p:nvSpPr>
          <p:spPr>
            <a:xfrm>
              <a:off x="2890288" y="2011944"/>
              <a:ext cx="7014" cy="481869"/>
            </a:xfrm>
            <a:custGeom>
              <a:avLst/>
              <a:gdLst/>
              <a:ahLst/>
              <a:cxnLst/>
              <a:rect l="l" t="t" r="r" b="b"/>
              <a:pathLst>
                <a:path w="396" h="27205" extrusionOk="0">
                  <a:moveTo>
                    <a:pt x="1" y="0"/>
                  </a:moveTo>
                  <a:lnTo>
                    <a:pt x="1" y="27204"/>
                  </a:lnTo>
                  <a:lnTo>
                    <a:pt x="396" y="27204"/>
                  </a:lnTo>
                  <a:lnTo>
                    <a:pt x="39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57"/>
            <p:cNvSpPr/>
            <p:nvPr/>
          </p:nvSpPr>
          <p:spPr>
            <a:xfrm>
              <a:off x="2840214" y="2161402"/>
              <a:ext cx="107692" cy="258036"/>
            </a:xfrm>
            <a:custGeom>
              <a:avLst/>
              <a:gdLst/>
              <a:ahLst/>
              <a:cxnLst/>
              <a:rect l="l" t="t" r="r" b="b"/>
              <a:pathLst>
                <a:path w="6080" h="14568" extrusionOk="0">
                  <a:moveTo>
                    <a:pt x="3049" y="1"/>
                  </a:moveTo>
                  <a:cubicBezTo>
                    <a:pt x="1739" y="1"/>
                    <a:pt x="428" y="100"/>
                    <a:pt x="335" y="286"/>
                  </a:cubicBezTo>
                  <a:cubicBezTo>
                    <a:pt x="153" y="681"/>
                    <a:pt x="1" y="13781"/>
                    <a:pt x="335" y="14237"/>
                  </a:cubicBezTo>
                  <a:cubicBezTo>
                    <a:pt x="484" y="14461"/>
                    <a:pt x="1705" y="14568"/>
                    <a:pt x="2952" y="14568"/>
                  </a:cubicBezTo>
                  <a:cubicBezTo>
                    <a:pt x="4242" y="14568"/>
                    <a:pt x="5560" y="14454"/>
                    <a:pt x="5746" y="14237"/>
                  </a:cubicBezTo>
                  <a:cubicBezTo>
                    <a:pt x="6080" y="13812"/>
                    <a:pt x="6080" y="711"/>
                    <a:pt x="5746" y="286"/>
                  </a:cubicBezTo>
                  <a:cubicBezTo>
                    <a:pt x="5567" y="92"/>
                    <a:pt x="4308" y="1"/>
                    <a:pt x="30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57"/>
            <p:cNvSpPr/>
            <p:nvPr/>
          </p:nvSpPr>
          <p:spPr>
            <a:xfrm>
              <a:off x="1300980" y="1824581"/>
              <a:ext cx="6483" cy="599781"/>
            </a:xfrm>
            <a:custGeom>
              <a:avLst/>
              <a:gdLst/>
              <a:ahLst/>
              <a:cxnLst/>
              <a:rect l="l" t="t" r="r" b="b"/>
              <a:pathLst>
                <a:path w="366" h="33862" extrusionOk="0">
                  <a:moveTo>
                    <a:pt x="0" y="1"/>
                  </a:moveTo>
                  <a:lnTo>
                    <a:pt x="0" y="33861"/>
                  </a:lnTo>
                  <a:lnTo>
                    <a:pt x="365" y="33861"/>
                  </a:lnTo>
                  <a:lnTo>
                    <a:pt x="36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57"/>
            <p:cNvSpPr/>
            <p:nvPr/>
          </p:nvSpPr>
          <p:spPr>
            <a:xfrm>
              <a:off x="1249827" y="1883192"/>
              <a:ext cx="107692" cy="416191"/>
            </a:xfrm>
            <a:custGeom>
              <a:avLst/>
              <a:gdLst/>
              <a:ahLst/>
              <a:cxnLst/>
              <a:rect l="l" t="t" r="r" b="b"/>
              <a:pathLst>
                <a:path w="6080" h="23497" extrusionOk="0">
                  <a:moveTo>
                    <a:pt x="3066" y="1"/>
                  </a:moveTo>
                  <a:cubicBezTo>
                    <a:pt x="1758" y="1"/>
                    <a:pt x="444" y="107"/>
                    <a:pt x="335" y="309"/>
                  </a:cubicBezTo>
                  <a:cubicBezTo>
                    <a:pt x="153" y="673"/>
                    <a:pt x="1" y="22741"/>
                    <a:pt x="335" y="23166"/>
                  </a:cubicBezTo>
                  <a:cubicBezTo>
                    <a:pt x="485" y="23390"/>
                    <a:pt x="1713" y="23497"/>
                    <a:pt x="2963" y="23497"/>
                  </a:cubicBezTo>
                  <a:cubicBezTo>
                    <a:pt x="4257" y="23497"/>
                    <a:pt x="5576" y="23382"/>
                    <a:pt x="5746" y="23166"/>
                  </a:cubicBezTo>
                  <a:cubicBezTo>
                    <a:pt x="6080" y="22771"/>
                    <a:pt x="6080" y="734"/>
                    <a:pt x="5746" y="309"/>
                  </a:cubicBezTo>
                  <a:cubicBezTo>
                    <a:pt x="5582" y="100"/>
                    <a:pt x="4327" y="1"/>
                    <a:pt x="30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57"/>
            <p:cNvSpPr/>
            <p:nvPr/>
          </p:nvSpPr>
          <p:spPr>
            <a:xfrm>
              <a:off x="3502432" y="1771284"/>
              <a:ext cx="6483" cy="542162"/>
            </a:xfrm>
            <a:custGeom>
              <a:avLst/>
              <a:gdLst/>
              <a:ahLst/>
              <a:cxnLst/>
              <a:rect l="l" t="t" r="r" b="b"/>
              <a:pathLst>
                <a:path w="366" h="30609" extrusionOk="0">
                  <a:moveTo>
                    <a:pt x="0" y="0"/>
                  </a:moveTo>
                  <a:lnTo>
                    <a:pt x="0" y="30609"/>
                  </a:lnTo>
                  <a:lnTo>
                    <a:pt x="365" y="30609"/>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57"/>
            <p:cNvSpPr/>
            <p:nvPr/>
          </p:nvSpPr>
          <p:spPr>
            <a:xfrm>
              <a:off x="3451278" y="1830302"/>
              <a:ext cx="107692" cy="359050"/>
            </a:xfrm>
            <a:custGeom>
              <a:avLst/>
              <a:gdLst/>
              <a:ahLst/>
              <a:cxnLst/>
              <a:rect l="l" t="t" r="r" b="b"/>
              <a:pathLst>
                <a:path w="6080" h="20271" extrusionOk="0">
                  <a:moveTo>
                    <a:pt x="3045" y="0"/>
                  </a:moveTo>
                  <a:cubicBezTo>
                    <a:pt x="1739" y="0"/>
                    <a:pt x="428" y="99"/>
                    <a:pt x="335" y="285"/>
                  </a:cubicBezTo>
                  <a:cubicBezTo>
                    <a:pt x="153" y="711"/>
                    <a:pt x="1" y="19495"/>
                    <a:pt x="335" y="19951"/>
                  </a:cubicBezTo>
                  <a:cubicBezTo>
                    <a:pt x="482" y="20171"/>
                    <a:pt x="1660" y="20271"/>
                    <a:pt x="2879" y="20271"/>
                  </a:cubicBezTo>
                  <a:cubicBezTo>
                    <a:pt x="4187" y="20271"/>
                    <a:pt x="5542" y="20156"/>
                    <a:pt x="5715" y="19951"/>
                  </a:cubicBezTo>
                  <a:cubicBezTo>
                    <a:pt x="6080" y="19526"/>
                    <a:pt x="6080" y="711"/>
                    <a:pt x="5715" y="285"/>
                  </a:cubicBezTo>
                  <a:cubicBezTo>
                    <a:pt x="5551" y="92"/>
                    <a:pt x="4300" y="0"/>
                    <a:pt x="30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57"/>
            <p:cNvSpPr/>
            <p:nvPr/>
          </p:nvSpPr>
          <p:spPr>
            <a:xfrm>
              <a:off x="2401440" y="2521249"/>
              <a:ext cx="6465" cy="515239"/>
            </a:xfrm>
            <a:custGeom>
              <a:avLst/>
              <a:gdLst/>
              <a:ahLst/>
              <a:cxnLst/>
              <a:rect l="l" t="t" r="r" b="b"/>
              <a:pathLst>
                <a:path w="365" h="29089" extrusionOk="0">
                  <a:moveTo>
                    <a:pt x="0" y="0"/>
                  </a:moveTo>
                  <a:lnTo>
                    <a:pt x="0" y="29089"/>
                  </a:lnTo>
                  <a:lnTo>
                    <a:pt x="365" y="29089"/>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57"/>
            <p:cNvSpPr/>
            <p:nvPr/>
          </p:nvSpPr>
          <p:spPr>
            <a:xfrm>
              <a:off x="2350836" y="2579860"/>
              <a:ext cx="107692" cy="332747"/>
            </a:xfrm>
            <a:custGeom>
              <a:avLst/>
              <a:gdLst/>
              <a:ahLst/>
              <a:cxnLst/>
              <a:rect l="l" t="t" r="r" b="b"/>
              <a:pathLst>
                <a:path w="6080" h="18786" extrusionOk="0">
                  <a:moveTo>
                    <a:pt x="3065" y="1"/>
                  </a:moveTo>
                  <a:cubicBezTo>
                    <a:pt x="1757" y="1"/>
                    <a:pt x="443" y="107"/>
                    <a:pt x="334" y="308"/>
                  </a:cubicBezTo>
                  <a:cubicBezTo>
                    <a:pt x="152" y="734"/>
                    <a:pt x="0" y="17999"/>
                    <a:pt x="334" y="18455"/>
                  </a:cubicBezTo>
                  <a:cubicBezTo>
                    <a:pt x="484" y="18679"/>
                    <a:pt x="1712" y="18785"/>
                    <a:pt x="2962" y="18785"/>
                  </a:cubicBezTo>
                  <a:cubicBezTo>
                    <a:pt x="4257" y="18785"/>
                    <a:pt x="5575" y="18671"/>
                    <a:pt x="5745" y="18455"/>
                  </a:cubicBezTo>
                  <a:cubicBezTo>
                    <a:pt x="6079" y="18059"/>
                    <a:pt x="6079" y="764"/>
                    <a:pt x="5745" y="308"/>
                  </a:cubicBezTo>
                  <a:cubicBezTo>
                    <a:pt x="5581" y="100"/>
                    <a:pt x="4326" y="1"/>
                    <a:pt x="30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57"/>
            <p:cNvSpPr/>
            <p:nvPr/>
          </p:nvSpPr>
          <p:spPr>
            <a:xfrm>
              <a:off x="3013035" y="1964014"/>
              <a:ext cx="7014" cy="338663"/>
            </a:xfrm>
            <a:custGeom>
              <a:avLst/>
              <a:gdLst/>
              <a:ahLst/>
              <a:cxnLst/>
              <a:rect l="l" t="t" r="r" b="b"/>
              <a:pathLst>
                <a:path w="396" h="19120" extrusionOk="0">
                  <a:moveTo>
                    <a:pt x="1" y="1"/>
                  </a:moveTo>
                  <a:lnTo>
                    <a:pt x="1" y="19120"/>
                  </a:lnTo>
                  <a:lnTo>
                    <a:pt x="396" y="19120"/>
                  </a:lnTo>
                  <a:lnTo>
                    <a:pt x="396"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57"/>
            <p:cNvSpPr/>
            <p:nvPr/>
          </p:nvSpPr>
          <p:spPr>
            <a:xfrm>
              <a:off x="2961899" y="2001830"/>
              <a:ext cx="108223" cy="258248"/>
            </a:xfrm>
            <a:custGeom>
              <a:avLst/>
              <a:gdLst/>
              <a:ahLst/>
              <a:cxnLst/>
              <a:rect l="l" t="t" r="r" b="b"/>
              <a:pathLst>
                <a:path w="6110" h="14580" extrusionOk="0">
                  <a:moveTo>
                    <a:pt x="3142" y="1"/>
                  </a:moveTo>
                  <a:cubicBezTo>
                    <a:pt x="1809" y="1"/>
                    <a:pt x="445" y="108"/>
                    <a:pt x="335" y="298"/>
                  </a:cubicBezTo>
                  <a:cubicBezTo>
                    <a:pt x="152" y="693"/>
                    <a:pt x="0" y="13793"/>
                    <a:pt x="335" y="14249"/>
                  </a:cubicBezTo>
                  <a:cubicBezTo>
                    <a:pt x="484" y="14473"/>
                    <a:pt x="1712" y="14580"/>
                    <a:pt x="2963" y="14580"/>
                  </a:cubicBezTo>
                  <a:cubicBezTo>
                    <a:pt x="4257" y="14580"/>
                    <a:pt x="5575" y="14466"/>
                    <a:pt x="5745" y="14249"/>
                  </a:cubicBezTo>
                  <a:cubicBezTo>
                    <a:pt x="6110" y="13824"/>
                    <a:pt x="6110" y="723"/>
                    <a:pt x="5745" y="298"/>
                  </a:cubicBezTo>
                  <a:cubicBezTo>
                    <a:pt x="5584" y="93"/>
                    <a:pt x="4376" y="1"/>
                    <a:pt x="31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57"/>
            <p:cNvSpPr/>
            <p:nvPr/>
          </p:nvSpPr>
          <p:spPr>
            <a:xfrm>
              <a:off x="1912044" y="2548172"/>
              <a:ext cx="7014" cy="338645"/>
            </a:xfrm>
            <a:custGeom>
              <a:avLst/>
              <a:gdLst/>
              <a:ahLst/>
              <a:cxnLst/>
              <a:rect l="l" t="t" r="r" b="b"/>
              <a:pathLst>
                <a:path w="396" h="19119" extrusionOk="0">
                  <a:moveTo>
                    <a:pt x="1" y="0"/>
                  </a:moveTo>
                  <a:lnTo>
                    <a:pt x="1" y="19119"/>
                  </a:lnTo>
                  <a:lnTo>
                    <a:pt x="396" y="19119"/>
                  </a:lnTo>
                  <a:lnTo>
                    <a:pt x="39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57"/>
            <p:cNvSpPr/>
            <p:nvPr/>
          </p:nvSpPr>
          <p:spPr>
            <a:xfrm>
              <a:off x="1861439" y="2585776"/>
              <a:ext cx="107692" cy="258461"/>
            </a:xfrm>
            <a:custGeom>
              <a:avLst/>
              <a:gdLst/>
              <a:ahLst/>
              <a:cxnLst/>
              <a:rect l="l" t="t" r="r" b="b"/>
              <a:pathLst>
                <a:path w="6080" h="14592" extrusionOk="0">
                  <a:moveTo>
                    <a:pt x="3069" y="1"/>
                  </a:moveTo>
                  <a:cubicBezTo>
                    <a:pt x="1765" y="1"/>
                    <a:pt x="458" y="108"/>
                    <a:pt x="365" y="309"/>
                  </a:cubicBezTo>
                  <a:cubicBezTo>
                    <a:pt x="152" y="674"/>
                    <a:pt x="0" y="13804"/>
                    <a:pt x="365" y="14260"/>
                  </a:cubicBezTo>
                  <a:cubicBezTo>
                    <a:pt x="514" y="14484"/>
                    <a:pt x="1735" y="14591"/>
                    <a:pt x="2978" y="14591"/>
                  </a:cubicBezTo>
                  <a:cubicBezTo>
                    <a:pt x="4265" y="14591"/>
                    <a:pt x="5575" y="14477"/>
                    <a:pt x="5745" y="14260"/>
                  </a:cubicBezTo>
                  <a:cubicBezTo>
                    <a:pt x="6079" y="13835"/>
                    <a:pt x="6079" y="765"/>
                    <a:pt x="5745" y="309"/>
                  </a:cubicBezTo>
                  <a:cubicBezTo>
                    <a:pt x="5581" y="100"/>
                    <a:pt x="4326" y="1"/>
                    <a:pt x="30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57"/>
            <p:cNvSpPr/>
            <p:nvPr/>
          </p:nvSpPr>
          <p:spPr>
            <a:xfrm>
              <a:off x="2279755" y="2427036"/>
              <a:ext cx="6483" cy="338645"/>
            </a:xfrm>
            <a:custGeom>
              <a:avLst/>
              <a:gdLst/>
              <a:ahLst/>
              <a:cxnLst/>
              <a:rect l="l" t="t" r="r" b="b"/>
              <a:pathLst>
                <a:path w="366" h="19119" extrusionOk="0">
                  <a:moveTo>
                    <a:pt x="1" y="0"/>
                  </a:moveTo>
                  <a:lnTo>
                    <a:pt x="1" y="19119"/>
                  </a:lnTo>
                  <a:lnTo>
                    <a:pt x="366" y="19119"/>
                  </a:lnTo>
                  <a:lnTo>
                    <a:pt x="36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57"/>
            <p:cNvSpPr/>
            <p:nvPr/>
          </p:nvSpPr>
          <p:spPr>
            <a:xfrm>
              <a:off x="2228620" y="2465596"/>
              <a:ext cx="107692" cy="258036"/>
            </a:xfrm>
            <a:custGeom>
              <a:avLst/>
              <a:gdLst/>
              <a:ahLst/>
              <a:cxnLst/>
              <a:rect l="l" t="t" r="r" b="b"/>
              <a:pathLst>
                <a:path w="6080" h="14568" extrusionOk="0">
                  <a:moveTo>
                    <a:pt x="3044" y="0"/>
                  </a:moveTo>
                  <a:cubicBezTo>
                    <a:pt x="1738" y="0"/>
                    <a:pt x="428" y="99"/>
                    <a:pt x="335" y="285"/>
                  </a:cubicBezTo>
                  <a:cubicBezTo>
                    <a:pt x="152" y="680"/>
                    <a:pt x="0" y="13781"/>
                    <a:pt x="335" y="14237"/>
                  </a:cubicBezTo>
                  <a:cubicBezTo>
                    <a:pt x="484" y="14461"/>
                    <a:pt x="1705" y="14567"/>
                    <a:pt x="2948" y="14567"/>
                  </a:cubicBezTo>
                  <a:cubicBezTo>
                    <a:pt x="4234" y="14567"/>
                    <a:pt x="5545" y="14453"/>
                    <a:pt x="5715" y="14237"/>
                  </a:cubicBezTo>
                  <a:cubicBezTo>
                    <a:pt x="6079" y="13811"/>
                    <a:pt x="6079" y="711"/>
                    <a:pt x="5715" y="285"/>
                  </a:cubicBezTo>
                  <a:cubicBezTo>
                    <a:pt x="5551" y="92"/>
                    <a:pt x="4299" y="0"/>
                    <a:pt x="30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57"/>
            <p:cNvSpPr/>
            <p:nvPr/>
          </p:nvSpPr>
          <p:spPr>
            <a:xfrm>
              <a:off x="1065174" y="2948722"/>
              <a:ext cx="360733" cy="792510"/>
            </a:xfrm>
            <a:custGeom>
              <a:avLst/>
              <a:gdLst/>
              <a:ahLst/>
              <a:cxnLst/>
              <a:rect l="l" t="t" r="r" b="b"/>
              <a:pathLst>
                <a:path w="20366" h="44743" extrusionOk="0">
                  <a:moveTo>
                    <a:pt x="0" y="0"/>
                  </a:moveTo>
                  <a:lnTo>
                    <a:pt x="0" y="44743"/>
                  </a:lnTo>
                  <a:lnTo>
                    <a:pt x="20365" y="44743"/>
                  </a:lnTo>
                  <a:lnTo>
                    <a:pt x="2036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57"/>
            <p:cNvSpPr/>
            <p:nvPr/>
          </p:nvSpPr>
          <p:spPr>
            <a:xfrm>
              <a:off x="1548637" y="3157075"/>
              <a:ext cx="366649" cy="584158"/>
            </a:xfrm>
            <a:custGeom>
              <a:avLst/>
              <a:gdLst/>
              <a:ahLst/>
              <a:cxnLst/>
              <a:rect l="l" t="t" r="r" b="b"/>
              <a:pathLst>
                <a:path w="20700" h="32980" extrusionOk="0">
                  <a:moveTo>
                    <a:pt x="0" y="1"/>
                  </a:moveTo>
                  <a:lnTo>
                    <a:pt x="0" y="32980"/>
                  </a:lnTo>
                  <a:lnTo>
                    <a:pt x="20700" y="32980"/>
                  </a:lnTo>
                  <a:lnTo>
                    <a:pt x="207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57"/>
            <p:cNvSpPr/>
            <p:nvPr/>
          </p:nvSpPr>
          <p:spPr>
            <a:xfrm>
              <a:off x="2037484" y="3527478"/>
              <a:ext cx="366666" cy="213754"/>
            </a:xfrm>
            <a:custGeom>
              <a:avLst/>
              <a:gdLst/>
              <a:ahLst/>
              <a:cxnLst/>
              <a:rect l="l" t="t" r="r" b="b"/>
              <a:pathLst>
                <a:path w="20701" h="12068" extrusionOk="0">
                  <a:moveTo>
                    <a:pt x="1" y="1"/>
                  </a:moveTo>
                  <a:lnTo>
                    <a:pt x="1" y="12068"/>
                  </a:lnTo>
                  <a:lnTo>
                    <a:pt x="20700" y="12068"/>
                  </a:lnTo>
                  <a:lnTo>
                    <a:pt x="207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57"/>
            <p:cNvSpPr/>
            <p:nvPr/>
          </p:nvSpPr>
          <p:spPr>
            <a:xfrm>
              <a:off x="3016277" y="3272294"/>
              <a:ext cx="367180" cy="468938"/>
            </a:xfrm>
            <a:custGeom>
              <a:avLst/>
              <a:gdLst/>
              <a:ahLst/>
              <a:cxnLst/>
              <a:rect l="l" t="t" r="r" b="b"/>
              <a:pathLst>
                <a:path w="20730" h="26475" extrusionOk="0">
                  <a:moveTo>
                    <a:pt x="0" y="0"/>
                  </a:moveTo>
                  <a:lnTo>
                    <a:pt x="0" y="26475"/>
                  </a:lnTo>
                  <a:lnTo>
                    <a:pt x="20730" y="26475"/>
                  </a:lnTo>
                  <a:lnTo>
                    <a:pt x="207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57"/>
            <p:cNvSpPr/>
            <p:nvPr/>
          </p:nvSpPr>
          <p:spPr>
            <a:xfrm>
              <a:off x="3499739" y="2705370"/>
              <a:ext cx="366649" cy="1035862"/>
            </a:xfrm>
            <a:custGeom>
              <a:avLst/>
              <a:gdLst/>
              <a:ahLst/>
              <a:cxnLst/>
              <a:rect l="l" t="t" r="r" b="b"/>
              <a:pathLst>
                <a:path w="20700" h="58482" extrusionOk="0">
                  <a:moveTo>
                    <a:pt x="0" y="1"/>
                  </a:moveTo>
                  <a:lnTo>
                    <a:pt x="0" y="58482"/>
                  </a:lnTo>
                  <a:lnTo>
                    <a:pt x="20700" y="58482"/>
                  </a:lnTo>
                  <a:lnTo>
                    <a:pt x="207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57"/>
            <p:cNvSpPr/>
            <p:nvPr/>
          </p:nvSpPr>
          <p:spPr>
            <a:xfrm>
              <a:off x="2526880" y="2975645"/>
              <a:ext cx="367198" cy="765587"/>
            </a:xfrm>
            <a:custGeom>
              <a:avLst/>
              <a:gdLst/>
              <a:ahLst/>
              <a:cxnLst/>
              <a:rect l="l" t="t" r="r" b="b"/>
              <a:pathLst>
                <a:path w="20731" h="43223" extrusionOk="0">
                  <a:moveTo>
                    <a:pt x="0" y="0"/>
                  </a:moveTo>
                  <a:lnTo>
                    <a:pt x="0" y="43223"/>
                  </a:lnTo>
                  <a:lnTo>
                    <a:pt x="20730" y="43223"/>
                  </a:lnTo>
                  <a:lnTo>
                    <a:pt x="207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57"/>
            <p:cNvSpPr/>
            <p:nvPr/>
          </p:nvSpPr>
          <p:spPr>
            <a:xfrm>
              <a:off x="1675688" y="1766502"/>
              <a:ext cx="362894" cy="304407"/>
            </a:xfrm>
            <a:custGeom>
              <a:avLst/>
              <a:gdLst/>
              <a:ahLst/>
              <a:cxnLst/>
              <a:rect l="l" t="t" r="r" b="b"/>
              <a:pathLst>
                <a:path w="20488" h="17186" extrusionOk="0">
                  <a:moveTo>
                    <a:pt x="10498" y="1"/>
                  </a:moveTo>
                  <a:cubicBezTo>
                    <a:pt x="6617" y="1"/>
                    <a:pt x="2814" y="1947"/>
                    <a:pt x="1612" y="5954"/>
                  </a:cubicBezTo>
                  <a:cubicBezTo>
                    <a:pt x="1" y="11274"/>
                    <a:pt x="3891" y="16897"/>
                    <a:pt x="9423" y="17170"/>
                  </a:cubicBezTo>
                  <a:cubicBezTo>
                    <a:pt x="9627" y="17180"/>
                    <a:pt x="9833" y="17186"/>
                    <a:pt x="10040" y="17186"/>
                  </a:cubicBezTo>
                  <a:cubicBezTo>
                    <a:pt x="12914" y="17186"/>
                    <a:pt x="16006" y="16193"/>
                    <a:pt x="17934" y="14009"/>
                  </a:cubicBezTo>
                  <a:cubicBezTo>
                    <a:pt x="20001" y="11729"/>
                    <a:pt x="20488" y="8386"/>
                    <a:pt x="19454" y="5559"/>
                  </a:cubicBezTo>
                  <a:cubicBezTo>
                    <a:pt x="18907" y="3948"/>
                    <a:pt x="17782" y="2489"/>
                    <a:pt x="16232" y="1547"/>
                  </a:cubicBezTo>
                  <a:cubicBezTo>
                    <a:pt x="14533" y="521"/>
                    <a:pt x="12505" y="1"/>
                    <a:pt x="1049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57"/>
            <p:cNvSpPr/>
            <p:nvPr/>
          </p:nvSpPr>
          <p:spPr>
            <a:xfrm>
              <a:off x="1721457" y="1803255"/>
              <a:ext cx="275677" cy="231538"/>
            </a:xfrm>
            <a:custGeom>
              <a:avLst/>
              <a:gdLst/>
              <a:ahLst/>
              <a:cxnLst/>
              <a:rect l="l" t="t" r="r" b="b"/>
              <a:pathLst>
                <a:path w="15564" h="13072" extrusionOk="0">
                  <a:moveTo>
                    <a:pt x="7987" y="0"/>
                  </a:moveTo>
                  <a:cubicBezTo>
                    <a:pt x="5023" y="0"/>
                    <a:pt x="2117" y="1474"/>
                    <a:pt x="1216" y="4518"/>
                  </a:cubicBezTo>
                  <a:cubicBezTo>
                    <a:pt x="0" y="8591"/>
                    <a:pt x="2979" y="12876"/>
                    <a:pt x="7204" y="13059"/>
                  </a:cubicBezTo>
                  <a:cubicBezTo>
                    <a:pt x="7368" y="13067"/>
                    <a:pt x="7533" y="13072"/>
                    <a:pt x="7699" y="13072"/>
                  </a:cubicBezTo>
                  <a:cubicBezTo>
                    <a:pt x="9875" y="13072"/>
                    <a:pt x="12208" y="12326"/>
                    <a:pt x="13648" y="10688"/>
                  </a:cubicBezTo>
                  <a:cubicBezTo>
                    <a:pt x="15168" y="8925"/>
                    <a:pt x="15563" y="6341"/>
                    <a:pt x="14803" y="4214"/>
                  </a:cubicBezTo>
                  <a:cubicBezTo>
                    <a:pt x="14347" y="2967"/>
                    <a:pt x="13527" y="1873"/>
                    <a:pt x="12372" y="1174"/>
                  </a:cubicBezTo>
                  <a:cubicBezTo>
                    <a:pt x="11075" y="396"/>
                    <a:pt x="9523" y="0"/>
                    <a:pt x="798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57"/>
            <p:cNvSpPr/>
            <p:nvPr/>
          </p:nvSpPr>
          <p:spPr>
            <a:xfrm>
              <a:off x="1893747" y="1802511"/>
              <a:ext cx="40934" cy="21007"/>
            </a:xfrm>
            <a:custGeom>
              <a:avLst/>
              <a:gdLst/>
              <a:ahLst/>
              <a:cxnLst/>
              <a:rect l="l" t="t" r="r" b="b"/>
              <a:pathLst>
                <a:path w="2311" h="1186" extrusionOk="0">
                  <a:moveTo>
                    <a:pt x="91" y="0"/>
                  </a:moveTo>
                  <a:lnTo>
                    <a:pt x="0" y="395"/>
                  </a:lnTo>
                  <a:cubicBezTo>
                    <a:pt x="760" y="578"/>
                    <a:pt x="1520" y="851"/>
                    <a:pt x="2189" y="1186"/>
                  </a:cubicBezTo>
                  <a:lnTo>
                    <a:pt x="2310" y="851"/>
                  </a:lnTo>
                  <a:cubicBezTo>
                    <a:pt x="1641" y="456"/>
                    <a:pt x="882" y="152"/>
                    <a:pt x="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57"/>
            <p:cNvSpPr/>
            <p:nvPr/>
          </p:nvSpPr>
          <p:spPr>
            <a:xfrm>
              <a:off x="1958344" y="1838042"/>
              <a:ext cx="37161" cy="121153"/>
            </a:xfrm>
            <a:custGeom>
              <a:avLst/>
              <a:gdLst/>
              <a:ahLst/>
              <a:cxnLst/>
              <a:rect l="l" t="t" r="r" b="b"/>
              <a:pathLst>
                <a:path w="2098" h="6840" extrusionOk="0">
                  <a:moveTo>
                    <a:pt x="274" y="0"/>
                  </a:moveTo>
                  <a:lnTo>
                    <a:pt x="1" y="274"/>
                  </a:lnTo>
                  <a:cubicBezTo>
                    <a:pt x="548" y="882"/>
                    <a:pt x="973" y="1581"/>
                    <a:pt x="1216" y="2341"/>
                  </a:cubicBezTo>
                  <a:cubicBezTo>
                    <a:pt x="1764" y="3739"/>
                    <a:pt x="1733" y="5320"/>
                    <a:pt x="1216" y="6748"/>
                  </a:cubicBezTo>
                  <a:lnTo>
                    <a:pt x="1581" y="6839"/>
                  </a:lnTo>
                  <a:cubicBezTo>
                    <a:pt x="2098" y="5380"/>
                    <a:pt x="2098" y="3648"/>
                    <a:pt x="1612" y="2189"/>
                  </a:cubicBezTo>
                  <a:cubicBezTo>
                    <a:pt x="1308" y="1338"/>
                    <a:pt x="852" y="608"/>
                    <a:pt x="2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57"/>
            <p:cNvSpPr/>
            <p:nvPr/>
          </p:nvSpPr>
          <p:spPr>
            <a:xfrm>
              <a:off x="1728454" y="1800350"/>
              <a:ext cx="250366" cy="237985"/>
            </a:xfrm>
            <a:custGeom>
              <a:avLst/>
              <a:gdLst/>
              <a:ahLst/>
              <a:cxnLst/>
              <a:rect l="l" t="t" r="r" b="b"/>
              <a:pathLst>
                <a:path w="14135" h="13436" extrusionOk="0">
                  <a:moveTo>
                    <a:pt x="6870" y="1"/>
                  </a:moveTo>
                  <a:cubicBezTo>
                    <a:pt x="3739" y="244"/>
                    <a:pt x="1399" y="1976"/>
                    <a:pt x="609" y="4651"/>
                  </a:cubicBezTo>
                  <a:cubicBezTo>
                    <a:pt x="1" y="6657"/>
                    <a:pt x="335" y="8815"/>
                    <a:pt x="1581" y="10578"/>
                  </a:cubicBezTo>
                  <a:cubicBezTo>
                    <a:pt x="2797" y="12281"/>
                    <a:pt x="4682" y="13314"/>
                    <a:pt x="6718" y="13436"/>
                  </a:cubicBezTo>
                  <a:lnTo>
                    <a:pt x="7204" y="13436"/>
                  </a:lnTo>
                  <a:cubicBezTo>
                    <a:pt x="9697" y="13436"/>
                    <a:pt x="11977" y="12524"/>
                    <a:pt x="13375" y="11004"/>
                  </a:cubicBezTo>
                  <a:cubicBezTo>
                    <a:pt x="13679" y="10639"/>
                    <a:pt x="13891" y="10305"/>
                    <a:pt x="14135" y="9940"/>
                  </a:cubicBezTo>
                  <a:lnTo>
                    <a:pt x="13770" y="9727"/>
                  </a:lnTo>
                  <a:cubicBezTo>
                    <a:pt x="13557" y="10092"/>
                    <a:pt x="13314" y="10426"/>
                    <a:pt x="13071" y="10730"/>
                  </a:cubicBezTo>
                  <a:cubicBezTo>
                    <a:pt x="11701" y="12186"/>
                    <a:pt x="9555" y="13052"/>
                    <a:pt x="7185" y="13052"/>
                  </a:cubicBezTo>
                  <a:cubicBezTo>
                    <a:pt x="7030" y="13052"/>
                    <a:pt x="6874" y="13048"/>
                    <a:pt x="6718" y="13040"/>
                  </a:cubicBezTo>
                  <a:cubicBezTo>
                    <a:pt x="4803" y="12980"/>
                    <a:pt x="3040" y="11977"/>
                    <a:pt x="1885" y="10335"/>
                  </a:cubicBezTo>
                  <a:cubicBezTo>
                    <a:pt x="700" y="8724"/>
                    <a:pt x="365" y="6657"/>
                    <a:pt x="943" y="4773"/>
                  </a:cubicBezTo>
                  <a:cubicBezTo>
                    <a:pt x="1703" y="2250"/>
                    <a:pt x="3952" y="609"/>
                    <a:pt x="6900" y="396"/>
                  </a:cubicBezTo>
                  <a:lnTo>
                    <a:pt x="68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57"/>
            <p:cNvSpPr/>
            <p:nvPr/>
          </p:nvSpPr>
          <p:spPr>
            <a:xfrm>
              <a:off x="1817282" y="1832126"/>
              <a:ext cx="87234" cy="176594"/>
            </a:xfrm>
            <a:custGeom>
              <a:avLst/>
              <a:gdLst/>
              <a:ahLst/>
              <a:cxnLst/>
              <a:rect l="l" t="t" r="r" b="b"/>
              <a:pathLst>
                <a:path w="4925" h="9970" extrusionOk="0">
                  <a:moveTo>
                    <a:pt x="2433" y="0"/>
                  </a:moveTo>
                  <a:cubicBezTo>
                    <a:pt x="2068" y="0"/>
                    <a:pt x="1885" y="91"/>
                    <a:pt x="1825" y="274"/>
                  </a:cubicBezTo>
                  <a:cubicBezTo>
                    <a:pt x="1794" y="395"/>
                    <a:pt x="1733" y="578"/>
                    <a:pt x="1733" y="851"/>
                  </a:cubicBezTo>
                  <a:lnTo>
                    <a:pt x="1733" y="1489"/>
                  </a:lnTo>
                  <a:cubicBezTo>
                    <a:pt x="1247" y="1611"/>
                    <a:pt x="822" y="1824"/>
                    <a:pt x="518" y="2219"/>
                  </a:cubicBezTo>
                  <a:cubicBezTo>
                    <a:pt x="214" y="2584"/>
                    <a:pt x="62" y="3009"/>
                    <a:pt x="62" y="3465"/>
                  </a:cubicBezTo>
                  <a:cubicBezTo>
                    <a:pt x="62" y="3921"/>
                    <a:pt x="183" y="4286"/>
                    <a:pt x="426" y="4590"/>
                  </a:cubicBezTo>
                  <a:cubicBezTo>
                    <a:pt x="639" y="4894"/>
                    <a:pt x="913" y="5137"/>
                    <a:pt x="1217" y="5258"/>
                  </a:cubicBezTo>
                  <a:cubicBezTo>
                    <a:pt x="1551" y="5350"/>
                    <a:pt x="1855" y="5471"/>
                    <a:pt x="2159" y="5562"/>
                  </a:cubicBezTo>
                  <a:cubicBezTo>
                    <a:pt x="2463" y="5623"/>
                    <a:pt x="2737" y="5745"/>
                    <a:pt x="2949" y="5806"/>
                  </a:cubicBezTo>
                  <a:cubicBezTo>
                    <a:pt x="3192" y="5897"/>
                    <a:pt x="3314" y="6018"/>
                    <a:pt x="3314" y="6201"/>
                  </a:cubicBezTo>
                  <a:cubicBezTo>
                    <a:pt x="3314" y="6687"/>
                    <a:pt x="3010" y="6930"/>
                    <a:pt x="2433" y="6930"/>
                  </a:cubicBezTo>
                  <a:cubicBezTo>
                    <a:pt x="2129" y="6930"/>
                    <a:pt x="1825" y="6778"/>
                    <a:pt x="1581" y="6474"/>
                  </a:cubicBezTo>
                  <a:cubicBezTo>
                    <a:pt x="1278" y="6170"/>
                    <a:pt x="1065" y="6018"/>
                    <a:pt x="882" y="6018"/>
                  </a:cubicBezTo>
                  <a:cubicBezTo>
                    <a:pt x="670" y="6018"/>
                    <a:pt x="518" y="6079"/>
                    <a:pt x="366" y="6231"/>
                  </a:cubicBezTo>
                  <a:cubicBezTo>
                    <a:pt x="122" y="6474"/>
                    <a:pt x="1" y="6687"/>
                    <a:pt x="1" y="6839"/>
                  </a:cubicBezTo>
                  <a:cubicBezTo>
                    <a:pt x="1" y="6991"/>
                    <a:pt x="62" y="7143"/>
                    <a:pt x="214" y="7386"/>
                  </a:cubicBezTo>
                  <a:lnTo>
                    <a:pt x="366" y="7569"/>
                  </a:lnTo>
                  <a:cubicBezTo>
                    <a:pt x="487" y="7690"/>
                    <a:pt x="639" y="7842"/>
                    <a:pt x="913" y="7994"/>
                  </a:cubicBezTo>
                  <a:cubicBezTo>
                    <a:pt x="1186" y="8146"/>
                    <a:pt x="1490" y="8237"/>
                    <a:pt x="1794" y="8328"/>
                  </a:cubicBezTo>
                  <a:lnTo>
                    <a:pt x="1794" y="9058"/>
                  </a:lnTo>
                  <a:cubicBezTo>
                    <a:pt x="1794" y="9301"/>
                    <a:pt x="1825" y="9544"/>
                    <a:pt x="1855" y="9666"/>
                  </a:cubicBezTo>
                  <a:cubicBezTo>
                    <a:pt x="1885" y="9757"/>
                    <a:pt x="1946" y="9848"/>
                    <a:pt x="2037" y="9879"/>
                  </a:cubicBezTo>
                  <a:cubicBezTo>
                    <a:pt x="2129" y="9909"/>
                    <a:pt x="2281" y="9970"/>
                    <a:pt x="2433" y="9970"/>
                  </a:cubicBezTo>
                  <a:cubicBezTo>
                    <a:pt x="2585" y="9970"/>
                    <a:pt x="2706" y="9909"/>
                    <a:pt x="2797" y="9879"/>
                  </a:cubicBezTo>
                  <a:cubicBezTo>
                    <a:pt x="2919" y="9848"/>
                    <a:pt x="3010" y="9757"/>
                    <a:pt x="3040" y="9666"/>
                  </a:cubicBezTo>
                  <a:cubicBezTo>
                    <a:pt x="3071" y="9544"/>
                    <a:pt x="3101" y="9362"/>
                    <a:pt x="3101" y="9088"/>
                  </a:cubicBezTo>
                  <a:lnTo>
                    <a:pt x="3101" y="8328"/>
                  </a:lnTo>
                  <a:cubicBezTo>
                    <a:pt x="3648" y="8207"/>
                    <a:pt x="4074" y="7994"/>
                    <a:pt x="4408" y="7599"/>
                  </a:cubicBezTo>
                  <a:cubicBezTo>
                    <a:pt x="4743" y="7234"/>
                    <a:pt x="4925" y="6717"/>
                    <a:pt x="4925" y="6110"/>
                  </a:cubicBezTo>
                  <a:cubicBezTo>
                    <a:pt x="4925" y="5714"/>
                    <a:pt x="4864" y="5350"/>
                    <a:pt x="4743" y="5289"/>
                  </a:cubicBezTo>
                  <a:cubicBezTo>
                    <a:pt x="4560" y="5015"/>
                    <a:pt x="4378" y="4833"/>
                    <a:pt x="4135" y="4711"/>
                  </a:cubicBezTo>
                  <a:cubicBezTo>
                    <a:pt x="3922" y="4590"/>
                    <a:pt x="3648" y="4499"/>
                    <a:pt x="3375" y="4407"/>
                  </a:cubicBezTo>
                  <a:cubicBezTo>
                    <a:pt x="3101" y="4286"/>
                    <a:pt x="2858" y="4255"/>
                    <a:pt x="2615" y="4225"/>
                  </a:cubicBezTo>
                  <a:cubicBezTo>
                    <a:pt x="2341" y="4195"/>
                    <a:pt x="2159" y="4103"/>
                    <a:pt x="2007" y="3982"/>
                  </a:cubicBezTo>
                  <a:cubicBezTo>
                    <a:pt x="1855" y="3891"/>
                    <a:pt x="1794" y="3769"/>
                    <a:pt x="1794" y="3587"/>
                  </a:cubicBezTo>
                  <a:cubicBezTo>
                    <a:pt x="1794" y="3374"/>
                    <a:pt x="1855" y="3283"/>
                    <a:pt x="1977" y="3161"/>
                  </a:cubicBezTo>
                  <a:cubicBezTo>
                    <a:pt x="2098" y="3040"/>
                    <a:pt x="2281" y="3009"/>
                    <a:pt x="2463" y="3009"/>
                  </a:cubicBezTo>
                  <a:cubicBezTo>
                    <a:pt x="2645" y="3009"/>
                    <a:pt x="2858" y="3040"/>
                    <a:pt x="2949" y="3131"/>
                  </a:cubicBezTo>
                  <a:cubicBezTo>
                    <a:pt x="3010" y="3161"/>
                    <a:pt x="3071" y="3192"/>
                    <a:pt x="3101" y="3222"/>
                  </a:cubicBezTo>
                  <a:cubicBezTo>
                    <a:pt x="3162" y="3313"/>
                    <a:pt x="3223" y="3344"/>
                    <a:pt x="3344" y="3435"/>
                  </a:cubicBezTo>
                  <a:cubicBezTo>
                    <a:pt x="3405" y="3496"/>
                    <a:pt x="3527" y="3526"/>
                    <a:pt x="3679" y="3526"/>
                  </a:cubicBezTo>
                  <a:cubicBezTo>
                    <a:pt x="3922" y="3526"/>
                    <a:pt x="4104" y="3374"/>
                    <a:pt x="4287" y="3131"/>
                  </a:cubicBezTo>
                  <a:cubicBezTo>
                    <a:pt x="4469" y="2857"/>
                    <a:pt x="4560" y="2675"/>
                    <a:pt x="4560" y="2553"/>
                  </a:cubicBezTo>
                  <a:cubicBezTo>
                    <a:pt x="4560" y="2432"/>
                    <a:pt x="4439" y="2280"/>
                    <a:pt x="4256" y="2097"/>
                  </a:cubicBezTo>
                  <a:lnTo>
                    <a:pt x="4226" y="2067"/>
                  </a:lnTo>
                  <a:lnTo>
                    <a:pt x="4104" y="1976"/>
                  </a:lnTo>
                  <a:cubicBezTo>
                    <a:pt x="4013" y="1915"/>
                    <a:pt x="3922" y="1824"/>
                    <a:pt x="3709" y="1763"/>
                  </a:cubicBezTo>
                  <a:cubicBezTo>
                    <a:pt x="3527" y="1672"/>
                    <a:pt x="3344" y="1611"/>
                    <a:pt x="3101" y="1550"/>
                  </a:cubicBezTo>
                  <a:lnTo>
                    <a:pt x="3101" y="912"/>
                  </a:lnTo>
                  <a:cubicBezTo>
                    <a:pt x="3101" y="730"/>
                    <a:pt x="3071" y="578"/>
                    <a:pt x="3071" y="456"/>
                  </a:cubicBezTo>
                  <a:cubicBezTo>
                    <a:pt x="3040" y="334"/>
                    <a:pt x="3010" y="243"/>
                    <a:pt x="2888" y="152"/>
                  </a:cubicBezTo>
                  <a:cubicBezTo>
                    <a:pt x="2797" y="30"/>
                    <a:pt x="2645" y="0"/>
                    <a:pt x="24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57"/>
            <p:cNvSpPr/>
            <p:nvPr/>
          </p:nvSpPr>
          <p:spPr>
            <a:xfrm>
              <a:off x="2032648" y="2901111"/>
              <a:ext cx="362876" cy="304177"/>
            </a:xfrm>
            <a:custGeom>
              <a:avLst/>
              <a:gdLst/>
              <a:ahLst/>
              <a:cxnLst/>
              <a:rect l="l" t="t" r="r" b="b"/>
              <a:pathLst>
                <a:path w="20487" h="17173" extrusionOk="0">
                  <a:moveTo>
                    <a:pt x="10489" y="1"/>
                  </a:moveTo>
                  <a:cubicBezTo>
                    <a:pt x="6599" y="1"/>
                    <a:pt x="2783" y="1934"/>
                    <a:pt x="1581" y="5941"/>
                  </a:cubicBezTo>
                  <a:cubicBezTo>
                    <a:pt x="0" y="11260"/>
                    <a:pt x="3860" y="16883"/>
                    <a:pt x="9423" y="17157"/>
                  </a:cubicBezTo>
                  <a:cubicBezTo>
                    <a:pt x="9632" y="17167"/>
                    <a:pt x="9842" y="17172"/>
                    <a:pt x="10054" y="17172"/>
                  </a:cubicBezTo>
                  <a:cubicBezTo>
                    <a:pt x="12920" y="17172"/>
                    <a:pt x="15980" y="16204"/>
                    <a:pt x="17934" y="13996"/>
                  </a:cubicBezTo>
                  <a:cubicBezTo>
                    <a:pt x="19970" y="11746"/>
                    <a:pt x="20487" y="8372"/>
                    <a:pt x="19453" y="5576"/>
                  </a:cubicBezTo>
                  <a:cubicBezTo>
                    <a:pt x="18876" y="3935"/>
                    <a:pt x="17782" y="2506"/>
                    <a:pt x="16231" y="1533"/>
                  </a:cubicBezTo>
                  <a:cubicBezTo>
                    <a:pt x="14532" y="518"/>
                    <a:pt x="12500" y="1"/>
                    <a:pt x="10489" y="1"/>
                  </a:cubicBezTo>
                  <a:close/>
                </a:path>
              </a:pathLst>
            </a:custGeom>
            <a:solidFill>
              <a:schemeClr val="accent6"/>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57"/>
            <p:cNvSpPr/>
            <p:nvPr/>
          </p:nvSpPr>
          <p:spPr>
            <a:xfrm>
              <a:off x="2078400" y="2938042"/>
              <a:ext cx="275128" cy="231662"/>
            </a:xfrm>
            <a:custGeom>
              <a:avLst/>
              <a:gdLst/>
              <a:ahLst/>
              <a:cxnLst/>
              <a:rect l="l" t="t" r="r" b="b"/>
              <a:pathLst>
                <a:path w="15533" h="13079" extrusionOk="0">
                  <a:moveTo>
                    <a:pt x="7945" y="0"/>
                  </a:moveTo>
                  <a:cubicBezTo>
                    <a:pt x="4997" y="0"/>
                    <a:pt x="2116" y="1468"/>
                    <a:pt x="1217" y="4524"/>
                  </a:cubicBezTo>
                  <a:cubicBezTo>
                    <a:pt x="1" y="8567"/>
                    <a:pt x="2949" y="12883"/>
                    <a:pt x="7174" y="13066"/>
                  </a:cubicBezTo>
                  <a:cubicBezTo>
                    <a:pt x="7338" y="13074"/>
                    <a:pt x="7503" y="13079"/>
                    <a:pt x="7669" y="13079"/>
                  </a:cubicBezTo>
                  <a:cubicBezTo>
                    <a:pt x="9845" y="13079"/>
                    <a:pt x="12180" y="12331"/>
                    <a:pt x="13648" y="10664"/>
                  </a:cubicBezTo>
                  <a:cubicBezTo>
                    <a:pt x="15168" y="8901"/>
                    <a:pt x="15533" y="6379"/>
                    <a:pt x="14773" y="4221"/>
                  </a:cubicBezTo>
                  <a:cubicBezTo>
                    <a:pt x="14317" y="2944"/>
                    <a:pt x="13527" y="1850"/>
                    <a:pt x="12341" y="1181"/>
                  </a:cubicBezTo>
                  <a:cubicBezTo>
                    <a:pt x="11039" y="400"/>
                    <a:pt x="9483" y="0"/>
                    <a:pt x="79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57"/>
            <p:cNvSpPr/>
            <p:nvPr/>
          </p:nvSpPr>
          <p:spPr>
            <a:xfrm>
              <a:off x="2250689" y="2937422"/>
              <a:ext cx="40934" cy="20476"/>
            </a:xfrm>
            <a:custGeom>
              <a:avLst/>
              <a:gdLst/>
              <a:ahLst/>
              <a:cxnLst/>
              <a:rect l="l" t="t" r="r" b="b"/>
              <a:pathLst>
                <a:path w="2311" h="1156" extrusionOk="0">
                  <a:moveTo>
                    <a:pt x="61" y="0"/>
                  </a:moveTo>
                  <a:lnTo>
                    <a:pt x="0" y="365"/>
                  </a:lnTo>
                  <a:cubicBezTo>
                    <a:pt x="760" y="547"/>
                    <a:pt x="1520" y="821"/>
                    <a:pt x="2159" y="1155"/>
                  </a:cubicBezTo>
                  <a:lnTo>
                    <a:pt x="2311" y="821"/>
                  </a:lnTo>
                  <a:cubicBezTo>
                    <a:pt x="1642" y="426"/>
                    <a:pt x="882" y="152"/>
                    <a:pt x="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57"/>
            <p:cNvSpPr/>
            <p:nvPr/>
          </p:nvSpPr>
          <p:spPr>
            <a:xfrm>
              <a:off x="2315287" y="2972953"/>
              <a:ext cx="37179" cy="121153"/>
            </a:xfrm>
            <a:custGeom>
              <a:avLst/>
              <a:gdLst/>
              <a:ahLst/>
              <a:cxnLst/>
              <a:rect l="l" t="t" r="r" b="b"/>
              <a:pathLst>
                <a:path w="2099" h="6840" extrusionOk="0">
                  <a:moveTo>
                    <a:pt x="274" y="0"/>
                  </a:moveTo>
                  <a:lnTo>
                    <a:pt x="1" y="274"/>
                  </a:lnTo>
                  <a:cubicBezTo>
                    <a:pt x="518" y="851"/>
                    <a:pt x="943" y="1550"/>
                    <a:pt x="1217" y="2310"/>
                  </a:cubicBezTo>
                  <a:cubicBezTo>
                    <a:pt x="1733" y="3709"/>
                    <a:pt x="1703" y="5319"/>
                    <a:pt x="1217" y="6718"/>
                  </a:cubicBezTo>
                  <a:lnTo>
                    <a:pt x="1551" y="6839"/>
                  </a:lnTo>
                  <a:cubicBezTo>
                    <a:pt x="2098" y="5380"/>
                    <a:pt x="2098" y="3678"/>
                    <a:pt x="1581" y="2158"/>
                  </a:cubicBezTo>
                  <a:cubicBezTo>
                    <a:pt x="1278" y="1338"/>
                    <a:pt x="822" y="608"/>
                    <a:pt x="2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57"/>
            <p:cNvSpPr/>
            <p:nvPr/>
          </p:nvSpPr>
          <p:spPr>
            <a:xfrm>
              <a:off x="2084865" y="2935261"/>
              <a:ext cx="250366" cy="237454"/>
            </a:xfrm>
            <a:custGeom>
              <a:avLst/>
              <a:gdLst/>
              <a:ahLst/>
              <a:cxnLst/>
              <a:rect l="l" t="t" r="r" b="b"/>
              <a:pathLst>
                <a:path w="14135" h="13406" extrusionOk="0">
                  <a:moveTo>
                    <a:pt x="6870" y="1"/>
                  </a:moveTo>
                  <a:cubicBezTo>
                    <a:pt x="3770" y="213"/>
                    <a:pt x="1399" y="1976"/>
                    <a:pt x="608" y="4621"/>
                  </a:cubicBezTo>
                  <a:cubicBezTo>
                    <a:pt x="1" y="6657"/>
                    <a:pt x="335" y="8815"/>
                    <a:pt x="1612" y="10548"/>
                  </a:cubicBezTo>
                  <a:cubicBezTo>
                    <a:pt x="2827" y="12280"/>
                    <a:pt x="4681" y="13283"/>
                    <a:pt x="6748" y="13405"/>
                  </a:cubicBezTo>
                  <a:lnTo>
                    <a:pt x="7235" y="13405"/>
                  </a:lnTo>
                  <a:cubicBezTo>
                    <a:pt x="9697" y="13405"/>
                    <a:pt x="11976" y="12524"/>
                    <a:pt x="13375" y="10973"/>
                  </a:cubicBezTo>
                  <a:cubicBezTo>
                    <a:pt x="13679" y="10639"/>
                    <a:pt x="13922" y="10274"/>
                    <a:pt x="14135" y="9910"/>
                  </a:cubicBezTo>
                  <a:lnTo>
                    <a:pt x="13800" y="9727"/>
                  </a:lnTo>
                  <a:cubicBezTo>
                    <a:pt x="13587" y="10062"/>
                    <a:pt x="13344" y="10396"/>
                    <a:pt x="13071" y="10700"/>
                  </a:cubicBezTo>
                  <a:cubicBezTo>
                    <a:pt x="11712" y="12203"/>
                    <a:pt x="9500" y="13047"/>
                    <a:pt x="7115" y="13047"/>
                  </a:cubicBezTo>
                  <a:cubicBezTo>
                    <a:pt x="6994" y="13047"/>
                    <a:pt x="6871" y="13045"/>
                    <a:pt x="6748" y="13040"/>
                  </a:cubicBezTo>
                  <a:cubicBezTo>
                    <a:pt x="4833" y="12949"/>
                    <a:pt x="3040" y="11976"/>
                    <a:pt x="1915" y="10335"/>
                  </a:cubicBezTo>
                  <a:cubicBezTo>
                    <a:pt x="730" y="8694"/>
                    <a:pt x="396" y="6657"/>
                    <a:pt x="973" y="4742"/>
                  </a:cubicBezTo>
                  <a:cubicBezTo>
                    <a:pt x="1733" y="2219"/>
                    <a:pt x="3952" y="608"/>
                    <a:pt x="6931" y="365"/>
                  </a:cubicBezTo>
                  <a:lnTo>
                    <a:pt x="68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57"/>
            <p:cNvSpPr/>
            <p:nvPr/>
          </p:nvSpPr>
          <p:spPr>
            <a:xfrm>
              <a:off x="2173693" y="2965957"/>
              <a:ext cx="87783" cy="176594"/>
            </a:xfrm>
            <a:custGeom>
              <a:avLst/>
              <a:gdLst/>
              <a:ahLst/>
              <a:cxnLst/>
              <a:rect l="l" t="t" r="r" b="b"/>
              <a:pathLst>
                <a:path w="4956" h="9970" extrusionOk="0">
                  <a:moveTo>
                    <a:pt x="2433" y="0"/>
                  </a:moveTo>
                  <a:cubicBezTo>
                    <a:pt x="2098" y="0"/>
                    <a:pt x="1916" y="91"/>
                    <a:pt x="1825" y="274"/>
                  </a:cubicBezTo>
                  <a:cubicBezTo>
                    <a:pt x="1794" y="395"/>
                    <a:pt x="1764" y="578"/>
                    <a:pt x="1764" y="851"/>
                  </a:cubicBezTo>
                  <a:lnTo>
                    <a:pt x="1764" y="1490"/>
                  </a:lnTo>
                  <a:cubicBezTo>
                    <a:pt x="1277" y="1611"/>
                    <a:pt x="852" y="1824"/>
                    <a:pt x="548" y="2219"/>
                  </a:cubicBezTo>
                  <a:cubicBezTo>
                    <a:pt x="244" y="2584"/>
                    <a:pt x="92" y="3009"/>
                    <a:pt x="92" y="3465"/>
                  </a:cubicBezTo>
                  <a:cubicBezTo>
                    <a:pt x="92" y="3921"/>
                    <a:pt x="183" y="4286"/>
                    <a:pt x="426" y="4620"/>
                  </a:cubicBezTo>
                  <a:cubicBezTo>
                    <a:pt x="670" y="4924"/>
                    <a:pt x="913" y="5137"/>
                    <a:pt x="1217" y="5259"/>
                  </a:cubicBezTo>
                  <a:cubicBezTo>
                    <a:pt x="1581" y="5380"/>
                    <a:pt x="1885" y="5471"/>
                    <a:pt x="2189" y="5563"/>
                  </a:cubicBezTo>
                  <a:cubicBezTo>
                    <a:pt x="2493" y="5623"/>
                    <a:pt x="2736" y="5745"/>
                    <a:pt x="2980" y="5806"/>
                  </a:cubicBezTo>
                  <a:cubicBezTo>
                    <a:pt x="3192" y="5897"/>
                    <a:pt x="3314" y="6018"/>
                    <a:pt x="3314" y="6201"/>
                  </a:cubicBezTo>
                  <a:cubicBezTo>
                    <a:pt x="3314" y="6687"/>
                    <a:pt x="3010" y="6930"/>
                    <a:pt x="2433" y="6930"/>
                  </a:cubicBezTo>
                  <a:cubicBezTo>
                    <a:pt x="2129" y="6930"/>
                    <a:pt x="1825" y="6778"/>
                    <a:pt x="1612" y="6474"/>
                  </a:cubicBezTo>
                  <a:cubicBezTo>
                    <a:pt x="1308" y="6170"/>
                    <a:pt x="1065" y="6018"/>
                    <a:pt x="882" y="6018"/>
                  </a:cubicBezTo>
                  <a:cubicBezTo>
                    <a:pt x="700" y="6018"/>
                    <a:pt x="548" y="6079"/>
                    <a:pt x="396" y="6231"/>
                  </a:cubicBezTo>
                  <a:cubicBezTo>
                    <a:pt x="122" y="6474"/>
                    <a:pt x="1" y="6687"/>
                    <a:pt x="1" y="6839"/>
                  </a:cubicBezTo>
                  <a:cubicBezTo>
                    <a:pt x="1" y="6991"/>
                    <a:pt x="92" y="7143"/>
                    <a:pt x="244" y="7386"/>
                  </a:cubicBezTo>
                  <a:lnTo>
                    <a:pt x="396" y="7569"/>
                  </a:lnTo>
                  <a:cubicBezTo>
                    <a:pt x="518" y="7690"/>
                    <a:pt x="670" y="7842"/>
                    <a:pt x="913" y="7994"/>
                  </a:cubicBezTo>
                  <a:cubicBezTo>
                    <a:pt x="1186" y="8146"/>
                    <a:pt x="1490" y="8268"/>
                    <a:pt x="1794" y="8329"/>
                  </a:cubicBezTo>
                  <a:lnTo>
                    <a:pt x="1794" y="9058"/>
                  </a:lnTo>
                  <a:cubicBezTo>
                    <a:pt x="1794" y="9332"/>
                    <a:pt x="1825" y="9544"/>
                    <a:pt x="1885" y="9666"/>
                  </a:cubicBezTo>
                  <a:cubicBezTo>
                    <a:pt x="1916" y="9788"/>
                    <a:pt x="1946" y="9848"/>
                    <a:pt x="2068" y="9879"/>
                  </a:cubicBezTo>
                  <a:cubicBezTo>
                    <a:pt x="2129" y="9939"/>
                    <a:pt x="2281" y="9970"/>
                    <a:pt x="2433" y="9970"/>
                  </a:cubicBezTo>
                  <a:cubicBezTo>
                    <a:pt x="2584" y="9970"/>
                    <a:pt x="2706" y="9939"/>
                    <a:pt x="2828" y="9879"/>
                  </a:cubicBezTo>
                  <a:cubicBezTo>
                    <a:pt x="2949" y="9848"/>
                    <a:pt x="3010" y="9788"/>
                    <a:pt x="3040" y="9666"/>
                  </a:cubicBezTo>
                  <a:cubicBezTo>
                    <a:pt x="3101" y="9544"/>
                    <a:pt x="3132" y="9362"/>
                    <a:pt x="3132" y="9088"/>
                  </a:cubicBezTo>
                  <a:lnTo>
                    <a:pt x="3132" y="8329"/>
                  </a:lnTo>
                  <a:cubicBezTo>
                    <a:pt x="3648" y="8207"/>
                    <a:pt x="4074" y="7994"/>
                    <a:pt x="4408" y="7599"/>
                  </a:cubicBezTo>
                  <a:cubicBezTo>
                    <a:pt x="4773" y="7265"/>
                    <a:pt x="4955" y="6778"/>
                    <a:pt x="4955" y="6170"/>
                  </a:cubicBezTo>
                  <a:cubicBezTo>
                    <a:pt x="4955" y="5745"/>
                    <a:pt x="4864" y="5411"/>
                    <a:pt x="4773" y="5289"/>
                  </a:cubicBezTo>
                  <a:cubicBezTo>
                    <a:pt x="4560" y="5015"/>
                    <a:pt x="4378" y="4833"/>
                    <a:pt x="4165" y="4711"/>
                  </a:cubicBezTo>
                  <a:cubicBezTo>
                    <a:pt x="3922" y="4620"/>
                    <a:pt x="3648" y="4499"/>
                    <a:pt x="3405" y="4407"/>
                  </a:cubicBezTo>
                  <a:cubicBezTo>
                    <a:pt x="3132" y="4316"/>
                    <a:pt x="2858" y="4256"/>
                    <a:pt x="2645" y="4225"/>
                  </a:cubicBezTo>
                  <a:cubicBezTo>
                    <a:pt x="2372" y="4195"/>
                    <a:pt x="2189" y="4104"/>
                    <a:pt x="2037" y="4012"/>
                  </a:cubicBezTo>
                  <a:cubicBezTo>
                    <a:pt x="1885" y="3891"/>
                    <a:pt x="1794" y="3769"/>
                    <a:pt x="1794" y="3587"/>
                  </a:cubicBezTo>
                  <a:cubicBezTo>
                    <a:pt x="1794" y="3404"/>
                    <a:pt x="1885" y="3283"/>
                    <a:pt x="1977" y="3161"/>
                  </a:cubicBezTo>
                  <a:cubicBezTo>
                    <a:pt x="2098" y="3040"/>
                    <a:pt x="2281" y="3009"/>
                    <a:pt x="2493" y="3009"/>
                  </a:cubicBezTo>
                  <a:cubicBezTo>
                    <a:pt x="2676" y="3009"/>
                    <a:pt x="2858" y="3040"/>
                    <a:pt x="2980" y="3131"/>
                  </a:cubicBezTo>
                  <a:cubicBezTo>
                    <a:pt x="3010" y="3161"/>
                    <a:pt x="3101" y="3192"/>
                    <a:pt x="3132" y="3252"/>
                  </a:cubicBezTo>
                  <a:cubicBezTo>
                    <a:pt x="3162" y="3313"/>
                    <a:pt x="3253" y="3344"/>
                    <a:pt x="3344" y="3435"/>
                  </a:cubicBezTo>
                  <a:cubicBezTo>
                    <a:pt x="3436" y="3496"/>
                    <a:pt x="3557" y="3556"/>
                    <a:pt x="3709" y="3556"/>
                  </a:cubicBezTo>
                  <a:cubicBezTo>
                    <a:pt x="3922" y="3556"/>
                    <a:pt x="4104" y="3404"/>
                    <a:pt x="4317" y="3131"/>
                  </a:cubicBezTo>
                  <a:cubicBezTo>
                    <a:pt x="4499" y="2857"/>
                    <a:pt x="4560" y="2675"/>
                    <a:pt x="4560" y="2553"/>
                  </a:cubicBezTo>
                  <a:cubicBezTo>
                    <a:pt x="4560" y="2432"/>
                    <a:pt x="4469" y="2280"/>
                    <a:pt x="4256" y="2097"/>
                  </a:cubicBezTo>
                  <a:lnTo>
                    <a:pt x="4226" y="2067"/>
                  </a:lnTo>
                  <a:lnTo>
                    <a:pt x="4104" y="1976"/>
                  </a:lnTo>
                  <a:cubicBezTo>
                    <a:pt x="4043" y="1915"/>
                    <a:pt x="3922" y="1824"/>
                    <a:pt x="3740" y="1763"/>
                  </a:cubicBezTo>
                  <a:cubicBezTo>
                    <a:pt x="3557" y="1672"/>
                    <a:pt x="3344" y="1611"/>
                    <a:pt x="3132" y="1581"/>
                  </a:cubicBezTo>
                  <a:lnTo>
                    <a:pt x="3132" y="912"/>
                  </a:lnTo>
                  <a:cubicBezTo>
                    <a:pt x="3132" y="730"/>
                    <a:pt x="3101" y="578"/>
                    <a:pt x="3101" y="456"/>
                  </a:cubicBezTo>
                  <a:cubicBezTo>
                    <a:pt x="3040" y="365"/>
                    <a:pt x="3010" y="243"/>
                    <a:pt x="2888" y="152"/>
                  </a:cubicBezTo>
                  <a:cubicBezTo>
                    <a:pt x="2828" y="61"/>
                    <a:pt x="2676" y="0"/>
                    <a:pt x="24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57"/>
            <p:cNvSpPr/>
            <p:nvPr/>
          </p:nvSpPr>
          <p:spPr>
            <a:xfrm>
              <a:off x="2216770" y="2808209"/>
              <a:ext cx="7014" cy="54395"/>
            </a:xfrm>
            <a:custGeom>
              <a:avLst/>
              <a:gdLst/>
              <a:ahLst/>
              <a:cxnLst/>
              <a:rect l="l" t="t" r="r" b="b"/>
              <a:pathLst>
                <a:path w="396" h="3071" extrusionOk="0">
                  <a:moveTo>
                    <a:pt x="1" y="0"/>
                  </a:moveTo>
                  <a:lnTo>
                    <a:pt x="1" y="3070"/>
                  </a:lnTo>
                  <a:lnTo>
                    <a:pt x="396" y="3070"/>
                  </a:lnTo>
                  <a:lnTo>
                    <a:pt x="3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57"/>
            <p:cNvSpPr/>
            <p:nvPr/>
          </p:nvSpPr>
          <p:spPr>
            <a:xfrm>
              <a:off x="2179627" y="2835664"/>
              <a:ext cx="7014" cy="54395"/>
            </a:xfrm>
            <a:custGeom>
              <a:avLst/>
              <a:gdLst/>
              <a:ahLst/>
              <a:cxnLst/>
              <a:rect l="l" t="t" r="r" b="b"/>
              <a:pathLst>
                <a:path w="396" h="3071" extrusionOk="0">
                  <a:moveTo>
                    <a:pt x="0" y="0"/>
                  </a:moveTo>
                  <a:lnTo>
                    <a:pt x="0" y="3070"/>
                  </a:lnTo>
                  <a:lnTo>
                    <a:pt x="395" y="3070"/>
                  </a:lnTo>
                  <a:lnTo>
                    <a:pt x="39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57"/>
            <p:cNvSpPr/>
            <p:nvPr/>
          </p:nvSpPr>
          <p:spPr>
            <a:xfrm>
              <a:off x="2253382" y="2843740"/>
              <a:ext cx="6483" cy="38241"/>
            </a:xfrm>
            <a:custGeom>
              <a:avLst/>
              <a:gdLst/>
              <a:ahLst/>
              <a:cxnLst/>
              <a:rect l="l" t="t" r="r" b="b"/>
              <a:pathLst>
                <a:path w="366" h="2159" extrusionOk="0">
                  <a:moveTo>
                    <a:pt x="0" y="0"/>
                  </a:moveTo>
                  <a:lnTo>
                    <a:pt x="0" y="2158"/>
                  </a:lnTo>
                  <a:lnTo>
                    <a:pt x="365" y="2158"/>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57"/>
            <p:cNvSpPr/>
            <p:nvPr/>
          </p:nvSpPr>
          <p:spPr>
            <a:xfrm>
              <a:off x="3010343" y="2469086"/>
              <a:ext cx="362894" cy="304407"/>
            </a:xfrm>
            <a:custGeom>
              <a:avLst/>
              <a:gdLst/>
              <a:ahLst/>
              <a:cxnLst/>
              <a:rect l="l" t="t" r="r" b="b"/>
              <a:pathLst>
                <a:path w="20488" h="17186" extrusionOk="0">
                  <a:moveTo>
                    <a:pt x="10498" y="1"/>
                  </a:moveTo>
                  <a:cubicBezTo>
                    <a:pt x="6617" y="1"/>
                    <a:pt x="2814" y="1948"/>
                    <a:pt x="1612" y="5955"/>
                  </a:cubicBezTo>
                  <a:cubicBezTo>
                    <a:pt x="1" y="11274"/>
                    <a:pt x="3891" y="16897"/>
                    <a:pt x="9423" y="17171"/>
                  </a:cubicBezTo>
                  <a:cubicBezTo>
                    <a:pt x="9627" y="17181"/>
                    <a:pt x="9833" y="17186"/>
                    <a:pt x="10039" y="17186"/>
                  </a:cubicBezTo>
                  <a:cubicBezTo>
                    <a:pt x="12910" y="17186"/>
                    <a:pt x="15978" y="16193"/>
                    <a:pt x="17934" y="14009"/>
                  </a:cubicBezTo>
                  <a:cubicBezTo>
                    <a:pt x="20032" y="11760"/>
                    <a:pt x="20487" y="8386"/>
                    <a:pt x="19454" y="5559"/>
                  </a:cubicBezTo>
                  <a:cubicBezTo>
                    <a:pt x="18877" y="3948"/>
                    <a:pt x="17782" y="2489"/>
                    <a:pt x="16232" y="1547"/>
                  </a:cubicBezTo>
                  <a:cubicBezTo>
                    <a:pt x="14533" y="521"/>
                    <a:pt x="12505" y="1"/>
                    <a:pt x="1049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57"/>
            <p:cNvSpPr/>
            <p:nvPr/>
          </p:nvSpPr>
          <p:spPr>
            <a:xfrm>
              <a:off x="3056112" y="2505839"/>
              <a:ext cx="275128" cy="231538"/>
            </a:xfrm>
            <a:custGeom>
              <a:avLst/>
              <a:gdLst/>
              <a:ahLst/>
              <a:cxnLst/>
              <a:rect l="l" t="t" r="r" b="b"/>
              <a:pathLst>
                <a:path w="15533" h="13072" extrusionOk="0">
                  <a:moveTo>
                    <a:pt x="7965" y="1"/>
                  </a:moveTo>
                  <a:cubicBezTo>
                    <a:pt x="5010" y="1"/>
                    <a:pt x="2117" y="1475"/>
                    <a:pt x="1216" y="4518"/>
                  </a:cubicBezTo>
                  <a:cubicBezTo>
                    <a:pt x="0" y="8591"/>
                    <a:pt x="2979" y="12877"/>
                    <a:pt x="7174" y="13059"/>
                  </a:cubicBezTo>
                  <a:cubicBezTo>
                    <a:pt x="7340" y="13068"/>
                    <a:pt x="7507" y="13072"/>
                    <a:pt x="7674" y="13072"/>
                  </a:cubicBezTo>
                  <a:cubicBezTo>
                    <a:pt x="9871" y="13072"/>
                    <a:pt x="12180" y="12326"/>
                    <a:pt x="13648" y="10688"/>
                  </a:cubicBezTo>
                  <a:cubicBezTo>
                    <a:pt x="15198" y="8925"/>
                    <a:pt x="15533" y="6372"/>
                    <a:pt x="14773" y="4214"/>
                  </a:cubicBezTo>
                  <a:cubicBezTo>
                    <a:pt x="14317" y="2968"/>
                    <a:pt x="13526" y="1873"/>
                    <a:pt x="12341" y="1174"/>
                  </a:cubicBezTo>
                  <a:cubicBezTo>
                    <a:pt x="11044" y="396"/>
                    <a:pt x="9496" y="1"/>
                    <a:pt x="796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57"/>
            <p:cNvSpPr/>
            <p:nvPr/>
          </p:nvSpPr>
          <p:spPr>
            <a:xfrm>
              <a:off x="3228402" y="2505627"/>
              <a:ext cx="41996" cy="21025"/>
            </a:xfrm>
            <a:custGeom>
              <a:avLst/>
              <a:gdLst/>
              <a:ahLst/>
              <a:cxnLst/>
              <a:rect l="l" t="t" r="r" b="b"/>
              <a:pathLst>
                <a:path w="2371" h="1187" extrusionOk="0">
                  <a:moveTo>
                    <a:pt x="91" y="1"/>
                  </a:moveTo>
                  <a:lnTo>
                    <a:pt x="0" y="396"/>
                  </a:lnTo>
                  <a:cubicBezTo>
                    <a:pt x="760" y="578"/>
                    <a:pt x="1520" y="852"/>
                    <a:pt x="2158" y="1186"/>
                  </a:cubicBezTo>
                  <a:lnTo>
                    <a:pt x="2371" y="822"/>
                  </a:lnTo>
                  <a:cubicBezTo>
                    <a:pt x="1641" y="457"/>
                    <a:pt x="882" y="153"/>
                    <a:pt x="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57"/>
            <p:cNvSpPr/>
            <p:nvPr/>
          </p:nvSpPr>
          <p:spPr>
            <a:xfrm>
              <a:off x="3292999" y="2540626"/>
              <a:ext cx="37710" cy="121153"/>
            </a:xfrm>
            <a:custGeom>
              <a:avLst/>
              <a:gdLst/>
              <a:ahLst/>
              <a:cxnLst/>
              <a:rect l="l" t="t" r="r" b="b"/>
              <a:pathLst>
                <a:path w="2129" h="6840" extrusionOk="0">
                  <a:moveTo>
                    <a:pt x="274" y="1"/>
                  </a:moveTo>
                  <a:lnTo>
                    <a:pt x="1" y="274"/>
                  </a:lnTo>
                  <a:cubicBezTo>
                    <a:pt x="548" y="882"/>
                    <a:pt x="943" y="1581"/>
                    <a:pt x="1216" y="2341"/>
                  </a:cubicBezTo>
                  <a:cubicBezTo>
                    <a:pt x="1763" y="3739"/>
                    <a:pt x="1703" y="5320"/>
                    <a:pt x="1216" y="6748"/>
                  </a:cubicBezTo>
                  <a:lnTo>
                    <a:pt x="1551" y="6840"/>
                  </a:lnTo>
                  <a:cubicBezTo>
                    <a:pt x="2128" y="5411"/>
                    <a:pt x="2128" y="3709"/>
                    <a:pt x="1611" y="2189"/>
                  </a:cubicBezTo>
                  <a:cubicBezTo>
                    <a:pt x="1308" y="1338"/>
                    <a:pt x="852" y="609"/>
                    <a:pt x="2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57"/>
            <p:cNvSpPr/>
            <p:nvPr/>
          </p:nvSpPr>
          <p:spPr>
            <a:xfrm>
              <a:off x="3063640" y="2504015"/>
              <a:ext cx="250366" cy="237454"/>
            </a:xfrm>
            <a:custGeom>
              <a:avLst/>
              <a:gdLst/>
              <a:ahLst/>
              <a:cxnLst/>
              <a:rect l="l" t="t" r="r" b="b"/>
              <a:pathLst>
                <a:path w="14135" h="13406" extrusionOk="0">
                  <a:moveTo>
                    <a:pt x="6870" y="1"/>
                  </a:moveTo>
                  <a:cubicBezTo>
                    <a:pt x="3770" y="213"/>
                    <a:pt x="1399" y="1976"/>
                    <a:pt x="609" y="4621"/>
                  </a:cubicBezTo>
                  <a:cubicBezTo>
                    <a:pt x="1" y="6627"/>
                    <a:pt x="335" y="8815"/>
                    <a:pt x="1582" y="10548"/>
                  </a:cubicBezTo>
                  <a:cubicBezTo>
                    <a:pt x="2797" y="12250"/>
                    <a:pt x="4682" y="13284"/>
                    <a:pt x="6718" y="13405"/>
                  </a:cubicBezTo>
                  <a:lnTo>
                    <a:pt x="7205" y="13405"/>
                  </a:lnTo>
                  <a:cubicBezTo>
                    <a:pt x="9697" y="13405"/>
                    <a:pt x="11916" y="12493"/>
                    <a:pt x="13375" y="10974"/>
                  </a:cubicBezTo>
                  <a:cubicBezTo>
                    <a:pt x="13679" y="10639"/>
                    <a:pt x="13892" y="10274"/>
                    <a:pt x="14135" y="9910"/>
                  </a:cubicBezTo>
                  <a:lnTo>
                    <a:pt x="13801" y="9727"/>
                  </a:lnTo>
                  <a:cubicBezTo>
                    <a:pt x="13557" y="10062"/>
                    <a:pt x="13345" y="10396"/>
                    <a:pt x="13071" y="10700"/>
                  </a:cubicBezTo>
                  <a:cubicBezTo>
                    <a:pt x="11701" y="12155"/>
                    <a:pt x="9555" y="13021"/>
                    <a:pt x="7185" y="13021"/>
                  </a:cubicBezTo>
                  <a:cubicBezTo>
                    <a:pt x="7030" y="13021"/>
                    <a:pt x="6875" y="13017"/>
                    <a:pt x="6718" y="13010"/>
                  </a:cubicBezTo>
                  <a:cubicBezTo>
                    <a:pt x="4834" y="12949"/>
                    <a:pt x="3041" y="11946"/>
                    <a:pt x="1885" y="10335"/>
                  </a:cubicBezTo>
                  <a:cubicBezTo>
                    <a:pt x="730" y="8694"/>
                    <a:pt x="366" y="6627"/>
                    <a:pt x="943" y="4742"/>
                  </a:cubicBezTo>
                  <a:cubicBezTo>
                    <a:pt x="1703" y="2220"/>
                    <a:pt x="3952" y="609"/>
                    <a:pt x="6901" y="365"/>
                  </a:cubicBezTo>
                  <a:lnTo>
                    <a:pt x="68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57"/>
            <p:cNvSpPr/>
            <p:nvPr/>
          </p:nvSpPr>
          <p:spPr>
            <a:xfrm>
              <a:off x="3152486" y="2533630"/>
              <a:ext cx="87234" cy="177692"/>
            </a:xfrm>
            <a:custGeom>
              <a:avLst/>
              <a:gdLst/>
              <a:ahLst/>
              <a:cxnLst/>
              <a:rect l="l" t="t" r="r" b="b"/>
              <a:pathLst>
                <a:path w="4925" h="10032" extrusionOk="0">
                  <a:moveTo>
                    <a:pt x="2432" y="0"/>
                  </a:moveTo>
                  <a:cubicBezTo>
                    <a:pt x="2098" y="0"/>
                    <a:pt x="1885" y="61"/>
                    <a:pt x="1824" y="244"/>
                  </a:cubicBezTo>
                  <a:cubicBezTo>
                    <a:pt x="1794" y="365"/>
                    <a:pt x="1733" y="548"/>
                    <a:pt x="1733" y="821"/>
                  </a:cubicBezTo>
                  <a:lnTo>
                    <a:pt x="1733" y="1551"/>
                  </a:lnTo>
                  <a:cubicBezTo>
                    <a:pt x="1246" y="1672"/>
                    <a:pt x="821" y="1885"/>
                    <a:pt x="517" y="2280"/>
                  </a:cubicBezTo>
                  <a:cubicBezTo>
                    <a:pt x="213" y="2645"/>
                    <a:pt x="61" y="3070"/>
                    <a:pt x="61" y="3526"/>
                  </a:cubicBezTo>
                  <a:cubicBezTo>
                    <a:pt x="61" y="3982"/>
                    <a:pt x="183" y="4347"/>
                    <a:pt x="426" y="4651"/>
                  </a:cubicBezTo>
                  <a:cubicBezTo>
                    <a:pt x="639" y="4955"/>
                    <a:pt x="912" y="5198"/>
                    <a:pt x="1216" y="5320"/>
                  </a:cubicBezTo>
                  <a:cubicBezTo>
                    <a:pt x="1550" y="5411"/>
                    <a:pt x="1854" y="5532"/>
                    <a:pt x="2158" y="5624"/>
                  </a:cubicBezTo>
                  <a:cubicBezTo>
                    <a:pt x="2462" y="5684"/>
                    <a:pt x="2736" y="5806"/>
                    <a:pt x="2949" y="5867"/>
                  </a:cubicBezTo>
                  <a:cubicBezTo>
                    <a:pt x="3192" y="5958"/>
                    <a:pt x="3313" y="6080"/>
                    <a:pt x="3313" y="6262"/>
                  </a:cubicBezTo>
                  <a:cubicBezTo>
                    <a:pt x="3313" y="6748"/>
                    <a:pt x="3009" y="6991"/>
                    <a:pt x="2432" y="6991"/>
                  </a:cubicBezTo>
                  <a:cubicBezTo>
                    <a:pt x="2128" y="6991"/>
                    <a:pt x="1824" y="6839"/>
                    <a:pt x="1581" y="6536"/>
                  </a:cubicBezTo>
                  <a:cubicBezTo>
                    <a:pt x="1277" y="6232"/>
                    <a:pt x="1064" y="6080"/>
                    <a:pt x="882" y="6080"/>
                  </a:cubicBezTo>
                  <a:cubicBezTo>
                    <a:pt x="669" y="6080"/>
                    <a:pt x="517" y="6140"/>
                    <a:pt x="365" y="6292"/>
                  </a:cubicBezTo>
                  <a:cubicBezTo>
                    <a:pt x="122" y="6536"/>
                    <a:pt x="0" y="6748"/>
                    <a:pt x="0" y="6900"/>
                  </a:cubicBezTo>
                  <a:cubicBezTo>
                    <a:pt x="0" y="7052"/>
                    <a:pt x="61" y="7204"/>
                    <a:pt x="213" y="7447"/>
                  </a:cubicBezTo>
                  <a:lnTo>
                    <a:pt x="365" y="7630"/>
                  </a:lnTo>
                  <a:cubicBezTo>
                    <a:pt x="487" y="7751"/>
                    <a:pt x="639" y="7903"/>
                    <a:pt x="912" y="8055"/>
                  </a:cubicBezTo>
                  <a:cubicBezTo>
                    <a:pt x="1186" y="8207"/>
                    <a:pt x="1490" y="8298"/>
                    <a:pt x="1794" y="8390"/>
                  </a:cubicBezTo>
                  <a:lnTo>
                    <a:pt x="1794" y="9119"/>
                  </a:lnTo>
                  <a:cubicBezTo>
                    <a:pt x="1794" y="9362"/>
                    <a:pt x="1824" y="9605"/>
                    <a:pt x="1854" y="9727"/>
                  </a:cubicBezTo>
                  <a:cubicBezTo>
                    <a:pt x="1885" y="9818"/>
                    <a:pt x="1946" y="9909"/>
                    <a:pt x="2037" y="9940"/>
                  </a:cubicBezTo>
                  <a:cubicBezTo>
                    <a:pt x="2128" y="9970"/>
                    <a:pt x="2280" y="10031"/>
                    <a:pt x="2432" y="10031"/>
                  </a:cubicBezTo>
                  <a:cubicBezTo>
                    <a:pt x="2584" y="10031"/>
                    <a:pt x="2705" y="9970"/>
                    <a:pt x="2797" y="9940"/>
                  </a:cubicBezTo>
                  <a:cubicBezTo>
                    <a:pt x="2918" y="9909"/>
                    <a:pt x="3009" y="9818"/>
                    <a:pt x="3040" y="9727"/>
                  </a:cubicBezTo>
                  <a:cubicBezTo>
                    <a:pt x="3070" y="9605"/>
                    <a:pt x="3101" y="9423"/>
                    <a:pt x="3101" y="9150"/>
                  </a:cubicBezTo>
                  <a:lnTo>
                    <a:pt x="3101" y="8390"/>
                  </a:lnTo>
                  <a:cubicBezTo>
                    <a:pt x="3648" y="8268"/>
                    <a:pt x="4073" y="8055"/>
                    <a:pt x="4408" y="7660"/>
                  </a:cubicBezTo>
                  <a:cubicBezTo>
                    <a:pt x="4742" y="7295"/>
                    <a:pt x="4924" y="6779"/>
                    <a:pt x="4924" y="6171"/>
                  </a:cubicBezTo>
                  <a:cubicBezTo>
                    <a:pt x="4924" y="5776"/>
                    <a:pt x="4864" y="5411"/>
                    <a:pt x="4742" y="5259"/>
                  </a:cubicBezTo>
                  <a:cubicBezTo>
                    <a:pt x="4560" y="4985"/>
                    <a:pt x="4377" y="4803"/>
                    <a:pt x="4134" y="4681"/>
                  </a:cubicBezTo>
                  <a:cubicBezTo>
                    <a:pt x="3921" y="4590"/>
                    <a:pt x="3648" y="4469"/>
                    <a:pt x="3374" y="4377"/>
                  </a:cubicBezTo>
                  <a:cubicBezTo>
                    <a:pt x="3101" y="4286"/>
                    <a:pt x="2857" y="4225"/>
                    <a:pt x="2614" y="4195"/>
                  </a:cubicBezTo>
                  <a:cubicBezTo>
                    <a:pt x="2341" y="4165"/>
                    <a:pt x="2158" y="4073"/>
                    <a:pt x="2006" y="3982"/>
                  </a:cubicBezTo>
                  <a:cubicBezTo>
                    <a:pt x="1854" y="3861"/>
                    <a:pt x="1794" y="3739"/>
                    <a:pt x="1794" y="3557"/>
                  </a:cubicBezTo>
                  <a:cubicBezTo>
                    <a:pt x="1794" y="3374"/>
                    <a:pt x="1854" y="3253"/>
                    <a:pt x="1976" y="3131"/>
                  </a:cubicBezTo>
                  <a:cubicBezTo>
                    <a:pt x="2098" y="3010"/>
                    <a:pt x="2280" y="2979"/>
                    <a:pt x="2462" y="2979"/>
                  </a:cubicBezTo>
                  <a:cubicBezTo>
                    <a:pt x="2645" y="2979"/>
                    <a:pt x="2857" y="3010"/>
                    <a:pt x="2949" y="3101"/>
                  </a:cubicBezTo>
                  <a:cubicBezTo>
                    <a:pt x="3009" y="3131"/>
                    <a:pt x="3070" y="3162"/>
                    <a:pt x="3101" y="3222"/>
                  </a:cubicBezTo>
                  <a:cubicBezTo>
                    <a:pt x="3161" y="3283"/>
                    <a:pt x="3222" y="3314"/>
                    <a:pt x="3344" y="3405"/>
                  </a:cubicBezTo>
                  <a:cubicBezTo>
                    <a:pt x="3405" y="3466"/>
                    <a:pt x="3526" y="3526"/>
                    <a:pt x="3678" y="3526"/>
                  </a:cubicBezTo>
                  <a:cubicBezTo>
                    <a:pt x="3921" y="3526"/>
                    <a:pt x="4104" y="3374"/>
                    <a:pt x="4286" y="3101"/>
                  </a:cubicBezTo>
                  <a:cubicBezTo>
                    <a:pt x="4468" y="2827"/>
                    <a:pt x="4560" y="2645"/>
                    <a:pt x="4560" y="2523"/>
                  </a:cubicBezTo>
                  <a:cubicBezTo>
                    <a:pt x="4560" y="2432"/>
                    <a:pt x="4438" y="2280"/>
                    <a:pt x="4256" y="2067"/>
                  </a:cubicBezTo>
                  <a:lnTo>
                    <a:pt x="4225" y="2037"/>
                  </a:lnTo>
                  <a:lnTo>
                    <a:pt x="4104" y="1976"/>
                  </a:lnTo>
                  <a:cubicBezTo>
                    <a:pt x="4012" y="1885"/>
                    <a:pt x="3921" y="1824"/>
                    <a:pt x="3709" y="1733"/>
                  </a:cubicBezTo>
                  <a:cubicBezTo>
                    <a:pt x="3526" y="1672"/>
                    <a:pt x="3344" y="1581"/>
                    <a:pt x="3101" y="1551"/>
                  </a:cubicBezTo>
                  <a:lnTo>
                    <a:pt x="3101" y="912"/>
                  </a:lnTo>
                  <a:cubicBezTo>
                    <a:pt x="3101" y="700"/>
                    <a:pt x="3070" y="548"/>
                    <a:pt x="3070" y="456"/>
                  </a:cubicBezTo>
                  <a:cubicBezTo>
                    <a:pt x="3040" y="335"/>
                    <a:pt x="3009" y="213"/>
                    <a:pt x="2888" y="152"/>
                  </a:cubicBezTo>
                  <a:cubicBezTo>
                    <a:pt x="2797" y="31"/>
                    <a:pt x="2645" y="0"/>
                    <a:pt x="24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57"/>
            <p:cNvSpPr/>
            <p:nvPr/>
          </p:nvSpPr>
          <p:spPr>
            <a:xfrm>
              <a:off x="3195014" y="2376414"/>
              <a:ext cx="6483" cy="54944"/>
            </a:xfrm>
            <a:custGeom>
              <a:avLst/>
              <a:gdLst/>
              <a:ahLst/>
              <a:cxnLst/>
              <a:rect l="l" t="t" r="r" b="b"/>
              <a:pathLst>
                <a:path w="366" h="3102" extrusionOk="0">
                  <a:moveTo>
                    <a:pt x="0" y="1"/>
                  </a:moveTo>
                  <a:lnTo>
                    <a:pt x="0" y="3101"/>
                  </a:lnTo>
                  <a:lnTo>
                    <a:pt x="365" y="3101"/>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57"/>
            <p:cNvSpPr/>
            <p:nvPr/>
          </p:nvSpPr>
          <p:spPr>
            <a:xfrm>
              <a:off x="3158402" y="2403337"/>
              <a:ext cx="7014" cy="54944"/>
            </a:xfrm>
            <a:custGeom>
              <a:avLst/>
              <a:gdLst/>
              <a:ahLst/>
              <a:cxnLst/>
              <a:rect l="l" t="t" r="r" b="b"/>
              <a:pathLst>
                <a:path w="396" h="3102" extrusionOk="0">
                  <a:moveTo>
                    <a:pt x="1" y="1"/>
                  </a:moveTo>
                  <a:lnTo>
                    <a:pt x="1" y="3101"/>
                  </a:lnTo>
                  <a:lnTo>
                    <a:pt x="396" y="3101"/>
                  </a:lnTo>
                  <a:lnTo>
                    <a:pt x="39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57"/>
            <p:cNvSpPr/>
            <p:nvPr/>
          </p:nvSpPr>
          <p:spPr>
            <a:xfrm>
              <a:off x="3231094" y="2411414"/>
              <a:ext cx="7014" cy="38241"/>
            </a:xfrm>
            <a:custGeom>
              <a:avLst/>
              <a:gdLst/>
              <a:ahLst/>
              <a:cxnLst/>
              <a:rect l="l" t="t" r="r" b="b"/>
              <a:pathLst>
                <a:path w="396" h="2159" extrusionOk="0">
                  <a:moveTo>
                    <a:pt x="0" y="1"/>
                  </a:moveTo>
                  <a:lnTo>
                    <a:pt x="0" y="2159"/>
                  </a:lnTo>
                  <a:lnTo>
                    <a:pt x="395" y="2159"/>
                  </a:lnTo>
                  <a:lnTo>
                    <a:pt x="3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57"/>
            <p:cNvSpPr/>
            <p:nvPr/>
          </p:nvSpPr>
          <p:spPr>
            <a:xfrm>
              <a:off x="212370" y="2240754"/>
              <a:ext cx="4284477" cy="1716908"/>
            </a:xfrm>
            <a:custGeom>
              <a:avLst/>
              <a:gdLst/>
              <a:ahLst/>
              <a:cxnLst/>
              <a:rect l="l" t="t" r="r" b="b"/>
              <a:pathLst>
                <a:path w="241890" h="96932" extrusionOk="0">
                  <a:moveTo>
                    <a:pt x="240795" y="0"/>
                  </a:moveTo>
                  <a:lnTo>
                    <a:pt x="224837" y="15958"/>
                  </a:lnTo>
                  <a:lnTo>
                    <a:pt x="207907" y="15958"/>
                  </a:lnTo>
                  <a:lnTo>
                    <a:pt x="186083" y="37752"/>
                  </a:lnTo>
                  <a:lnTo>
                    <a:pt x="166265" y="37752"/>
                  </a:lnTo>
                  <a:lnTo>
                    <a:pt x="154958" y="49028"/>
                  </a:lnTo>
                  <a:lnTo>
                    <a:pt x="129334" y="49028"/>
                  </a:lnTo>
                  <a:lnTo>
                    <a:pt x="112556" y="65807"/>
                  </a:lnTo>
                  <a:lnTo>
                    <a:pt x="99121" y="65807"/>
                  </a:lnTo>
                  <a:lnTo>
                    <a:pt x="92251" y="58907"/>
                  </a:lnTo>
                  <a:lnTo>
                    <a:pt x="64014" y="58907"/>
                  </a:lnTo>
                  <a:lnTo>
                    <a:pt x="47448" y="75503"/>
                  </a:lnTo>
                  <a:lnTo>
                    <a:pt x="20305" y="75503"/>
                  </a:lnTo>
                  <a:lnTo>
                    <a:pt x="0" y="95868"/>
                  </a:lnTo>
                  <a:lnTo>
                    <a:pt x="1064" y="96932"/>
                  </a:lnTo>
                  <a:lnTo>
                    <a:pt x="20973" y="77023"/>
                  </a:lnTo>
                  <a:lnTo>
                    <a:pt x="48056" y="77023"/>
                  </a:lnTo>
                  <a:lnTo>
                    <a:pt x="64622" y="60427"/>
                  </a:lnTo>
                  <a:lnTo>
                    <a:pt x="91643" y="60427"/>
                  </a:lnTo>
                  <a:lnTo>
                    <a:pt x="98513" y="67326"/>
                  </a:lnTo>
                  <a:lnTo>
                    <a:pt x="113224" y="67326"/>
                  </a:lnTo>
                  <a:lnTo>
                    <a:pt x="129972" y="50548"/>
                  </a:lnTo>
                  <a:lnTo>
                    <a:pt x="155566" y="50548"/>
                  </a:lnTo>
                  <a:lnTo>
                    <a:pt x="166873" y="39271"/>
                  </a:lnTo>
                  <a:lnTo>
                    <a:pt x="186691" y="39271"/>
                  </a:lnTo>
                  <a:lnTo>
                    <a:pt x="208545" y="17478"/>
                  </a:lnTo>
                  <a:lnTo>
                    <a:pt x="225476" y="17478"/>
                  </a:lnTo>
                  <a:lnTo>
                    <a:pt x="241889" y="1064"/>
                  </a:lnTo>
                  <a:lnTo>
                    <a:pt x="2407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57"/>
            <p:cNvSpPr/>
            <p:nvPr/>
          </p:nvSpPr>
          <p:spPr>
            <a:xfrm>
              <a:off x="4355767" y="2236450"/>
              <a:ext cx="144853" cy="146447"/>
            </a:xfrm>
            <a:custGeom>
              <a:avLst/>
              <a:gdLst/>
              <a:ahLst/>
              <a:cxnLst/>
              <a:rect l="l" t="t" r="r" b="b"/>
              <a:pathLst>
                <a:path w="8178" h="8268" extrusionOk="0">
                  <a:moveTo>
                    <a:pt x="1" y="0"/>
                  </a:moveTo>
                  <a:lnTo>
                    <a:pt x="1" y="1520"/>
                  </a:lnTo>
                  <a:lnTo>
                    <a:pt x="6657" y="1520"/>
                  </a:lnTo>
                  <a:lnTo>
                    <a:pt x="6657" y="8268"/>
                  </a:lnTo>
                  <a:lnTo>
                    <a:pt x="8177" y="8268"/>
                  </a:lnTo>
                  <a:lnTo>
                    <a:pt x="8177"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57"/>
            <p:cNvSpPr/>
            <p:nvPr/>
          </p:nvSpPr>
          <p:spPr>
            <a:xfrm>
              <a:off x="989258" y="3527780"/>
              <a:ext cx="155073" cy="131179"/>
            </a:xfrm>
            <a:custGeom>
              <a:avLst/>
              <a:gdLst/>
              <a:ahLst/>
              <a:cxnLst/>
              <a:rect l="l" t="t" r="r" b="b"/>
              <a:pathLst>
                <a:path w="8755" h="7406" extrusionOk="0">
                  <a:moveTo>
                    <a:pt x="4528" y="0"/>
                  </a:moveTo>
                  <a:cubicBezTo>
                    <a:pt x="2862" y="0"/>
                    <a:pt x="1222" y="838"/>
                    <a:pt x="699" y="2567"/>
                  </a:cubicBezTo>
                  <a:cubicBezTo>
                    <a:pt x="0" y="4847"/>
                    <a:pt x="1672" y="7279"/>
                    <a:pt x="4043" y="7400"/>
                  </a:cubicBezTo>
                  <a:cubicBezTo>
                    <a:pt x="4122" y="7404"/>
                    <a:pt x="4203" y="7406"/>
                    <a:pt x="4283" y="7406"/>
                  </a:cubicBezTo>
                  <a:cubicBezTo>
                    <a:pt x="5499" y="7406"/>
                    <a:pt x="6835" y="6975"/>
                    <a:pt x="7690" y="6063"/>
                  </a:cubicBezTo>
                  <a:cubicBezTo>
                    <a:pt x="8572" y="5029"/>
                    <a:pt x="8754" y="3601"/>
                    <a:pt x="8329" y="2385"/>
                  </a:cubicBezTo>
                  <a:cubicBezTo>
                    <a:pt x="8055" y="1686"/>
                    <a:pt x="7599" y="1048"/>
                    <a:pt x="6961" y="652"/>
                  </a:cubicBezTo>
                  <a:cubicBezTo>
                    <a:pt x="6240" y="220"/>
                    <a:pt x="5381" y="0"/>
                    <a:pt x="45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57"/>
            <p:cNvSpPr/>
            <p:nvPr/>
          </p:nvSpPr>
          <p:spPr>
            <a:xfrm>
              <a:off x="1033947" y="3563984"/>
              <a:ext cx="68388" cy="57796"/>
            </a:xfrm>
            <a:custGeom>
              <a:avLst/>
              <a:gdLst/>
              <a:ahLst/>
              <a:cxnLst/>
              <a:rect l="l" t="t" r="r" b="b"/>
              <a:pathLst>
                <a:path w="3861" h="3263" extrusionOk="0">
                  <a:moveTo>
                    <a:pt x="1995" y="1"/>
                  </a:moveTo>
                  <a:cubicBezTo>
                    <a:pt x="1254" y="1"/>
                    <a:pt x="526" y="366"/>
                    <a:pt x="304" y="1131"/>
                  </a:cubicBezTo>
                  <a:cubicBezTo>
                    <a:pt x="0" y="2104"/>
                    <a:pt x="699" y="3168"/>
                    <a:pt x="1763" y="3259"/>
                  </a:cubicBezTo>
                  <a:cubicBezTo>
                    <a:pt x="1804" y="3261"/>
                    <a:pt x="1845" y="3262"/>
                    <a:pt x="1886" y="3262"/>
                  </a:cubicBezTo>
                  <a:cubicBezTo>
                    <a:pt x="2430" y="3262"/>
                    <a:pt x="3007" y="3075"/>
                    <a:pt x="3374" y="2651"/>
                  </a:cubicBezTo>
                  <a:cubicBezTo>
                    <a:pt x="3800" y="2225"/>
                    <a:pt x="3860" y="1587"/>
                    <a:pt x="3678" y="1040"/>
                  </a:cubicBezTo>
                  <a:cubicBezTo>
                    <a:pt x="3556" y="736"/>
                    <a:pt x="3374" y="493"/>
                    <a:pt x="3070" y="280"/>
                  </a:cubicBezTo>
                  <a:cubicBezTo>
                    <a:pt x="2752" y="96"/>
                    <a:pt x="2372" y="1"/>
                    <a:pt x="19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57"/>
            <p:cNvSpPr/>
            <p:nvPr/>
          </p:nvSpPr>
          <p:spPr>
            <a:xfrm>
              <a:off x="1269222" y="3235594"/>
              <a:ext cx="155073" cy="131037"/>
            </a:xfrm>
            <a:custGeom>
              <a:avLst/>
              <a:gdLst/>
              <a:ahLst/>
              <a:cxnLst/>
              <a:rect l="l" t="t" r="r" b="b"/>
              <a:pathLst>
                <a:path w="8755" h="7398" extrusionOk="0">
                  <a:moveTo>
                    <a:pt x="4501" y="0"/>
                  </a:moveTo>
                  <a:cubicBezTo>
                    <a:pt x="2844" y="0"/>
                    <a:pt x="1219" y="839"/>
                    <a:pt x="699" y="2559"/>
                  </a:cubicBezTo>
                  <a:cubicBezTo>
                    <a:pt x="0" y="4838"/>
                    <a:pt x="1672" y="7270"/>
                    <a:pt x="4043" y="7391"/>
                  </a:cubicBezTo>
                  <a:cubicBezTo>
                    <a:pt x="4127" y="7395"/>
                    <a:pt x="4212" y="7397"/>
                    <a:pt x="4297" y="7397"/>
                  </a:cubicBezTo>
                  <a:cubicBezTo>
                    <a:pt x="5509" y="7397"/>
                    <a:pt x="6838" y="6991"/>
                    <a:pt x="7690" y="6054"/>
                  </a:cubicBezTo>
                  <a:cubicBezTo>
                    <a:pt x="8572" y="5021"/>
                    <a:pt x="8754" y="3592"/>
                    <a:pt x="8328" y="2376"/>
                  </a:cubicBezTo>
                  <a:cubicBezTo>
                    <a:pt x="8055" y="1677"/>
                    <a:pt x="7599" y="1039"/>
                    <a:pt x="6961" y="674"/>
                  </a:cubicBezTo>
                  <a:cubicBezTo>
                    <a:pt x="6233" y="227"/>
                    <a:pt x="5363" y="0"/>
                    <a:pt x="4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57"/>
            <p:cNvSpPr/>
            <p:nvPr/>
          </p:nvSpPr>
          <p:spPr>
            <a:xfrm>
              <a:off x="1313893" y="3271922"/>
              <a:ext cx="68406" cy="57636"/>
            </a:xfrm>
            <a:custGeom>
              <a:avLst/>
              <a:gdLst/>
              <a:ahLst/>
              <a:cxnLst/>
              <a:rect l="l" t="t" r="r" b="b"/>
              <a:pathLst>
                <a:path w="3862" h="3254" extrusionOk="0">
                  <a:moveTo>
                    <a:pt x="1989" y="1"/>
                  </a:moveTo>
                  <a:cubicBezTo>
                    <a:pt x="1251" y="1"/>
                    <a:pt x="526" y="372"/>
                    <a:pt x="305" y="1115"/>
                  </a:cubicBezTo>
                  <a:cubicBezTo>
                    <a:pt x="1" y="2119"/>
                    <a:pt x="730" y="3182"/>
                    <a:pt x="1794" y="3243"/>
                  </a:cubicBezTo>
                  <a:cubicBezTo>
                    <a:pt x="1855" y="3250"/>
                    <a:pt x="1918" y="3253"/>
                    <a:pt x="1982" y="3253"/>
                  </a:cubicBezTo>
                  <a:cubicBezTo>
                    <a:pt x="2487" y="3253"/>
                    <a:pt x="3051" y="3040"/>
                    <a:pt x="3375" y="2635"/>
                  </a:cubicBezTo>
                  <a:cubicBezTo>
                    <a:pt x="3770" y="2210"/>
                    <a:pt x="3861" y="1571"/>
                    <a:pt x="3679" y="1055"/>
                  </a:cubicBezTo>
                  <a:cubicBezTo>
                    <a:pt x="3557" y="751"/>
                    <a:pt x="3375" y="477"/>
                    <a:pt x="3071" y="295"/>
                  </a:cubicBezTo>
                  <a:cubicBezTo>
                    <a:pt x="2751" y="99"/>
                    <a:pt x="2368" y="1"/>
                    <a:pt x="19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57"/>
            <p:cNvSpPr/>
            <p:nvPr/>
          </p:nvSpPr>
          <p:spPr>
            <a:xfrm>
              <a:off x="1766678" y="3235594"/>
              <a:ext cx="154542" cy="131037"/>
            </a:xfrm>
            <a:custGeom>
              <a:avLst/>
              <a:gdLst/>
              <a:ahLst/>
              <a:cxnLst/>
              <a:rect l="l" t="t" r="r" b="b"/>
              <a:pathLst>
                <a:path w="8725" h="7398" extrusionOk="0">
                  <a:moveTo>
                    <a:pt x="4502" y="0"/>
                  </a:moveTo>
                  <a:cubicBezTo>
                    <a:pt x="2845" y="0"/>
                    <a:pt x="1220" y="839"/>
                    <a:pt x="700" y="2559"/>
                  </a:cubicBezTo>
                  <a:cubicBezTo>
                    <a:pt x="1" y="4838"/>
                    <a:pt x="1672" y="7270"/>
                    <a:pt x="4043" y="7391"/>
                  </a:cubicBezTo>
                  <a:cubicBezTo>
                    <a:pt x="4128" y="7395"/>
                    <a:pt x="4212" y="7397"/>
                    <a:pt x="4298" y="7397"/>
                  </a:cubicBezTo>
                  <a:cubicBezTo>
                    <a:pt x="5510" y="7397"/>
                    <a:pt x="6839" y="6991"/>
                    <a:pt x="7691" y="6054"/>
                  </a:cubicBezTo>
                  <a:cubicBezTo>
                    <a:pt x="8542" y="5021"/>
                    <a:pt x="8724" y="3592"/>
                    <a:pt x="8329" y="2376"/>
                  </a:cubicBezTo>
                  <a:cubicBezTo>
                    <a:pt x="8056" y="1677"/>
                    <a:pt x="7600" y="1039"/>
                    <a:pt x="6961" y="674"/>
                  </a:cubicBezTo>
                  <a:cubicBezTo>
                    <a:pt x="6234" y="227"/>
                    <a:pt x="5363" y="0"/>
                    <a:pt x="45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57"/>
            <p:cNvSpPr/>
            <p:nvPr/>
          </p:nvSpPr>
          <p:spPr>
            <a:xfrm>
              <a:off x="1810835" y="3271922"/>
              <a:ext cx="68919" cy="57636"/>
            </a:xfrm>
            <a:custGeom>
              <a:avLst/>
              <a:gdLst/>
              <a:ahLst/>
              <a:cxnLst/>
              <a:rect l="l" t="t" r="r" b="b"/>
              <a:pathLst>
                <a:path w="3891" h="3254" extrusionOk="0">
                  <a:moveTo>
                    <a:pt x="2004" y="1"/>
                  </a:moveTo>
                  <a:cubicBezTo>
                    <a:pt x="1264" y="1"/>
                    <a:pt x="545" y="372"/>
                    <a:pt x="304" y="1115"/>
                  </a:cubicBezTo>
                  <a:cubicBezTo>
                    <a:pt x="0" y="2119"/>
                    <a:pt x="730" y="3182"/>
                    <a:pt x="1793" y="3243"/>
                  </a:cubicBezTo>
                  <a:cubicBezTo>
                    <a:pt x="1858" y="3250"/>
                    <a:pt x="1923" y="3253"/>
                    <a:pt x="1989" y="3253"/>
                  </a:cubicBezTo>
                  <a:cubicBezTo>
                    <a:pt x="2511" y="3253"/>
                    <a:pt x="3053" y="3040"/>
                    <a:pt x="3404" y="2635"/>
                  </a:cubicBezTo>
                  <a:cubicBezTo>
                    <a:pt x="3769" y="2210"/>
                    <a:pt x="3891" y="1571"/>
                    <a:pt x="3708" y="1055"/>
                  </a:cubicBezTo>
                  <a:cubicBezTo>
                    <a:pt x="3587" y="751"/>
                    <a:pt x="3404" y="477"/>
                    <a:pt x="3101" y="295"/>
                  </a:cubicBezTo>
                  <a:cubicBezTo>
                    <a:pt x="2770" y="99"/>
                    <a:pt x="2384" y="1"/>
                    <a:pt x="20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57"/>
            <p:cNvSpPr/>
            <p:nvPr/>
          </p:nvSpPr>
          <p:spPr>
            <a:xfrm>
              <a:off x="1883509" y="3353347"/>
              <a:ext cx="155073" cy="131196"/>
            </a:xfrm>
            <a:custGeom>
              <a:avLst/>
              <a:gdLst/>
              <a:ahLst/>
              <a:cxnLst/>
              <a:rect l="l" t="t" r="r" b="b"/>
              <a:pathLst>
                <a:path w="8755" h="7407" extrusionOk="0">
                  <a:moveTo>
                    <a:pt x="4528" y="0"/>
                  </a:moveTo>
                  <a:cubicBezTo>
                    <a:pt x="2862" y="0"/>
                    <a:pt x="1222" y="838"/>
                    <a:pt x="700" y="2567"/>
                  </a:cubicBezTo>
                  <a:cubicBezTo>
                    <a:pt x="1" y="4847"/>
                    <a:pt x="1703" y="7278"/>
                    <a:pt x="4043" y="7400"/>
                  </a:cubicBezTo>
                  <a:cubicBezTo>
                    <a:pt x="4127" y="7404"/>
                    <a:pt x="4212" y="7406"/>
                    <a:pt x="4298" y="7406"/>
                  </a:cubicBezTo>
                  <a:cubicBezTo>
                    <a:pt x="5510" y="7406"/>
                    <a:pt x="6839" y="7000"/>
                    <a:pt x="7691" y="6063"/>
                  </a:cubicBezTo>
                  <a:cubicBezTo>
                    <a:pt x="8572" y="4999"/>
                    <a:pt x="8755" y="3570"/>
                    <a:pt x="8329" y="2385"/>
                  </a:cubicBezTo>
                  <a:cubicBezTo>
                    <a:pt x="8086" y="1686"/>
                    <a:pt x="7630" y="1047"/>
                    <a:pt x="6961" y="652"/>
                  </a:cubicBezTo>
                  <a:cubicBezTo>
                    <a:pt x="6241" y="220"/>
                    <a:pt x="5381" y="0"/>
                    <a:pt x="45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57"/>
            <p:cNvSpPr/>
            <p:nvPr/>
          </p:nvSpPr>
          <p:spPr>
            <a:xfrm>
              <a:off x="1928198" y="3389835"/>
              <a:ext cx="68937" cy="57495"/>
            </a:xfrm>
            <a:custGeom>
              <a:avLst/>
              <a:gdLst/>
              <a:ahLst/>
              <a:cxnLst/>
              <a:rect l="l" t="t" r="r" b="b"/>
              <a:pathLst>
                <a:path w="3892" h="3246" extrusionOk="0">
                  <a:moveTo>
                    <a:pt x="1989" y="0"/>
                  </a:moveTo>
                  <a:cubicBezTo>
                    <a:pt x="1250" y="0"/>
                    <a:pt x="525" y="372"/>
                    <a:pt x="304" y="1115"/>
                  </a:cubicBezTo>
                  <a:cubicBezTo>
                    <a:pt x="0" y="2118"/>
                    <a:pt x="730" y="3182"/>
                    <a:pt x="1794" y="3243"/>
                  </a:cubicBezTo>
                  <a:cubicBezTo>
                    <a:pt x="1832" y="3245"/>
                    <a:pt x="1872" y="3246"/>
                    <a:pt x="1911" y="3246"/>
                  </a:cubicBezTo>
                  <a:cubicBezTo>
                    <a:pt x="2434" y="3246"/>
                    <a:pt x="3035" y="3059"/>
                    <a:pt x="3374" y="2635"/>
                  </a:cubicBezTo>
                  <a:cubicBezTo>
                    <a:pt x="3800" y="2209"/>
                    <a:pt x="3891" y="1571"/>
                    <a:pt x="3678" y="1054"/>
                  </a:cubicBezTo>
                  <a:cubicBezTo>
                    <a:pt x="3587" y="750"/>
                    <a:pt x="3374" y="477"/>
                    <a:pt x="3070" y="294"/>
                  </a:cubicBezTo>
                  <a:cubicBezTo>
                    <a:pt x="2751" y="98"/>
                    <a:pt x="2368" y="0"/>
                    <a:pt x="19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57"/>
            <p:cNvSpPr/>
            <p:nvPr/>
          </p:nvSpPr>
          <p:spPr>
            <a:xfrm>
              <a:off x="2132246" y="3353347"/>
              <a:ext cx="154524" cy="131196"/>
            </a:xfrm>
            <a:custGeom>
              <a:avLst/>
              <a:gdLst/>
              <a:ahLst/>
              <a:cxnLst/>
              <a:rect l="l" t="t" r="r" b="b"/>
              <a:pathLst>
                <a:path w="8724" h="7407" extrusionOk="0">
                  <a:moveTo>
                    <a:pt x="4526" y="0"/>
                  </a:moveTo>
                  <a:cubicBezTo>
                    <a:pt x="2858" y="0"/>
                    <a:pt x="1212" y="838"/>
                    <a:pt x="669" y="2567"/>
                  </a:cubicBezTo>
                  <a:cubicBezTo>
                    <a:pt x="0" y="4847"/>
                    <a:pt x="1672" y="7278"/>
                    <a:pt x="4013" y="7400"/>
                  </a:cubicBezTo>
                  <a:cubicBezTo>
                    <a:pt x="4099" y="7404"/>
                    <a:pt x="4186" y="7406"/>
                    <a:pt x="4273" y="7406"/>
                  </a:cubicBezTo>
                  <a:cubicBezTo>
                    <a:pt x="5506" y="7406"/>
                    <a:pt x="6808" y="7000"/>
                    <a:pt x="7660" y="6063"/>
                  </a:cubicBezTo>
                  <a:cubicBezTo>
                    <a:pt x="8542" y="4999"/>
                    <a:pt x="8724" y="3570"/>
                    <a:pt x="8329" y="2385"/>
                  </a:cubicBezTo>
                  <a:cubicBezTo>
                    <a:pt x="8055" y="1686"/>
                    <a:pt x="7599" y="1047"/>
                    <a:pt x="6961" y="652"/>
                  </a:cubicBezTo>
                  <a:cubicBezTo>
                    <a:pt x="6241" y="220"/>
                    <a:pt x="5381" y="0"/>
                    <a:pt x="45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57"/>
            <p:cNvSpPr/>
            <p:nvPr/>
          </p:nvSpPr>
          <p:spPr>
            <a:xfrm>
              <a:off x="2176385" y="3389835"/>
              <a:ext cx="68937" cy="57495"/>
            </a:xfrm>
            <a:custGeom>
              <a:avLst/>
              <a:gdLst/>
              <a:ahLst/>
              <a:cxnLst/>
              <a:rect l="l" t="t" r="r" b="b"/>
              <a:pathLst>
                <a:path w="3892" h="3246" extrusionOk="0">
                  <a:moveTo>
                    <a:pt x="2005" y="0"/>
                  </a:moveTo>
                  <a:cubicBezTo>
                    <a:pt x="1264" y="0"/>
                    <a:pt x="546" y="372"/>
                    <a:pt x="305" y="1115"/>
                  </a:cubicBezTo>
                  <a:cubicBezTo>
                    <a:pt x="1" y="2118"/>
                    <a:pt x="730" y="3182"/>
                    <a:pt x="1794" y="3243"/>
                  </a:cubicBezTo>
                  <a:cubicBezTo>
                    <a:pt x="1835" y="3245"/>
                    <a:pt x="1876" y="3246"/>
                    <a:pt x="1917" y="3246"/>
                  </a:cubicBezTo>
                  <a:cubicBezTo>
                    <a:pt x="2461" y="3246"/>
                    <a:pt x="3036" y="3059"/>
                    <a:pt x="3375" y="2635"/>
                  </a:cubicBezTo>
                  <a:cubicBezTo>
                    <a:pt x="3800" y="2209"/>
                    <a:pt x="3891" y="1571"/>
                    <a:pt x="3709" y="1054"/>
                  </a:cubicBezTo>
                  <a:cubicBezTo>
                    <a:pt x="3588" y="750"/>
                    <a:pt x="3405" y="477"/>
                    <a:pt x="3101" y="294"/>
                  </a:cubicBezTo>
                  <a:cubicBezTo>
                    <a:pt x="2771" y="98"/>
                    <a:pt x="2385" y="0"/>
                    <a:pt x="20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57"/>
            <p:cNvSpPr/>
            <p:nvPr/>
          </p:nvSpPr>
          <p:spPr>
            <a:xfrm>
              <a:off x="2426734" y="3063305"/>
              <a:ext cx="155622" cy="131143"/>
            </a:xfrm>
            <a:custGeom>
              <a:avLst/>
              <a:gdLst/>
              <a:ahLst/>
              <a:cxnLst/>
              <a:rect l="l" t="t" r="r" b="b"/>
              <a:pathLst>
                <a:path w="8786" h="7404" extrusionOk="0">
                  <a:moveTo>
                    <a:pt x="4502" y="1"/>
                  </a:moveTo>
                  <a:cubicBezTo>
                    <a:pt x="2845" y="1"/>
                    <a:pt x="1220" y="839"/>
                    <a:pt x="700" y="2559"/>
                  </a:cubicBezTo>
                  <a:cubicBezTo>
                    <a:pt x="1" y="4839"/>
                    <a:pt x="1673" y="7270"/>
                    <a:pt x="4043" y="7392"/>
                  </a:cubicBezTo>
                  <a:cubicBezTo>
                    <a:pt x="4156" y="7400"/>
                    <a:pt x="4269" y="7404"/>
                    <a:pt x="4383" y="7404"/>
                  </a:cubicBezTo>
                  <a:cubicBezTo>
                    <a:pt x="5572" y="7404"/>
                    <a:pt x="6859" y="6969"/>
                    <a:pt x="7691" y="6054"/>
                  </a:cubicBezTo>
                  <a:cubicBezTo>
                    <a:pt x="8572" y="5051"/>
                    <a:pt x="8785" y="3592"/>
                    <a:pt x="8329" y="2377"/>
                  </a:cubicBezTo>
                  <a:cubicBezTo>
                    <a:pt x="8056" y="1708"/>
                    <a:pt x="7600" y="1039"/>
                    <a:pt x="6961" y="674"/>
                  </a:cubicBezTo>
                  <a:cubicBezTo>
                    <a:pt x="6234" y="227"/>
                    <a:pt x="5364" y="1"/>
                    <a:pt x="45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57"/>
            <p:cNvSpPr/>
            <p:nvPr/>
          </p:nvSpPr>
          <p:spPr>
            <a:xfrm>
              <a:off x="2471422" y="3099651"/>
              <a:ext cx="68388" cy="57619"/>
            </a:xfrm>
            <a:custGeom>
              <a:avLst/>
              <a:gdLst/>
              <a:ahLst/>
              <a:cxnLst/>
              <a:rect l="l" t="t" r="r" b="b"/>
              <a:pathLst>
                <a:path w="3861" h="3253" extrusionOk="0">
                  <a:moveTo>
                    <a:pt x="1989" y="0"/>
                  </a:moveTo>
                  <a:cubicBezTo>
                    <a:pt x="1251" y="0"/>
                    <a:pt x="526" y="372"/>
                    <a:pt x="305" y="1115"/>
                  </a:cubicBezTo>
                  <a:cubicBezTo>
                    <a:pt x="1" y="2118"/>
                    <a:pt x="730" y="3182"/>
                    <a:pt x="1764" y="3243"/>
                  </a:cubicBezTo>
                  <a:cubicBezTo>
                    <a:pt x="1828" y="3249"/>
                    <a:pt x="1894" y="3253"/>
                    <a:pt x="1959" y="3253"/>
                  </a:cubicBezTo>
                  <a:cubicBezTo>
                    <a:pt x="2481" y="3253"/>
                    <a:pt x="3024" y="3040"/>
                    <a:pt x="3375" y="2635"/>
                  </a:cubicBezTo>
                  <a:cubicBezTo>
                    <a:pt x="3800" y="2240"/>
                    <a:pt x="3861" y="1571"/>
                    <a:pt x="3679" y="1054"/>
                  </a:cubicBezTo>
                  <a:cubicBezTo>
                    <a:pt x="3557" y="750"/>
                    <a:pt x="3375" y="477"/>
                    <a:pt x="3071" y="294"/>
                  </a:cubicBezTo>
                  <a:cubicBezTo>
                    <a:pt x="2751" y="98"/>
                    <a:pt x="2368" y="0"/>
                    <a:pt x="19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57"/>
            <p:cNvSpPr/>
            <p:nvPr/>
          </p:nvSpPr>
          <p:spPr>
            <a:xfrm>
              <a:off x="2894592" y="3063305"/>
              <a:ext cx="155622" cy="131143"/>
            </a:xfrm>
            <a:custGeom>
              <a:avLst/>
              <a:gdLst/>
              <a:ahLst/>
              <a:cxnLst/>
              <a:rect l="l" t="t" r="r" b="b"/>
              <a:pathLst>
                <a:path w="8786" h="7404" extrusionOk="0">
                  <a:moveTo>
                    <a:pt x="4501" y="1"/>
                  </a:moveTo>
                  <a:cubicBezTo>
                    <a:pt x="2841" y="1"/>
                    <a:pt x="1209" y="839"/>
                    <a:pt x="669" y="2559"/>
                  </a:cubicBezTo>
                  <a:cubicBezTo>
                    <a:pt x="1" y="4839"/>
                    <a:pt x="1672" y="7270"/>
                    <a:pt x="4043" y="7392"/>
                  </a:cubicBezTo>
                  <a:cubicBezTo>
                    <a:pt x="4155" y="7400"/>
                    <a:pt x="4269" y="7404"/>
                    <a:pt x="4383" y="7404"/>
                  </a:cubicBezTo>
                  <a:cubicBezTo>
                    <a:pt x="5567" y="7404"/>
                    <a:pt x="6831" y="6969"/>
                    <a:pt x="7691" y="6054"/>
                  </a:cubicBezTo>
                  <a:cubicBezTo>
                    <a:pt x="8542" y="5051"/>
                    <a:pt x="8785" y="3592"/>
                    <a:pt x="8329" y="2377"/>
                  </a:cubicBezTo>
                  <a:cubicBezTo>
                    <a:pt x="8056" y="1708"/>
                    <a:pt x="7600" y="1039"/>
                    <a:pt x="6961" y="674"/>
                  </a:cubicBezTo>
                  <a:cubicBezTo>
                    <a:pt x="6234" y="227"/>
                    <a:pt x="5363" y="1"/>
                    <a:pt x="45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57"/>
            <p:cNvSpPr/>
            <p:nvPr/>
          </p:nvSpPr>
          <p:spPr>
            <a:xfrm>
              <a:off x="2939280" y="3099651"/>
              <a:ext cx="68388" cy="57619"/>
            </a:xfrm>
            <a:custGeom>
              <a:avLst/>
              <a:gdLst/>
              <a:ahLst/>
              <a:cxnLst/>
              <a:rect l="l" t="t" r="r" b="b"/>
              <a:pathLst>
                <a:path w="3861" h="3253" extrusionOk="0">
                  <a:moveTo>
                    <a:pt x="1989" y="0"/>
                  </a:moveTo>
                  <a:cubicBezTo>
                    <a:pt x="1251" y="0"/>
                    <a:pt x="525" y="372"/>
                    <a:pt x="304" y="1115"/>
                  </a:cubicBezTo>
                  <a:cubicBezTo>
                    <a:pt x="1" y="2118"/>
                    <a:pt x="700" y="3182"/>
                    <a:pt x="1763" y="3243"/>
                  </a:cubicBezTo>
                  <a:cubicBezTo>
                    <a:pt x="1828" y="3249"/>
                    <a:pt x="1893" y="3253"/>
                    <a:pt x="1959" y="3253"/>
                  </a:cubicBezTo>
                  <a:cubicBezTo>
                    <a:pt x="2481" y="3253"/>
                    <a:pt x="3023" y="3040"/>
                    <a:pt x="3374" y="2635"/>
                  </a:cubicBezTo>
                  <a:cubicBezTo>
                    <a:pt x="3800" y="2240"/>
                    <a:pt x="3861" y="1571"/>
                    <a:pt x="3678" y="1054"/>
                  </a:cubicBezTo>
                  <a:cubicBezTo>
                    <a:pt x="3557" y="750"/>
                    <a:pt x="3374" y="477"/>
                    <a:pt x="3071" y="294"/>
                  </a:cubicBezTo>
                  <a:cubicBezTo>
                    <a:pt x="2751" y="98"/>
                    <a:pt x="2368" y="0"/>
                    <a:pt x="19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57"/>
            <p:cNvSpPr/>
            <p:nvPr/>
          </p:nvSpPr>
          <p:spPr>
            <a:xfrm>
              <a:off x="3089482" y="2856830"/>
              <a:ext cx="155073" cy="130878"/>
            </a:xfrm>
            <a:custGeom>
              <a:avLst/>
              <a:gdLst/>
              <a:ahLst/>
              <a:cxnLst/>
              <a:rect l="l" t="t" r="r" b="b"/>
              <a:pathLst>
                <a:path w="8755" h="7389" extrusionOk="0">
                  <a:moveTo>
                    <a:pt x="4508" y="1"/>
                  </a:moveTo>
                  <a:cubicBezTo>
                    <a:pt x="2849" y="1"/>
                    <a:pt x="1221" y="832"/>
                    <a:pt x="700" y="2574"/>
                  </a:cubicBezTo>
                  <a:cubicBezTo>
                    <a:pt x="1" y="4854"/>
                    <a:pt x="1703" y="7286"/>
                    <a:pt x="4044" y="7377"/>
                  </a:cubicBezTo>
                  <a:cubicBezTo>
                    <a:pt x="4156" y="7385"/>
                    <a:pt x="4270" y="7389"/>
                    <a:pt x="4384" y="7389"/>
                  </a:cubicBezTo>
                  <a:cubicBezTo>
                    <a:pt x="5573" y="7389"/>
                    <a:pt x="6859" y="6957"/>
                    <a:pt x="7691" y="6070"/>
                  </a:cubicBezTo>
                  <a:cubicBezTo>
                    <a:pt x="8573" y="5006"/>
                    <a:pt x="8755" y="3547"/>
                    <a:pt x="8329" y="2362"/>
                  </a:cubicBezTo>
                  <a:cubicBezTo>
                    <a:pt x="8086" y="1693"/>
                    <a:pt x="7630" y="1055"/>
                    <a:pt x="6962" y="660"/>
                  </a:cubicBezTo>
                  <a:cubicBezTo>
                    <a:pt x="6235" y="224"/>
                    <a:pt x="5368" y="1"/>
                    <a:pt x="45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57"/>
            <p:cNvSpPr/>
            <p:nvPr/>
          </p:nvSpPr>
          <p:spPr>
            <a:xfrm>
              <a:off x="3134171" y="2892928"/>
              <a:ext cx="68937" cy="58008"/>
            </a:xfrm>
            <a:custGeom>
              <a:avLst/>
              <a:gdLst/>
              <a:ahLst/>
              <a:cxnLst/>
              <a:rect l="l" t="t" r="r" b="b"/>
              <a:pathLst>
                <a:path w="3892" h="3275" extrusionOk="0">
                  <a:moveTo>
                    <a:pt x="1996" y="1"/>
                  </a:moveTo>
                  <a:cubicBezTo>
                    <a:pt x="1255" y="1"/>
                    <a:pt x="526" y="379"/>
                    <a:pt x="305" y="1144"/>
                  </a:cubicBezTo>
                  <a:cubicBezTo>
                    <a:pt x="1" y="2117"/>
                    <a:pt x="730" y="3181"/>
                    <a:pt x="1794" y="3272"/>
                  </a:cubicBezTo>
                  <a:cubicBezTo>
                    <a:pt x="1828" y="3274"/>
                    <a:pt x="1863" y="3275"/>
                    <a:pt x="1898" y="3275"/>
                  </a:cubicBezTo>
                  <a:cubicBezTo>
                    <a:pt x="2424" y="3275"/>
                    <a:pt x="3033" y="3063"/>
                    <a:pt x="3375" y="2664"/>
                  </a:cubicBezTo>
                  <a:cubicBezTo>
                    <a:pt x="3800" y="2239"/>
                    <a:pt x="3891" y="1600"/>
                    <a:pt x="3679" y="1053"/>
                  </a:cubicBezTo>
                  <a:cubicBezTo>
                    <a:pt x="3587" y="749"/>
                    <a:pt x="3375" y="476"/>
                    <a:pt x="3071" y="293"/>
                  </a:cubicBezTo>
                  <a:cubicBezTo>
                    <a:pt x="2753" y="99"/>
                    <a:pt x="2373" y="1"/>
                    <a:pt x="19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57"/>
            <p:cNvSpPr/>
            <p:nvPr/>
          </p:nvSpPr>
          <p:spPr>
            <a:xfrm>
              <a:off x="3432981" y="2856830"/>
              <a:ext cx="155604" cy="130878"/>
            </a:xfrm>
            <a:custGeom>
              <a:avLst/>
              <a:gdLst/>
              <a:ahLst/>
              <a:cxnLst/>
              <a:rect l="l" t="t" r="r" b="b"/>
              <a:pathLst>
                <a:path w="8785" h="7389" extrusionOk="0">
                  <a:moveTo>
                    <a:pt x="4506" y="1"/>
                  </a:moveTo>
                  <a:cubicBezTo>
                    <a:pt x="2845" y="1"/>
                    <a:pt x="1210" y="832"/>
                    <a:pt x="669" y="2574"/>
                  </a:cubicBezTo>
                  <a:cubicBezTo>
                    <a:pt x="0" y="4854"/>
                    <a:pt x="1672" y="7286"/>
                    <a:pt x="4013" y="7377"/>
                  </a:cubicBezTo>
                  <a:cubicBezTo>
                    <a:pt x="4128" y="7385"/>
                    <a:pt x="4244" y="7389"/>
                    <a:pt x="4360" y="7389"/>
                  </a:cubicBezTo>
                  <a:cubicBezTo>
                    <a:pt x="5567" y="7389"/>
                    <a:pt x="6828" y="6957"/>
                    <a:pt x="7660" y="6070"/>
                  </a:cubicBezTo>
                  <a:cubicBezTo>
                    <a:pt x="8542" y="5006"/>
                    <a:pt x="8785" y="3547"/>
                    <a:pt x="8329" y="2362"/>
                  </a:cubicBezTo>
                  <a:cubicBezTo>
                    <a:pt x="8055" y="1693"/>
                    <a:pt x="7599" y="1055"/>
                    <a:pt x="6961" y="660"/>
                  </a:cubicBezTo>
                  <a:cubicBezTo>
                    <a:pt x="6235" y="224"/>
                    <a:pt x="5367" y="1"/>
                    <a:pt x="4506"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57"/>
            <p:cNvSpPr/>
            <p:nvPr/>
          </p:nvSpPr>
          <p:spPr>
            <a:xfrm>
              <a:off x="3478201" y="2892928"/>
              <a:ext cx="68388" cy="58008"/>
            </a:xfrm>
            <a:custGeom>
              <a:avLst/>
              <a:gdLst/>
              <a:ahLst/>
              <a:cxnLst/>
              <a:rect l="l" t="t" r="r" b="b"/>
              <a:pathLst>
                <a:path w="3861" h="3275" extrusionOk="0">
                  <a:moveTo>
                    <a:pt x="1996" y="1"/>
                  </a:moveTo>
                  <a:cubicBezTo>
                    <a:pt x="1255" y="1"/>
                    <a:pt x="526" y="379"/>
                    <a:pt x="305" y="1144"/>
                  </a:cubicBezTo>
                  <a:cubicBezTo>
                    <a:pt x="1" y="2117"/>
                    <a:pt x="730" y="3181"/>
                    <a:pt x="1794" y="3272"/>
                  </a:cubicBezTo>
                  <a:cubicBezTo>
                    <a:pt x="1828" y="3274"/>
                    <a:pt x="1863" y="3275"/>
                    <a:pt x="1898" y="3275"/>
                  </a:cubicBezTo>
                  <a:cubicBezTo>
                    <a:pt x="2424" y="3275"/>
                    <a:pt x="3033" y="3063"/>
                    <a:pt x="3375" y="2664"/>
                  </a:cubicBezTo>
                  <a:cubicBezTo>
                    <a:pt x="3770" y="2239"/>
                    <a:pt x="3861" y="1600"/>
                    <a:pt x="3679" y="1053"/>
                  </a:cubicBezTo>
                  <a:cubicBezTo>
                    <a:pt x="3557" y="749"/>
                    <a:pt x="3375" y="476"/>
                    <a:pt x="3071" y="293"/>
                  </a:cubicBezTo>
                  <a:cubicBezTo>
                    <a:pt x="2753" y="99"/>
                    <a:pt x="2373" y="1"/>
                    <a:pt x="19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57"/>
            <p:cNvSpPr/>
            <p:nvPr/>
          </p:nvSpPr>
          <p:spPr>
            <a:xfrm>
              <a:off x="3822762" y="2473779"/>
              <a:ext cx="154542" cy="131037"/>
            </a:xfrm>
            <a:custGeom>
              <a:avLst/>
              <a:gdLst/>
              <a:ahLst/>
              <a:cxnLst/>
              <a:rect l="l" t="t" r="r" b="b"/>
              <a:pathLst>
                <a:path w="8725" h="7398" extrusionOk="0">
                  <a:moveTo>
                    <a:pt x="4472" y="1"/>
                  </a:moveTo>
                  <a:cubicBezTo>
                    <a:pt x="2815" y="1"/>
                    <a:pt x="1190" y="839"/>
                    <a:pt x="670" y="2559"/>
                  </a:cubicBezTo>
                  <a:cubicBezTo>
                    <a:pt x="1" y="4838"/>
                    <a:pt x="1673" y="7270"/>
                    <a:pt x="4013" y="7392"/>
                  </a:cubicBezTo>
                  <a:cubicBezTo>
                    <a:pt x="4099" y="7396"/>
                    <a:pt x="4186" y="7398"/>
                    <a:pt x="4273" y="7398"/>
                  </a:cubicBezTo>
                  <a:cubicBezTo>
                    <a:pt x="5506" y="7398"/>
                    <a:pt x="6809" y="6991"/>
                    <a:pt x="7661" y="6054"/>
                  </a:cubicBezTo>
                  <a:cubicBezTo>
                    <a:pt x="8542" y="5051"/>
                    <a:pt x="8724" y="3592"/>
                    <a:pt x="8299" y="2376"/>
                  </a:cubicBezTo>
                  <a:cubicBezTo>
                    <a:pt x="8056" y="1677"/>
                    <a:pt x="7600" y="1039"/>
                    <a:pt x="6931" y="674"/>
                  </a:cubicBezTo>
                  <a:cubicBezTo>
                    <a:pt x="6203" y="227"/>
                    <a:pt x="5333" y="1"/>
                    <a:pt x="4472"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57"/>
            <p:cNvSpPr/>
            <p:nvPr/>
          </p:nvSpPr>
          <p:spPr>
            <a:xfrm>
              <a:off x="3866919" y="2510126"/>
              <a:ext cx="68919" cy="57495"/>
            </a:xfrm>
            <a:custGeom>
              <a:avLst/>
              <a:gdLst/>
              <a:ahLst/>
              <a:cxnLst/>
              <a:rect l="l" t="t" r="r" b="b"/>
              <a:pathLst>
                <a:path w="3891" h="3246" extrusionOk="0">
                  <a:moveTo>
                    <a:pt x="2004" y="0"/>
                  </a:moveTo>
                  <a:cubicBezTo>
                    <a:pt x="1264" y="0"/>
                    <a:pt x="545" y="372"/>
                    <a:pt x="304" y="1115"/>
                  </a:cubicBezTo>
                  <a:cubicBezTo>
                    <a:pt x="0" y="2118"/>
                    <a:pt x="730" y="3182"/>
                    <a:pt x="1794" y="3242"/>
                  </a:cubicBezTo>
                  <a:cubicBezTo>
                    <a:pt x="1835" y="3245"/>
                    <a:pt x="1876" y="3246"/>
                    <a:pt x="1917" y="3246"/>
                  </a:cubicBezTo>
                  <a:cubicBezTo>
                    <a:pt x="2460" y="3246"/>
                    <a:pt x="3037" y="3058"/>
                    <a:pt x="3405" y="2634"/>
                  </a:cubicBezTo>
                  <a:cubicBezTo>
                    <a:pt x="3769" y="2239"/>
                    <a:pt x="3891" y="1571"/>
                    <a:pt x="3709" y="1054"/>
                  </a:cubicBezTo>
                  <a:cubicBezTo>
                    <a:pt x="3587" y="750"/>
                    <a:pt x="3405" y="476"/>
                    <a:pt x="3101" y="294"/>
                  </a:cubicBezTo>
                  <a:cubicBezTo>
                    <a:pt x="2771" y="98"/>
                    <a:pt x="2385" y="0"/>
                    <a:pt x="20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57"/>
            <p:cNvSpPr/>
            <p:nvPr/>
          </p:nvSpPr>
          <p:spPr>
            <a:xfrm>
              <a:off x="4116719" y="2473779"/>
              <a:ext cx="155073" cy="131037"/>
            </a:xfrm>
            <a:custGeom>
              <a:avLst/>
              <a:gdLst/>
              <a:ahLst/>
              <a:cxnLst/>
              <a:rect l="l" t="t" r="r" b="b"/>
              <a:pathLst>
                <a:path w="8755" h="7398" extrusionOk="0">
                  <a:moveTo>
                    <a:pt x="4502" y="1"/>
                  </a:moveTo>
                  <a:cubicBezTo>
                    <a:pt x="2845" y="1"/>
                    <a:pt x="1220" y="839"/>
                    <a:pt x="700" y="2559"/>
                  </a:cubicBezTo>
                  <a:cubicBezTo>
                    <a:pt x="1" y="4838"/>
                    <a:pt x="1673" y="7270"/>
                    <a:pt x="4013" y="7392"/>
                  </a:cubicBezTo>
                  <a:cubicBezTo>
                    <a:pt x="4099" y="7396"/>
                    <a:pt x="4186" y="7398"/>
                    <a:pt x="4274" y="7398"/>
                  </a:cubicBezTo>
                  <a:cubicBezTo>
                    <a:pt x="5510" y="7398"/>
                    <a:pt x="6837" y="6991"/>
                    <a:pt x="7661" y="6054"/>
                  </a:cubicBezTo>
                  <a:cubicBezTo>
                    <a:pt x="8542" y="5051"/>
                    <a:pt x="8755" y="3592"/>
                    <a:pt x="8329" y="2376"/>
                  </a:cubicBezTo>
                  <a:cubicBezTo>
                    <a:pt x="8056" y="1677"/>
                    <a:pt x="7600" y="1039"/>
                    <a:pt x="6962" y="674"/>
                  </a:cubicBezTo>
                  <a:cubicBezTo>
                    <a:pt x="6234" y="227"/>
                    <a:pt x="5364" y="1"/>
                    <a:pt x="45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57"/>
            <p:cNvSpPr/>
            <p:nvPr/>
          </p:nvSpPr>
          <p:spPr>
            <a:xfrm>
              <a:off x="4161408" y="2510126"/>
              <a:ext cx="68406" cy="57495"/>
            </a:xfrm>
            <a:custGeom>
              <a:avLst/>
              <a:gdLst/>
              <a:ahLst/>
              <a:cxnLst/>
              <a:rect l="l" t="t" r="r" b="b"/>
              <a:pathLst>
                <a:path w="3862" h="3246" extrusionOk="0">
                  <a:moveTo>
                    <a:pt x="1976" y="0"/>
                  </a:moveTo>
                  <a:cubicBezTo>
                    <a:pt x="1238" y="0"/>
                    <a:pt x="526" y="372"/>
                    <a:pt x="305" y="1115"/>
                  </a:cubicBezTo>
                  <a:cubicBezTo>
                    <a:pt x="1" y="2118"/>
                    <a:pt x="700" y="3182"/>
                    <a:pt x="1764" y="3242"/>
                  </a:cubicBezTo>
                  <a:cubicBezTo>
                    <a:pt x="1805" y="3245"/>
                    <a:pt x="1846" y="3246"/>
                    <a:pt x="1887" y="3246"/>
                  </a:cubicBezTo>
                  <a:cubicBezTo>
                    <a:pt x="2430" y="3246"/>
                    <a:pt x="3008" y="3058"/>
                    <a:pt x="3375" y="2634"/>
                  </a:cubicBezTo>
                  <a:cubicBezTo>
                    <a:pt x="3739" y="2239"/>
                    <a:pt x="3861" y="1571"/>
                    <a:pt x="3679" y="1054"/>
                  </a:cubicBezTo>
                  <a:cubicBezTo>
                    <a:pt x="3557" y="750"/>
                    <a:pt x="3375" y="476"/>
                    <a:pt x="3071" y="294"/>
                  </a:cubicBezTo>
                  <a:cubicBezTo>
                    <a:pt x="2741" y="98"/>
                    <a:pt x="2355" y="0"/>
                    <a:pt x="19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5" name="Google Shape;2585;p57"/>
          <p:cNvGrpSpPr/>
          <p:nvPr/>
        </p:nvGrpSpPr>
        <p:grpSpPr>
          <a:xfrm>
            <a:off x="5384846" y="1218703"/>
            <a:ext cx="994930" cy="933202"/>
            <a:chOff x="1072475" y="1387850"/>
            <a:chExt cx="2988675" cy="2803250"/>
          </a:xfrm>
        </p:grpSpPr>
        <p:sp>
          <p:nvSpPr>
            <p:cNvPr id="2586" name="Google Shape;2586;p57"/>
            <p:cNvSpPr/>
            <p:nvPr/>
          </p:nvSpPr>
          <p:spPr>
            <a:xfrm>
              <a:off x="1072475" y="1387850"/>
              <a:ext cx="2988675" cy="2803250"/>
            </a:xfrm>
            <a:custGeom>
              <a:avLst/>
              <a:gdLst/>
              <a:ahLst/>
              <a:cxnLst/>
              <a:rect l="l" t="t" r="r" b="b"/>
              <a:pathLst>
                <a:path w="119547" h="112130" extrusionOk="0">
                  <a:moveTo>
                    <a:pt x="0" y="0"/>
                  </a:moveTo>
                  <a:lnTo>
                    <a:pt x="0" y="112130"/>
                  </a:lnTo>
                  <a:lnTo>
                    <a:pt x="119547" y="112130"/>
                  </a:lnTo>
                  <a:lnTo>
                    <a:pt x="119547" y="0"/>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57"/>
            <p:cNvSpPr/>
            <p:nvPr/>
          </p:nvSpPr>
          <p:spPr>
            <a:xfrm>
              <a:off x="1072475" y="1387850"/>
              <a:ext cx="2988675" cy="254575"/>
            </a:xfrm>
            <a:custGeom>
              <a:avLst/>
              <a:gdLst/>
              <a:ahLst/>
              <a:cxnLst/>
              <a:rect l="l" t="t" r="r" b="b"/>
              <a:pathLst>
                <a:path w="119547" h="10183" extrusionOk="0">
                  <a:moveTo>
                    <a:pt x="0" y="0"/>
                  </a:moveTo>
                  <a:lnTo>
                    <a:pt x="0" y="10183"/>
                  </a:lnTo>
                  <a:lnTo>
                    <a:pt x="119547" y="10183"/>
                  </a:lnTo>
                  <a:lnTo>
                    <a:pt x="1195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57"/>
            <p:cNvSpPr/>
            <p:nvPr/>
          </p:nvSpPr>
          <p:spPr>
            <a:xfrm>
              <a:off x="3867350" y="1450925"/>
              <a:ext cx="129225" cy="129200"/>
            </a:xfrm>
            <a:custGeom>
              <a:avLst/>
              <a:gdLst/>
              <a:ahLst/>
              <a:cxnLst/>
              <a:rect l="l" t="t" r="r" b="b"/>
              <a:pathLst>
                <a:path w="5169" h="5168" fill="none" extrusionOk="0">
                  <a:moveTo>
                    <a:pt x="1" y="0"/>
                  </a:moveTo>
                  <a:lnTo>
                    <a:pt x="5168" y="5168"/>
                  </a:lnTo>
                </a:path>
              </a:pathLst>
            </a:custGeom>
            <a:noFill/>
            <a:ln w="22025" cap="rnd" cmpd="sng">
              <a:solidFill>
                <a:srgbClr val="F2F2F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57"/>
            <p:cNvSpPr/>
            <p:nvPr/>
          </p:nvSpPr>
          <p:spPr>
            <a:xfrm>
              <a:off x="3867350" y="1450925"/>
              <a:ext cx="129225" cy="129200"/>
            </a:xfrm>
            <a:custGeom>
              <a:avLst/>
              <a:gdLst/>
              <a:ahLst/>
              <a:cxnLst/>
              <a:rect l="l" t="t" r="r" b="b"/>
              <a:pathLst>
                <a:path w="5169" h="5168" fill="none" extrusionOk="0">
                  <a:moveTo>
                    <a:pt x="5168" y="0"/>
                  </a:moveTo>
                  <a:lnTo>
                    <a:pt x="1" y="5168"/>
                  </a:lnTo>
                </a:path>
              </a:pathLst>
            </a:custGeom>
            <a:noFill/>
            <a:ln w="22025" cap="rnd" cmpd="sng">
              <a:solidFill>
                <a:srgbClr val="F2F2F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57"/>
            <p:cNvSpPr/>
            <p:nvPr/>
          </p:nvSpPr>
          <p:spPr>
            <a:xfrm>
              <a:off x="2319450" y="2137850"/>
              <a:ext cx="879225" cy="111750"/>
            </a:xfrm>
            <a:custGeom>
              <a:avLst/>
              <a:gdLst/>
              <a:ahLst/>
              <a:cxnLst/>
              <a:rect l="l" t="t" r="r" b="b"/>
              <a:pathLst>
                <a:path w="35169" h="4470" extrusionOk="0">
                  <a:moveTo>
                    <a:pt x="1" y="1"/>
                  </a:moveTo>
                  <a:lnTo>
                    <a:pt x="1" y="4469"/>
                  </a:lnTo>
                  <a:lnTo>
                    <a:pt x="35169" y="4469"/>
                  </a:lnTo>
                  <a:lnTo>
                    <a:pt x="3516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57"/>
            <p:cNvSpPr/>
            <p:nvPr/>
          </p:nvSpPr>
          <p:spPr>
            <a:xfrm>
              <a:off x="2319450" y="1936500"/>
              <a:ext cx="1357200" cy="111725"/>
            </a:xfrm>
            <a:custGeom>
              <a:avLst/>
              <a:gdLst/>
              <a:ahLst/>
              <a:cxnLst/>
              <a:rect l="l" t="t" r="r" b="b"/>
              <a:pathLst>
                <a:path w="54288" h="4469" extrusionOk="0">
                  <a:moveTo>
                    <a:pt x="1" y="0"/>
                  </a:moveTo>
                  <a:lnTo>
                    <a:pt x="1" y="4468"/>
                  </a:lnTo>
                  <a:lnTo>
                    <a:pt x="54288" y="4468"/>
                  </a:lnTo>
                  <a:lnTo>
                    <a:pt x="542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57"/>
            <p:cNvSpPr/>
            <p:nvPr/>
          </p:nvSpPr>
          <p:spPr>
            <a:xfrm>
              <a:off x="2609725" y="2342275"/>
              <a:ext cx="1066925" cy="111725"/>
            </a:xfrm>
            <a:custGeom>
              <a:avLst/>
              <a:gdLst/>
              <a:ahLst/>
              <a:cxnLst/>
              <a:rect l="l" t="t" r="r" b="b"/>
              <a:pathLst>
                <a:path w="42677" h="4469" extrusionOk="0">
                  <a:moveTo>
                    <a:pt x="1" y="0"/>
                  </a:moveTo>
                  <a:lnTo>
                    <a:pt x="1" y="4468"/>
                  </a:lnTo>
                  <a:lnTo>
                    <a:pt x="42677" y="4468"/>
                  </a:lnTo>
                  <a:lnTo>
                    <a:pt x="426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57"/>
            <p:cNvSpPr/>
            <p:nvPr/>
          </p:nvSpPr>
          <p:spPr>
            <a:xfrm>
              <a:off x="2609725" y="2558850"/>
              <a:ext cx="1066925" cy="111725"/>
            </a:xfrm>
            <a:custGeom>
              <a:avLst/>
              <a:gdLst/>
              <a:ahLst/>
              <a:cxnLst/>
              <a:rect l="l" t="t" r="r" b="b"/>
              <a:pathLst>
                <a:path w="42677" h="4469" extrusionOk="0">
                  <a:moveTo>
                    <a:pt x="1" y="0"/>
                  </a:moveTo>
                  <a:lnTo>
                    <a:pt x="1" y="4468"/>
                  </a:lnTo>
                  <a:lnTo>
                    <a:pt x="42677" y="4468"/>
                  </a:lnTo>
                  <a:lnTo>
                    <a:pt x="426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57"/>
            <p:cNvSpPr/>
            <p:nvPr/>
          </p:nvSpPr>
          <p:spPr>
            <a:xfrm>
              <a:off x="1874925" y="2773875"/>
              <a:ext cx="1801725" cy="112500"/>
            </a:xfrm>
            <a:custGeom>
              <a:avLst/>
              <a:gdLst/>
              <a:ahLst/>
              <a:cxnLst/>
              <a:rect l="l" t="t" r="r" b="b"/>
              <a:pathLst>
                <a:path w="72069" h="4500" extrusionOk="0">
                  <a:moveTo>
                    <a:pt x="0" y="1"/>
                  </a:moveTo>
                  <a:lnTo>
                    <a:pt x="0" y="4500"/>
                  </a:lnTo>
                  <a:lnTo>
                    <a:pt x="72069" y="4500"/>
                  </a:lnTo>
                  <a:lnTo>
                    <a:pt x="7206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57"/>
            <p:cNvSpPr/>
            <p:nvPr/>
          </p:nvSpPr>
          <p:spPr>
            <a:xfrm>
              <a:off x="2388600" y="2332400"/>
              <a:ext cx="142900" cy="131475"/>
            </a:xfrm>
            <a:custGeom>
              <a:avLst/>
              <a:gdLst/>
              <a:ahLst/>
              <a:cxnLst/>
              <a:rect l="l" t="t" r="r" b="b"/>
              <a:pathLst>
                <a:path w="5716" h="5259" extrusionOk="0">
                  <a:moveTo>
                    <a:pt x="4955" y="760"/>
                  </a:moveTo>
                  <a:lnTo>
                    <a:pt x="4955" y="4529"/>
                  </a:lnTo>
                  <a:lnTo>
                    <a:pt x="730" y="4529"/>
                  </a:lnTo>
                  <a:lnTo>
                    <a:pt x="730" y="760"/>
                  </a:lnTo>
                  <a:close/>
                  <a:moveTo>
                    <a:pt x="1" y="0"/>
                  </a:moveTo>
                  <a:lnTo>
                    <a:pt x="1" y="5259"/>
                  </a:lnTo>
                  <a:lnTo>
                    <a:pt x="5715" y="5259"/>
                  </a:lnTo>
                  <a:lnTo>
                    <a:pt x="5715" y="0"/>
                  </a:lnTo>
                  <a:close/>
                </a:path>
              </a:pathLst>
            </a:custGeom>
            <a:solidFill>
              <a:srgbClr val="AEC2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57"/>
            <p:cNvSpPr/>
            <p:nvPr/>
          </p:nvSpPr>
          <p:spPr>
            <a:xfrm>
              <a:off x="2415975" y="2336950"/>
              <a:ext cx="127675" cy="85125"/>
            </a:xfrm>
            <a:custGeom>
              <a:avLst/>
              <a:gdLst/>
              <a:ahLst/>
              <a:cxnLst/>
              <a:rect l="l" t="t" r="r" b="b"/>
              <a:pathLst>
                <a:path w="5107" h="3405" fill="none" extrusionOk="0">
                  <a:moveTo>
                    <a:pt x="5107" y="1"/>
                  </a:moveTo>
                  <a:lnTo>
                    <a:pt x="1763" y="3405"/>
                  </a:lnTo>
                  <a:lnTo>
                    <a:pt x="0" y="1642"/>
                  </a:lnTo>
                </a:path>
              </a:pathLst>
            </a:custGeom>
            <a:noFill/>
            <a:ln w="281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57"/>
            <p:cNvSpPr/>
            <p:nvPr/>
          </p:nvSpPr>
          <p:spPr>
            <a:xfrm>
              <a:off x="2388600" y="2548950"/>
              <a:ext cx="142900" cy="131500"/>
            </a:xfrm>
            <a:custGeom>
              <a:avLst/>
              <a:gdLst/>
              <a:ahLst/>
              <a:cxnLst/>
              <a:rect l="l" t="t" r="r" b="b"/>
              <a:pathLst>
                <a:path w="5716" h="5260" extrusionOk="0">
                  <a:moveTo>
                    <a:pt x="4955" y="730"/>
                  </a:moveTo>
                  <a:lnTo>
                    <a:pt x="4955" y="4499"/>
                  </a:lnTo>
                  <a:lnTo>
                    <a:pt x="730" y="4499"/>
                  </a:lnTo>
                  <a:lnTo>
                    <a:pt x="730" y="730"/>
                  </a:lnTo>
                  <a:close/>
                  <a:moveTo>
                    <a:pt x="1" y="1"/>
                  </a:moveTo>
                  <a:lnTo>
                    <a:pt x="1" y="5259"/>
                  </a:lnTo>
                  <a:lnTo>
                    <a:pt x="5715" y="5259"/>
                  </a:lnTo>
                  <a:lnTo>
                    <a:pt x="5715" y="1"/>
                  </a:lnTo>
                  <a:close/>
                </a:path>
              </a:pathLst>
            </a:custGeom>
            <a:solidFill>
              <a:srgbClr val="AEC2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57"/>
            <p:cNvSpPr/>
            <p:nvPr/>
          </p:nvSpPr>
          <p:spPr>
            <a:xfrm>
              <a:off x="2415975" y="2553525"/>
              <a:ext cx="127675" cy="83600"/>
            </a:xfrm>
            <a:custGeom>
              <a:avLst/>
              <a:gdLst/>
              <a:ahLst/>
              <a:cxnLst/>
              <a:rect l="l" t="t" r="r" b="b"/>
              <a:pathLst>
                <a:path w="5107" h="3344" fill="none" extrusionOk="0">
                  <a:moveTo>
                    <a:pt x="5107" y="0"/>
                  </a:moveTo>
                  <a:lnTo>
                    <a:pt x="1763" y="3344"/>
                  </a:lnTo>
                  <a:lnTo>
                    <a:pt x="0" y="1611"/>
                  </a:lnTo>
                </a:path>
              </a:pathLst>
            </a:custGeom>
            <a:noFill/>
            <a:ln w="281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57"/>
            <p:cNvSpPr/>
            <p:nvPr/>
          </p:nvSpPr>
          <p:spPr>
            <a:xfrm>
              <a:off x="1302725" y="1875700"/>
              <a:ext cx="832875" cy="782700"/>
            </a:xfrm>
            <a:custGeom>
              <a:avLst/>
              <a:gdLst/>
              <a:ahLst/>
              <a:cxnLst/>
              <a:rect l="l" t="t" r="r" b="b"/>
              <a:pathLst>
                <a:path w="33315" h="31308" extrusionOk="0">
                  <a:moveTo>
                    <a:pt x="0" y="0"/>
                  </a:moveTo>
                  <a:lnTo>
                    <a:pt x="0" y="31308"/>
                  </a:lnTo>
                  <a:lnTo>
                    <a:pt x="33314" y="31308"/>
                  </a:lnTo>
                  <a:lnTo>
                    <a:pt x="333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57"/>
            <p:cNvSpPr/>
            <p:nvPr/>
          </p:nvSpPr>
          <p:spPr>
            <a:xfrm>
              <a:off x="1403800" y="2262475"/>
              <a:ext cx="631475" cy="396700"/>
            </a:xfrm>
            <a:custGeom>
              <a:avLst/>
              <a:gdLst/>
              <a:ahLst/>
              <a:cxnLst/>
              <a:rect l="l" t="t" r="r" b="b"/>
              <a:pathLst>
                <a:path w="25259" h="15868" extrusionOk="0">
                  <a:moveTo>
                    <a:pt x="19028" y="1"/>
                  </a:moveTo>
                  <a:cubicBezTo>
                    <a:pt x="17447" y="1733"/>
                    <a:pt x="15167" y="2797"/>
                    <a:pt x="12645" y="2797"/>
                  </a:cubicBezTo>
                  <a:cubicBezTo>
                    <a:pt x="10213" y="2797"/>
                    <a:pt x="7994" y="1794"/>
                    <a:pt x="6444" y="214"/>
                  </a:cubicBezTo>
                  <a:cubicBezTo>
                    <a:pt x="2644" y="1703"/>
                    <a:pt x="0" y="5350"/>
                    <a:pt x="0" y="9636"/>
                  </a:cubicBezTo>
                  <a:lnTo>
                    <a:pt x="0" y="15867"/>
                  </a:lnTo>
                  <a:lnTo>
                    <a:pt x="25259" y="15867"/>
                  </a:lnTo>
                  <a:lnTo>
                    <a:pt x="25259" y="8694"/>
                  </a:lnTo>
                  <a:cubicBezTo>
                    <a:pt x="25259" y="4651"/>
                    <a:pt x="22645" y="1217"/>
                    <a:pt x="190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57"/>
            <p:cNvSpPr/>
            <p:nvPr/>
          </p:nvSpPr>
          <p:spPr>
            <a:xfrm>
              <a:off x="1517775" y="1931550"/>
              <a:ext cx="402775" cy="367050"/>
            </a:xfrm>
            <a:custGeom>
              <a:avLst/>
              <a:gdLst/>
              <a:ahLst/>
              <a:cxnLst/>
              <a:rect l="l" t="t" r="r" b="b"/>
              <a:pathLst>
                <a:path w="16111" h="14682" extrusionOk="0">
                  <a:moveTo>
                    <a:pt x="8070" y="0"/>
                  </a:moveTo>
                  <a:cubicBezTo>
                    <a:pt x="6193" y="0"/>
                    <a:pt x="4317" y="715"/>
                    <a:pt x="2888" y="2143"/>
                  </a:cubicBezTo>
                  <a:cubicBezTo>
                    <a:pt x="0" y="5031"/>
                    <a:pt x="0" y="9651"/>
                    <a:pt x="2888" y="12539"/>
                  </a:cubicBezTo>
                  <a:cubicBezTo>
                    <a:pt x="4317" y="13967"/>
                    <a:pt x="6193" y="14682"/>
                    <a:pt x="8070" y="14682"/>
                  </a:cubicBezTo>
                  <a:cubicBezTo>
                    <a:pt x="9947" y="14682"/>
                    <a:pt x="11824" y="13967"/>
                    <a:pt x="13253" y="12539"/>
                  </a:cubicBezTo>
                  <a:cubicBezTo>
                    <a:pt x="16110" y="9651"/>
                    <a:pt x="16110" y="5031"/>
                    <a:pt x="13253" y="2143"/>
                  </a:cubicBezTo>
                  <a:cubicBezTo>
                    <a:pt x="11824" y="715"/>
                    <a:pt x="9947" y="0"/>
                    <a:pt x="80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57"/>
            <p:cNvSpPr/>
            <p:nvPr/>
          </p:nvSpPr>
          <p:spPr>
            <a:xfrm>
              <a:off x="2349850" y="3279225"/>
              <a:ext cx="338950" cy="457475"/>
            </a:xfrm>
            <a:custGeom>
              <a:avLst/>
              <a:gdLst/>
              <a:ahLst/>
              <a:cxnLst/>
              <a:rect l="l" t="t" r="r" b="b"/>
              <a:pathLst>
                <a:path w="13558" h="18299" extrusionOk="0">
                  <a:moveTo>
                    <a:pt x="6840" y="0"/>
                  </a:moveTo>
                  <a:lnTo>
                    <a:pt x="1" y="6839"/>
                  </a:lnTo>
                  <a:cubicBezTo>
                    <a:pt x="2432" y="9575"/>
                    <a:pt x="3861" y="13192"/>
                    <a:pt x="3861" y="17143"/>
                  </a:cubicBezTo>
                  <a:cubicBezTo>
                    <a:pt x="3861" y="17538"/>
                    <a:pt x="3861" y="17903"/>
                    <a:pt x="3831" y="18298"/>
                  </a:cubicBezTo>
                  <a:lnTo>
                    <a:pt x="13527" y="18298"/>
                  </a:lnTo>
                  <a:cubicBezTo>
                    <a:pt x="13557" y="17903"/>
                    <a:pt x="13557" y="17538"/>
                    <a:pt x="13557" y="17143"/>
                  </a:cubicBezTo>
                  <a:cubicBezTo>
                    <a:pt x="13557" y="10517"/>
                    <a:pt x="11004" y="4499"/>
                    <a:pt x="68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57"/>
            <p:cNvSpPr/>
            <p:nvPr/>
          </p:nvSpPr>
          <p:spPr>
            <a:xfrm>
              <a:off x="1422775" y="3270100"/>
              <a:ext cx="346550" cy="466600"/>
            </a:xfrm>
            <a:custGeom>
              <a:avLst/>
              <a:gdLst/>
              <a:ahLst/>
              <a:cxnLst/>
              <a:rect l="l" t="t" r="r" b="b"/>
              <a:pathLst>
                <a:path w="13862" h="18664" extrusionOk="0">
                  <a:moveTo>
                    <a:pt x="7022" y="0"/>
                  </a:moveTo>
                  <a:cubicBezTo>
                    <a:pt x="2645" y="4560"/>
                    <a:pt x="1" y="10700"/>
                    <a:pt x="1" y="17508"/>
                  </a:cubicBezTo>
                  <a:cubicBezTo>
                    <a:pt x="1" y="17903"/>
                    <a:pt x="1" y="18268"/>
                    <a:pt x="31" y="18663"/>
                  </a:cubicBezTo>
                  <a:lnTo>
                    <a:pt x="9728" y="18663"/>
                  </a:lnTo>
                  <a:cubicBezTo>
                    <a:pt x="9667" y="18268"/>
                    <a:pt x="9667" y="17903"/>
                    <a:pt x="9667" y="17508"/>
                  </a:cubicBezTo>
                  <a:cubicBezTo>
                    <a:pt x="9667" y="13405"/>
                    <a:pt x="11247" y="9636"/>
                    <a:pt x="13861" y="6839"/>
                  </a:cubicBezTo>
                  <a:lnTo>
                    <a:pt x="70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57"/>
            <p:cNvSpPr/>
            <p:nvPr/>
          </p:nvSpPr>
          <p:spPr>
            <a:xfrm>
              <a:off x="1598325" y="3074050"/>
              <a:ext cx="465825" cy="367050"/>
            </a:xfrm>
            <a:custGeom>
              <a:avLst/>
              <a:gdLst/>
              <a:ahLst/>
              <a:cxnLst/>
              <a:rect l="l" t="t" r="r" b="b"/>
              <a:pathLst>
                <a:path w="18633" h="14682" extrusionOk="0">
                  <a:moveTo>
                    <a:pt x="18299" y="0"/>
                  </a:moveTo>
                  <a:cubicBezTo>
                    <a:pt x="11095" y="0"/>
                    <a:pt x="4590" y="3009"/>
                    <a:pt x="0" y="7842"/>
                  </a:cubicBezTo>
                  <a:lnTo>
                    <a:pt x="6839" y="14681"/>
                  </a:lnTo>
                  <a:cubicBezTo>
                    <a:pt x="9697" y="11611"/>
                    <a:pt x="13739" y="9696"/>
                    <a:pt x="18268" y="9696"/>
                  </a:cubicBezTo>
                  <a:lnTo>
                    <a:pt x="18633" y="9696"/>
                  </a:lnTo>
                  <a:lnTo>
                    <a:pt x="186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57"/>
            <p:cNvSpPr/>
            <p:nvPr/>
          </p:nvSpPr>
          <p:spPr>
            <a:xfrm>
              <a:off x="2064900" y="3073275"/>
              <a:ext cx="456725" cy="376175"/>
            </a:xfrm>
            <a:custGeom>
              <a:avLst/>
              <a:gdLst/>
              <a:ahLst/>
              <a:cxnLst/>
              <a:rect l="l" t="t" r="r" b="b"/>
              <a:pathLst>
                <a:path w="18269" h="15047" extrusionOk="0">
                  <a:moveTo>
                    <a:pt x="0" y="1"/>
                  </a:moveTo>
                  <a:lnTo>
                    <a:pt x="0" y="9697"/>
                  </a:lnTo>
                  <a:cubicBezTo>
                    <a:pt x="4560" y="9819"/>
                    <a:pt x="8633" y="11855"/>
                    <a:pt x="11429" y="15047"/>
                  </a:cubicBezTo>
                  <a:lnTo>
                    <a:pt x="18268" y="8208"/>
                  </a:lnTo>
                  <a:cubicBezTo>
                    <a:pt x="13709" y="3284"/>
                    <a:pt x="7204" y="153"/>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57"/>
            <p:cNvSpPr/>
            <p:nvPr/>
          </p:nvSpPr>
          <p:spPr>
            <a:xfrm>
              <a:off x="1995750" y="3624975"/>
              <a:ext cx="125400" cy="125400"/>
            </a:xfrm>
            <a:custGeom>
              <a:avLst/>
              <a:gdLst/>
              <a:ahLst/>
              <a:cxnLst/>
              <a:rect l="l" t="t" r="r" b="b"/>
              <a:pathLst>
                <a:path w="5016" h="5016" extrusionOk="0">
                  <a:moveTo>
                    <a:pt x="2493" y="0"/>
                  </a:moveTo>
                  <a:cubicBezTo>
                    <a:pt x="1095" y="0"/>
                    <a:pt x="0" y="1125"/>
                    <a:pt x="0" y="2523"/>
                  </a:cubicBezTo>
                  <a:cubicBezTo>
                    <a:pt x="0" y="3891"/>
                    <a:pt x="1095" y="5015"/>
                    <a:pt x="2493" y="5015"/>
                  </a:cubicBezTo>
                  <a:cubicBezTo>
                    <a:pt x="3891" y="5015"/>
                    <a:pt x="5016" y="3891"/>
                    <a:pt x="5016" y="2523"/>
                  </a:cubicBezTo>
                  <a:cubicBezTo>
                    <a:pt x="5016" y="1125"/>
                    <a:pt x="3891" y="0"/>
                    <a:pt x="2493" y="0"/>
                  </a:cubicBezTo>
                  <a:close/>
                </a:path>
              </a:pathLst>
            </a:custGeom>
            <a:solidFill>
              <a:srgbClr val="1D0D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57"/>
            <p:cNvSpPr/>
            <p:nvPr/>
          </p:nvSpPr>
          <p:spPr>
            <a:xfrm>
              <a:off x="1365800" y="3707800"/>
              <a:ext cx="1383775" cy="42575"/>
            </a:xfrm>
            <a:custGeom>
              <a:avLst/>
              <a:gdLst/>
              <a:ahLst/>
              <a:cxnLst/>
              <a:rect l="l" t="t" r="r" b="b"/>
              <a:pathLst>
                <a:path w="55351" h="1703" extrusionOk="0">
                  <a:moveTo>
                    <a:pt x="0" y="0"/>
                  </a:moveTo>
                  <a:lnTo>
                    <a:pt x="0" y="1702"/>
                  </a:lnTo>
                  <a:lnTo>
                    <a:pt x="55351" y="1702"/>
                  </a:lnTo>
                  <a:lnTo>
                    <a:pt x="55351" y="0"/>
                  </a:lnTo>
                  <a:close/>
                </a:path>
              </a:pathLst>
            </a:custGeom>
            <a:solidFill>
              <a:srgbClr val="6A88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57"/>
            <p:cNvSpPr/>
            <p:nvPr/>
          </p:nvSpPr>
          <p:spPr>
            <a:xfrm>
              <a:off x="2058050" y="3402325"/>
              <a:ext cx="553225" cy="305500"/>
            </a:xfrm>
            <a:custGeom>
              <a:avLst/>
              <a:gdLst/>
              <a:ahLst/>
              <a:cxnLst/>
              <a:rect l="l" t="t" r="r" b="b"/>
              <a:pathLst>
                <a:path w="22129" h="12220" extrusionOk="0">
                  <a:moveTo>
                    <a:pt x="22129" y="0"/>
                  </a:moveTo>
                  <a:lnTo>
                    <a:pt x="1" y="10426"/>
                  </a:lnTo>
                  <a:lnTo>
                    <a:pt x="244" y="12219"/>
                  </a:lnTo>
                  <a:lnTo>
                    <a:pt x="22129" y="0"/>
                  </a:lnTo>
                  <a:close/>
                </a:path>
              </a:pathLst>
            </a:custGeom>
            <a:solidFill>
              <a:srgbClr val="1D0D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57"/>
            <p:cNvSpPr/>
            <p:nvPr/>
          </p:nvSpPr>
          <p:spPr>
            <a:xfrm>
              <a:off x="1302725" y="3939550"/>
              <a:ext cx="2373925" cy="112500"/>
            </a:xfrm>
            <a:custGeom>
              <a:avLst/>
              <a:gdLst/>
              <a:ahLst/>
              <a:cxnLst/>
              <a:rect l="l" t="t" r="r" b="b"/>
              <a:pathLst>
                <a:path w="94957" h="4500" extrusionOk="0">
                  <a:moveTo>
                    <a:pt x="0" y="1"/>
                  </a:moveTo>
                  <a:lnTo>
                    <a:pt x="0" y="4499"/>
                  </a:lnTo>
                  <a:lnTo>
                    <a:pt x="94957" y="4499"/>
                  </a:lnTo>
                  <a:lnTo>
                    <a:pt x="949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57"/>
            <p:cNvSpPr/>
            <p:nvPr/>
          </p:nvSpPr>
          <p:spPr>
            <a:xfrm>
              <a:off x="2997275" y="3090750"/>
              <a:ext cx="662650" cy="661900"/>
            </a:xfrm>
            <a:custGeom>
              <a:avLst/>
              <a:gdLst/>
              <a:ahLst/>
              <a:cxnLst/>
              <a:rect l="l" t="t" r="r" b="b"/>
              <a:pathLst>
                <a:path w="26506" h="26476" extrusionOk="0">
                  <a:moveTo>
                    <a:pt x="24713" y="1764"/>
                  </a:moveTo>
                  <a:lnTo>
                    <a:pt x="24713" y="24682"/>
                  </a:lnTo>
                  <a:lnTo>
                    <a:pt x="1794" y="24682"/>
                  </a:lnTo>
                  <a:lnTo>
                    <a:pt x="1794" y="1764"/>
                  </a:lnTo>
                  <a:close/>
                  <a:moveTo>
                    <a:pt x="1" y="1"/>
                  </a:moveTo>
                  <a:lnTo>
                    <a:pt x="1" y="26475"/>
                  </a:lnTo>
                  <a:lnTo>
                    <a:pt x="26506" y="26475"/>
                  </a:lnTo>
                  <a:lnTo>
                    <a:pt x="265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57"/>
            <p:cNvSpPr/>
            <p:nvPr/>
          </p:nvSpPr>
          <p:spPr>
            <a:xfrm>
              <a:off x="3077075" y="3167500"/>
              <a:ext cx="503825" cy="503075"/>
            </a:xfrm>
            <a:custGeom>
              <a:avLst/>
              <a:gdLst/>
              <a:ahLst/>
              <a:cxnLst/>
              <a:rect l="l" t="t" r="r" b="b"/>
              <a:pathLst>
                <a:path w="20153" h="20123" extrusionOk="0">
                  <a:moveTo>
                    <a:pt x="10061" y="1"/>
                  </a:moveTo>
                  <a:cubicBezTo>
                    <a:pt x="4529" y="1"/>
                    <a:pt x="0" y="4499"/>
                    <a:pt x="0" y="10062"/>
                  </a:cubicBezTo>
                  <a:cubicBezTo>
                    <a:pt x="0" y="15624"/>
                    <a:pt x="4529" y="20123"/>
                    <a:pt x="10061" y="20123"/>
                  </a:cubicBezTo>
                  <a:cubicBezTo>
                    <a:pt x="15624" y="20123"/>
                    <a:pt x="20153" y="15624"/>
                    <a:pt x="20153" y="10062"/>
                  </a:cubicBezTo>
                  <a:cubicBezTo>
                    <a:pt x="20153" y="4499"/>
                    <a:pt x="15624" y="1"/>
                    <a:pt x="10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57"/>
            <p:cNvSpPr/>
            <p:nvPr/>
          </p:nvSpPr>
          <p:spPr>
            <a:xfrm>
              <a:off x="3117350" y="3207025"/>
              <a:ext cx="423275" cy="424050"/>
            </a:xfrm>
            <a:custGeom>
              <a:avLst/>
              <a:gdLst/>
              <a:ahLst/>
              <a:cxnLst/>
              <a:rect l="l" t="t" r="r" b="b"/>
              <a:pathLst>
                <a:path w="16931" h="16962" extrusionOk="0">
                  <a:moveTo>
                    <a:pt x="8450" y="0"/>
                  </a:moveTo>
                  <a:cubicBezTo>
                    <a:pt x="3800" y="0"/>
                    <a:pt x="0" y="3800"/>
                    <a:pt x="0" y="8481"/>
                  </a:cubicBezTo>
                  <a:cubicBezTo>
                    <a:pt x="0" y="13162"/>
                    <a:pt x="3800" y="16961"/>
                    <a:pt x="8450" y="16961"/>
                  </a:cubicBezTo>
                  <a:cubicBezTo>
                    <a:pt x="13131" y="16961"/>
                    <a:pt x="16931" y="13162"/>
                    <a:pt x="16931" y="8481"/>
                  </a:cubicBezTo>
                  <a:cubicBezTo>
                    <a:pt x="16931" y="3800"/>
                    <a:pt x="13131" y="0"/>
                    <a:pt x="84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57"/>
            <p:cNvSpPr/>
            <p:nvPr/>
          </p:nvSpPr>
          <p:spPr>
            <a:xfrm>
              <a:off x="3202450" y="3292900"/>
              <a:ext cx="276625" cy="216575"/>
            </a:xfrm>
            <a:custGeom>
              <a:avLst/>
              <a:gdLst/>
              <a:ahLst/>
              <a:cxnLst/>
              <a:rect l="l" t="t" r="r" b="b"/>
              <a:pathLst>
                <a:path w="11065" h="8663" extrusionOk="0">
                  <a:moveTo>
                    <a:pt x="11065" y="0"/>
                  </a:moveTo>
                  <a:lnTo>
                    <a:pt x="4499" y="5076"/>
                  </a:lnTo>
                  <a:lnTo>
                    <a:pt x="1" y="2888"/>
                  </a:lnTo>
                  <a:lnTo>
                    <a:pt x="4378" y="8663"/>
                  </a:lnTo>
                  <a:lnTo>
                    <a:pt x="110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4" name="Google Shape;2614;p57"/>
          <p:cNvGrpSpPr/>
          <p:nvPr/>
        </p:nvGrpSpPr>
        <p:grpSpPr>
          <a:xfrm>
            <a:off x="7105200" y="538500"/>
            <a:ext cx="961550" cy="803100"/>
            <a:chOff x="1428800" y="3101325"/>
            <a:chExt cx="961550" cy="803100"/>
          </a:xfrm>
        </p:grpSpPr>
        <p:sp>
          <p:nvSpPr>
            <p:cNvPr id="2615" name="Google Shape;2615;p57"/>
            <p:cNvSpPr/>
            <p:nvPr/>
          </p:nvSpPr>
          <p:spPr>
            <a:xfrm>
              <a:off x="1428800" y="3204725"/>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57"/>
            <p:cNvSpPr/>
            <p:nvPr/>
          </p:nvSpPr>
          <p:spPr>
            <a:xfrm>
              <a:off x="1953350" y="3101325"/>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57"/>
            <p:cNvSpPr/>
            <p:nvPr/>
          </p:nvSpPr>
          <p:spPr>
            <a:xfrm>
              <a:off x="1952525" y="3466575"/>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21"/>
        <p:cNvGrpSpPr/>
        <p:nvPr/>
      </p:nvGrpSpPr>
      <p:grpSpPr>
        <a:xfrm>
          <a:off x="0" y="0"/>
          <a:ext cx="0" cy="0"/>
          <a:chOff x="0" y="0"/>
          <a:chExt cx="0" cy="0"/>
        </a:xfrm>
      </p:grpSpPr>
      <p:sp>
        <p:nvSpPr>
          <p:cNvPr id="2622" name="Google Shape;2622;p58"/>
          <p:cNvSpPr/>
          <p:nvPr/>
        </p:nvSpPr>
        <p:spPr>
          <a:xfrm>
            <a:off x="4032326" y="1406202"/>
            <a:ext cx="1070700" cy="1070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58"/>
          <p:cNvSpPr/>
          <p:nvPr/>
        </p:nvSpPr>
        <p:spPr>
          <a:xfrm>
            <a:off x="6451364" y="1406202"/>
            <a:ext cx="1070700" cy="1070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58"/>
          <p:cNvSpPr/>
          <p:nvPr/>
        </p:nvSpPr>
        <p:spPr>
          <a:xfrm>
            <a:off x="1621568" y="1406202"/>
            <a:ext cx="1070700" cy="1070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58"/>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KEY AREAS THAT REQUIRE IMPROVEMENT</a:t>
            </a:r>
            <a:endParaRPr>
              <a:solidFill>
                <a:schemeClr val="accent3"/>
              </a:solidFill>
            </a:endParaRPr>
          </a:p>
        </p:txBody>
      </p:sp>
      <p:sp>
        <p:nvSpPr>
          <p:cNvPr id="2626" name="Google Shape;2626;p58"/>
          <p:cNvSpPr txBox="1">
            <a:spLocks noGrp="1"/>
          </p:cNvSpPr>
          <p:nvPr>
            <p:ph type="title" idx="2"/>
          </p:nvPr>
        </p:nvSpPr>
        <p:spPr>
          <a:xfrm>
            <a:off x="1071818" y="3390059"/>
            <a:ext cx="21702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SALES</a:t>
            </a:r>
            <a:endParaRPr/>
          </a:p>
        </p:txBody>
      </p:sp>
      <p:sp>
        <p:nvSpPr>
          <p:cNvPr id="2627" name="Google Shape;2627;p58"/>
          <p:cNvSpPr txBox="1">
            <a:spLocks noGrp="1"/>
          </p:cNvSpPr>
          <p:nvPr>
            <p:ph type="subTitle" idx="1"/>
          </p:nvPr>
        </p:nvSpPr>
        <p:spPr>
          <a:xfrm>
            <a:off x="1071818" y="3728059"/>
            <a:ext cx="2170200" cy="60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2628" name="Google Shape;2628;p58"/>
          <p:cNvSpPr txBox="1">
            <a:spLocks noGrp="1"/>
          </p:cNvSpPr>
          <p:nvPr>
            <p:ph type="title" idx="3"/>
          </p:nvPr>
        </p:nvSpPr>
        <p:spPr>
          <a:xfrm>
            <a:off x="3482576" y="3390059"/>
            <a:ext cx="21702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EMPLOYEE</a:t>
            </a:r>
            <a:endParaRPr/>
          </a:p>
        </p:txBody>
      </p:sp>
      <p:sp>
        <p:nvSpPr>
          <p:cNvPr id="2629" name="Google Shape;2629;p58"/>
          <p:cNvSpPr txBox="1">
            <a:spLocks noGrp="1"/>
          </p:cNvSpPr>
          <p:nvPr>
            <p:ph type="subTitle" idx="4"/>
          </p:nvPr>
        </p:nvSpPr>
        <p:spPr>
          <a:xfrm>
            <a:off x="3482576" y="3728059"/>
            <a:ext cx="2170200" cy="60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Venus is the second planet from the Sun</a:t>
            </a:r>
            <a:endParaRPr/>
          </a:p>
        </p:txBody>
      </p:sp>
      <p:sp>
        <p:nvSpPr>
          <p:cNvPr id="2630" name="Google Shape;2630;p58"/>
          <p:cNvSpPr txBox="1">
            <a:spLocks noGrp="1"/>
          </p:cNvSpPr>
          <p:nvPr>
            <p:ph type="title" idx="5"/>
          </p:nvPr>
        </p:nvSpPr>
        <p:spPr>
          <a:xfrm>
            <a:off x="5901614" y="3390059"/>
            <a:ext cx="21702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CUSTOMER</a:t>
            </a:r>
            <a:endParaRPr/>
          </a:p>
        </p:txBody>
      </p:sp>
      <p:sp>
        <p:nvSpPr>
          <p:cNvPr id="2631" name="Google Shape;2631;p58"/>
          <p:cNvSpPr txBox="1">
            <a:spLocks noGrp="1"/>
          </p:cNvSpPr>
          <p:nvPr>
            <p:ph type="subTitle" idx="6"/>
          </p:nvPr>
        </p:nvSpPr>
        <p:spPr>
          <a:xfrm>
            <a:off x="5901614" y="3728059"/>
            <a:ext cx="2170200" cy="60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 very cold planet</a:t>
            </a:r>
            <a:endParaRPr/>
          </a:p>
        </p:txBody>
      </p:sp>
      <p:sp>
        <p:nvSpPr>
          <p:cNvPr id="2632" name="Google Shape;2632;p58"/>
          <p:cNvSpPr txBox="1">
            <a:spLocks noGrp="1"/>
          </p:cNvSpPr>
          <p:nvPr>
            <p:ph type="title" idx="7"/>
          </p:nvPr>
        </p:nvSpPr>
        <p:spPr>
          <a:xfrm>
            <a:off x="1071818" y="2742900"/>
            <a:ext cx="2170200" cy="453600"/>
          </a:xfrm>
          <a:prstGeom prst="rect">
            <a:avLst/>
          </a:prstGeom>
        </p:spPr>
        <p:txBody>
          <a:bodyPr spcFirstLastPara="1" wrap="square" lIns="0" tIns="91425" rIns="0" bIns="91425" anchor="ctr" anchorCtr="0">
            <a:noAutofit/>
          </a:bodyPr>
          <a:lstStyle/>
          <a:p>
            <a:pPr marL="0" lvl="0" indent="0" algn="ctr" rtl="0">
              <a:spcBef>
                <a:spcPts val="0"/>
              </a:spcBef>
              <a:spcAft>
                <a:spcPts val="0"/>
              </a:spcAft>
              <a:buNone/>
            </a:pPr>
            <a:r>
              <a:rPr lang="en">
                <a:solidFill>
                  <a:schemeClr val="dk2"/>
                </a:solidFill>
              </a:rPr>
              <a:t>80%</a:t>
            </a:r>
            <a:endParaRPr>
              <a:solidFill>
                <a:schemeClr val="dk2"/>
              </a:solidFill>
            </a:endParaRPr>
          </a:p>
        </p:txBody>
      </p:sp>
      <p:sp>
        <p:nvSpPr>
          <p:cNvPr id="2633" name="Google Shape;2633;p58"/>
          <p:cNvSpPr txBox="1">
            <a:spLocks noGrp="1"/>
          </p:cNvSpPr>
          <p:nvPr>
            <p:ph type="title" idx="8"/>
          </p:nvPr>
        </p:nvSpPr>
        <p:spPr>
          <a:xfrm>
            <a:off x="3482576" y="2742900"/>
            <a:ext cx="2170200" cy="453600"/>
          </a:xfrm>
          <a:prstGeom prst="rect">
            <a:avLst/>
          </a:prstGeom>
        </p:spPr>
        <p:txBody>
          <a:bodyPr spcFirstLastPara="1" wrap="square" lIns="0" tIns="91425" rIns="0" bIns="91425" anchor="ctr" anchorCtr="0">
            <a:noAutofit/>
          </a:bodyPr>
          <a:lstStyle/>
          <a:p>
            <a:pPr marL="0" lvl="0" indent="0" algn="ctr" rtl="0">
              <a:spcBef>
                <a:spcPts val="0"/>
              </a:spcBef>
              <a:spcAft>
                <a:spcPts val="0"/>
              </a:spcAft>
              <a:buNone/>
            </a:pPr>
            <a:r>
              <a:rPr lang="en">
                <a:solidFill>
                  <a:schemeClr val="dk2"/>
                </a:solidFill>
              </a:rPr>
              <a:t>75%</a:t>
            </a:r>
            <a:endParaRPr>
              <a:solidFill>
                <a:schemeClr val="dk2"/>
              </a:solidFill>
            </a:endParaRPr>
          </a:p>
        </p:txBody>
      </p:sp>
      <p:sp>
        <p:nvSpPr>
          <p:cNvPr id="2634" name="Google Shape;2634;p58"/>
          <p:cNvSpPr txBox="1">
            <a:spLocks noGrp="1"/>
          </p:cNvSpPr>
          <p:nvPr>
            <p:ph type="title" idx="9"/>
          </p:nvPr>
        </p:nvSpPr>
        <p:spPr>
          <a:xfrm>
            <a:off x="5901614" y="2742900"/>
            <a:ext cx="2170200" cy="453600"/>
          </a:xfrm>
          <a:prstGeom prst="rect">
            <a:avLst/>
          </a:prstGeom>
        </p:spPr>
        <p:txBody>
          <a:bodyPr spcFirstLastPara="1" wrap="square" lIns="0" tIns="91425" rIns="0" bIns="91425" anchor="ctr" anchorCtr="0">
            <a:noAutofit/>
          </a:bodyPr>
          <a:lstStyle/>
          <a:p>
            <a:pPr marL="0" lvl="0" indent="0" algn="ctr" rtl="0">
              <a:spcBef>
                <a:spcPts val="0"/>
              </a:spcBef>
              <a:spcAft>
                <a:spcPts val="0"/>
              </a:spcAft>
              <a:buNone/>
            </a:pPr>
            <a:r>
              <a:rPr lang="en">
                <a:solidFill>
                  <a:schemeClr val="dk2"/>
                </a:solidFill>
              </a:rPr>
              <a:t>93%</a:t>
            </a:r>
            <a:endParaRPr>
              <a:solidFill>
                <a:schemeClr val="dk2"/>
              </a:solidFill>
            </a:endParaRPr>
          </a:p>
        </p:txBody>
      </p:sp>
      <p:sp>
        <p:nvSpPr>
          <p:cNvPr id="2635" name="Google Shape;2635;p58"/>
          <p:cNvSpPr/>
          <p:nvPr/>
        </p:nvSpPr>
        <p:spPr>
          <a:xfrm>
            <a:off x="1714868" y="1499352"/>
            <a:ext cx="884100" cy="884400"/>
          </a:xfrm>
          <a:prstGeom prst="blockArc">
            <a:avLst>
              <a:gd name="adj1" fmla="val 16244518"/>
              <a:gd name="adj2" fmla="val 12390759"/>
              <a:gd name="adj3" fmla="val 874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58"/>
          <p:cNvSpPr/>
          <p:nvPr/>
        </p:nvSpPr>
        <p:spPr>
          <a:xfrm>
            <a:off x="4125626" y="1499352"/>
            <a:ext cx="884100" cy="884400"/>
          </a:xfrm>
          <a:prstGeom prst="blockArc">
            <a:avLst>
              <a:gd name="adj1" fmla="val 16277469"/>
              <a:gd name="adj2" fmla="val 10753638"/>
              <a:gd name="adj3" fmla="val 8273"/>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58"/>
          <p:cNvSpPr/>
          <p:nvPr/>
        </p:nvSpPr>
        <p:spPr>
          <a:xfrm>
            <a:off x="6544664" y="1499352"/>
            <a:ext cx="884100" cy="884400"/>
          </a:xfrm>
          <a:prstGeom prst="blockArc">
            <a:avLst>
              <a:gd name="adj1" fmla="val 16152912"/>
              <a:gd name="adj2" fmla="val 14322835"/>
              <a:gd name="adj3" fmla="val 975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8" name="Google Shape;2638;p58"/>
          <p:cNvGrpSpPr/>
          <p:nvPr/>
        </p:nvGrpSpPr>
        <p:grpSpPr>
          <a:xfrm>
            <a:off x="1988431" y="1798139"/>
            <a:ext cx="336965" cy="286833"/>
            <a:chOff x="5645200" y="879425"/>
            <a:chExt cx="478575" cy="407375"/>
          </a:xfrm>
        </p:grpSpPr>
        <p:sp>
          <p:nvSpPr>
            <p:cNvPr id="2639" name="Google Shape;2639;p58"/>
            <p:cNvSpPr/>
            <p:nvPr/>
          </p:nvSpPr>
          <p:spPr>
            <a:xfrm>
              <a:off x="6004200" y="1075025"/>
              <a:ext cx="86075" cy="93450"/>
            </a:xfrm>
            <a:custGeom>
              <a:avLst/>
              <a:gdLst/>
              <a:ahLst/>
              <a:cxnLst/>
              <a:rect l="l" t="t" r="r" b="b"/>
              <a:pathLst>
                <a:path w="3443" h="3738" extrusionOk="0">
                  <a:moveTo>
                    <a:pt x="1" y="0"/>
                  </a:moveTo>
                  <a:lnTo>
                    <a:pt x="1" y="3737"/>
                  </a:lnTo>
                  <a:lnTo>
                    <a:pt x="1907" y="3737"/>
                  </a:lnTo>
                  <a:cubicBezTo>
                    <a:pt x="2157" y="3737"/>
                    <a:pt x="2377" y="3574"/>
                    <a:pt x="2449" y="3334"/>
                  </a:cubicBezTo>
                  <a:lnTo>
                    <a:pt x="34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640" name="Google Shape;2640;p58"/>
            <p:cNvSpPr/>
            <p:nvPr/>
          </p:nvSpPr>
          <p:spPr>
            <a:xfrm>
              <a:off x="5880900" y="953275"/>
              <a:ext cx="95100" cy="93525"/>
            </a:xfrm>
            <a:custGeom>
              <a:avLst/>
              <a:gdLst/>
              <a:ahLst/>
              <a:cxnLst/>
              <a:rect l="l" t="t" r="r" b="b"/>
              <a:pathLst>
                <a:path w="3804" h="3741" extrusionOk="0">
                  <a:moveTo>
                    <a:pt x="0" y="1"/>
                  </a:moveTo>
                  <a:lnTo>
                    <a:pt x="0" y="3741"/>
                  </a:lnTo>
                  <a:lnTo>
                    <a:pt x="3804" y="3741"/>
                  </a:lnTo>
                  <a:lnTo>
                    <a:pt x="38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641" name="Google Shape;2641;p58"/>
            <p:cNvSpPr/>
            <p:nvPr/>
          </p:nvSpPr>
          <p:spPr>
            <a:xfrm>
              <a:off x="6004200" y="953275"/>
              <a:ext cx="119575" cy="93525"/>
            </a:xfrm>
            <a:custGeom>
              <a:avLst/>
              <a:gdLst/>
              <a:ahLst/>
              <a:cxnLst/>
              <a:rect l="l" t="t" r="r" b="b"/>
              <a:pathLst>
                <a:path w="4783" h="3741" extrusionOk="0">
                  <a:moveTo>
                    <a:pt x="1" y="1"/>
                  </a:moveTo>
                  <a:lnTo>
                    <a:pt x="1" y="3741"/>
                  </a:lnTo>
                  <a:lnTo>
                    <a:pt x="3777" y="3741"/>
                  </a:lnTo>
                  <a:lnTo>
                    <a:pt x="4674" y="727"/>
                  </a:lnTo>
                  <a:cubicBezTo>
                    <a:pt x="4783" y="365"/>
                    <a:pt x="4512" y="1"/>
                    <a:pt x="4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642" name="Google Shape;2642;p58"/>
            <p:cNvSpPr/>
            <p:nvPr/>
          </p:nvSpPr>
          <p:spPr>
            <a:xfrm>
              <a:off x="5880900" y="1075025"/>
              <a:ext cx="95100" cy="93450"/>
            </a:xfrm>
            <a:custGeom>
              <a:avLst/>
              <a:gdLst/>
              <a:ahLst/>
              <a:cxnLst/>
              <a:rect l="l" t="t" r="r" b="b"/>
              <a:pathLst>
                <a:path w="3804" h="3738" extrusionOk="0">
                  <a:moveTo>
                    <a:pt x="0" y="0"/>
                  </a:moveTo>
                  <a:lnTo>
                    <a:pt x="0" y="3737"/>
                  </a:lnTo>
                  <a:lnTo>
                    <a:pt x="3804" y="3737"/>
                  </a:lnTo>
                  <a:lnTo>
                    <a:pt x="38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643" name="Google Shape;2643;p58"/>
            <p:cNvSpPr/>
            <p:nvPr/>
          </p:nvSpPr>
          <p:spPr>
            <a:xfrm>
              <a:off x="5645200" y="879425"/>
              <a:ext cx="207500" cy="167375"/>
            </a:xfrm>
            <a:custGeom>
              <a:avLst/>
              <a:gdLst/>
              <a:ahLst/>
              <a:cxnLst/>
              <a:rect l="l" t="t" r="r" b="b"/>
              <a:pathLst>
                <a:path w="8300" h="6695" extrusionOk="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644" name="Google Shape;2644;p58"/>
            <p:cNvSpPr/>
            <p:nvPr/>
          </p:nvSpPr>
          <p:spPr>
            <a:xfrm>
              <a:off x="5722500" y="1075025"/>
              <a:ext cx="370875" cy="211775"/>
            </a:xfrm>
            <a:custGeom>
              <a:avLst/>
              <a:gdLst/>
              <a:ahLst/>
              <a:cxnLst/>
              <a:rect l="l" t="t" r="r" b="b"/>
              <a:pathLst>
                <a:path w="14835" h="8471" extrusionOk="0">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645" name="Google Shape;2645;p58"/>
          <p:cNvGrpSpPr/>
          <p:nvPr/>
        </p:nvGrpSpPr>
        <p:grpSpPr>
          <a:xfrm>
            <a:off x="4398909" y="1766521"/>
            <a:ext cx="350079" cy="350079"/>
            <a:chOff x="3497300" y="3227275"/>
            <a:chExt cx="296175" cy="296175"/>
          </a:xfrm>
        </p:grpSpPr>
        <p:sp>
          <p:nvSpPr>
            <p:cNvPr id="2646" name="Google Shape;2646;p58"/>
            <p:cNvSpPr/>
            <p:nvPr/>
          </p:nvSpPr>
          <p:spPr>
            <a:xfrm>
              <a:off x="3609925" y="3339900"/>
              <a:ext cx="69350" cy="68550"/>
            </a:xfrm>
            <a:custGeom>
              <a:avLst/>
              <a:gdLst/>
              <a:ahLst/>
              <a:cxnLst/>
              <a:rect l="l" t="t" r="r" b="b"/>
              <a:pathLst>
                <a:path w="2774" h="2742" extrusionOk="0">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58"/>
            <p:cNvSpPr/>
            <p:nvPr/>
          </p:nvSpPr>
          <p:spPr>
            <a:xfrm>
              <a:off x="3531175" y="3227275"/>
              <a:ext cx="86650" cy="86675"/>
            </a:xfrm>
            <a:custGeom>
              <a:avLst/>
              <a:gdLst/>
              <a:ahLst/>
              <a:cxnLst/>
              <a:rect l="l" t="t" r="r" b="b"/>
              <a:pathLst>
                <a:path w="3466" h="3467" extrusionOk="0">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58"/>
            <p:cNvSpPr/>
            <p:nvPr/>
          </p:nvSpPr>
          <p:spPr>
            <a:xfrm>
              <a:off x="3670575" y="3227275"/>
              <a:ext cx="86675" cy="86675"/>
            </a:xfrm>
            <a:custGeom>
              <a:avLst/>
              <a:gdLst/>
              <a:ahLst/>
              <a:cxnLst/>
              <a:rect l="l" t="t" r="r" b="b"/>
              <a:pathLst>
                <a:path w="3467" h="3467" extrusionOk="0">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58"/>
            <p:cNvSpPr/>
            <p:nvPr/>
          </p:nvSpPr>
          <p:spPr>
            <a:xfrm>
              <a:off x="3622525" y="3421825"/>
              <a:ext cx="41775" cy="25225"/>
            </a:xfrm>
            <a:custGeom>
              <a:avLst/>
              <a:gdLst/>
              <a:ahLst/>
              <a:cxnLst/>
              <a:rect l="l" t="t" r="r" b="b"/>
              <a:pathLst>
                <a:path w="1671" h="1009" extrusionOk="0">
                  <a:moveTo>
                    <a:pt x="1" y="0"/>
                  </a:moveTo>
                  <a:lnTo>
                    <a:pt x="851" y="1008"/>
                  </a:lnTo>
                  <a:lnTo>
                    <a:pt x="1671" y="0"/>
                  </a:lnTo>
                  <a:lnTo>
                    <a:pt x="1671" y="0"/>
                  </a:lnTo>
                  <a:cubicBezTo>
                    <a:pt x="1450" y="126"/>
                    <a:pt x="1167" y="158"/>
                    <a:pt x="851" y="158"/>
                  </a:cubicBezTo>
                  <a:cubicBezTo>
                    <a:pt x="568" y="158"/>
                    <a:pt x="284" y="9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58"/>
            <p:cNvSpPr/>
            <p:nvPr/>
          </p:nvSpPr>
          <p:spPr>
            <a:xfrm>
              <a:off x="3566600" y="3416300"/>
              <a:ext cx="70125" cy="106350"/>
            </a:xfrm>
            <a:custGeom>
              <a:avLst/>
              <a:gdLst/>
              <a:ahLst/>
              <a:cxnLst/>
              <a:rect l="l" t="t" r="r" b="b"/>
              <a:pathLst>
                <a:path w="2805" h="4254" extrusionOk="0">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58"/>
            <p:cNvSpPr/>
            <p:nvPr/>
          </p:nvSpPr>
          <p:spPr>
            <a:xfrm>
              <a:off x="3653250" y="3417100"/>
              <a:ext cx="70125" cy="106350"/>
            </a:xfrm>
            <a:custGeom>
              <a:avLst/>
              <a:gdLst/>
              <a:ahLst/>
              <a:cxnLst/>
              <a:rect l="l" t="t" r="r" b="b"/>
              <a:pathLst>
                <a:path w="2805" h="4254" extrusionOk="0">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58"/>
            <p:cNvSpPr/>
            <p:nvPr/>
          </p:nvSpPr>
          <p:spPr>
            <a:xfrm>
              <a:off x="3655625" y="3310775"/>
              <a:ext cx="137850" cy="108700"/>
            </a:xfrm>
            <a:custGeom>
              <a:avLst/>
              <a:gdLst/>
              <a:ahLst/>
              <a:cxnLst/>
              <a:rect l="l" t="t" r="r" b="b"/>
              <a:pathLst>
                <a:path w="5514" h="4348" extrusionOk="0">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58"/>
            <p:cNvSpPr/>
            <p:nvPr/>
          </p:nvSpPr>
          <p:spPr>
            <a:xfrm>
              <a:off x="3497300" y="3309975"/>
              <a:ext cx="136275" cy="108725"/>
            </a:xfrm>
            <a:custGeom>
              <a:avLst/>
              <a:gdLst/>
              <a:ahLst/>
              <a:cxnLst/>
              <a:rect l="l" t="t" r="r" b="b"/>
              <a:pathLst>
                <a:path w="5451" h="4349" extrusionOk="0">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54" name="Google Shape;2654;p58"/>
          <p:cNvGrpSpPr/>
          <p:nvPr/>
        </p:nvGrpSpPr>
        <p:grpSpPr>
          <a:xfrm>
            <a:off x="6818240" y="1766506"/>
            <a:ext cx="350079" cy="350079"/>
            <a:chOff x="2037825" y="3254050"/>
            <a:chExt cx="296175" cy="296175"/>
          </a:xfrm>
        </p:grpSpPr>
        <p:sp>
          <p:nvSpPr>
            <p:cNvPr id="2655" name="Google Shape;2655;p58"/>
            <p:cNvSpPr/>
            <p:nvPr/>
          </p:nvSpPr>
          <p:spPr>
            <a:xfrm>
              <a:off x="2063825" y="3254050"/>
              <a:ext cx="86675" cy="86675"/>
            </a:xfrm>
            <a:custGeom>
              <a:avLst/>
              <a:gdLst/>
              <a:ahLst/>
              <a:cxnLst/>
              <a:rect l="l" t="t" r="r" b="b"/>
              <a:pathLst>
                <a:path w="3467" h="3467" extrusionOk="0">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58"/>
            <p:cNvSpPr/>
            <p:nvPr/>
          </p:nvSpPr>
          <p:spPr>
            <a:xfrm>
              <a:off x="2178025" y="3289500"/>
              <a:ext cx="104000" cy="67950"/>
            </a:xfrm>
            <a:custGeom>
              <a:avLst/>
              <a:gdLst/>
              <a:ahLst/>
              <a:cxnLst/>
              <a:rect l="l" t="t" r="r" b="b"/>
              <a:pathLst>
                <a:path w="4160" h="2718" extrusionOk="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58"/>
            <p:cNvSpPr/>
            <p:nvPr/>
          </p:nvSpPr>
          <p:spPr>
            <a:xfrm>
              <a:off x="2070125" y="3444225"/>
              <a:ext cx="106350" cy="69075"/>
            </a:xfrm>
            <a:custGeom>
              <a:avLst/>
              <a:gdLst/>
              <a:ahLst/>
              <a:cxnLst/>
              <a:rect l="l" t="t" r="r" b="b"/>
              <a:pathLst>
                <a:path w="4254" h="2763" extrusionOk="0">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58"/>
            <p:cNvSpPr/>
            <p:nvPr/>
          </p:nvSpPr>
          <p:spPr>
            <a:xfrm>
              <a:off x="2219775" y="3375350"/>
              <a:ext cx="89025" cy="85875"/>
            </a:xfrm>
            <a:custGeom>
              <a:avLst/>
              <a:gdLst/>
              <a:ahLst/>
              <a:cxnLst/>
              <a:rect l="l" t="t" r="r" b="b"/>
              <a:pathLst>
                <a:path w="3561" h="3435" extrusionOk="0">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58"/>
            <p:cNvSpPr/>
            <p:nvPr/>
          </p:nvSpPr>
          <p:spPr>
            <a:xfrm>
              <a:off x="2037825" y="3339125"/>
              <a:ext cx="138650" cy="88225"/>
            </a:xfrm>
            <a:custGeom>
              <a:avLst/>
              <a:gdLst/>
              <a:ahLst/>
              <a:cxnLst/>
              <a:rect l="l" t="t" r="r" b="b"/>
              <a:pathLst>
                <a:path w="5546" h="3529" extrusionOk="0">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58"/>
            <p:cNvSpPr/>
            <p:nvPr/>
          </p:nvSpPr>
          <p:spPr>
            <a:xfrm>
              <a:off x="2193775" y="3460400"/>
              <a:ext cx="140225" cy="89825"/>
            </a:xfrm>
            <a:custGeom>
              <a:avLst/>
              <a:gdLst/>
              <a:ahLst/>
              <a:cxnLst/>
              <a:rect l="l" t="t" r="r" b="b"/>
              <a:pathLst>
                <a:path w="5609" h="3593" extrusionOk="0">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1" name="Google Shape;2661;p58"/>
          <p:cNvGrpSpPr/>
          <p:nvPr/>
        </p:nvGrpSpPr>
        <p:grpSpPr>
          <a:xfrm>
            <a:off x="8069150" y="926975"/>
            <a:ext cx="961550" cy="803100"/>
            <a:chOff x="1428800" y="3101325"/>
            <a:chExt cx="961550" cy="803100"/>
          </a:xfrm>
        </p:grpSpPr>
        <p:sp>
          <p:nvSpPr>
            <p:cNvPr id="2662" name="Google Shape;2662;p58"/>
            <p:cNvSpPr/>
            <p:nvPr/>
          </p:nvSpPr>
          <p:spPr>
            <a:xfrm>
              <a:off x="1428800" y="3204725"/>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58"/>
            <p:cNvSpPr/>
            <p:nvPr/>
          </p:nvSpPr>
          <p:spPr>
            <a:xfrm>
              <a:off x="1953350" y="3101325"/>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58"/>
            <p:cNvSpPr/>
            <p:nvPr/>
          </p:nvSpPr>
          <p:spPr>
            <a:xfrm>
              <a:off x="1952525" y="3466575"/>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5" name="Google Shape;2665;p58"/>
          <p:cNvGrpSpPr/>
          <p:nvPr/>
        </p:nvGrpSpPr>
        <p:grpSpPr>
          <a:xfrm flipH="1">
            <a:off x="98003" y="2404011"/>
            <a:ext cx="1147784" cy="2410977"/>
            <a:chOff x="7946328" y="2524023"/>
            <a:chExt cx="1147784" cy="2410977"/>
          </a:xfrm>
        </p:grpSpPr>
        <p:sp>
          <p:nvSpPr>
            <p:cNvPr id="2666" name="Google Shape;2666;p58"/>
            <p:cNvSpPr/>
            <p:nvPr/>
          </p:nvSpPr>
          <p:spPr>
            <a:xfrm>
              <a:off x="8191113" y="4793400"/>
              <a:ext cx="903000" cy="1416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67" name="Google Shape;2667;p58"/>
            <p:cNvGrpSpPr/>
            <p:nvPr/>
          </p:nvGrpSpPr>
          <p:grpSpPr>
            <a:xfrm>
              <a:off x="8441179" y="4632092"/>
              <a:ext cx="402873" cy="227929"/>
              <a:chOff x="6174384" y="3385087"/>
              <a:chExt cx="1445543" cy="817828"/>
            </a:xfrm>
          </p:grpSpPr>
          <p:sp>
            <p:nvSpPr>
              <p:cNvPr id="2668" name="Google Shape;2668;p58"/>
              <p:cNvSpPr/>
              <p:nvPr/>
            </p:nvSpPr>
            <p:spPr>
              <a:xfrm>
                <a:off x="6174384" y="3478779"/>
                <a:ext cx="1445543" cy="724136"/>
              </a:xfrm>
              <a:custGeom>
                <a:avLst/>
                <a:gdLst/>
                <a:ahLst/>
                <a:cxnLst/>
                <a:rect l="l" t="t" r="r" b="b"/>
                <a:pathLst>
                  <a:path w="72052" h="36094" extrusionOk="0">
                    <a:moveTo>
                      <a:pt x="0" y="1"/>
                    </a:moveTo>
                    <a:lnTo>
                      <a:pt x="0" y="31423"/>
                    </a:lnTo>
                    <a:cubicBezTo>
                      <a:pt x="0" y="34025"/>
                      <a:pt x="16145" y="36093"/>
                      <a:pt x="36026" y="36093"/>
                    </a:cubicBezTo>
                    <a:cubicBezTo>
                      <a:pt x="55907" y="36093"/>
                      <a:pt x="72052" y="34025"/>
                      <a:pt x="72052" y="31423"/>
                    </a:cubicBezTo>
                    <a:lnTo>
                      <a:pt x="720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58"/>
              <p:cNvSpPr/>
              <p:nvPr/>
            </p:nvSpPr>
            <p:spPr>
              <a:xfrm>
                <a:off x="6174384" y="3385087"/>
                <a:ext cx="1445543" cy="187404"/>
              </a:xfrm>
              <a:custGeom>
                <a:avLst/>
                <a:gdLst/>
                <a:ahLst/>
                <a:cxnLst/>
                <a:rect l="l" t="t" r="r" b="b"/>
                <a:pathLst>
                  <a:path w="72052" h="9341" extrusionOk="0">
                    <a:moveTo>
                      <a:pt x="36026" y="1"/>
                    </a:moveTo>
                    <a:cubicBezTo>
                      <a:pt x="16145" y="1"/>
                      <a:pt x="0" y="2069"/>
                      <a:pt x="0" y="4671"/>
                    </a:cubicBezTo>
                    <a:cubicBezTo>
                      <a:pt x="0" y="7239"/>
                      <a:pt x="16145" y="9341"/>
                      <a:pt x="36026" y="9341"/>
                    </a:cubicBezTo>
                    <a:cubicBezTo>
                      <a:pt x="55907" y="9341"/>
                      <a:pt x="72052" y="7239"/>
                      <a:pt x="72052" y="4671"/>
                    </a:cubicBezTo>
                    <a:cubicBezTo>
                      <a:pt x="72052" y="2069"/>
                      <a:pt x="55907" y="1"/>
                      <a:pt x="360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58"/>
              <p:cNvSpPr/>
              <p:nvPr/>
            </p:nvSpPr>
            <p:spPr>
              <a:xfrm>
                <a:off x="6606711" y="3441303"/>
                <a:ext cx="580910" cy="74974"/>
              </a:xfrm>
              <a:custGeom>
                <a:avLst/>
                <a:gdLst/>
                <a:ahLst/>
                <a:cxnLst/>
                <a:rect l="l" t="t" r="r" b="b"/>
                <a:pathLst>
                  <a:path w="28955" h="3737" extrusionOk="0">
                    <a:moveTo>
                      <a:pt x="14477" y="1"/>
                    </a:moveTo>
                    <a:cubicBezTo>
                      <a:pt x="6471" y="1"/>
                      <a:pt x="0" y="835"/>
                      <a:pt x="0" y="1869"/>
                    </a:cubicBezTo>
                    <a:cubicBezTo>
                      <a:pt x="0" y="2903"/>
                      <a:pt x="6471" y="3737"/>
                      <a:pt x="14477" y="3737"/>
                    </a:cubicBezTo>
                    <a:cubicBezTo>
                      <a:pt x="22483" y="3737"/>
                      <a:pt x="28954" y="2903"/>
                      <a:pt x="28954" y="1869"/>
                    </a:cubicBezTo>
                    <a:cubicBezTo>
                      <a:pt x="28954" y="835"/>
                      <a:pt x="22483" y="1"/>
                      <a:pt x="144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1" name="Google Shape;2671;p58"/>
            <p:cNvGrpSpPr/>
            <p:nvPr/>
          </p:nvGrpSpPr>
          <p:grpSpPr>
            <a:xfrm>
              <a:off x="7946328" y="2524023"/>
              <a:ext cx="712760" cy="2108087"/>
              <a:chOff x="5519203" y="1070898"/>
              <a:chExt cx="712760" cy="2108087"/>
            </a:xfrm>
          </p:grpSpPr>
          <p:sp>
            <p:nvSpPr>
              <p:cNvPr id="2672" name="Google Shape;2672;p58"/>
              <p:cNvSpPr/>
              <p:nvPr/>
            </p:nvSpPr>
            <p:spPr>
              <a:xfrm>
                <a:off x="5519203" y="1234187"/>
                <a:ext cx="490568" cy="229936"/>
              </a:xfrm>
              <a:custGeom>
                <a:avLst/>
                <a:gdLst/>
                <a:ahLst/>
                <a:cxnLst/>
                <a:rect l="l" t="t" r="r" b="b"/>
                <a:pathLst>
                  <a:path w="24452" h="11461" extrusionOk="0">
                    <a:moveTo>
                      <a:pt x="21516" y="1"/>
                    </a:moveTo>
                    <a:cubicBezTo>
                      <a:pt x="20749" y="1135"/>
                      <a:pt x="19281" y="468"/>
                      <a:pt x="12576" y="1835"/>
                    </a:cubicBezTo>
                    <a:cubicBezTo>
                      <a:pt x="5905" y="3270"/>
                      <a:pt x="1" y="8874"/>
                      <a:pt x="1" y="8874"/>
                    </a:cubicBezTo>
                    <a:cubicBezTo>
                      <a:pt x="1049" y="8463"/>
                      <a:pt x="2373" y="8296"/>
                      <a:pt x="3842" y="8296"/>
                    </a:cubicBezTo>
                    <a:cubicBezTo>
                      <a:pt x="9526" y="8296"/>
                      <a:pt x="17383" y="10785"/>
                      <a:pt x="19848" y="11209"/>
                    </a:cubicBezTo>
                    <a:cubicBezTo>
                      <a:pt x="20893" y="11398"/>
                      <a:pt x="21753" y="11461"/>
                      <a:pt x="22435" y="11461"/>
                    </a:cubicBezTo>
                    <a:cubicBezTo>
                      <a:pt x="23799" y="11461"/>
                      <a:pt x="24452" y="11209"/>
                      <a:pt x="24452" y="11209"/>
                    </a:cubicBezTo>
                    <a:cubicBezTo>
                      <a:pt x="23684" y="5838"/>
                      <a:pt x="21516" y="1"/>
                      <a:pt x="215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58"/>
              <p:cNvSpPr/>
              <p:nvPr/>
            </p:nvSpPr>
            <p:spPr>
              <a:xfrm>
                <a:off x="5861189" y="1076094"/>
                <a:ext cx="370775" cy="347623"/>
              </a:xfrm>
              <a:custGeom>
                <a:avLst/>
                <a:gdLst/>
                <a:ahLst/>
                <a:cxnLst/>
                <a:rect l="l" t="t" r="r" b="b"/>
                <a:pathLst>
                  <a:path w="18481" h="17327" extrusionOk="0">
                    <a:moveTo>
                      <a:pt x="12823" y="0"/>
                    </a:moveTo>
                    <a:cubicBezTo>
                      <a:pt x="11663" y="0"/>
                      <a:pt x="10358" y="75"/>
                      <a:pt x="8940" y="275"/>
                    </a:cubicBezTo>
                    <a:cubicBezTo>
                      <a:pt x="3269" y="1109"/>
                      <a:pt x="0" y="3611"/>
                      <a:pt x="0" y="3945"/>
                    </a:cubicBezTo>
                    <a:cubicBezTo>
                      <a:pt x="0" y="4278"/>
                      <a:pt x="3469" y="17187"/>
                      <a:pt x="3603" y="17321"/>
                    </a:cubicBezTo>
                    <a:cubicBezTo>
                      <a:pt x="3608" y="17325"/>
                      <a:pt x="3613" y="17326"/>
                      <a:pt x="3619" y="17326"/>
                    </a:cubicBezTo>
                    <a:cubicBezTo>
                      <a:pt x="3750" y="17326"/>
                      <a:pt x="4094" y="16358"/>
                      <a:pt x="7196" y="16358"/>
                    </a:cubicBezTo>
                    <a:cubicBezTo>
                      <a:pt x="7495" y="16358"/>
                      <a:pt x="7820" y="16367"/>
                      <a:pt x="8173" y="16387"/>
                    </a:cubicBezTo>
                    <a:cubicBezTo>
                      <a:pt x="10800" y="16550"/>
                      <a:pt x="12846" y="16603"/>
                      <a:pt x="14397" y="16603"/>
                    </a:cubicBezTo>
                    <a:cubicBezTo>
                      <a:pt x="17277" y="16603"/>
                      <a:pt x="18447" y="16420"/>
                      <a:pt x="18447" y="16420"/>
                    </a:cubicBezTo>
                    <a:lnTo>
                      <a:pt x="18447" y="676"/>
                    </a:lnTo>
                    <a:lnTo>
                      <a:pt x="18480" y="676"/>
                    </a:lnTo>
                    <a:cubicBezTo>
                      <a:pt x="18480" y="676"/>
                      <a:pt x="16304" y="0"/>
                      <a:pt x="128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58"/>
              <p:cNvSpPr/>
              <p:nvPr/>
            </p:nvSpPr>
            <p:spPr>
              <a:xfrm>
                <a:off x="6231944" y="1070898"/>
                <a:ext cx="20" cy="2108087"/>
              </a:xfrm>
              <a:custGeom>
                <a:avLst/>
                <a:gdLst/>
                <a:ahLst/>
                <a:cxnLst/>
                <a:rect l="l" t="t" r="r" b="b"/>
                <a:pathLst>
                  <a:path w="1" h="105076" fill="none" extrusionOk="0">
                    <a:moveTo>
                      <a:pt x="0" y="1"/>
                    </a:moveTo>
                    <a:lnTo>
                      <a:pt x="0" y="105076"/>
                    </a:lnTo>
                  </a:path>
                </a:pathLst>
              </a:custGeom>
              <a:noFill/>
              <a:ln w="14175"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78"/>
        <p:cNvGrpSpPr/>
        <p:nvPr/>
      </p:nvGrpSpPr>
      <p:grpSpPr>
        <a:xfrm>
          <a:off x="0" y="0"/>
          <a:ext cx="0" cy="0"/>
          <a:chOff x="0" y="0"/>
          <a:chExt cx="0" cy="0"/>
        </a:xfrm>
      </p:grpSpPr>
      <p:sp>
        <p:nvSpPr>
          <p:cNvPr id="2679" name="Google Shape;2679;p59"/>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FINANCIAL COMPARISON</a:t>
            </a:r>
            <a:endParaRPr>
              <a:solidFill>
                <a:schemeClr val="accent3"/>
              </a:solidFill>
            </a:endParaRPr>
          </a:p>
        </p:txBody>
      </p:sp>
      <p:sp>
        <p:nvSpPr>
          <p:cNvPr id="2680" name="Google Shape;2680;p59"/>
          <p:cNvSpPr txBox="1"/>
          <p:nvPr/>
        </p:nvSpPr>
        <p:spPr>
          <a:xfrm>
            <a:off x="720000" y="1273575"/>
            <a:ext cx="2402100" cy="438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900" b="1">
                <a:solidFill>
                  <a:schemeClr val="accent3"/>
                </a:solidFill>
                <a:latin typeface="Inter"/>
                <a:ea typeface="Inter"/>
                <a:cs typeface="Inter"/>
                <a:sym typeface="Inter"/>
              </a:rPr>
              <a:t>REVENUE</a:t>
            </a:r>
            <a:endParaRPr sz="1900" b="1">
              <a:solidFill>
                <a:schemeClr val="accent3"/>
              </a:solidFill>
              <a:latin typeface="Inter"/>
              <a:ea typeface="Inter"/>
              <a:cs typeface="Inter"/>
              <a:sym typeface="Inter"/>
            </a:endParaRPr>
          </a:p>
        </p:txBody>
      </p:sp>
      <p:sp>
        <p:nvSpPr>
          <p:cNvPr id="2681" name="Google Shape;2681;p59"/>
          <p:cNvSpPr txBox="1"/>
          <p:nvPr/>
        </p:nvSpPr>
        <p:spPr>
          <a:xfrm>
            <a:off x="720000" y="1597763"/>
            <a:ext cx="24021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Cairo"/>
                <a:ea typeface="Cairo"/>
                <a:cs typeface="Cairo"/>
                <a:sym typeface="Cairo"/>
              </a:rPr>
              <a:t>Despite being red, Mars is a cold planet</a:t>
            </a:r>
            <a:endParaRPr>
              <a:solidFill>
                <a:schemeClr val="dk1"/>
              </a:solidFill>
              <a:latin typeface="Cairo"/>
              <a:ea typeface="Cairo"/>
              <a:cs typeface="Cairo"/>
              <a:sym typeface="Cairo"/>
            </a:endParaRPr>
          </a:p>
        </p:txBody>
      </p:sp>
      <p:sp>
        <p:nvSpPr>
          <p:cNvPr id="2682" name="Google Shape;2682;p59"/>
          <p:cNvSpPr txBox="1"/>
          <p:nvPr/>
        </p:nvSpPr>
        <p:spPr>
          <a:xfrm>
            <a:off x="720000" y="2330445"/>
            <a:ext cx="2402100" cy="438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900" b="1">
                <a:solidFill>
                  <a:schemeClr val="accent3"/>
                </a:solidFill>
                <a:latin typeface="Inter"/>
                <a:ea typeface="Inter"/>
                <a:cs typeface="Inter"/>
                <a:sym typeface="Inter"/>
              </a:rPr>
              <a:t>PROFITS</a:t>
            </a:r>
            <a:endParaRPr sz="1900" b="1">
              <a:solidFill>
                <a:schemeClr val="accent3"/>
              </a:solidFill>
              <a:latin typeface="Inter"/>
              <a:ea typeface="Inter"/>
              <a:cs typeface="Inter"/>
              <a:sym typeface="Inter"/>
            </a:endParaRPr>
          </a:p>
        </p:txBody>
      </p:sp>
      <p:sp>
        <p:nvSpPr>
          <p:cNvPr id="2683" name="Google Shape;2683;p59"/>
          <p:cNvSpPr txBox="1"/>
          <p:nvPr/>
        </p:nvSpPr>
        <p:spPr>
          <a:xfrm>
            <a:off x="720000" y="2650460"/>
            <a:ext cx="24021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Cairo"/>
                <a:ea typeface="Cairo"/>
                <a:cs typeface="Cairo"/>
                <a:sym typeface="Cairo"/>
              </a:rPr>
              <a:t>Venus has a beautiful name and high temperatures</a:t>
            </a:r>
            <a:endParaRPr>
              <a:solidFill>
                <a:schemeClr val="dk1"/>
              </a:solidFill>
              <a:latin typeface="Cairo"/>
              <a:ea typeface="Cairo"/>
              <a:cs typeface="Cairo"/>
              <a:sym typeface="Cairo"/>
            </a:endParaRPr>
          </a:p>
        </p:txBody>
      </p:sp>
      <p:sp>
        <p:nvSpPr>
          <p:cNvPr id="2684" name="Google Shape;2684;p59"/>
          <p:cNvSpPr txBox="1"/>
          <p:nvPr/>
        </p:nvSpPr>
        <p:spPr>
          <a:xfrm>
            <a:off x="720000" y="3366134"/>
            <a:ext cx="2402100" cy="438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900" b="1">
                <a:solidFill>
                  <a:schemeClr val="accent3"/>
                </a:solidFill>
                <a:latin typeface="Inter"/>
                <a:ea typeface="Inter"/>
                <a:cs typeface="Inter"/>
                <a:sym typeface="Inter"/>
              </a:rPr>
              <a:t>CASH BALANCE</a:t>
            </a:r>
            <a:endParaRPr sz="1900" b="1">
              <a:solidFill>
                <a:schemeClr val="accent3"/>
              </a:solidFill>
              <a:latin typeface="Inter"/>
              <a:ea typeface="Inter"/>
              <a:cs typeface="Inter"/>
              <a:sym typeface="Inter"/>
            </a:endParaRPr>
          </a:p>
        </p:txBody>
      </p:sp>
      <p:sp>
        <p:nvSpPr>
          <p:cNvPr id="2685" name="Google Shape;2685;p59"/>
          <p:cNvSpPr txBox="1"/>
          <p:nvPr/>
        </p:nvSpPr>
        <p:spPr>
          <a:xfrm>
            <a:off x="720000" y="3686150"/>
            <a:ext cx="24021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Cairo"/>
                <a:ea typeface="Cairo"/>
                <a:cs typeface="Cairo"/>
                <a:sym typeface="Cairo"/>
              </a:rPr>
              <a:t>Mercury is the closest planet to the Sun</a:t>
            </a:r>
            <a:endParaRPr>
              <a:solidFill>
                <a:schemeClr val="dk1"/>
              </a:solidFill>
              <a:latin typeface="Cairo"/>
              <a:ea typeface="Cairo"/>
              <a:cs typeface="Cairo"/>
              <a:sym typeface="Cairo"/>
            </a:endParaRPr>
          </a:p>
        </p:txBody>
      </p:sp>
      <p:sp>
        <p:nvSpPr>
          <p:cNvPr id="2686" name="Google Shape;2686;p59"/>
          <p:cNvSpPr txBox="1"/>
          <p:nvPr/>
        </p:nvSpPr>
        <p:spPr>
          <a:xfrm>
            <a:off x="720000" y="4640124"/>
            <a:ext cx="7704000" cy="255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lt1"/>
                </a:solidFill>
                <a:latin typeface="Cairo"/>
                <a:ea typeface="Cairo"/>
                <a:cs typeface="Cairo"/>
                <a:sym typeface="Cairo"/>
              </a:rPr>
              <a:t>Follow the link in the graph to modify its data and then paste the new one here. </a:t>
            </a:r>
            <a:r>
              <a:rPr lang="en" sz="1000">
                <a:solidFill>
                  <a:schemeClr val="lt1"/>
                </a:solidFill>
                <a:uFill>
                  <a:noFill/>
                </a:uFill>
                <a:latin typeface="Cairo"/>
                <a:ea typeface="Cairo"/>
                <a:cs typeface="Cairo"/>
                <a:sym typeface="Cair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a:solidFill>
                <a:schemeClr val="lt1"/>
              </a:solidFill>
              <a:latin typeface="Cairo"/>
              <a:ea typeface="Cairo"/>
              <a:cs typeface="Cairo"/>
              <a:sym typeface="Cairo"/>
            </a:endParaRPr>
          </a:p>
        </p:txBody>
      </p:sp>
      <p:sp>
        <p:nvSpPr>
          <p:cNvPr id="2687" name="Google Shape;2687;p59"/>
          <p:cNvSpPr/>
          <p:nvPr/>
        </p:nvSpPr>
        <p:spPr>
          <a:xfrm>
            <a:off x="3265925" y="1395525"/>
            <a:ext cx="195000" cy="195000"/>
          </a:xfrm>
          <a:prstGeom prst="rect">
            <a:avLst/>
          </a:prstGeom>
          <a:solidFill>
            <a:srgbClr val="87A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59"/>
          <p:cNvSpPr/>
          <p:nvPr/>
        </p:nvSpPr>
        <p:spPr>
          <a:xfrm>
            <a:off x="3265925" y="2452400"/>
            <a:ext cx="195000" cy="195000"/>
          </a:xfrm>
          <a:prstGeom prst="rect">
            <a:avLst/>
          </a:prstGeom>
          <a:solidFill>
            <a:srgbClr val="4E7F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59"/>
          <p:cNvSpPr/>
          <p:nvPr/>
        </p:nvSpPr>
        <p:spPr>
          <a:xfrm>
            <a:off x="3265925" y="3488075"/>
            <a:ext cx="195000" cy="195000"/>
          </a:xfrm>
          <a:prstGeom prst="rect">
            <a:avLst/>
          </a:prstGeom>
          <a:solidFill>
            <a:srgbClr val="2C5A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90" name="Google Shape;2690;p59" title="Chart">
            <a:hlinkClick r:id="rId4"/>
          </p:cNvPr>
          <p:cNvPicPr preferRelativeResize="0"/>
          <p:nvPr/>
        </p:nvPicPr>
        <p:blipFill>
          <a:blip r:embed="rId5">
            <a:alphaModFix/>
          </a:blip>
          <a:stretch>
            <a:fillRect/>
          </a:stretch>
        </p:blipFill>
        <p:spPr>
          <a:xfrm>
            <a:off x="3593737" y="1278881"/>
            <a:ext cx="4888899" cy="3022951"/>
          </a:xfrm>
          <a:prstGeom prst="rect">
            <a:avLst/>
          </a:prstGeom>
          <a:noFill/>
          <a:ln>
            <a:noFill/>
          </a:ln>
        </p:spPr>
      </p:pic>
      <p:grpSp>
        <p:nvGrpSpPr>
          <p:cNvPr id="2691" name="Google Shape;2691;p59"/>
          <p:cNvGrpSpPr/>
          <p:nvPr/>
        </p:nvGrpSpPr>
        <p:grpSpPr>
          <a:xfrm>
            <a:off x="7946328" y="2524023"/>
            <a:ext cx="1147784" cy="2410977"/>
            <a:chOff x="7946328" y="2524023"/>
            <a:chExt cx="1147784" cy="2410977"/>
          </a:xfrm>
        </p:grpSpPr>
        <p:sp>
          <p:nvSpPr>
            <p:cNvPr id="2692" name="Google Shape;2692;p59"/>
            <p:cNvSpPr/>
            <p:nvPr/>
          </p:nvSpPr>
          <p:spPr>
            <a:xfrm>
              <a:off x="8191113" y="4793400"/>
              <a:ext cx="903000" cy="1416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93" name="Google Shape;2693;p59"/>
            <p:cNvGrpSpPr/>
            <p:nvPr/>
          </p:nvGrpSpPr>
          <p:grpSpPr>
            <a:xfrm>
              <a:off x="8441179" y="4632092"/>
              <a:ext cx="402873" cy="227929"/>
              <a:chOff x="6174384" y="3385087"/>
              <a:chExt cx="1445543" cy="817828"/>
            </a:xfrm>
          </p:grpSpPr>
          <p:sp>
            <p:nvSpPr>
              <p:cNvPr id="2694" name="Google Shape;2694;p59"/>
              <p:cNvSpPr/>
              <p:nvPr/>
            </p:nvSpPr>
            <p:spPr>
              <a:xfrm>
                <a:off x="6174384" y="3478779"/>
                <a:ext cx="1445543" cy="724136"/>
              </a:xfrm>
              <a:custGeom>
                <a:avLst/>
                <a:gdLst/>
                <a:ahLst/>
                <a:cxnLst/>
                <a:rect l="l" t="t" r="r" b="b"/>
                <a:pathLst>
                  <a:path w="72052" h="36094" extrusionOk="0">
                    <a:moveTo>
                      <a:pt x="0" y="1"/>
                    </a:moveTo>
                    <a:lnTo>
                      <a:pt x="0" y="31423"/>
                    </a:lnTo>
                    <a:cubicBezTo>
                      <a:pt x="0" y="34025"/>
                      <a:pt x="16145" y="36093"/>
                      <a:pt x="36026" y="36093"/>
                    </a:cubicBezTo>
                    <a:cubicBezTo>
                      <a:pt x="55907" y="36093"/>
                      <a:pt x="72052" y="34025"/>
                      <a:pt x="72052" y="31423"/>
                    </a:cubicBezTo>
                    <a:lnTo>
                      <a:pt x="720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59"/>
              <p:cNvSpPr/>
              <p:nvPr/>
            </p:nvSpPr>
            <p:spPr>
              <a:xfrm>
                <a:off x="6174384" y="3385087"/>
                <a:ext cx="1445543" cy="187404"/>
              </a:xfrm>
              <a:custGeom>
                <a:avLst/>
                <a:gdLst/>
                <a:ahLst/>
                <a:cxnLst/>
                <a:rect l="l" t="t" r="r" b="b"/>
                <a:pathLst>
                  <a:path w="72052" h="9341" extrusionOk="0">
                    <a:moveTo>
                      <a:pt x="36026" y="1"/>
                    </a:moveTo>
                    <a:cubicBezTo>
                      <a:pt x="16145" y="1"/>
                      <a:pt x="0" y="2069"/>
                      <a:pt x="0" y="4671"/>
                    </a:cubicBezTo>
                    <a:cubicBezTo>
                      <a:pt x="0" y="7239"/>
                      <a:pt x="16145" y="9341"/>
                      <a:pt x="36026" y="9341"/>
                    </a:cubicBezTo>
                    <a:cubicBezTo>
                      <a:pt x="55907" y="9341"/>
                      <a:pt x="72052" y="7239"/>
                      <a:pt x="72052" y="4671"/>
                    </a:cubicBezTo>
                    <a:cubicBezTo>
                      <a:pt x="72052" y="2069"/>
                      <a:pt x="55907" y="1"/>
                      <a:pt x="360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59"/>
              <p:cNvSpPr/>
              <p:nvPr/>
            </p:nvSpPr>
            <p:spPr>
              <a:xfrm>
                <a:off x="6606711" y="3441303"/>
                <a:ext cx="580910" cy="74974"/>
              </a:xfrm>
              <a:custGeom>
                <a:avLst/>
                <a:gdLst/>
                <a:ahLst/>
                <a:cxnLst/>
                <a:rect l="l" t="t" r="r" b="b"/>
                <a:pathLst>
                  <a:path w="28955" h="3737" extrusionOk="0">
                    <a:moveTo>
                      <a:pt x="14477" y="1"/>
                    </a:moveTo>
                    <a:cubicBezTo>
                      <a:pt x="6471" y="1"/>
                      <a:pt x="0" y="835"/>
                      <a:pt x="0" y="1869"/>
                    </a:cubicBezTo>
                    <a:cubicBezTo>
                      <a:pt x="0" y="2903"/>
                      <a:pt x="6471" y="3737"/>
                      <a:pt x="14477" y="3737"/>
                    </a:cubicBezTo>
                    <a:cubicBezTo>
                      <a:pt x="22483" y="3737"/>
                      <a:pt x="28954" y="2903"/>
                      <a:pt x="28954" y="1869"/>
                    </a:cubicBezTo>
                    <a:cubicBezTo>
                      <a:pt x="28954" y="835"/>
                      <a:pt x="22483" y="1"/>
                      <a:pt x="144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7" name="Google Shape;2697;p59"/>
            <p:cNvGrpSpPr/>
            <p:nvPr/>
          </p:nvGrpSpPr>
          <p:grpSpPr>
            <a:xfrm>
              <a:off x="7946328" y="2524023"/>
              <a:ext cx="712760" cy="2108087"/>
              <a:chOff x="5519203" y="1070898"/>
              <a:chExt cx="712760" cy="2108087"/>
            </a:xfrm>
          </p:grpSpPr>
          <p:sp>
            <p:nvSpPr>
              <p:cNvPr id="2698" name="Google Shape;2698;p59"/>
              <p:cNvSpPr/>
              <p:nvPr/>
            </p:nvSpPr>
            <p:spPr>
              <a:xfrm>
                <a:off x="5519203" y="1234187"/>
                <a:ext cx="490568" cy="229936"/>
              </a:xfrm>
              <a:custGeom>
                <a:avLst/>
                <a:gdLst/>
                <a:ahLst/>
                <a:cxnLst/>
                <a:rect l="l" t="t" r="r" b="b"/>
                <a:pathLst>
                  <a:path w="24452" h="11461" extrusionOk="0">
                    <a:moveTo>
                      <a:pt x="21516" y="1"/>
                    </a:moveTo>
                    <a:cubicBezTo>
                      <a:pt x="20749" y="1135"/>
                      <a:pt x="19281" y="468"/>
                      <a:pt x="12576" y="1835"/>
                    </a:cubicBezTo>
                    <a:cubicBezTo>
                      <a:pt x="5905" y="3270"/>
                      <a:pt x="1" y="8874"/>
                      <a:pt x="1" y="8874"/>
                    </a:cubicBezTo>
                    <a:cubicBezTo>
                      <a:pt x="1049" y="8463"/>
                      <a:pt x="2373" y="8296"/>
                      <a:pt x="3842" y="8296"/>
                    </a:cubicBezTo>
                    <a:cubicBezTo>
                      <a:pt x="9526" y="8296"/>
                      <a:pt x="17383" y="10785"/>
                      <a:pt x="19848" y="11209"/>
                    </a:cubicBezTo>
                    <a:cubicBezTo>
                      <a:pt x="20893" y="11398"/>
                      <a:pt x="21753" y="11461"/>
                      <a:pt x="22435" y="11461"/>
                    </a:cubicBezTo>
                    <a:cubicBezTo>
                      <a:pt x="23799" y="11461"/>
                      <a:pt x="24452" y="11209"/>
                      <a:pt x="24452" y="11209"/>
                    </a:cubicBezTo>
                    <a:cubicBezTo>
                      <a:pt x="23684" y="5838"/>
                      <a:pt x="21516" y="1"/>
                      <a:pt x="215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59"/>
              <p:cNvSpPr/>
              <p:nvPr/>
            </p:nvSpPr>
            <p:spPr>
              <a:xfrm>
                <a:off x="5861189" y="1076094"/>
                <a:ext cx="370775" cy="347623"/>
              </a:xfrm>
              <a:custGeom>
                <a:avLst/>
                <a:gdLst/>
                <a:ahLst/>
                <a:cxnLst/>
                <a:rect l="l" t="t" r="r" b="b"/>
                <a:pathLst>
                  <a:path w="18481" h="17327" extrusionOk="0">
                    <a:moveTo>
                      <a:pt x="12823" y="0"/>
                    </a:moveTo>
                    <a:cubicBezTo>
                      <a:pt x="11663" y="0"/>
                      <a:pt x="10358" y="75"/>
                      <a:pt x="8940" y="275"/>
                    </a:cubicBezTo>
                    <a:cubicBezTo>
                      <a:pt x="3269" y="1109"/>
                      <a:pt x="0" y="3611"/>
                      <a:pt x="0" y="3945"/>
                    </a:cubicBezTo>
                    <a:cubicBezTo>
                      <a:pt x="0" y="4278"/>
                      <a:pt x="3469" y="17187"/>
                      <a:pt x="3603" y="17321"/>
                    </a:cubicBezTo>
                    <a:cubicBezTo>
                      <a:pt x="3608" y="17325"/>
                      <a:pt x="3613" y="17326"/>
                      <a:pt x="3619" y="17326"/>
                    </a:cubicBezTo>
                    <a:cubicBezTo>
                      <a:pt x="3750" y="17326"/>
                      <a:pt x="4094" y="16358"/>
                      <a:pt x="7196" y="16358"/>
                    </a:cubicBezTo>
                    <a:cubicBezTo>
                      <a:pt x="7495" y="16358"/>
                      <a:pt x="7820" y="16367"/>
                      <a:pt x="8173" y="16387"/>
                    </a:cubicBezTo>
                    <a:cubicBezTo>
                      <a:pt x="10800" y="16550"/>
                      <a:pt x="12846" y="16603"/>
                      <a:pt x="14397" y="16603"/>
                    </a:cubicBezTo>
                    <a:cubicBezTo>
                      <a:pt x="17277" y="16603"/>
                      <a:pt x="18447" y="16420"/>
                      <a:pt x="18447" y="16420"/>
                    </a:cubicBezTo>
                    <a:lnTo>
                      <a:pt x="18447" y="676"/>
                    </a:lnTo>
                    <a:lnTo>
                      <a:pt x="18480" y="676"/>
                    </a:lnTo>
                    <a:cubicBezTo>
                      <a:pt x="18480" y="676"/>
                      <a:pt x="16304" y="0"/>
                      <a:pt x="128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59"/>
              <p:cNvSpPr/>
              <p:nvPr/>
            </p:nvSpPr>
            <p:spPr>
              <a:xfrm>
                <a:off x="6231944" y="1070898"/>
                <a:ext cx="20" cy="2108087"/>
              </a:xfrm>
              <a:custGeom>
                <a:avLst/>
                <a:gdLst/>
                <a:ahLst/>
                <a:cxnLst/>
                <a:rect l="l" t="t" r="r" b="b"/>
                <a:pathLst>
                  <a:path w="1" h="105076" fill="none" extrusionOk="0">
                    <a:moveTo>
                      <a:pt x="0" y="1"/>
                    </a:moveTo>
                    <a:lnTo>
                      <a:pt x="0" y="105076"/>
                    </a:lnTo>
                  </a:path>
                </a:pathLst>
              </a:custGeom>
              <a:noFill/>
              <a:ln w="14175"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04"/>
        <p:cNvGrpSpPr/>
        <p:nvPr/>
      </p:nvGrpSpPr>
      <p:grpSpPr>
        <a:xfrm>
          <a:off x="0" y="0"/>
          <a:ext cx="0" cy="0"/>
          <a:chOff x="0" y="0"/>
          <a:chExt cx="0" cy="0"/>
        </a:xfrm>
      </p:grpSpPr>
      <p:cxnSp>
        <p:nvCxnSpPr>
          <p:cNvPr id="2705" name="Google Shape;2705;p60"/>
          <p:cNvCxnSpPr/>
          <p:nvPr/>
        </p:nvCxnSpPr>
        <p:spPr>
          <a:xfrm>
            <a:off x="721125" y="2791125"/>
            <a:ext cx="7698000" cy="0"/>
          </a:xfrm>
          <a:prstGeom prst="straightConnector1">
            <a:avLst/>
          </a:prstGeom>
          <a:noFill/>
          <a:ln w="38100" cap="flat" cmpd="sng">
            <a:solidFill>
              <a:schemeClr val="accent3"/>
            </a:solidFill>
            <a:prstDash val="solid"/>
            <a:round/>
            <a:headEnd type="none" w="med" len="med"/>
            <a:tailEnd type="triangle" w="med" len="med"/>
          </a:ln>
        </p:spPr>
      </p:cxnSp>
      <p:sp>
        <p:nvSpPr>
          <p:cNvPr id="2706" name="Google Shape;2706;p60"/>
          <p:cNvSpPr/>
          <p:nvPr/>
        </p:nvSpPr>
        <p:spPr>
          <a:xfrm>
            <a:off x="1146050" y="2445825"/>
            <a:ext cx="690600" cy="690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60"/>
          <p:cNvSpPr/>
          <p:nvPr/>
        </p:nvSpPr>
        <p:spPr>
          <a:xfrm>
            <a:off x="2686919" y="2445825"/>
            <a:ext cx="690600" cy="690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60"/>
          <p:cNvSpPr/>
          <p:nvPr/>
        </p:nvSpPr>
        <p:spPr>
          <a:xfrm>
            <a:off x="4223756" y="2445825"/>
            <a:ext cx="690600" cy="690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60"/>
          <p:cNvSpPr/>
          <p:nvPr/>
        </p:nvSpPr>
        <p:spPr>
          <a:xfrm>
            <a:off x="5774388" y="2445825"/>
            <a:ext cx="690600" cy="690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60"/>
          <p:cNvSpPr/>
          <p:nvPr/>
        </p:nvSpPr>
        <p:spPr>
          <a:xfrm>
            <a:off x="7313088" y="2445825"/>
            <a:ext cx="690600" cy="690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60"/>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GAP ANALYSIS PROCEDURE</a:t>
            </a:r>
            <a:endParaRPr>
              <a:solidFill>
                <a:schemeClr val="accent3"/>
              </a:solidFill>
            </a:endParaRPr>
          </a:p>
        </p:txBody>
      </p:sp>
      <p:sp>
        <p:nvSpPr>
          <p:cNvPr id="2712" name="Google Shape;2712;p60"/>
          <p:cNvSpPr txBox="1"/>
          <p:nvPr/>
        </p:nvSpPr>
        <p:spPr>
          <a:xfrm>
            <a:off x="713100" y="3284031"/>
            <a:ext cx="1543500" cy="437100"/>
          </a:xfrm>
          <a:prstGeom prst="rect">
            <a:avLst/>
          </a:prstGeom>
          <a:noFill/>
          <a:ln>
            <a:noFill/>
          </a:ln>
        </p:spPr>
        <p:txBody>
          <a:bodyPr spcFirstLastPara="1" wrap="square" lIns="0" tIns="0" rIns="0" bIns="0" anchor="b" anchorCtr="0">
            <a:noAutofit/>
          </a:bodyPr>
          <a:lstStyle/>
          <a:p>
            <a:pPr marL="0" lvl="0" indent="0" algn="ctr" rtl="0">
              <a:spcBef>
                <a:spcPts val="0"/>
              </a:spcBef>
              <a:spcAft>
                <a:spcPts val="0"/>
              </a:spcAft>
              <a:buNone/>
            </a:pPr>
            <a:r>
              <a:rPr lang="en" sz="1900" b="1">
                <a:solidFill>
                  <a:schemeClr val="accent3"/>
                </a:solidFill>
                <a:latin typeface="Inter"/>
                <a:ea typeface="Inter"/>
                <a:cs typeface="Inter"/>
                <a:sym typeface="Inter"/>
              </a:rPr>
              <a:t>Q GOAL</a:t>
            </a:r>
            <a:endParaRPr sz="1900" b="1">
              <a:solidFill>
                <a:schemeClr val="accent3"/>
              </a:solidFill>
              <a:latin typeface="Inter"/>
              <a:ea typeface="Inter"/>
              <a:cs typeface="Inter"/>
              <a:sym typeface="Inter"/>
            </a:endParaRPr>
          </a:p>
        </p:txBody>
      </p:sp>
      <p:sp>
        <p:nvSpPr>
          <p:cNvPr id="2713" name="Google Shape;2713;p60"/>
          <p:cNvSpPr txBox="1"/>
          <p:nvPr/>
        </p:nvSpPr>
        <p:spPr>
          <a:xfrm>
            <a:off x="713100" y="3800634"/>
            <a:ext cx="1543500" cy="527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chemeClr val="dk1"/>
                </a:solidFill>
                <a:latin typeface="Cairo"/>
                <a:ea typeface="Cairo"/>
                <a:cs typeface="Cairo"/>
                <a:sym typeface="Cairo"/>
              </a:rPr>
              <a:t>Neptune is far from the Sun</a:t>
            </a:r>
            <a:endParaRPr>
              <a:solidFill>
                <a:schemeClr val="dk1"/>
              </a:solidFill>
              <a:latin typeface="Cairo"/>
              <a:ea typeface="Cairo"/>
              <a:cs typeface="Cairo"/>
              <a:sym typeface="Cairo"/>
            </a:endParaRPr>
          </a:p>
        </p:txBody>
      </p:sp>
      <p:sp>
        <p:nvSpPr>
          <p:cNvPr id="2714" name="Google Shape;2714;p60"/>
          <p:cNvSpPr txBox="1"/>
          <p:nvPr/>
        </p:nvSpPr>
        <p:spPr>
          <a:xfrm>
            <a:off x="3801825" y="3284031"/>
            <a:ext cx="1543500" cy="437100"/>
          </a:xfrm>
          <a:prstGeom prst="rect">
            <a:avLst/>
          </a:prstGeom>
          <a:noFill/>
          <a:ln>
            <a:noFill/>
          </a:ln>
        </p:spPr>
        <p:txBody>
          <a:bodyPr spcFirstLastPara="1" wrap="square" lIns="0" tIns="0" rIns="0" bIns="0" anchor="b" anchorCtr="0">
            <a:noAutofit/>
          </a:bodyPr>
          <a:lstStyle/>
          <a:p>
            <a:pPr marL="0" lvl="0" indent="0" algn="ctr" rtl="0">
              <a:spcBef>
                <a:spcPts val="0"/>
              </a:spcBef>
              <a:spcAft>
                <a:spcPts val="0"/>
              </a:spcAft>
              <a:buNone/>
            </a:pPr>
            <a:r>
              <a:rPr lang="en" sz="1900" b="1">
                <a:solidFill>
                  <a:schemeClr val="accent3"/>
                </a:solidFill>
                <a:latin typeface="Inter"/>
                <a:ea typeface="Inter"/>
                <a:cs typeface="Inter"/>
                <a:sym typeface="Inter"/>
              </a:rPr>
              <a:t>Q GOAL</a:t>
            </a:r>
            <a:endParaRPr sz="1900" b="1">
              <a:solidFill>
                <a:schemeClr val="accent3"/>
              </a:solidFill>
              <a:latin typeface="Inter"/>
              <a:ea typeface="Inter"/>
              <a:cs typeface="Inter"/>
              <a:sym typeface="Inter"/>
            </a:endParaRPr>
          </a:p>
        </p:txBody>
      </p:sp>
      <p:sp>
        <p:nvSpPr>
          <p:cNvPr id="2715" name="Google Shape;2715;p60"/>
          <p:cNvSpPr txBox="1"/>
          <p:nvPr/>
        </p:nvSpPr>
        <p:spPr>
          <a:xfrm>
            <a:off x="3801825" y="3800634"/>
            <a:ext cx="1543500" cy="527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chemeClr val="dk1"/>
                </a:solidFill>
                <a:latin typeface="Cairo"/>
                <a:ea typeface="Cairo"/>
                <a:cs typeface="Cairo"/>
                <a:sym typeface="Cairo"/>
              </a:rPr>
              <a:t>Venus has a beautiful name</a:t>
            </a:r>
            <a:endParaRPr>
              <a:solidFill>
                <a:schemeClr val="dk1"/>
              </a:solidFill>
              <a:latin typeface="Cairo"/>
              <a:ea typeface="Cairo"/>
              <a:cs typeface="Cairo"/>
              <a:sym typeface="Cairo"/>
            </a:endParaRPr>
          </a:p>
        </p:txBody>
      </p:sp>
      <p:sp>
        <p:nvSpPr>
          <p:cNvPr id="2716" name="Google Shape;2716;p60"/>
          <p:cNvSpPr txBox="1"/>
          <p:nvPr/>
        </p:nvSpPr>
        <p:spPr>
          <a:xfrm>
            <a:off x="2256660" y="1237758"/>
            <a:ext cx="1543500" cy="437100"/>
          </a:xfrm>
          <a:prstGeom prst="rect">
            <a:avLst/>
          </a:prstGeom>
          <a:noFill/>
          <a:ln>
            <a:noFill/>
          </a:ln>
        </p:spPr>
        <p:txBody>
          <a:bodyPr spcFirstLastPara="1" wrap="square" lIns="0" tIns="0" rIns="0" bIns="0" anchor="b" anchorCtr="0">
            <a:noAutofit/>
          </a:bodyPr>
          <a:lstStyle/>
          <a:p>
            <a:pPr marL="0" lvl="0" indent="0" algn="ctr" rtl="0">
              <a:spcBef>
                <a:spcPts val="0"/>
              </a:spcBef>
              <a:spcAft>
                <a:spcPts val="0"/>
              </a:spcAft>
              <a:buNone/>
            </a:pPr>
            <a:r>
              <a:rPr lang="en" sz="1900" b="1">
                <a:solidFill>
                  <a:schemeClr val="accent3"/>
                </a:solidFill>
                <a:latin typeface="Inter"/>
                <a:ea typeface="Inter"/>
                <a:cs typeface="Inter"/>
                <a:sym typeface="Inter"/>
              </a:rPr>
              <a:t>Q GOAL</a:t>
            </a:r>
            <a:endParaRPr sz="1900" b="1">
              <a:solidFill>
                <a:schemeClr val="accent3"/>
              </a:solidFill>
              <a:latin typeface="Inter"/>
              <a:ea typeface="Inter"/>
              <a:cs typeface="Inter"/>
              <a:sym typeface="Inter"/>
            </a:endParaRPr>
          </a:p>
        </p:txBody>
      </p:sp>
      <p:sp>
        <p:nvSpPr>
          <p:cNvPr id="2717" name="Google Shape;2717;p60"/>
          <p:cNvSpPr txBox="1"/>
          <p:nvPr/>
        </p:nvSpPr>
        <p:spPr>
          <a:xfrm>
            <a:off x="2256660" y="1747939"/>
            <a:ext cx="1543500" cy="527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chemeClr val="dk1"/>
                </a:solidFill>
                <a:latin typeface="Cairo"/>
                <a:ea typeface="Cairo"/>
                <a:cs typeface="Cairo"/>
                <a:sym typeface="Cairo"/>
              </a:rPr>
              <a:t>Earth is where we all live</a:t>
            </a:r>
            <a:endParaRPr>
              <a:solidFill>
                <a:schemeClr val="dk1"/>
              </a:solidFill>
              <a:latin typeface="Cairo"/>
              <a:ea typeface="Cairo"/>
              <a:cs typeface="Cairo"/>
              <a:sym typeface="Cairo"/>
            </a:endParaRPr>
          </a:p>
        </p:txBody>
      </p:sp>
      <p:sp>
        <p:nvSpPr>
          <p:cNvPr id="2718" name="Google Shape;2718;p60"/>
          <p:cNvSpPr txBox="1"/>
          <p:nvPr/>
        </p:nvSpPr>
        <p:spPr>
          <a:xfrm>
            <a:off x="5343780" y="1237758"/>
            <a:ext cx="1543500" cy="437100"/>
          </a:xfrm>
          <a:prstGeom prst="rect">
            <a:avLst/>
          </a:prstGeom>
          <a:noFill/>
          <a:ln>
            <a:noFill/>
          </a:ln>
        </p:spPr>
        <p:txBody>
          <a:bodyPr spcFirstLastPara="1" wrap="square" lIns="0" tIns="0" rIns="0" bIns="0" anchor="b" anchorCtr="0">
            <a:noAutofit/>
          </a:bodyPr>
          <a:lstStyle/>
          <a:p>
            <a:pPr marL="0" lvl="0" indent="0" algn="ctr" rtl="0">
              <a:spcBef>
                <a:spcPts val="0"/>
              </a:spcBef>
              <a:spcAft>
                <a:spcPts val="0"/>
              </a:spcAft>
              <a:buNone/>
            </a:pPr>
            <a:r>
              <a:rPr lang="en" sz="1900" b="1">
                <a:solidFill>
                  <a:schemeClr val="accent3"/>
                </a:solidFill>
                <a:latin typeface="Inter"/>
                <a:ea typeface="Inter"/>
                <a:cs typeface="Inter"/>
                <a:sym typeface="Inter"/>
              </a:rPr>
              <a:t>Q GOAL</a:t>
            </a:r>
            <a:endParaRPr sz="1900" b="1">
              <a:solidFill>
                <a:schemeClr val="accent3"/>
              </a:solidFill>
              <a:latin typeface="Inter"/>
              <a:ea typeface="Inter"/>
              <a:cs typeface="Inter"/>
              <a:sym typeface="Inter"/>
            </a:endParaRPr>
          </a:p>
        </p:txBody>
      </p:sp>
      <p:sp>
        <p:nvSpPr>
          <p:cNvPr id="2719" name="Google Shape;2719;p60"/>
          <p:cNvSpPr txBox="1"/>
          <p:nvPr/>
        </p:nvSpPr>
        <p:spPr>
          <a:xfrm>
            <a:off x="5343780" y="1747939"/>
            <a:ext cx="1543500" cy="527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chemeClr val="dk1"/>
                </a:solidFill>
                <a:latin typeface="Cairo"/>
                <a:ea typeface="Cairo"/>
                <a:cs typeface="Cairo"/>
                <a:sym typeface="Cairo"/>
              </a:rPr>
              <a:t>Mars is actually a very cold place</a:t>
            </a:r>
            <a:endParaRPr>
              <a:solidFill>
                <a:schemeClr val="dk1"/>
              </a:solidFill>
              <a:latin typeface="Cairo"/>
              <a:ea typeface="Cairo"/>
              <a:cs typeface="Cairo"/>
              <a:sym typeface="Cairo"/>
            </a:endParaRPr>
          </a:p>
        </p:txBody>
      </p:sp>
      <p:sp>
        <p:nvSpPr>
          <p:cNvPr id="2720" name="Google Shape;2720;p60"/>
          <p:cNvSpPr txBox="1"/>
          <p:nvPr/>
        </p:nvSpPr>
        <p:spPr>
          <a:xfrm>
            <a:off x="6887340" y="3284031"/>
            <a:ext cx="1543500" cy="437100"/>
          </a:xfrm>
          <a:prstGeom prst="rect">
            <a:avLst/>
          </a:prstGeom>
          <a:noFill/>
          <a:ln>
            <a:noFill/>
          </a:ln>
        </p:spPr>
        <p:txBody>
          <a:bodyPr spcFirstLastPara="1" wrap="square" lIns="0" tIns="0" rIns="0" bIns="0" anchor="b" anchorCtr="0">
            <a:noAutofit/>
          </a:bodyPr>
          <a:lstStyle/>
          <a:p>
            <a:pPr marL="0" lvl="0" indent="0" algn="ctr" rtl="0">
              <a:spcBef>
                <a:spcPts val="0"/>
              </a:spcBef>
              <a:spcAft>
                <a:spcPts val="0"/>
              </a:spcAft>
              <a:buNone/>
            </a:pPr>
            <a:r>
              <a:rPr lang="en" sz="1900" b="1">
                <a:solidFill>
                  <a:schemeClr val="accent3"/>
                </a:solidFill>
                <a:latin typeface="Inter"/>
                <a:ea typeface="Inter"/>
                <a:cs typeface="Inter"/>
                <a:sym typeface="Inter"/>
              </a:rPr>
              <a:t>Q GOAL</a:t>
            </a:r>
            <a:endParaRPr sz="1900" b="1">
              <a:solidFill>
                <a:schemeClr val="accent3"/>
              </a:solidFill>
              <a:latin typeface="Inter"/>
              <a:ea typeface="Inter"/>
              <a:cs typeface="Inter"/>
              <a:sym typeface="Inter"/>
            </a:endParaRPr>
          </a:p>
        </p:txBody>
      </p:sp>
      <p:sp>
        <p:nvSpPr>
          <p:cNvPr id="2721" name="Google Shape;2721;p60"/>
          <p:cNvSpPr txBox="1"/>
          <p:nvPr/>
        </p:nvSpPr>
        <p:spPr>
          <a:xfrm>
            <a:off x="6887340" y="3800634"/>
            <a:ext cx="1543500" cy="527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chemeClr val="dk1"/>
                </a:solidFill>
                <a:latin typeface="Cairo"/>
                <a:ea typeface="Cairo"/>
                <a:cs typeface="Cairo"/>
                <a:sym typeface="Cairo"/>
              </a:rPr>
              <a:t>Jupiter is the biggest planet of them all</a:t>
            </a:r>
            <a:endParaRPr>
              <a:solidFill>
                <a:schemeClr val="dk1"/>
              </a:solidFill>
              <a:latin typeface="Cairo"/>
              <a:ea typeface="Cairo"/>
              <a:cs typeface="Cairo"/>
              <a:sym typeface="Cairo"/>
            </a:endParaRPr>
          </a:p>
        </p:txBody>
      </p:sp>
      <p:sp>
        <p:nvSpPr>
          <p:cNvPr id="2722" name="Google Shape;2722;p60"/>
          <p:cNvSpPr/>
          <p:nvPr/>
        </p:nvSpPr>
        <p:spPr>
          <a:xfrm>
            <a:off x="1139339" y="2445675"/>
            <a:ext cx="690900" cy="690900"/>
          </a:xfrm>
          <a:prstGeom prst="ellipse">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900" b="1">
                <a:solidFill>
                  <a:schemeClr val="lt1"/>
                </a:solidFill>
                <a:latin typeface="Inter"/>
                <a:ea typeface="Inter"/>
                <a:cs typeface="Inter"/>
                <a:sym typeface="Inter"/>
              </a:rPr>
              <a:t>1st</a:t>
            </a:r>
            <a:endParaRPr sz="1900" b="1">
              <a:solidFill>
                <a:schemeClr val="lt1"/>
              </a:solidFill>
              <a:latin typeface="Inter"/>
              <a:ea typeface="Inter"/>
              <a:cs typeface="Inter"/>
              <a:sym typeface="Inter"/>
            </a:endParaRPr>
          </a:p>
        </p:txBody>
      </p:sp>
      <p:sp>
        <p:nvSpPr>
          <p:cNvPr id="2723" name="Google Shape;2723;p60"/>
          <p:cNvSpPr/>
          <p:nvPr/>
        </p:nvSpPr>
        <p:spPr>
          <a:xfrm>
            <a:off x="2674976" y="2437875"/>
            <a:ext cx="706500" cy="706500"/>
          </a:xfrm>
          <a:prstGeom prst="ellipse">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900" b="1">
                <a:solidFill>
                  <a:schemeClr val="lt1"/>
                </a:solidFill>
                <a:latin typeface="Inter"/>
                <a:ea typeface="Inter"/>
                <a:cs typeface="Inter"/>
                <a:sym typeface="Inter"/>
              </a:rPr>
              <a:t>2nd</a:t>
            </a:r>
            <a:endParaRPr sz="1900" b="1">
              <a:solidFill>
                <a:schemeClr val="lt1"/>
              </a:solidFill>
              <a:latin typeface="Inter"/>
              <a:ea typeface="Inter"/>
              <a:cs typeface="Inter"/>
              <a:sym typeface="Inter"/>
            </a:endParaRPr>
          </a:p>
        </p:txBody>
      </p:sp>
      <p:sp>
        <p:nvSpPr>
          <p:cNvPr id="2724" name="Google Shape;2724;p60"/>
          <p:cNvSpPr/>
          <p:nvPr/>
        </p:nvSpPr>
        <p:spPr>
          <a:xfrm>
            <a:off x="4219791" y="2437875"/>
            <a:ext cx="706500" cy="706500"/>
          </a:xfrm>
          <a:prstGeom prst="ellipse">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900" b="1">
                <a:solidFill>
                  <a:schemeClr val="lt1"/>
                </a:solidFill>
                <a:latin typeface="Inter"/>
                <a:ea typeface="Inter"/>
                <a:cs typeface="Inter"/>
                <a:sym typeface="Inter"/>
              </a:rPr>
              <a:t>3rd</a:t>
            </a:r>
            <a:endParaRPr sz="1900" b="1">
              <a:solidFill>
                <a:schemeClr val="lt1"/>
              </a:solidFill>
              <a:latin typeface="Inter"/>
              <a:ea typeface="Inter"/>
              <a:cs typeface="Inter"/>
              <a:sym typeface="Inter"/>
            </a:endParaRPr>
          </a:p>
        </p:txBody>
      </p:sp>
      <p:sp>
        <p:nvSpPr>
          <p:cNvPr id="2725" name="Google Shape;2725;p60"/>
          <p:cNvSpPr/>
          <p:nvPr/>
        </p:nvSpPr>
        <p:spPr>
          <a:xfrm>
            <a:off x="5771027" y="2445675"/>
            <a:ext cx="690900" cy="690900"/>
          </a:xfrm>
          <a:prstGeom prst="ellipse">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900" b="1">
                <a:solidFill>
                  <a:schemeClr val="lt1"/>
                </a:solidFill>
                <a:latin typeface="Inter"/>
                <a:ea typeface="Inter"/>
                <a:cs typeface="Inter"/>
                <a:sym typeface="Inter"/>
              </a:rPr>
              <a:t>4th</a:t>
            </a:r>
            <a:endParaRPr sz="1900" b="1">
              <a:solidFill>
                <a:schemeClr val="lt1"/>
              </a:solidFill>
              <a:latin typeface="Inter"/>
              <a:ea typeface="Inter"/>
              <a:cs typeface="Inter"/>
              <a:sym typeface="Inter"/>
            </a:endParaRPr>
          </a:p>
        </p:txBody>
      </p:sp>
      <p:sp>
        <p:nvSpPr>
          <p:cNvPr id="2726" name="Google Shape;2726;p60"/>
          <p:cNvSpPr/>
          <p:nvPr/>
        </p:nvSpPr>
        <p:spPr>
          <a:xfrm>
            <a:off x="7313085" y="2445675"/>
            <a:ext cx="690900" cy="690900"/>
          </a:xfrm>
          <a:prstGeom prst="ellipse">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900" b="1">
                <a:solidFill>
                  <a:schemeClr val="lt1"/>
                </a:solidFill>
                <a:latin typeface="Inter"/>
                <a:ea typeface="Inter"/>
                <a:cs typeface="Inter"/>
                <a:sym typeface="Inter"/>
              </a:rPr>
              <a:t>5th</a:t>
            </a:r>
            <a:endParaRPr sz="1900" b="1">
              <a:solidFill>
                <a:schemeClr val="lt1"/>
              </a:solidFill>
              <a:latin typeface="Inter"/>
              <a:ea typeface="Inter"/>
              <a:cs typeface="Inter"/>
              <a:sym typeface="Inter"/>
            </a:endParaRPr>
          </a:p>
        </p:txBody>
      </p:sp>
      <p:cxnSp>
        <p:nvCxnSpPr>
          <p:cNvPr id="2727" name="Google Shape;2727;p60"/>
          <p:cNvCxnSpPr>
            <a:stCxn id="2712" idx="0"/>
            <a:endCxn id="2722" idx="4"/>
          </p:cNvCxnSpPr>
          <p:nvPr/>
        </p:nvCxnSpPr>
        <p:spPr>
          <a:xfrm rot="10800000">
            <a:off x="1484850" y="3136431"/>
            <a:ext cx="0" cy="147600"/>
          </a:xfrm>
          <a:prstGeom prst="straightConnector1">
            <a:avLst/>
          </a:prstGeom>
          <a:noFill/>
          <a:ln w="28575" cap="flat" cmpd="sng">
            <a:solidFill>
              <a:schemeClr val="accent3"/>
            </a:solidFill>
            <a:prstDash val="solid"/>
            <a:round/>
            <a:headEnd type="none" w="med" len="med"/>
            <a:tailEnd type="none" w="med" len="med"/>
          </a:ln>
        </p:spPr>
      </p:cxnSp>
      <p:cxnSp>
        <p:nvCxnSpPr>
          <p:cNvPr id="2728" name="Google Shape;2728;p60"/>
          <p:cNvCxnSpPr>
            <a:stCxn id="2723" idx="0"/>
            <a:endCxn id="2717" idx="2"/>
          </p:cNvCxnSpPr>
          <p:nvPr/>
        </p:nvCxnSpPr>
        <p:spPr>
          <a:xfrm rot="10800000" flipH="1">
            <a:off x="3028226" y="2275575"/>
            <a:ext cx="300" cy="162300"/>
          </a:xfrm>
          <a:prstGeom prst="straightConnector1">
            <a:avLst/>
          </a:prstGeom>
          <a:noFill/>
          <a:ln w="28575" cap="flat" cmpd="sng">
            <a:solidFill>
              <a:schemeClr val="accent3"/>
            </a:solidFill>
            <a:prstDash val="solid"/>
            <a:round/>
            <a:headEnd type="none" w="med" len="med"/>
            <a:tailEnd type="none" w="med" len="med"/>
          </a:ln>
        </p:spPr>
      </p:cxnSp>
      <p:cxnSp>
        <p:nvCxnSpPr>
          <p:cNvPr id="2729" name="Google Shape;2729;p60"/>
          <p:cNvCxnSpPr>
            <a:stCxn id="2724" idx="4"/>
            <a:endCxn id="2714" idx="0"/>
          </p:cNvCxnSpPr>
          <p:nvPr/>
        </p:nvCxnSpPr>
        <p:spPr>
          <a:xfrm>
            <a:off x="4573041" y="3144375"/>
            <a:ext cx="600" cy="139800"/>
          </a:xfrm>
          <a:prstGeom prst="straightConnector1">
            <a:avLst/>
          </a:prstGeom>
          <a:noFill/>
          <a:ln w="28575" cap="flat" cmpd="sng">
            <a:solidFill>
              <a:schemeClr val="accent3"/>
            </a:solidFill>
            <a:prstDash val="solid"/>
            <a:round/>
            <a:headEnd type="none" w="med" len="med"/>
            <a:tailEnd type="none" w="med" len="med"/>
          </a:ln>
        </p:spPr>
      </p:cxnSp>
      <p:cxnSp>
        <p:nvCxnSpPr>
          <p:cNvPr id="2730" name="Google Shape;2730;p60"/>
          <p:cNvCxnSpPr>
            <a:stCxn id="2725" idx="0"/>
            <a:endCxn id="2719" idx="2"/>
          </p:cNvCxnSpPr>
          <p:nvPr/>
        </p:nvCxnSpPr>
        <p:spPr>
          <a:xfrm rot="10800000">
            <a:off x="6115577" y="2275575"/>
            <a:ext cx="900" cy="170100"/>
          </a:xfrm>
          <a:prstGeom prst="straightConnector1">
            <a:avLst/>
          </a:prstGeom>
          <a:noFill/>
          <a:ln w="28575" cap="flat" cmpd="sng">
            <a:solidFill>
              <a:schemeClr val="accent3"/>
            </a:solidFill>
            <a:prstDash val="solid"/>
            <a:round/>
            <a:headEnd type="none" w="med" len="med"/>
            <a:tailEnd type="none" w="med" len="med"/>
          </a:ln>
        </p:spPr>
      </p:cxnSp>
      <p:cxnSp>
        <p:nvCxnSpPr>
          <p:cNvPr id="2731" name="Google Shape;2731;p60"/>
          <p:cNvCxnSpPr>
            <a:stCxn id="2726" idx="4"/>
            <a:endCxn id="2720" idx="0"/>
          </p:cNvCxnSpPr>
          <p:nvPr/>
        </p:nvCxnSpPr>
        <p:spPr>
          <a:xfrm>
            <a:off x="7658535" y="3136575"/>
            <a:ext cx="600" cy="147600"/>
          </a:xfrm>
          <a:prstGeom prst="straightConnector1">
            <a:avLst/>
          </a:prstGeom>
          <a:noFill/>
          <a:ln w="28575" cap="flat" cmpd="sng">
            <a:solidFill>
              <a:schemeClr val="accent3"/>
            </a:solidFill>
            <a:prstDash val="solid"/>
            <a:round/>
            <a:headEnd type="none" w="med" len="med"/>
            <a:tailEnd type="non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35"/>
        <p:cNvGrpSpPr/>
        <p:nvPr/>
      </p:nvGrpSpPr>
      <p:grpSpPr>
        <a:xfrm>
          <a:off x="0" y="0"/>
          <a:ext cx="0" cy="0"/>
          <a:chOff x="0" y="0"/>
          <a:chExt cx="0" cy="0"/>
        </a:xfrm>
      </p:grpSpPr>
      <p:grpSp>
        <p:nvGrpSpPr>
          <p:cNvPr id="2736" name="Google Shape;2736;p61"/>
          <p:cNvGrpSpPr/>
          <p:nvPr/>
        </p:nvGrpSpPr>
        <p:grpSpPr>
          <a:xfrm>
            <a:off x="3311684" y="1375935"/>
            <a:ext cx="5096032" cy="2714842"/>
            <a:chOff x="233350" y="949250"/>
            <a:chExt cx="7137300" cy="3802300"/>
          </a:xfrm>
        </p:grpSpPr>
        <p:sp>
          <p:nvSpPr>
            <p:cNvPr id="2737" name="Google Shape;2737;p61"/>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61"/>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61"/>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61"/>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61"/>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61"/>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61"/>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61"/>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61"/>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61"/>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61"/>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61"/>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61"/>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61"/>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61"/>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61"/>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61"/>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61"/>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61"/>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61"/>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61"/>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61"/>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61"/>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61"/>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61"/>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61"/>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61"/>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61"/>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61"/>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61"/>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61"/>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61"/>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61"/>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61"/>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61"/>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61"/>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61"/>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61"/>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61"/>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61"/>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61"/>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61"/>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61"/>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61"/>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61"/>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61"/>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61"/>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61"/>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61"/>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61"/>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61"/>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88" name="Google Shape;2788;p61"/>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YOUR MAP</a:t>
            </a:r>
            <a:endParaRPr sz="2900"/>
          </a:p>
        </p:txBody>
      </p:sp>
      <p:sp>
        <p:nvSpPr>
          <p:cNvPr id="2789" name="Google Shape;2789;p61"/>
          <p:cNvSpPr txBox="1"/>
          <p:nvPr/>
        </p:nvSpPr>
        <p:spPr>
          <a:xfrm>
            <a:off x="725076" y="1560025"/>
            <a:ext cx="1540800" cy="438900"/>
          </a:xfrm>
          <a:prstGeom prst="rect">
            <a:avLst/>
          </a:prstGeom>
          <a:noFill/>
          <a:ln>
            <a:noFill/>
          </a:ln>
        </p:spPr>
        <p:txBody>
          <a:bodyPr spcFirstLastPara="1" wrap="square" lIns="91425" tIns="91425" rIns="91425" bIns="91425" anchor="b" anchorCtr="0">
            <a:noAutofit/>
          </a:bodyPr>
          <a:lstStyle/>
          <a:p>
            <a:pPr marL="0" lvl="0" indent="0" algn="r" rtl="0">
              <a:lnSpc>
                <a:spcPct val="125000"/>
              </a:lnSpc>
              <a:spcBef>
                <a:spcPts val="0"/>
              </a:spcBef>
              <a:spcAft>
                <a:spcPts val="0"/>
              </a:spcAft>
              <a:buNone/>
            </a:pPr>
            <a:r>
              <a:rPr lang="en" sz="1900" b="1">
                <a:solidFill>
                  <a:schemeClr val="accent3"/>
                </a:solidFill>
                <a:latin typeface="Inter"/>
                <a:ea typeface="Inter"/>
                <a:cs typeface="Inter"/>
                <a:sym typeface="Inter"/>
              </a:rPr>
              <a:t>MARS</a:t>
            </a:r>
            <a:endParaRPr sz="1900" b="1">
              <a:solidFill>
                <a:schemeClr val="accent3"/>
              </a:solidFill>
              <a:latin typeface="Inter"/>
              <a:ea typeface="Inter"/>
              <a:cs typeface="Inter"/>
              <a:sym typeface="Inter"/>
            </a:endParaRPr>
          </a:p>
        </p:txBody>
      </p:sp>
      <p:sp>
        <p:nvSpPr>
          <p:cNvPr id="2790" name="Google Shape;2790;p61"/>
          <p:cNvSpPr txBox="1"/>
          <p:nvPr/>
        </p:nvSpPr>
        <p:spPr>
          <a:xfrm>
            <a:off x="725076" y="1947699"/>
            <a:ext cx="1540800" cy="48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dk1"/>
                </a:solidFill>
                <a:latin typeface="Cairo"/>
                <a:ea typeface="Cairo"/>
                <a:cs typeface="Cairo"/>
                <a:sym typeface="Cairo"/>
              </a:rPr>
              <a:t>Mar is a very</a:t>
            </a:r>
            <a:endParaRPr>
              <a:solidFill>
                <a:schemeClr val="dk1"/>
              </a:solidFill>
              <a:latin typeface="Cairo"/>
              <a:ea typeface="Cairo"/>
              <a:cs typeface="Cairo"/>
              <a:sym typeface="Cairo"/>
            </a:endParaRPr>
          </a:p>
          <a:p>
            <a:pPr marL="0" lvl="0" indent="0" algn="r" rtl="0">
              <a:spcBef>
                <a:spcPts val="0"/>
              </a:spcBef>
              <a:spcAft>
                <a:spcPts val="0"/>
              </a:spcAft>
              <a:buNone/>
            </a:pPr>
            <a:r>
              <a:rPr lang="en">
                <a:solidFill>
                  <a:schemeClr val="dk1"/>
                </a:solidFill>
                <a:latin typeface="Cairo"/>
                <a:ea typeface="Cairo"/>
                <a:cs typeface="Cairo"/>
                <a:sym typeface="Cairo"/>
              </a:rPr>
              <a:t>cold planet</a:t>
            </a:r>
            <a:endParaRPr>
              <a:solidFill>
                <a:schemeClr val="dk1"/>
              </a:solidFill>
              <a:latin typeface="Cairo"/>
              <a:ea typeface="Cairo"/>
              <a:cs typeface="Cairo"/>
              <a:sym typeface="Cairo"/>
            </a:endParaRPr>
          </a:p>
        </p:txBody>
      </p:sp>
      <p:sp>
        <p:nvSpPr>
          <p:cNvPr id="2791" name="Google Shape;2791;p61"/>
          <p:cNvSpPr txBox="1"/>
          <p:nvPr/>
        </p:nvSpPr>
        <p:spPr>
          <a:xfrm>
            <a:off x="725076" y="3059729"/>
            <a:ext cx="1540800" cy="438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900" b="1">
                <a:solidFill>
                  <a:schemeClr val="accent3"/>
                </a:solidFill>
                <a:latin typeface="Inter"/>
                <a:ea typeface="Inter"/>
                <a:cs typeface="Inter"/>
                <a:sym typeface="Inter"/>
              </a:rPr>
              <a:t>VENUS</a:t>
            </a:r>
            <a:endParaRPr sz="1900" b="1">
              <a:solidFill>
                <a:schemeClr val="accent3"/>
              </a:solidFill>
              <a:latin typeface="Inter"/>
              <a:ea typeface="Inter"/>
              <a:cs typeface="Inter"/>
              <a:sym typeface="Inter"/>
            </a:endParaRPr>
          </a:p>
        </p:txBody>
      </p:sp>
      <p:sp>
        <p:nvSpPr>
          <p:cNvPr id="2792" name="Google Shape;2792;p61"/>
          <p:cNvSpPr txBox="1"/>
          <p:nvPr/>
        </p:nvSpPr>
        <p:spPr>
          <a:xfrm>
            <a:off x="725076" y="3443877"/>
            <a:ext cx="1540800" cy="48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dk1"/>
                </a:solidFill>
                <a:latin typeface="Cairo"/>
                <a:ea typeface="Cairo"/>
                <a:cs typeface="Cairo"/>
                <a:sym typeface="Cairo"/>
              </a:rPr>
              <a:t>Venus has a beautiful name </a:t>
            </a:r>
            <a:endParaRPr>
              <a:solidFill>
                <a:schemeClr val="dk1"/>
              </a:solidFill>
              <a:latin typeface="Cairo"/>
              <a:ea typeface="Cairo"/>
              <a:cs typeface="Cairo"/>
              <a:sym typeface="Cairo"/>
            </a:endParaRPr>
          </a:p>
        </p:txBody>
      </p:sp>
      <p:grpSp>
        <p:nvGrpSpPr>
          <p:cNvPr id="2793" name="Google Shape;2793;p61"/>
          <p:cNvGrpSpPr/>
          <p:nvPr/>
        </p:nvGrpSpPr>
        <p:grpSpPr>
          <a:xfrm>
            <a:off x="2459410" y="1641473"/>
            <a:ext cx="193543" cy="275990"/>
            <a:chOff x="8304647" y="3738687"/>
            <a:chExt cx="225076" cy="320956"/>
          </a:xfrm>
        </p:grpSpPr>
        <p:sp>
          <p:nvSpPr>
            <p:cNvPr id="2794" name="Google Shape;2794;p61"/>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61"/>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61"/>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97" name="Google Shape;2797;p61"/>
          <p:cNvGrpSpPr/>
          <p:nvPr/>
        </p:nvGrpSpPr>
        <p:grpSpPr>
          <a:xfrm>
            <a:off x="2459410" y="3141173"/>
            <a:ext cx="193543" cy="275990"/>
            <a:chOff x="8304647" y="3738687"/>
            <a:chExt cx="225076" cy="320956"/>
          </a:xfrm>
        </p:grpSpPr>
        <p:sp>
          <p:nvSpPr>
            <p:cNvPr id="2798" name="Google Shape;2798;p61"/>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61"/>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61"/>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1" name="Google Shape;2801;p61"/>
          <p:cNvGrpSpPr/>
          <p:nvPr/>
        </p:nvGrpSpPr>
        <p:grpSpPr>
          <a:xfrm>
            <a:off x="5574285" y="2191598"/>
            <a:ext cx="193543" cy="275990"/>
            <a:chOff x="8304647" y="3738687"/>
            <a:chExt cx="225076" cy="320956"/>
          </a:xfrm>
        </p:grpSpPr>
        <p:sp>
          <p:nvSpPr>
            <p:cNvPr id="2802" name="Google Shape;2802;p61"/>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61"/>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61"/>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5" name="Google Shape;2805;p61"/>
          <p:cNvGrpSpPr/>
          <p:nvPr/>
        </p:nvGrpSpPr>
        <p:grpSpPr>
          <a:xfrm>
            <a:off x="7315160" y="2191598"/>
            <a:ext cx="193543" cy="275990"/>
            <a:chOff x="8304647" y="3738687"/>
            <a:chExt cx="225076" cy="320956"/>
          </a:xfrm>
        </p:grpSpPr>
        <p:sp>
          <p:nvSpPr>
            <p:cNvPr id="2806" name="Google Shape;2806;p61"/>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61"/>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61"/>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9" name="Google Shape;2809;p61"/>
          <p:cNvGrpSpPr/>
          <p:nvPr/>
        </p:nvGrpSpPr>
        <p:grpSpPr>
          <a:xfrm>
            <a:off x="7926635" y="3439523"/>
            <a:ext cx="193543" cy="275990"/>
            <a:chOff x="8304647" y="3738687"/>
            <a:chExt cx="225076" cy="320956"/>
          </a:xfrm>
        </p:grpSpPr>
        <p:sp>
          <p:nvSpPr>
            <p:cNvPr id="2810" name="Google Shape;2810;p61"/>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61"/>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61"/>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3" name="Google Shape;2813;p61"/>
          <p:cNvGrpSpPr/>
          <p:nvPr/>
        </p:nvGrpSpPr>
        <p:grpSpPr>
          <a:xfrm>
            <a:off x="6056285" y="3167873"/>
            <a:ext cx="193543" cy="275990"/>
            <a:chOff x="8304647" y="3738687"/>
            <a:chExt cx="225076" cy="320956"/>
          </a:xfrm>
        </p:grpSpPr>
        <p:sp>
          <p:nvSpPr>
            <p:cNvPr id="2814" name="Google Shape;2814;p61"/>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61"/>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61"/>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7" name="Google Shape;2817;p61"/>
          <p:cNvGrpSpPr/>
          <p:nvPr/>
        </p:nvGrpSpPr>
        <p:grpSpPr>
          <a:xfrm>
            <a:off x="4725460" y="3261398"/>
            <a:ext cx="193543" cy="275990"/>
            <a:chOff x="8304647" y="3738687"/>
            <a:chExt cx="225076" cy="320956"/>
          </a:xfrm>
        </p:grpSpPr>
        <p:sp>
          <p:nvSpPr>
            <p:cNvPr id="2818" name="Google Shape;2818;p61"/>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61"/>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61"/>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1" name="Google Shape;2821;p61"/>
          <p:cNvGrpSpPr/>
          <p:nvPr/>
        </p:nvGrpSpPr>
        <p:grpSpPr>
          <a:xfrm>
            <a:off x="4416110" y="1858623"/>
            <a:ext cx="193543" cy="275990"/>
            <a:chOff x="8304647" y="3738687"/>
            <a:chExt cx="225076" cy="320956"/>
          </a:xfrm>
        </p:grpSpPr>
        <p:sp>
          <p:nvSpPr>
            <p:cNvPr id="2822" name="Google Shape;2822;p61"/>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61"/>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61"/>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5" name="Google Shape;2825;p61"/>
          <p:cNvGrpSpPr/>
          <p:nvPr/>
        </p:nvGrpSpPr>
        <p:grpSpPr>
          <a:xfrm>
            <a:off x="3696760" y="1947698"/>
            <a:ext cx="193543" cy="275990"/>
            <a:chOff x="8304647" y="3738687"/>
            <a:chExt cx="225076" cy="320956"/>
          </a:xfrm>
        </p:grpSpPr>
        <p:sp>
          <p:nvSpPr>
            <p:cNvPr id="2826" name="Google Shape;2826;p61"/>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61"/>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61"/>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9" name="Google Shape;2829;p61"/>
          <p:cNvGrpSpPr/>
          <p:nvPr/>
        </p:nvGrpSpPr>
        <p:grpSpPr>
          <a:xfrm>
            <a:off x="4042060" y="2433748"/>
            <a:ext cx="193543" cy="275990"/>
            <a:chOff x="8304647" y="3738687"/>
            <a:chExt cx="225076" cy="320956"/>
          </a:xfrm>
        </p:grpSpPr>
        <p:sp>
          <p:nvSpPr>
            <p:cNvPr id="2830" name="Google Shape;2830;p61"/>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61"/>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61"/>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3" name="Google Shape;2833;p61"/>
          <p:cNvGrpSpPr/>
          <p:nvPr/>
        </p:nvGrpSpPr>
        <p:grpSpPr>
          <a:xfrm>
            <a:off x="453200" y="236150"/>
            <a:ext cx="961550" cy="803100"/>
            <a:chOff x="4781075" y="719300"/>
            <a:chExt cx="961550" cy="803100"/>
          </a:xfrm>
        </p:grpSpPr>
        <p:sp>
          <p:nvSpPr>
            <p:cNvPr id="2834" name="Google Shape;2834;p61"/>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61"/>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61"/>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40"/>
        <p:cNvGrpSpPr/>
        <p:nvPr/>
      </p:nvGrpSpPr>
      <p:grpSpPr>
        <a:xfrm>
          <a:off x="0" y="0"/>
          <a:ext cx="0" cy="0"/>
          <a:chOff x="0" y="0"/>
          <a:chExt cx="0" cy="0"/>
        </a:xfrm>
      </p:grpSpPr>
      <p:pic>
        <p:nvPicPr>
          <p:cNvPr id="2841" name="Google Shape;2841;p62" title="Gráfico">
            <a:hlinkClick r:id="rId3"/>
          </p:cNvPr>
          <p:cNvPicPr preferRelativeResize="0"/>
          <p:nvPr/>
        </p:nvPicPr>
        <p:blipFill>
          <a:blip r:embed="rId4">
            <a:alphaModFix/>
          </a:blip>
          <a:stretch>
            <a:fillRect/>
          </a:stretch>
        </p:blipFill>
        <p:spPr>
          <a:xfrm>
            <a:off x="2970300" y="1230856"/>
            <a:ext cx="3203399" cy="3203399"/>
          </a:xfrm>
          <a:prstGeom prst="rect">
            <a:avLst/>
          </a:prstGeom>
          <a:noFill/>
          <a:ln>
            <a:noFill/>
          </a:ln>
        </p:spPr>
      </p:pic>
      <p:sp>
        <p:nvSpPr>
          <p:cNvPr id="2842" name="Google Shape;2842;p62"/>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MARKET SHARE</a:t>
            </a:r>
            <a:endParaRPr>
              <a:solidFill>
                <a:schemeClr val="accent3"/>
              </a:solidFill>
            </a:endParaRPr>
          </a:p>
        </p:txBody>
      </p:sp>
      <p:sp>
        <p:nvSpPr>
          <p:cNvPr id="2843" name="Google Shape;2843;p62"/>
          <p:cNvSpPr txBox="1"/>
          <p:nvPr/>
        </p:nvSpPr>
        <p:spPr>
          <a:xfrm flipH="1">
            <a:off x="6315474" y="1684525"/>
            <a:ext cx="2114400" cy="438900"/>
          </a:xfrm>
          <a:prstGeom prst="rect">
            <a:avLst/>
          </a:prstGeom>
          <a:noFill/>
          <a:ln>
            <a:noFill/>
          </a:ln>
        </p:spPr>
        <p:txBody>
          <a:bodyPr spcFirstLastPara="1" wrap="square" lIns="91425" tIns="91425" rIns="91425" bIns="91425" anchor="b" anchorCtr="0">
            <a:noAutofit/>
          </a:bodyPr>
          <a:lstStyle/>
          <a:p>
            <a:pPr marL="0" lvl="0" indent="0" algn="l" rtl="0">
              <a:lnSpc>
                <a:spcPct val="125000"/>
              </a:lnSpc>
              <a:spcBef>
                <a:spcPts val="0"/>
              </a:spcBef>
              <a:spcAft>
                <a:spcPts val="0"/>
              </a:spcAft>
              <a:buNone/>
            </a:pPr>
            <a:r>
              <a:rPr lang="en" sz="1900" b="1">
                <a:solidFill>
                  <a:schemeClr val="accent3"/>
                </a:solidFill>
                <a:latin typeface="Inter"/>
                <a:ea typeface="Inter"/>
                <a:cs typeface="Inter"/>
                <a:sym typeface="Inter"/>
              </a:rPr>
              <a:t>COMPETITOR 1</a:t>
            </a:r>
            <a:endParaRPr sz="1900" b="1">
              <a:solidFill>
                <a:schemeClr val="accent3"/>
              </a:solidFill>
              <a:latin typeface="Inter"/>
              <a:ea typeface="Inter"/>
              <a:cs typeface="Inter"/>
              <a:sym typeface="Inter"/>
            </a:endParaRPr>
          </a:p>
        </p:txBody>
      </p:sp>
      <p:sp>
        <p:nvSpPr>
          <p:cNvPr id="2844" name="Google Shape;2844;p62"/>
          <p:cNvSpPr txBox="1"/>
          <p:nvPr/>
        </p:nvSpPr>
        <p:spPr>
          <a:xfrm flipH="1">
            <a:off x="6315474" y="2018276"/>
            <a:ext cx="2114400" cy="47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airo"/>
                <a:ea typeface="Cairo"/>
                <a:cs typeface="Cairo"/>
                <a:sym typeface="Cairo"/>
              </a:rPr>
              <a:t>Despite being red, Mars is a very cold planet</a:t>
            </a:r>
            <a:endParaRPr>
              <a:solidFill>
                <a:schemeClr val="dk1"/>
              </a:solidFill>
              <a:latin typeface="Cairo"/>
              <a:ea typeface="Cairo"/>
              <a:cs typeface="Cairo"/>
              <a:sym typeface="Cairo"/>
            </a:endParaRPr>
          </a:p>
        </p:txBody>
      </p:sp>
      <p:sp>
        <p:nvSpPr>
          <p:cNvPr id="2845" name="Google Shape;2845;p62"/>
          <p:cNvSpPr txBox="1"/>
          <p:nvPr/>
        </p:nvSpPr>
        <p:spPr>
          <a:xfrm>
            <a:off x="727893" y="1684525"/>
            <a:ext cx="2114400" cy="438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Clr>
                <a:schemeClr val="hlink"/>
              </a:buClr>
              <a:buSzPts val="1100"/>
              <a:buFont typeface="Arial"/>
              <a:buNone/>
            </a:pPr>
            <a:r>
              <a:rPr lang="en" sz="1900" b="1">
                <a:solidFill>
                  <a:schemeClr val="accent3"/>
                </a:solidFill>
                <a:latin typeface="Inter"/>
                <a:ea typeface="Inter"/>
                <a:cs typeface="Inter"/>
                <a:sym typeface="Inter"/>
              </a:rPr>
              <a:t>COMPETITOR 4</a:t>
            </a:r>
            <a:endParaRPr sz="1900" b="1">
              <a:solidFill>
                <a:schemeClr val="accent3"/>
              </a:solidFill>
              <a:latin typeface="Inter"/>
              <a:ea typeface="Inter"/>
              <a:cs typeface="Inter"/>
              <a:sym typeface="Inter"/>
            </a:endParaRPr>
          </a:p>
        </p:txBody>
      </p:sp>
      <p:sp>
        <p:nvSpPr>
          <p:cNvPr id="2846" name="Google Shape;2846;p62"/>
          <p:cNvSpPr txBox="1"/>
          <p:nvPr/>
        </p:nvSpPr>
        <p:spPr>
          <a:xfrm>
            <a:off x="727893" y="2018276"/>
            <a:ext cx="2114400" cy="478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hlink"/>
              </a:buClr>
              <a:buSzPts val="1100"/>
              <a:buFont typeface="Arial"/>
              <a:buNone/>
            </a:pPr>
            <a:r>
              <a:rPr lang="en">
                <a:solidFill>
                  <a:schemeClr val="dk1"/>
                </a:solidFill>
                <a:latin typeface="Cairo"/>
                <a:ea typeface="Cairo"/>
                <a:cs typeface="Cairo"/>
                <a:sym typeface="Cairo"/>
              </a:rPr>
              <a:t>Mercury is the closest planet from the Sun</a:t>
            </a:r>
            <a:endParaRPr>
              <a:solidFill>
                <a:schemeClr val="dk1"/>
              </a:solidFill>
              <a:latin typeface="Cairo"/>
              <a:ea typeface="Cairo"/>
              <a:cs typeface="Cairo"/>
              <a:sym typeface="Cairo"/>
            </a:endParaRPr>
          </a:p>
        </p:txBody>
      </p:sp>
      <p:sp>
        <p:nvSpPr>
          <p:cNvPr id="2847" name="Google Shape;2847;p62"/>
          <p:cNvSpPr txBox="1"/>
          <p:nvPr/>
        </p:nvSpPr>
        <p:spPr>
          <a:xfrm>
            <a:off x="727893" y="3270621"/>
            <a:ext cx="2114400" cy="438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Clr>
                <a:schemeClr val="hlink"/>
              </a:buClr>
              <a:buSzPts val="1100"/>
              <a:buFont typeface="Arial"/>
              <a:buNone/>
            </a:pPr>
            <a:r>
              <a:rPr lang="en" sz="1900" b="1">
                <a:solidFill>
                  <a:schemeClr val="accent3"/>
                </a:solidFill>
                <a:latin typeface="Inter"/>
                <a:ea typeface="Inter"/>
                <a:cs typeface="Inter"/>
                <a:sym typeface="Inter"/>
              </a:rPr>
              <a:t>COMPETITOR 3</a:t>
            </a:r>
            <a:endParaRPr sz="1900" b="1">
              <a:solidFill>
                <a:schemeClr val="accent3"/>
              </a:solidFill>
              <a:latin typeface="Inter"/>
              <a:ea typeface="Inter"/>
              <a:cs typeface="Inter"/>
              <a:sym typeface="Inter"/>
            </a:endParaRPr>
          </a:p>
        </p:txBody>
      </p:sp>
      <p:sp>
        <p:nvSpPr>
          <p:cNvPr id="2848" name="Google Shape;2848;p62"/>
          <p:cNvSpPr txBox="1"/>
          <p:nvPr/>
        </p:nvSpPr>
        <p:spPr>
          <a:xfrm>
            <a:off x="727893" y="3605227"/>
            <a:ext cx="2114400" cy="478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Cairo"/>
                <a:ea typeface="Cairo"/>
                <a:cs typeface="Cairo"/>
                <a:sym typeface="Cairo"/>
              </a:rPr>
              <a:t>Venus is the second planet from the Sun</a:t>
            </a:r>
            <a:endParaRPr>
              <a:solidFill>
                <a:schemeClr val="dk1"/>
              </a:solidFill>
              <a:latin typeface="Cairo"/>
              <a:ea typeface="Cairo"/>
              <a:cs typeface="Cairo"/>
              <a:sym typeface="Cairo"/>
            </a:endParaRPr>
          </a:p>
        </p:txBody>
      </p:sp>
      <p:sp>
        <p:nvSpPr>
          <p:cNvPr id="2849" name="Google Shape;2849;p62"/>
          <p:cNvSpPr txBox="1"/>
          <p:nvPr/>
        </p:nvSpPr>
        <p:spPr>
          <a:xfrm>
            <a:off x="1897301" y="1266751"/>
            <a:ext cx="945000" cy="5280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300" b="1">
                <a:solidFill>
                  <a:srgbClr val="C92727"/>
                </a:solidFill>
                <a:latin typeface="Inter"/>
                <a:ea typeface="Inter"/>
                <a:cs typeface="Inter"/>
                <a:sym typeface="Inter"/>
              </a:rPr>
              <a:t>5%</a:t>
            </a:r>
            <a:endParaRPr sz="2300" b="1">
              <a:solidFill>
                <a:srgbClr val="C92727"/>
              </a:solidFill>
              <a:latin typeface="Inter"/>
              <a:ea typeface="Inter"/>
              <a:cs typeface="Inter"/>
              <a:sym typeface="Inter"/>
            </a:endParaRPr>
          </a:p>
        </p:txBody>
      </p:sp>
      <p:sp>
        <p:nvSpPr>
          <p:cNvPr id="2850" name="Google Shape;2850;p62"/>
          <p:cNvSpPr txBox="1"/>
          <p:nvPr/>
        </p:nvSpPr>
        <p:spPr>
          <a:xfrm>
            <a:off x="6315480" y="1266751"/>
            <a:ext cx="945000" cy="5280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300" b="1">
                <a:solidFill>
                  <a:schemeClr val="dk2"/>
                </a:solidFill>
                <a:latin typeface="Inter"/>
                <a:ea typeface="Inter"/>
                <a:cs typeface="Inter"/>
                <a:sym typeface="Inter"/>
              </a:rPr>
              <a:t>50%</a:t>
            </a:r>
            <a:endParaRPr sz="2300" b="1">
              <a:solidFill>
                <a:schemeClr val="dk2"/>
              </a:solidFill>
              <a:latin typeface="Inter"/>
              <a:ea typeface="Inter"/>
              <a:cs typeface="Inter"/>
              <a:sym typeface="Inter"/>
            </a:endParaRPr>
          </a:p>
        </p:txBody>
      </p:sp>
      <p:sp>
        <p:nvSpPr>
          <p:cNvPr id="2851" name="Google Shape;2851;p62"/>
          <p:cNvSpPr txBox="1"/>
          <p:nvPr/>
        </p:nvSpPr>
        <p:spPr>
          <a:xfrm flipH="1">
            <a:off x="1897301" y="2845638"/>
            <a:ext cx="945000" cy="5280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300" b="1">
                <a:solidFill>
                  <a:schemeClr val="dk2"/>
                </a:solidFill>
                <a:latin typeface="Inter"/>
                <a:ea typeface="Inter"/>
                <a:cs typeface="Inter"/>
                <a:sym typeface="Inter"/>
              </a:rPr>
              <a:t>20%</a:t>
            </a:r>
            <a:endParaRPr sz="2300" b="1">
              <a:solidFill>
                <a:schemeClr val="dk2"/>
              </a:solidFill>
              <a:latin typeface="Inter"/>
              <a:ea typeface="Inter"/>
              <a:cs typeface="Inter"/>
              <a:sym typeface="Inter"/>
            </a:endParaRPr>
          </a:p>
        </p:txBody>
      </p:sp>
      <p:cxnSp>
        <p:nvCxnSpPr>
          <p:cNvPr id="2852" name="Google Shape;2852;p62"/>
          <p:cNvCxnSpPr>
            <a:stCxn id="2849" idx="3"/>
          </p:cNvCxnSpPr>
          <p:nvPr/>
        </p:nvCxnSpPr>
        <p:spPr>
          <a:xfrm rot="10800000" flipH="1">
            <a:off x="2842301" y="1445851"/>
            <a:ext cx="1700100" cy="84900"/>
          </a:xfrm>
          <a:prstGeom prst="bentConnector3">
            <a:avLst>
              <a:gd name="adj1" fmla="val 50000"/>
            </a:avLst>
          </a:prstGeom>
          <a:noFill/>
          <a:ln w="19050" cap="flat" cmpd="sng">
            <a:solidFill>
              <a:schemeClr val="accent3"/>
            </a:solidFill>
            <a:prstDash val="solid"/>
            <a:round/>
            <a:headEnd type="none" w="med" len="med"/>
            <a:tailEnd type="diamond" w="med" len="med"/>
          </a:ln>
        </p:spPr>
      </p:cxnSp>
      <p:cxnSp>
        <p:nvCxnSpPr>
          <p:cNvPr id="2853" name="Google Shape;2853;p62"/>
          <p:cNvCxnSpPr>
            <a:stCxn id="2850" idx="1"/>
          </p:cNvCxnSpPr>
          <p:nvPr/>
        </p:nvCxnSpPr>
        <p:spPr>
          <a:xfrm flipH="1">
            <a:off x="5436180" y="1530751"/>
            <a:ext cx="879300" cy="1016400"/>
          </a:xfrm>
          <a:prstGeom prst="bentConnector2">
            <a:avLst/>
          </a:prstGeom>
          <a:noFill/>
          <a:ln w="19050" cap="flat" cmpd="sng">
            <a:solidFill>
              <a:schemeClr val="accent3"/>
            </a:solidFill>
            <a:prstDash val="solid"/>
            <a:round/>
            <a:headEnd type="none" w="med" len="med"/>
            <a:tailEnd type="diamond" w="med" len="med"/>
          </a:ln>
        </p:spPr>
      </p:cxnSp>
      <p:cxnSp>
        <p:nvCxnSpPr>
          <p:cNvPr id="2854" name="Google Shape;2854;p62"/>
          <p:cNvCxnSpPr/>
          <p:nvPr/>
        </p:nvCxnSpPr>
        <p:spPr>
          <a:xfrm rot="10800000" flipH="1">
            <a:off x="2716225" y="2740807"/>
            <a:ext cx="441900" cy="374400"/>
          </a:xfrm>
          <a:prstGeom prst="bentConnector3">
            <a:avLst>
              <a:gd name="adj1" fmla="val 50000"/>
            </a:avLst>
          </a:prstGeom>
          <a:noFill/>
          <a:ln w="19050" cap="flat" cmpd="sng">
            <a:solidFill>
              <a:schemeClr val="accent3"/>
            </a:solidFill>
            <a:prstDash val="solid"/>
            <a:round/>
            <a:headEnd type="none" w="med" len="med"/>
            <a:tailEnd type="diamond" w="med" len="med"/>
          </a:ln>
        </p:spPr>
      </p:cxnSp>
      <p:sp>
        <p:nvSpPr>
          <p:cNvPr id="2855" name="Google Shape;2855;p62"/>
          <p:cNvSpPr txBox="1"/>
          <p:nvPr/>
        </p:nvSpPr>
        <p:spPr>
          <a:xfrm flipH="1">
            <a:off x="6315474" y="3270621"/>
            <a:ext cx="2114400" cy="438900"/>
          </a:xfrm>
          <a:prstGeom prst="rect">
            <a:avLst/>
          </a:prstGeom>
          <a:noFill/>
          <a:ln>
            <a:noFill/>
          </a:ln>
        </p:spPr>
        <p:txBody>
          <a:bodyPr spcFirstLastPara="1" wrap="square" lIns="91425" tIns="91425" rIns="91425" bIns="91425" anchor="b" anchorCtr="0">
            <a:noAutofit/>
          </a:bodyPr>
          <a:lstStyle/>
          <a:p>
            <a:pPr marL="0" lvl="0" indent="0" algn="l" rtl="0">
              <a:lnSpc>
                <a:spcPct val="125000"/>
              </a:lnSpc>
              <a:spcBef>
                <a:spcPts val="0"/>
              </a:spcBef>
              <a:spcAft>
                <a:spcPts val="0"/>
              </a:spcAft>
              <a:buNone/>
            </a:pPr>
            <a:r>
              <a:rPr lang="en" sz="1900" b="1">
                <a:solidFill>
                  <a:schemeClr val="accent3"/>
                </a:solidFill>
                <a:latin typeface="Inter"/>
                <a:ea typeface="Inter"/>
                <a:cs typeface="Inter"/>
                <a:sym typeface="Inter"/>
              </a:rPr>
              <a:t>COMPETITOR 2</a:t>
            </a:r>
            <a:endParaRPr sz="1900" b="1">
              <a:solidFill>
                <a:schemeClr val="accent3"/>
              </a:solidFill>
              <a:latin typeface="Inter"/>
              <a:ea typeface="Inter"/>
              <a:cs typeface="Inter"/>
              <a:sym typeface="Inter"/>
            </a:endParaRPr>
          </a:p>
        </p:txBody>
      </p:sp>
      <p:sp>
        <p:nvSpPr>
          <p:cNvPr id="2856" name="Google Shape;2856;p62"/>
          <p:cNvSpPr txBox="1"/>
          <p:nvPr/>
        </p:nvSpPr>
        <p:spPr>
          <a:xfrm flipH="1">
            <a:off x="6315474" y="3605227"/>
            <a:ext cx="2114400" cy="47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airo"/>
                <a:ea typeface="Cairo"/>
                <a:cs typeface="Cairo"/>
                <a:sym typeface="Cairo"/>
              </a:rPr>
              <a:t>Saturn is composed of hydrogen and helium</a:t>
            </a:r>
            <a:endParaRPr>
              <a:solidFill>
                <a:schemeClr val="dk1"/>
              </a:solidFill>
              <a:latin typeface="Cairo"/>
              <a:ea typeface="Cairo"/>
              <a:cs typeface="Cairo"/>
              <a:sym typeface="Cairo"/>
            </a:endParaRPr>
          </a:p>
        </p:txBody>
      </p:sp>
      <p:sp>
        <p:nvSpPr>
          <p:cNvPr id="2857" name="Google Shape;2857;p62"/>
          <p:cNvSpPr txBox="1"/>
          <p:nvPr/>
        </p:nvSpPr>
        <p:spPr>
          <a:xfrm>
            <a:off x="6315480" y="2845638"/>
            <a:ext cx="945000" cy="5280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300" b="1">
                <a:solidFill>
                  <a:schemeClr val="dk2"/>
                </a:solidFill>
                <a:latin typeface="Inter"/>
                <a:ea typeface="Inter"/>
                <a:cs typeface="Inter"/>
                <a:sym typeface="Inter"/>
              </a:rPr>
              <a:t>25%</a:t>
            </a:r>
            <a:endParaRPr sz="2300" b="1">
              <a:solidFill>
                <a:schemeClr val="dk2"/>
              </a:solidFill>
              <a:latin typeface="Inter"/>
              <a:ea typeface="Inter"/>
              <a:cs typeface="Inter"/>
              <a:sym typeface="Inter"/>
            </a:endParaRPr>
          </a:p>
        </p:txBody>
      </p:sp>
      <p:cxnSp>
        <p:nvCxnSpPr>
          <p:cNvPr id="2858" name="Google Shape;2858;p62"/>
          <p:cNvCxnSpPr>
            <a:stCxn id="2857" idx="1"/>
          </p:cNvCxnSpPr>
          <p:nvPr/>
        </p:nvCxnSpPr>
        <p:spPr>
          <a:xfrm flipH="1">
            <a:off x="4281480" y="3109638"/>
            <a:ext cx="2034000" cy="673500"/>
          </a:xfrm>
          <a:prstGeom prst="bentConnector3">
            <a:avLst>
              <a:gd name="adj1" fmla="val 21394"/>
            </a:avLst>
          </a:prstGeom>
          <a:noFill/>
          <a:ln w="19050" cap="flat" cmpd="sng">
            <a:solidFill>
              <a:schemeClr val="accent3"/>
            </a:solidFill>
            <a:prstDash val="solid"/>
            <a:round/>
            <a:headEnd type="none" w="med" len="med"/>
            <a:tailEnd type="diamond" w="med" len="med"/>
          </a:ln>
        </p:spPr>
      </p:cxnSp>
      <p:sp>
        <p:nvSpPr>
          <p:cNvPr id="2859" name="Google Shape;2859;p62"/>
          <p:cNvSpPr txBox="1"/>
          <p:nvPr/>
        </p:nvSpPr>
        <p:spPr>
          <a:xfrm>
            <a:off x="720000" y="4640124"/>
            <a:ext cx="7704000" cy="255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lt1"/>
                </a:solidFill>
                <a:latin typeface="Cairo"/>
                <a:ea typeface="Cairo"/>
                <a:cs typeface="Cairo"/>
                <a:sym typeface="Cairo"/>
              </a:rPr>
              <a:t>Follow the link in the graph to modify its data and then paste the new one here. </a:t>
            </a:r>
            <a:r>
              <a:rPr lang="en" sz="1000">
                <a:solidFill>
                  <a:schemeClr val="lt1"/>
                </a:solidFill>
                <a:uFill>
                  <a:noFill/>
                </a:uFill>
                <a:latin typeface="Cairo"/>
                <a:ea typeface="Cairo"/>
                <a:cs typeface="Cairo"/>
                <a:sym typeface="Cairo"/>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a:solidFill>
                <a:schemeClr val="lt1"/>
              </a:solidFill>
              <a:latin typeface="Cairo"/>
              <a:ea typeface="Cairo"/>
              <a:cs typeface="Cairo"/>
              <a:sym typeface="Cair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63"/>
        <p:cNvGrpSpPr/>
        <p:nvPr/>
      </p:nvGrpSpPr>
      <p:grpSpPr>
        <a:xfrm>
          <a:off x="0" y="0"/>
          <a:ext cx="0" cy="0"/>
          <a:chOff x="0" y="0"/>
          <a:chExt cx="0" cy="0"/>
        </a:xfrm>
      </p:grpSpPr>
      <p:sp>
        <p:nvSpPr>
          <p:cNvPr id="2864" name="Google Shape;2864;p63"/>
          <p:cNvSpPr/>
          <p:nvPr/>
        </p:nvSpPr>
        <p:spPr>
          <a:xfrm>
            <a:off x="4615600" y="4568875"/>
            <a:ext cx="3467100" cy="3156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63"/>
          <p:cNvSpPr txBox="1">
            <a:spLocks noGrp="1"/>
          </p:cNvSpPr>
          <p:nvPr>
            <p:ph type="title"/>
          </p:nvPr>
        </p:nvSpPr>
        <p:spPr>
          <a:xfrm>
            <a:off x="728175" y="1591087"/>
            <a:ext cx="2753700" cy="1042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DESKTOP SOFTWARE</a:t>
            </a:r>
            <a:endParaRPr>
              <a:solidFill>
                <a:schemeClr val="accent3"/>
              </a:solidFill>
            </a:endParaRPr>
          </a:p>
        </p:txBody>
      </p:sp>
      <p:sp>
        <p:nvSpPr>
          <p:cNvPr id="2866" name="Google Shape;2866;p63"/>
          <p:cNvSpPr txBox="1">
            <a:spLocks noGrp="1"/>
          </p:cNvSpPr>
          <p:nvPr>
            <p:ph type="subTitle" idx="1"/>
          </p:nvPr>
        </p:nvSpPr>
        <p:spPr>
          <a:xfrm>
            <a:off x="728175" y="2548938"/>
            <a:ext cx="2753700" cy="100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replace the image on the screen with your own work. Just right-click on it and select </a:t>
            </a:r>
            <a:r>
              <a:rPr lang="en" b="1"/>
              <a:t>“Replace image”</a:t>
            </a:r>
            <a:endParaRPr b="1"/>
          </a:p>
        </p:txBody>
      </p:sp>
      <p:grpSp>
        <p:nvGrpSpPr>
          <p:cNvPr id="2867" name="Google Shape;2867;p63"/>
          <p:cNvGrpSpPr/>
          <p:nvPr/>
        </p:nvGrpSpPr>
        <p:grpSpPr>
          <a:xfrm>
            <a:off x="4064492" y="1121684"/>
            <a:ext cx="4458724" cy="3548701"/>
            <a:chOff x="958758" y="1251145"/>
            <a:chExt cx="3355956" cy="2671008"/>
          </a:xfrm>
        </p:grpSpPr>
        <p:sp>
          <p:nvSpPr>
            <p:cNvPr id="2868" name="Google Shape;2868;p63"/>
            <p:cNvSpPr/>
            <p:nvPr/>
          </p:nvSpPr>
          <p:spPr>
            <a:xfrm>
              <a:off x="2041086" y="3548016"/>
              <a:ext cx="1215420" cy="374137"/>
            </a:xfrm>
            <a:custGeom>
              <a:avLst/>
              <a:gdLst/>
              <a:ahLst/>
              <a:cxnLst/>
              <a:rect l="l" t="t" r="r" b="b"/>
              <a:pathLst>
                <a:path w="30592" h="9417" extrusionOk="0">
                  <a:moveTo>
                    <a:pt x="25842" y="5922"/>
                  </a:moveTo>
                  <a:cubicBezTo>
                    <a:pt x="24000" y="4039"/>
                    <a:pt x="23917" y="1"/>
                    <a:pt x="23917" y="1"/>
                  </a:cubicBezTo>
                  <a:lnTo>
                    <a:pt x="15610" y="1"/>
                  </a:lnTo>
                  <a:lnTo>
                    <a:pt x="14982" y="1"/>
                  </a:lnTo>
                  <a:lnTo>
                    <a:pt x="6676" y="1"/>
                  </a:lnTo>
                  <a:cubicBezTo>
                    <a:pt x="6676" y="1"/>
                    <a:pt x="6592" y="4039"/>
                    <a:pt x="4751" y="5922"/>
                  </a:cubicBezTo>
                  <a:cubicBezTo>
                    <a:pt x="2909" y="7805"/>
                    <a:pt x="1" y="9417"/>
                    <a:pt x="5023" y="9417"/>
                  </a:cubicBezTo>
                  <a:lnTo>
                    <a:pt x="14982" y="9417"/>
                  </a:lnTo>
                  <a:lnTo>
                    <a:pt x="15610" y="9417"/>
                  </a:lnTo>
                  <a:lnTo>
                    <a:pt x="25570" y="9417"/>
                  </a:lnTo>
                  <a:cubicBezTo>
                    <a:pt x="30591" y="9417"/>
                    <a:pt x="27704" y="7805"/>
                    <a:pt x="25842" y="592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63"/>
            <p:cNvSpPr/>
            <p:nvPr/>
          </p:nvSpPr>
          <p:spPr>
            <a:xfrm>
              <a:off x="958758" y="3250081"/>
              <a:ext cx="3355953" cy="297959"/>
            </a:xfrm>
            <a:custGeom>
              <a:avLst/>
              <a:gdLst/>
              <a:ahLst/>
              <a:cxnLst/>
              <a:rect l="l" t="t" r="r" b="b"/>
              <a:pathLst>
                <a:path w="84469" h="7324" extrusionOk="0">
                  <a:moveTo>
                    <a:pt x="0" y="4855"/>
                  </a:moveTo>
                  <a:cubicBezTo>
                    <a:pt x="0" y="6236"/>
                    <a:pt x="1298" y="7324"/>
                    <a:pt x="2679" y="7324"/>
                  </a:cubicBezTo>
                  <a:lnTo>
                    <a:pt x="41659" y="7324"/>
                  </a:lnTo>
                  <a:lnTo>
                    <a:pt x="42998" y="7324"/>
                  </a:lnTo>
                  <a:lnTo>
                    <a:pt x="81979" y="7324"/>
                  </a:lnTo>
                  <a:cubicBezTo>
                    <a:pt x="83360" y="7324"/>
                    <a:pt x="84469" y="6236"/>
                    <a:pt x="84469" y="4855"/>
                  </a:cubicBezTo>
                  <a:lnTo>
                    <a:pt x="84469" y="1"/>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63"/>
            <p:cNvSpPr/>
            <p:nvPr/>
          </p:nvSpPr>
          <p:spPr>
            <a:xfrm>
              <a:off x="958761" y="1251145"/>
              <a:ext cx="3355953" cy="2005968"/>
            </a:xfrm>
            <a:custGeom>
              <a:avLst/>
              <a:gdLst/>
              <a:ahLst/>
              <a:cxnLst/>
              <a:rect l="l" t="t" r="r" b="b"/>
              <a:pathLst>
                <a:path w="84469" h="50490" extrusionOk="0">
                  <a:moveTo>
                    <a:pt x="80807" y="3140"/>
                  </a:moveTo>
                  <a:lnTo>
                    <a:pt x="80807" y="46828"/>
                  </a:lnTo>
                  <a:lnTo>
                    <a:pt x="3662" y="46828"/>
                  </a:lnTo>
                  <a:lnTo>
                    <a:pt x="3662" y="3140"/>
                  </a:lnTo>
                  <a:close/>
                  <a:moveTo>
                    <a:pt x="2679" y="1"/>
                  </a:moveTo>
                  <a:cubicBezTo>
                    <a:pt x="1298" y="1"/>
                    <a:pt x="0" y="984"/>
                    <a:pt x="0" y="2386"/>
                  </a:cubicBezTo>
                  <a:lnTo>
                    <a:pt x="0" y="50490"/>
                  </a:lnTo>
                  <a:lnTo>
                    <a:pt x="84469" y="50490"/>
                  </a:lnTo>
                  <a:lnTo>
                    <a:pt x="84469" y="2386"/>
                  </a:lnTo>
                  <a:cubicBezTo>
                    <a:pt x="84469" y="984"/>
                    <a:pt x="83360" y="1"/>
                    <a:pt x="819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871" name="Google Shape;2871;p63"/>
          <p:cNvPicPr preferRelativeResize="0"/>
          <p:nvPr/>
        </p:nvPicPr>
        <p:blipFill rotWithShape="1">
          <a:blip r:embed="rId3">
            <a:alphaModFix/>
          </a:blip>
          <a:srcRect l="1477" t="1477" r="9"/>
          <a:stretch/>
        </p:blipFill>
        <p:spPr>
          <a:xfrm>
            <a:off x="4129572" y="1291354"/>
            <a:ext cx="4328315" cy="2432546"/>
          </a:xfrm>
          <a:prstGeom prst="rect">
            <a:avLst/>
          </a:prstGeom>
          <a:noFill/>
          <a:ln>
            <a:noFill/>
          </a:ln>
        </p:spPr>
      </p:pic>
      <p:grpSp>
        <p:nvGrpSpPr>
          <p:cNvPr id="2872" name="Google Shape;2872;p63"/>
          <p:cNvGrpSpPr/>
          <p:nvPr/>
        </p:nvGrpSpPr>
        <p:grpSpPr>
          <a:xfrm>
            <a:off x="637500" y="418550"/>
            <a:ext cx="961550" cy="803100"/>
            <a:chOff x="4781075" y="719300"/>
            <a:chExt cx="961550" cy="803100"/>
          </a:xfrm>
        </p:grpSpPr>
        <p:sp>
          <p:nvSpPr>
            <p:cNvPr id="2873" name="Google Shape;2873;p63"/>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63"/>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63"/>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79"/>
        <p:cNvGrpSpPr/>
        <p:nvPr/>
      </p:nvGrpSpPr>
      <p:grpSpPr>
        <a:xfrm>
          <a:off x="0" y="0"/>
          <a:ext cx="0" cy="0"/>
          <a:chOff x="0" y="0"/>
          <a:chExt cx="0" cy="0"/>
        </a:xfrm>
      </p:grpSpPr>
      <p:sp>
        <p:nvSpPr>
          <p:cNvPr id="2880" name="Google Shape;2880;p64"/>
          <p:cNvSpPr/>
          <p:nvPr/>
        </p:nvSpPr>
        <p:spPr>
          <a:xfrm>
            <a:off x="935300" y="4540100"/>
            <a:ext cx="3467100" cy="3156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64"/>
          <p:cNvSpPr txBox="1">
            <a:spLocks noGrp="1"/>
          </p:cNvSpPr>
          <p:nvPr>
            <p:ph type="title"/>
          </p:nvPr>
        </p:nvSpPr>
        <p:spPr>
          <a:xfrm>
            <a:off x="5028725" y="1877363"/>
            <a:ext cx="3177600" cy="648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TABLET APP</a:t>
            </a:r>
            <a:endParaRPr>
              <a:solidFill>
                <a:schemeClr val="accent3"/>
              </a:solidFill>
            </a:endParaRPr>
          </a:p>
        </p:txBody>
      </p:sp>
      <p:grpSp>
        <p:nvGrpSpPr>
          <p:cNvPr id="2882" name="Google Shape;2882;p64"/>
          <p:cNvGrpSpPr/>
          <p:nvPr/>
        </p:nvGrpSpPr>
        <p:grpSpPr>
          <a:xfrm>
            <a:off x="1281825" y="834486"/>
            <a:ext cx="2780544" cy="3823287"/>
            <a:chOff x="-734425" y="725975"/>
            <a:chExt cx="2684700" cy="3691500"/>
          </a:xfrm>
        </p:grpSpPr>
        <p:sp>
          <p:nvSpPr>
            <p:cNvPr id="2883" name="Google Shape;2883;p64"/>
            <p:cNvSpPr/>
            <p:nvPr/>
          </p:nvSpPr>
          <p:spPr>
            <a:xfrm>
              <a:off x="-734425" y="725975"/>
              <a:ext cx="2684700" cy="3691500"/>
            </a:xfrm>
            <a:prstGeom prst="roundRect">
              <a:avLst>
                <a:gd name="adj" fmla="val 4846"/>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64"/>
            <p:cNvSpPr/>
            <p:nvPr/>
          </p:nvSpPr>
          <p:spPr>
            <a:xfrm>
              <a:off x="515525" y="4253150"/>
              <a:ext cx="184800" cy="1095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64"/>
            <p:cNvSpPr/>
            <p:nvPr/>
          </p:nvSpPr>
          <p:spPr>
            <a:xfrm>
              <a:off x="577175" y="801325"/>
              <a:ext cx="61500" cy="61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64"/>
            <p:cNvSpPr/>
            <p:nvPr/>
          </p:nvSpPr>
          <p:spPr>
            <a:xfrm>
              <a:off x="-537625" y="945150"/>
              <a:ext cx="2291100" cy="3270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87" name="Google Shape;2887;p64"/>
          <p:cNvSpPr txBox="1">
            <a:spLocks noGrp="1"/>
          </p:cNvSpPr>
          <p:nvPr>
            <p:ph type="subTitle" idx="1"/>
          </p:nvPr>
        </p:nvSpPr>
        <p:spPr>
          <a:xfrm>
            <a:off x="5028725" y="2548033"/>
            <a:ext cx="3177600" cy="133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replace the image on the screen with your own work. Just right-click on it and select </a:t>
            </a:r>
            <a:r>
              <a:rPr lang="en" b="1"/>
              <a:t>“Replace image”</a:t>
            </a:r>
            <a:endParaRPr/>
          </a:p>
        </p:txBody>
      </p:sp>
      <p:pic>
        <p:nvPicPr>
          <p:cNvPr id="2888" name="Google Shape;2888;p64"/>
          <p:cNvPicPr preferRelativeResize="0"/>
          <p:nvPr/>
        </p:nvPicPr>
        <p:blipFill rotWithShape="1">
          <a:blip r:embed="rId3">
            <a:alphaModFix/>
          </a:blip>
          <a:srcRect l="56548" r="1910"/>
          <a:stretch/>
        </p:blipFill>
        <p:spPr>
          <a:xfrm>
            <a:off x="1399778" y="1023534"/>
            <a:ext cx="2537979" cy="3427800"/>
          </a:xfrm>
          <a:prstGeom prst="rect">
            <a:avLst/>
          </a:prstGeom>
          <a:noFill/>
          <a:ln w="9525" cap="flat" cmpd="sng">
            <a:solidFill>
              <a:schemeClr val="accent1"/>
            </a:solidFill>
            <a:prstDash val="solid"/>
            <a:round/>
            <a:headEnd type="none" w="sm" len="sm"/>
            <a:tailEnd type="none" w="sm" len="sm"/>
          </a:ln>
        </p:spPr>
      </p:pic>
      <p:grpSp>
        <p:nvGrpSpPr>
          <p:cNvPr id="2889" name="Google Shape;2889;p64"/>
          <p:cNvGrpSpPr/>
          <p:nvPr/>
        </p:nvGrpSpPr>
        <p:grpSpPr>
          <a:xfrm>
            <a:off x="7922478" y="1387573"/>
            <a:ext cx="1147784" cy="3325377"/>
            <a:chOff x="7946328" y="1609623"/>
            <a:chExt cx="1147784" cy="3325377"/>
          </a:xfrm>
        </p:grpSpPr>
        <p:sp>
          <p:nvSpPr>
            <p:cNvPr id="2890" name="Google Shape;2890;p64"/>
            <p:cNvSpPr/>
            <p:nvPr/>
          </p:nvSpPr>
          <p:spPr>
            <a:xfrm>
              <a:off x="8191113" y="4793400"/>
              <a:ext cx="903000" cy="1416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91" name="Google Shape;2891;p64"/>
            <p:cNvGrpSpPr/>
            <p:nvPr/>
          </p:nvGrpSpPr>
          <p:grpSpPr>
            <a:xfrm>
              <a:off x="8441179" y="4632092"/>
              <a:ext cx="402873" cy="227929"/>
              <a:chOff x="6174384" y="3385087"/>
              <a:chExt cx="1445543" cy="817828"/>
            </a:xfrm>
          </p:grpSpPr>
          <p:sp>
            <p:nvSpPr>
              <p:cNvPr id="2892" name="Google Shape;2892;p64"/>
              <p:cNvSpPr/>
              <p:nvPr/>
            </p:nvSpPr>
            <p:spPr>
              <a:xfrm>
                <a:off x="6174384" y="3478779"/>
                <a:ext cx="1445543" cy="724136"/>
              </a:xfrm>
              <a:custGeom>
                <a:avLst/>
                <a:gdLst/>
                <a:ahLst/>
                <a:cxnLst/>
                <a:rect l="l" t="t" r="r" b="b"/>
                <a:pathLst>
                  <a:path w="72052" h="36094" extrusionOk="0">
                    <a:moveTo>
                      <a:pt x="0" y="1"/>
                    </a:moveTo>
                    <a:lnTo>
                      <a:pt x="0" y="31423"/>
                    </a:lnTo>
                    <a:cubicBezTo>
                      <a:pt x="0" y="34025"/>
                      <a:pt x="16145" y="36093"/>
                      <a:pt x="36026" y="36093"/>
                    </a:cubicBezTo>
                    <a:cubicBezTo>
                      <a:pt x="55907" y="36093"/>
                      <a:pt x="72052" y="34025"/>
                      <a:pt x="72052" y="31423"/>
                    </a:cubicBezTo>
                    <a:lnTo>
                      <a:pt x="720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64"/>
              <p:cNvSpPr/>
              <p:nvPr/>
            </p:nvSpPr>
            <p:spPr>
              <a:xfrm>
                <a:off x="6174384" y="3385087"/>
                <a:ext cx="1445543" cy="187404"/>
              </a:xfrm>
              <a:custGeom>
                <a:avLst/>
                <a:gdLst/>
                <a:ahLst/>
                <a:cxnLst/>
                <a:rect l="l" t="t" r="r" b="b"/>
                <a:pathLst>
                  <a:path w="72052" h="9341" extrusionOk="0">
                    <a:moveTo>
                      <a:pt x="36026" y="1"/>
                    </a:moveTo>
                    <a:cubicBezTo>
                      <a:pt x="16145" y="1"/>
                      <a:pt x="0" y="2069"/>
                      <a:pt x="0" y="4671"/>
                    </a:cubicBezTo>
                    <a:cubicBezTo>
                      <a:pt x="0" y="7239"/>
                      <a:pt x="16145" y="9341"/>
                      <a:pt x="36026" y="9341"/>
                    </a:cubicBezTo>
                    <a:cubicBezTo>
                      <a:pt x="55907" y="9341"/>
                      <a:pt x="72052" y="7239"/>
                      <a:pt x="72052" y="4671"/>
                    </a:cubicBezTo>
                    <a:cubicBezTo>
                      <a:pt x="72052" y="2069"/>
                      <a:pt x="55907" y="1"/>
                      <a:pt x="360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64"/>
              <p:cNvSpPr/>
              <p:nvPr/>
            </p:nvSpPr>
            <p:spPr>
              <a:xfrm>
                <a:off x="6606711" y="3441303"/>
                <a:ext cx="580910" cy="74974"/>
              </a:xfrm>
              <a:custGeom>
                <a:avLst/>
                <a:gdLst/>
                <a:ahLst/>
                <a:cxnLst/>
                <a:rect l="l" t="t" r="r" b="b"/>
                <a:pathLst>
                  <a:path w="28955" h="3737" extrusionOk="0">
                    <a:moveTo>
                      <a:pt x="14477" y="1"/>
                    </a:moveTo>
                    <a:cubicBezTo>
                      <a:pt x="6471" y="1"/>
                      <a:pt x="0" y="835"/>
                      <a:pt x="0" y="1869"/>
                    </a:cubicBezTo>
                    <a:cubicBezTo>
                      <a:pt x="0" y="2903"/>
                      <a:pt x="6471" y="3737"/>
                      <a:pt x="14477" y="3737"/>
                    </a:cubicBezTo>
                    <a:cubicBezTo>
                      <a:pt x="22483" y="3737"/>
                      <a:pt x="28954" y="2903"/>
                      <a:pt x="28954" y="1869"/>
                    </a:cubicBezTo>
                    <a:cubicBezTo>
                      <a:pt x="28954" y="835"/>
                      <a:pt x="22483" y="1"/>
                      <a:pt x="144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5" name="Google Shape;2895;p64"/>
            <p:cNvGrpSpPr/>
            <p:nvPr/>
          </p:nvGrpSpPr>
          <p:grpSpPr>
            <a:xfrm>
              <a:off x="7946328" y="1609623"/>
              <a:ext cx="712760" cy="3026714"/>
              <a:chOff x="5519203" y="156498"/>
              <a:chExt cx="712760" cy="3026714"/>
            </a:xfrm>
          </p:grpSpPr>
          <p:sp>
            <p:nvSpPr>
              <p:cNvPr id="2896" name="Google Shape;2896;p64"/>
              <p:cNvSpPr/>
              <p:nvPr/>
            </p:nvSpPr>
            <p:spPr>
              <a:xfrm>
                <a:off x="5519203" y="319787"/>
                <a:ext cx="490568" cy="229936"/>
              </a:xfrm>
              <a:custGeom>
                <a:avLst/>
                <a:gdLst/>
                <a:ahLst/>
                <a:cxnLst/>
                <a:rect l="l" t="t" r="r" b="b"/>
                <a:pathLst>
                  <a:path w="24452" h="11461" extrusionOk="0">
                    <a:moveTo>
                      <a:pt x="21516" y="1"/>
                    </a:moveTo>
                    <a:cubicBezTo>
                      <a:pt x="20749" y="1135"/>
                      <a:pt x="19281" y="468"/>
                      <a:pt x="12576" y="1835"/>
                    </a:cubicBezTo>
                    <a:cubicBezTo>
                      <a:pt x="5905" y="3270"/>
                      <a:pt x="1" y="8874"/>
                      <a:pt x="1" y="8874"/>
                    </a:cubicBezTo>
                    <a:cubicBezTo>
                      <a:pt x="1049" y="8463"/>
                      <a:pt x="2373" y="8296"/>
                      <a:pt x="3842" y="8296"/>
                    </a:cubicBezTo>
                    <a:cubicBezTo>
                      <a:pt x="9526" y="8296"/>
                      <a:pt x="17383" y="10785"/>
                      <a:pt x="19848" y="11209"/>
                    </a:cubicBezTo>
                    <a:cubicBezTo>
                      <a:pt x="20893" y="11398"/>
                      <a:pt x="21753" y="11461"/>
                      <a:pt x="22435" y="11461"/>
                    </a:cubicBezTo>
                    <a:cubicBezTo>
                      <a:pt x="23799" y="11461"/>
                      <a:pt x="24452" y="11209"/>
                      <a:pt x="24452" y="11209"/>
                    </a:cubicBezTo>
                    <a:cubicBezTo>
                      <a:pt x="23684" y="5838"/>
                      <a:pt x="21516" y="1"/>
                      <a:pt x="215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64"/>
              <p:cNvSpPr/>
              <p:nvPr/>
            </p:nvSpPr>
            <p:spPr>
              <a:xfrm>
                <a:off x="5861189" y="161694"/>
                <a:ext cx="370775" cy="347623"/>
              </a:xfrm>
              <a:custGeom>
                <a:avLst/>
                <a:gdLst/>
                <a:ahLst/>
                <a:cxnLst/>
                <a:rect l="l" t="t" r="r" b="b"/>
                <a:pathLst>
                  <a:path w="18481" h="17327" extrusionOk="0">
                    <a:moveTo>
                      <a:pt x="12823" y="0"/>
                    </a:moveTo>
                    <a:cubicBezTo>
                      <a:pt x="11663" y="0"/>
                      <a:pt x="10358" y="75"/>
                      <a:pt x="8940" y="275"/>
                    </a:cubicBezTo>
                    <a:cubicBezTo>
                      <a:pt x="3269" y="1109"/>
                      <a:pt x="0" y="3611"/>
                      <a:pt x="0" y="3945"/>
                    </a:cubicBezTo>
                    <a:cubicBezTo>
                      <a:pt x="0" y="4278"/>
                      <a:pt x="3469" y="17187"/>
                      <a:pt x="3603" y="17321"/>
                    </a:cubicBezTo>
                    <a:cubicBezTo>
                      <a:pt x="3608" y="17325"/>
                      <a:pt x="3613" y="17326"/>
                      <a:pt x="3619" y="17326"/>
                    </a:cubicBezTo>
                    <a:cubicBezTo>
                      <a:pt x="3750" y="17326"/>
                      <a:pt x="4094" y="16358"/>
                      <a:pt x="7196" y="16358"/>
                    </a:cubicBezTo>
                    <a:cubicBezTo>
                      <a:pt x="7495" y="16358"/>
                      <a:pt x="7820" y="16367"/>
                      <a:pt x="8173" y="16387"/>
                    </a:cubicBezTo>
                    <a:cubicBezTo>
                      <a:pt x="10800" y="16550"/>
                      <a:pt x="12846" y="16603"/>
                      <a:pt x="14397" y="16603"/>
                    </a:cubicBezTo>
                    <a:cubicBezTo>
                      <a:pt x="17277" y="16603"/>
                      <a:pt x="18447" y="16420"/>
                      <a:pt x="18447" y="16420"/>
                    </a:cubicBezTo>
                    <a:lnTo>
                      <a:pt x="18447" y="676"/>
                    </a:lnTo>
                    <a:lnTo>
                      <a:pt x="18480" y="676"/>
                    </a:lnTo>
                    <a:cubicBezTo>
                      <a:pt x="18480" y="676"/>
                      <a:pt x="16304" y="0"/>
                      <a:pt x="128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64"/>
              <p:cNvSpPr/>
              <p:nvPr/>
            </p:nvSpPr>
            <p:spPr>
              <a:xfrm>
                <a:off x="6231944" y="156498"/>
                <a:ext cx="20" cy="3026714"/>
              </a:xfrm>
              <a:custGeom>
                <a:avLst/>
                <a:gdLst/>
                <a:ahLst/>
                <a:cxnLst/>
                <a:rect l="l" t="t" r="r" b="b"/>
                <a:pathLst>
                  <a:path w="1" h="105076" fill="none" extrusionOk="0">
                    <a:moveTo>
                      <a:pt x="0" y="1"/>
                    </a:moveTo>
                    <a:lnTo>
                      <a:pt x="0" y="105076"/>
                    </a:lnTo>
                  </a:path>
                </a:pathLst>
              </a:custGeom>
              <a:noFill/>
              <a:ln w="14175"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99" name="Google Shape;2899;p64"/>
          <p:cNvGrpSpPr/>
          <p:nvPr/>
        </p:nvGrpSpPr>
        <p:grpSpPr>
          <a:xfrm>
            <a:off x="4701950" y="368175"/>
            <a:ext cx="961550" cy="803100"/>
            <a:chOff x="4781075" y="719300"/>
            <a:chExt cx="961550" cy="803100"/>
          </a:xfrm>
        </p:grpSpPr>
        <p:sp>
          <p:nvSpPr>
            <p:cNvPr id="2900" name="Google Shape;2900;p64"/>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64"/>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64"/>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06"/>
        <p:cNvGrpSpPr/>
        <p:nvPr/>
      </p:nvGrpSpPr>
      <p:grpSpPr>
        <a:xfrm>
          <a:off x="0" y="0"/>
          <a:ext cx="0" cy="0"/>
          <a:chOff x="0" y="0"/>
          <a:chExt cx="0" cy="0"/>
        </a:xfrm>
      </p:grpSpPr>
      <p:sp>
        <p:nvSpPr>
          <p:cNvPr id="2907" name="Google Shape;2907;p65"/>
          <p:cNvSpPr/>
          <p:nvPr/>
        </p:nvSpPr>
        <p:spPr>
          <a:xfrm>
            <a:off x="5230876" y="4568875"/>
            <a:ext cx="3689400" cy="3156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65"/>
          <p:cNvSpPr txBox="1">
            <a:spLocks noGrp="1"/>
          </p:cNvSpPr>
          <p:nvPr>
            <p:ph type="title"/>
          </p:nvPr>
        </p:nvSpPr>
        <p:spPr>
          <a:xfrm>
            <a:off x="1378800" y="1877375"/>
            <a:ext cx="2763300" cy="648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MOBILE WEB</a:t>
            </a:r>
            <a:endParaRPr>
              <a:solidFill>
                <a:schemeClr val="accent3"/>
              </a:solidFill>
            </a:endParaRPr>
          </a:p>
        </p:txBody>
      </p:sp>
      <p:sp>
        <p:nvSpPr>
          <p:cNvPr id="2909" name="Google Shape;2909;p65"/>
          <p:cNvSpPr txBox="1">
            <a:spLocks noGrp="1"/>
          </p:cNvSpPr>
          <p:nvPr>
            <p:ph type="subTitle" idx="1"/>
          </p:nvPr>
        </p:nvSpPr>
        <p:spPr>
          <a:xfrm>
            <a:off x="1378800" y="2554163"/>
            <a:ext cx="2763300" cy="1331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hlink"/>
              </a:buClr>
              <a:buSzPts val="1100"/>
              <a:buFont typeface="Arial"/>
              <a:buNone/>
            </a:pPr>
            <a:r>
              <a:rPr lang="en"/>
              <a:t>You can replace the image on the screen with your own work. Just right-click on it and select </a:t>
            </a:r>
            <a:r>
              <a:rPr lang="en" b="1"/>
              <a:t>“Replace image”</a:t>
            </a:r>
            <a:endParaRPr b="1"/>
          </a:p>
        </p:txBody>
      </p:sp>
      <p:sp>
        <p:nvSpPr>
          <p:cNvPr id="2910" name="Google Shape;2910;p65"/>
          <p:cNvSpPr/>
          <p:nvPr/>
        </p:nvSpPr>
        <p:spPr>
          <a:xfrm>
            <a:off x="5733722" y="1001551"/>
            <a:ext cx="1851775" cy="3692544"/>
          </a:xfrm>
          <a:custGeom>
            <a:avLst/>
            <a:gdLst/>
            <a:ahLst/>
            <a:cxnLst/>
            <a:rect l="l" t="t" r="r" b="b"/>
            <a:pathLst>
              <a:path w="103480" h="206345" extrusionOk="0">
                <a:moveTo>
                  <a:pt x="61741" y="8558"/>
                </a:moveTo>
                <a:cubicBezTo>
                  <a:pt x="62649" y="8558"/>
                  <a:pt x="62637" y="9975"/>
                  <a:pt x="61704" y="9975"/>
                </a:cubicBezTo>
                <a:cubicBezTo>
                  <a:pt x="61677" y="9975"/>
                  <a:pt x="61650" y="9973"/>
                  <a:pt x="61623" y="9971"/>
                </a:cubicBezTo>
                <a:lnTo>
                  <a:pt x="40979" y="9971"/>
                </a:lnTo>
                <a:cubicBezTo>
                  <a:pt x="40952" y="9973"/>
                  <a:pt x="40925" y="9975"/>
                  <a:pt x="40898" y="9975"/>
                </a:cubicBezTo>
                <a:cubicBezTo>
                  <a:pt x="39965" y="9975"/>
                  <a:pt x="39952" y="8558"/>
                  <a:pt x="40861" y="8558"/>
                </a:cubicBezTo>
                <a:cubicBezTo>
                  <a:pt x="40899" y="8558"/>
                  <a:pt x="40938" y="8561"/>
                  <a:pt x="40979" y="8566"/>
                </a:cubicBezTo>
                <a:lnTo>
                  <a:pt x="61623" y="8566"/>
                </a:lnTo>
                <a:cubicBezTo>
                  <a:pt x="61664" y="8561"/>
                  <a:pt x="61703" y="8558"/>
                  <a:pt x="61741" y="8558"/>
                </a:cubicBezTo>
                <a:close/>
                <a:moveTo>
                  <a:pt x="100713" y="16164"/>
                </a:moveTo>
                <a:lnTo>
                  <a:pt x="100713" y="189567"/>
                </a:lnTo>
                <a:lnTo>
                  <a:pt x="2987" y="189567"/>
                </a:lnTo>
                <a:lnTo>
                  <a:pt x="2987" y="16164"/>
                </a:lnTo>
                <a:close/>
                <a:moveTo>
                  <a:pt x="22357" y="196638"/>
                </a:moveTo>
                <a:lnTo>
                  <a:pt x="22313" y="197165"/>
                </a:lnTo>
                <a:lnTo>
                  <a:pt x="18448" y="197165"/>
                </a:lnTo>
                <a:lnTo>
                  <a:pt x="18448" y="196638"/>
                </a:lnTo>
                <a:close/>
                <a:moveTo>
                  <a:pt x="53277" y="196726"/>
                </a:moveTo>
                <a:cubicBezTo>
                  <a:pt x="53365" y="196726"/>
                  <a:pt x="53453" y="196814"/>
                  <a:pt x="53453" y="196945"/>
                </a:cubicBezTo>
                <a:lnTo>
                  <a:pt x="53453" y="199976"/>
                </a:lnTo>
                <a:cubicBezTo>
                  <a:pt x="53453" y="200064"/>
                  <a:pt x="53365" y="200152"/>
                  <a:pt x="53234" y="200152"/>
                </a:cubicBezTo>
                <a:lnTo>
                  <a:pt x="50203" y="200152"/>
                </a:lnTo>
                <a:cubicBezTo>
                  <a:pt x="50071" y="200152"/>
                  <a:pt x="49983" y="200064"/>
                  <a:pt x="49983" y="199976"/>
                </a:cubicBezTo>
                <a:lnTo>
                  <a:pt x="49983" y="196945"/>
                </a:lnTo>
                <a:cubicBezTo>
                  <a:pt x="49983" y="196814"/>
                  <a:pt x="50071" y="196726"/>
                  <a:pt x="50203" y="196726"/>
                </a:cubicBezTo>
                <a:close/>
                <a:moveTo>
                  <a:pt x="80706" y="196517"/>
                </a:moveTo>
                <a:cubicBezTo>
                  <a:pt x="80761" y="196517"/>
                  <a:pt x="80816" y="196528"/>
                  <a:pt x="80860" y="196550"/>
                </a:cubicBezTo>
                <a:cubicBezTo>
                  <a:pt x="80948" y="196638"/>
                  <a:pt x="80948" y="196770"/>
                  <a:pt x="80860" y="196858"/>
                </a:cubicBezTo>
                <a:lnTo>
                  <a:pt x="79455" y="198263"/>
                </a:lnTo>
                <a:cubicBezTo>
                  <a:pt x="79367" y="198351"/>
                  <a:pt x="79323" y="198439"/>
                  <a:pt x="79323" y="198527"/>
                </a:cubicBezTo>
                <a:cubicBezTo>
                  <a:pt x="79323" y="198614"/>
                  <a:pt x="79367" y="198702"/>
                  <a:pt x="79455" y="198790"/>
                </a:cubicBezTo>
                <a:lnTo>
                  <a:pt x="80860" y="200196"/>
                </a:lnTo>
                <a:cubicBezTo>
                  <a:pt x="80948" y="200284"/>
                  <a:pt x="80948" y="200415"/>
                  <a:pt x="80860" y="200503"/>
                </a:cubicBezTo>
                <a:cubicBezTo>
                  <a:pt x="80816" y="200547"/>
                  <a:pt x="80761" y="200569"/>
                  <a:pt x="80706" y="200569"/>
                </a:cubicBezTo>
                <a:cubicBezTo>
                  <a:pt x="80652" y="200569"/>
                  <a:pt x="80597" y="200547"/>
                  <a:pt x="80553" y="200503"/>
                </a:cubicBezTo>
                <a:lnTo>
                  <a:pt x="79147" y="199098"/>
                </a:lnTo>
                <a:cubicBezTo>
                  <a:pt x="79015" y="198922"/>
                  <a:pt x="78928" y="198746"/>
                  <a:pt x="78928" y="198527"/>
                </a:cubicBezTo>
                <a:cubicBezTo>
                  <a:pt x="78928" y="198307"/>
                  <a:pt x="79015" y="198131"/>
                  <a:pt x="79147" y="198000"/>
                </a:cubicBezTo>
                <a:lnTo>
                  <a:pt x="80553" y="196550"/>
                </a:lnTo>
                <a:cubicBezTo>
                  <a:pt x="80597" y="196528"/>
                  <a:pt x="80652" y="196517"/>
                  <a:pt x="80706" y="196517"/>
                </a:cubicBezTo>
                <a:close/>
                <a:moveTo>
                  <a:pt x="15461" y="1"/>
                </a:moveTo>
                <a:cubicBezTo>
                  <a:pt x="6940" y="1"/>
                  <a:pt x="1" y="6941"/>
                  <a:pt x="1" y="15461"/>
                </a:cubicBezTo>
                <a:lnTo>
                  <a:pt x="1" y="190884"/>
                </a:lnTo>
                <a:cubicBezTo>
                  <a:pt x="1" y="199405"/>
                  <a:pt x="6940" y="206345"/>
                  <a:pt x="15461" y="206345"/>
                </a:cubicBezTo>
                <a:lnTo>
                  <a:pt x="88019" y="206345"/>
                </a:lnTo>
                <a:cubicBezTo>
                  <a:pt x="96540" y="206345"/>
                  <a:pt x="103480" y="199405"/>
                  <a:pt x="103480" y="190884"/>
                </a:cubicBezTo>
                <a:lnTo>
                  <a:pt x="103480" y="15461"/>
                </a:lnTo>
                <a:cubicBezTo>
                  <a:pt x="103480" y="6941"/>
                  <a:pt x="96540" y="1"/>
                  <a:pt x="880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pic>
        <p:nvPicPr>
          <p:cNvPr id="2911" name="Google Shape;2911;p65"/>
          <p:cNvPicPr preferRelativeResize="0"/>
          <p:nvPr/>
        </p:nvPicPr>
        <p:blipFill rotWithShape="1">
          <a:blip r:embed="rId3">
            <a:alphaModFix/>
          </a:blip>
          <a:srcRect l="15839" t="1438" r="53030"/>
          <a:stretch/>
        </p:blipFill>
        <p:spPr>
          <a:xfrm>
            <a:off x="5790850" y="1282625"/>
            <a:ext cx="1755351" cy="3112774"/>
          </a:xfrm>
          <a:prstGeom prst="rect">
            <a:avLst/>
          </a:prstGeom>
          <a:noFill/>
          <a:ln w="9525" cap="flat" cmpd="sng">
            <a:solidFill>
              <a:schemeClr val="accent1"/>
            </a:solidFill>
            <a:prstDash val="solid"/>
            <a:round/>
            <a:headEnd type="none" w="sm" len="sm"/>
            <a:tailEnd type="none" w="sm" len="sm"/>
          </a:ln>
        </p:spPr>
      </p:pic>
      <p:grpSp>
        <p:nvGrpSpPr>
          <p:cNvPr id="2912" name="Google Shape;2912;p65"/>
          <p:cNvGrpSpPr/>
          <p:nvPr/>
        </p:nvGrpSpPr>
        <p:grpSpPr>
          <a:xfrm>
            <a:off x="7393801" y="1841978"/>
            <a:ext cx="1233034" cy="2893365"/>
            <a:chOff x="7393801" y="1841978"/>
            <a:chExt cx="1233034" cy="2893365"/>
          </a:xfrm>
        </p:grpSpPr>
        <p:grpSp>
          <p:nvGrpSpPr>
            <p:cNvPr id="2913" name="Google Shape;2913;p65"/>
            <p:cNvGrpSpPr/>
            <p:nvPr/>
          </p:nvGrpSpPr>
          <p:grpSpPr>
            <a:xfrm>
              <a:off x="7861510" y="1841978"/>
              <a:ext cx="577575" cy="600334"/>
              <a:chOff x="7833070" y="1794300"/>
              <a:chExt cx="612747" cy="636891"/>
            </a:xfrm>
          </p:grpSpPr>
          <p:sp>
            <p:nvSpPr>
              <p:cNvPr id="2914" name="Google Shape;2914;p65"/>
              <p:cNvSpPr/>
              <p:nvPr/>
            </p:nvSpPr>
            <p:spPr>
              <a:xfrm>
                <a:off x="7833070" y="1794300"/>
                <a:ext cx="607145" cy="636891"/>
              </a:xfrm>
              <a:custGeom>
                <a:avLst/>
                <a:gdLst/>
                <a:ahLst/>
                <a:cxnLst/>
                <a:rect l="l" t="t" r="r" b="b"/>
                <a:pathLst>
                  <a:path w="21676" h="22738" extrusionOk="0">
                    <a:moveTo>
                      <a:pt x="12131" y="1"/>
                    </a:moveTo>
                    <a:cubicBezTo>
                      <a:pt x="10119" y="1"/>
                      <a:pt x="7532" y="1176"/>
                      <a:pt x="5864" y="4209"/>
                    </a:cubicBezTo>
                    <a:cubicBezTo>
                      <a:pt x="5864" y="4209"/>
                      <a:pt x="3496" y="4609"/>
                      <a:pt x="3196" y="5343"/>
                    </a:cubicBezTo>
                    <a:cubicBezTo>
                      <a:pt x="2962" y="6110"/>
                      <a:pt x="3963" y="10013"/>
                      <a:pt x="3663" y="11481"/>
                    </a:cubicBezTo>
                    <a:cubicBezTo>
                      <a:pt x="3396" y="12948"/>
                      <a:pt x="360" y="15850"/>
                      <a:pt x="160" y="18152"/>
                    </a:cubicBezTo>
                    <a:cubicBezTo>
                      <a:pt x="1" y="20353"/>
                      <a:pt x="1458" y="22737"/>
                      <a:pt x="3978" y="22737"/>
                    </a:cubicBezTo>
                    <a:cubicBezTo>
                      <a:pt x="4093" y="22737"/>
                      <a:pt x="4210" y="22732"/>
                      <a:pt x="4330" y="22722"/>
                    </a:cubicBezTo>
                    <a:cubicBezTo>
                      <a:pt x="6564" y="22557"/>
                      <a:pt x="7886" y="21615"/>
                      <a:pt x="9729" y="21615"/>
                    </a:cubicBezTo>
                    <a:cubicBezTo>
                      <a:pt x="10115" y="21615"/>
                      <a:pt x="10523" y="21657"/>
                      <a:pt x="10968" y="21755"/>
                    </a:cubicBezTo>
                    <a:cubicBezTo>
                      <a:pt x="12437" y="22098"/>
                      <a:pt x="14146" y="22572"/>
                      <a:pt x="15701" y="22572"/>
                    </a:cubicBezTo>
                    <a:cubicBezTo>
                      <a:pt x="16866" y="22572"/>
                      <a:pt x="17945" y="22307"/>
                      <a:pt x="18773" y="21521"/>
                    </a:cubicBezTo>
                    <a:cubicBezTo>
                      <a:pt x="20741" y="19687"/>
                      <a:pt x="20208" y="16684"/>
                      <a:pt x="19507" y="15450"/>
                    </a:cubicBezTo>
                    <a:cubicBezTo>
                      <a:pt x="18740" y="14183"/>
                      <a:pt x="18206" y="13015"/>
                      <a:pt x="19507" y="11481"/>
                    </a:cubicBezTo>
                    <a:cubicBezTo>
                      <a:pt x="20775" y="9946"/>
                      <a:pt x="21675" y="8045"/>
                      <a:pt x="20841" y="6377"/>
                    </a:cubicBezTo>
                    <a:cubicBezTo>
                      <a:pt x="20008" y="4776"/>
                      <a:pt x="18240" y="4943"/>
                      <a:pt x="17039" y="4209"/>
                    </a:cubicBezTo>
                    <a:cubicBezTo>
                      <a:pt x="15771" y="3508"/>
                      <a:pt x="15871" y="1273"/>
                      <a:pt x="13836" y="339"/>
                    </a:cubicBezTo>
                    <a:cubicBezTo>
                      <a:pt x="13359" y="121"/>
                      <a:pt x="12775" y="1"/>
                      <a:pt x="12131" y="1"/>
                    </a:cubicBezTo>
                    <a:close/>
                  </a:path>
                </a:pathLst>
              </a:custGeom>
              <a:solidFill>
                <a:srgbClr val="1516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65"/>
              <p:cNvSpPr/>
              <p:nvPr/>
            </p:nvSpPr>
            <p:spPr>
              <a:xfrm>
                <a:off x="7872116" y="2130813"/>
                <a:ext cx="128958" cy="299959"/>
              </a:xfrm>
              <a:custGeom>
                <a:avLst/>
                <a:gdLst/>
                <a:ahLst/>
                <a:cxnLst/>
                <a:rect l="l" t="t" r="r" b="b"/>
                <a:pathLst>
                  <a:path w="4604" h="10709" fill="none" extrusionOk="0">
                    <a:moveTo>
                      <a:pt x="2602" y="10708"/>
                    </a:moveTo>
                    <a:cubicBezTo>
                      <a:pt x="2602" y="10708"/>
                      <a:pt x="0" y="9541"/>
                      <a:pt x="1068" y="6872"/>
                    </a:cubicBezTo>
                    <a:cubicBezTo>
                      <a:pt x="1802" y="4971"/>
                      <a:pt x="4604" y="3770"/>
                      <a:pt x="4303" y="0"/>
                    </a:cubicBezTo>
                  </a:path>
                </a:pathLst>
              </a:custGeom>
              <a:noFill/>
              <a:ln w="6675" cap="rnd" cmpd="sng">
                <a:solidFill>
                  <a:srgbClr val="2C2F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65"/>
              <p:cNvSpPr/>
              <p:nvPr/>
            </p:nvSpPr>
            <p:spPr>
              <a:xfrm>
                <a:off x="8257057" y="2129888"/>
                <a:ext cx="117754" cy="295253"/>
              </a:xfrm>
              <a:custGeom>
                <a:avLst/>
                <a:gdLst/>
                <a:ahLst/>
                <a:cxnLst/>
                <a:rect l="l" t="t" r="r" b="b"/>
                <a:pathLst>
                  <a:path w="4204" h="10541" fill="none" extrusionOk="0">
                    <a:moveTo>
                      <a:pt x="4037" y="0"/>
                    </a:moveTo>
                    <a:cubicBezTo>
                      <a:pt x="2936" y="1401"/>
                      <a:pt x="1668" y="2368"/>
                      <a:pt x="2035" y="3369"/>
                    </a:cubicBezTo>
                    <a:cubicBezTo>
                      <a:pt x="2702" y="5070"/>
                      <a:pt x="4203" y="9173"/>
                      <a:pt x="0" y="10541"/>
                    </a:cubicBezTo>
                  </a:path>
                </a:pathLst>
              </a:custGeom>
              <a:noFill/>
              <a:ln w="6675" cap="rnd" cmpd="sng">
                <a:solidFill>
                  <a:srgbClr val="2C2F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65"/>
              <p:cNvSpPr/>
              <p:nvPr/>
            </p:nvSpPr>
            <p:spPr>
              <a:xfrm>
                <a:off x="8339267" y="1956086"/>
                <a:ext cx="106550" cy="439169"/>
              </a:xfrm>
              <a:custGeom>
                <a:avLst/>
                <a:gdLst/>
                <a:ahLst/>
                <a:cxnLst/>
                <a:rect l="l" t="t" r="r" b="b"/>
                <a:pathLst>
                  <a:path w="3804" h="15679" fill="none" extrusionOk="0">
                    <a:moveTo>
                      <a:pt x="1802" y="1"/>
                    </a:moveTo>
                    <a:cubicBezTo>
                      <a:pt x="1802" y="1"/>
                      <a:pt x="3804" y="1502"/>
                      <a:pt x="3136" y="4204"/>
                    </a:cubicBezTo>
                    <a:cubicBezTo>
                      <a:pt x="2469" y="6939"/>
                      <a:pt x="1302" y="7339"/>
                      <a:pt x="2169" y="9174"/>
                    </a:cubicBezTo>
                    <a:cubicBezTo>
                      <a:pt x="3070" y="10975"/>
                      <a:pt x="3770" y="15211"/>
                      <a:pt x="1" y="15678"/>
                    </a:cubicBezTo>
                  </a:path>
                </a:pathLst>
              </a:custGeom>
              <a:noFill/>
              <a:ln w="6675" cap="rnd" cmpd="sng">
                <a:solidFill>
                  <a:srgbClr val="2C2F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65"/>
              <p:cNvSpPr/>
              <p:nvPr/>
            </p:nvSpPr>
            <p:spPr>
              <a:xfrm>
                <a:off x="7969282" y="1890683"/>
                <a:ext cx="320490" cy="356007"/>
              </a:xfrm>
              <a:custGeom>
                <a:avLst/>
                <a:gdLst/>
                <a:ahLst/>
                <a:cxnLst/>
                <a:rect l="l" t="t" r="r" b="b"/>
                <a:pathLst>
                  <a:path w="11442" h="12710" extrusionOk="0">
                    <a:moveTo>
                      <a:pt x="5704" y="1"/>
                    </a:moveTo>
                    <a:cubicBezTo>
                      <a:pt x="1101" y="1"/>
                      <a:pt x="0" y="3570"/>
                      <a:pt x="0" y="6605"/>
                    </a:cubicBezTo>
                    <a:cubicBezTo>
                      <a:pt x="0" y="9541"/>
                      <a:pt x="1768" y="12710"/>
                      <a:pt x="5704" y="12710"/>
                    </a:cubicBezTo>
                    <a:cubicBezTo>
                      <a:pt x="9674" y="12710"/>
                      <a:pt x="11442" y="9541"/>
                      <a:pt x="11442" y="6605"/>
                    </a:cubicBezTo>
                    <a:cubicBezTo>
                      <a:pt x="11442" y="3570"/>
                      <a:pt x="10341" y="1"/>
                      <a:pt x="5704"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65"/>
              <p:cNvSpPr/>
              <p:nvPr/>
            </p:nvSpPr>
            <p:spPr>
              <a:xfrm>
                <a:off x="8058970" y="2042049"/>
                <a:ext cx="25265" cy="32716"/>
              </a:xfrm>
              <a:custGeom>
                <a:avLst/>
                <a:gdLst/>
                <a:ahLst/>
                <a:cxnLst/>
                <a:rect l="l" t="t" r="r" b="b"/>
                <a:pathLst>
                  <a:path w="902" h="1168" extrusionOk="0">
                    <a:moveTo>
                      <a:pt x="434" y="0"/>
                    </a:moveTo>
                    <a:cubicBezTo>
                      <a:pt x="167" y="0"/>
                      <a:pt x="1" y="301"/>
                      <a:pt x="67" y="634"/>
                    </a:cubicBezTo>
                    <a:cubicBezTo>
                      <a:pt x="101" y="968"/>
                      <a:pt x="301" y="1168"/>
                      <a:pt x="501" y="1168"/>
                    </a:cubicBezTo>
                    <a:cubicBezTo>
                      <a:pt x="768" y="1135"/>
                      <a:pt x="901" y="868"/>
                      <a:pt x="901" y="534"/>
                    </a:cubicBezTo>
                    <a:cubicBezTo>
                      <a:pt x="835" y="201"/>
                      <a:pt x="634" y="0"/>
                      <a:pt x="434" y="0"/>
                    </a:cubicBezTo>
                    <a:close/>
                  </a:path>
                </a:pathLst>
              </a:custGeom>
              <a:solidFill>
                <a:srgbClr val="1323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65"/>
              <p:cNvSpPr/>
              <p:nvPr/>
            </p:nvSpPr>
            <p:spPr>
              <a:xfrm>
                <a:off x="8072051" y="2028968"/>
                <a:ext cx="26189" cy="24313"/>
              </a:xfrm>
              <a:custGeom>
                <a:avLst/>
                <a:gdLst/>
                <a:ahLst/>
                <a:cxnLst/>
                <a:rect l="l" t="t" r="r" b="b"/>
                <a:pathLst>
                  <a:path w="935" h="868" fill="none" extrusionOk="0">
                    <a:moveTo>
                      <a:pt x="935" y="0"/>
                    </a:moveTo>
                    <a:cubicBezTo>
                      <a:pt x="935" y="0"/>
                      <a:pt x="634" y="734"/>
                      <a:pt x="1" y="868"/>
                    </a:cubicBezTo>
                  </a:path>
                </a:pathLst>
              </a:custGeom>
              <a:noFill/>
              <a:ln w="5000"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65"/>
              <p:cNvSpPr/>
              <p:nvPr/>
            </p:nvSpPr>
            <p:spPr>
              <a:xfrm>
                <a:off x="8175772" y="2042049"/>
                <a:ext cx="25237" cy="32716"/>
              </a:xfrm>
              <a:custGeom>
                <a:avLst/>
                <a:gdLst/>
                <a:ahLst/>
                <a:cxnLst/>
                <a:rect l="l" t="t" r="r" b="b"/>
                <a:pathLst>
                  <a:path w="901" h="1168" extrusionOk="0">
                    <a:moveTo>
                      <a:pt x="434" y="0"/>
                    </a:moveTo>
                    <a:cubicBezTo>
                      <a:pt x="167" y="0"/>
                      <a:pt x="0" y="301"/>
                      <a:pt x="67" y="634"/>
                    </a:cubicBezTo>
                    <a:cubicBezTo>
                      <a:pt x="100" y="968"/>
                      <a:pt x="301" y="1168"/>
                      <a:pt x="501" y="1168"/>
                    </a:cubicBezTo>
                    <a:cubicBezTo>
                      <a:pt x="768" y="1135"/>
                      <a:pt x="901" y="868"/>
                      <a:pt x="901" y="534"/>
                    </a:cubicBezTo>
                    <a:cubicBezTo>
                      <a:pt x="834" y="201"/>
                      <a:pt x="634" y="0"/>
                      <a:pt x="434" y="0"/>
                    </a:cubicBezTo>
                    <a:close/>
                  </a:path>
                </a:pathLst>
              </a:custGeom>
              <a:solidFill>
                <a:srgbClr val="1323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65"/>
              <p:cNvSpPr/>
              <p:nvPr/>
            </p:nvSpPr>
            <p:spPr>
              <a:xfrm>
                <a:off x="8188853" y="2028968"/>
                <a:ext cx="26189" cy="24313"/>
              </a:xfrm>
              <a:custGeom>
                <a:avLst/>
                <a:gdLst/>
                <a:ahLst/>
                <a:cxnLst/>
                <a:rect l="l" t="t" r="r" b="b"/>
                <a:pathLst>
                  <a:path w="935" h="868" fill="none" extrusionOk="0">
                    <a:moveTo>
                      <a:pt x="934" y="0"/>
                    </a:moveTo>
                    <a:cubicBezTo>
                      <a:pt x="934" y="0"/>
                      <a:pt x="634" y="734"/>
                      <a:pt x="0" y="868"/>
                    </a:cubicBezTo>
                  </a:path>
                </a:pathLst>
              </a:custGeom>
              <a:noFill/>
              <a:ln w="5000"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65"/>
              <p:cNvSpPr/>
              <p:nvPr/>
            </p:nvSpPr>
            <p:spPr>
              <a:xfrm>
                <a:off x="8266385" y="2023058"/>
                <a:ext cx="116017" cy="147081"/>
              </a:xfrm>
              <a:custGeom>
                <a:avLst/>
                <a:gdLst/>
                <a:ahLst/>
                <a:cxnLst/>
                <a:rect l="l" t="t" r="r" b="b"/>
                <a:pathLst>
                  <a:path w="4142" h="5251" extrusionOk="0">
                    <a:moveTo>
                      <a:pt x="2343" y="1"/>
                    </a:moveTo>
                    <a:cubicBezTo>
                      <a:pt x="1359" y="1"/>
                      <a:pt x="735" y="1346"/>
                      <a:pt x="735" y="1346"/>
                    </a:cubicBezTo>
                    <a:lnTo>
                      <a:pt x="1" y="5215"/>
                    </a:lnTo>
                    <a:cubicBezTo>
                      <a:pt x="130" y="5239"/>
                      <a:pt x="257" y="5251"/>
                      <a:pt x="380" y="5251"/>
                    </a:cubicBezTo>
                    <a:cubicBezTo>
                      <a:pt x="2811" y="5251"/>
                      <a:pt x="4141" y="780"/>
                      <a:pt x="2903" y="145"/>
                    </a:cubicBezTo>
                    <a:cubicBezTo>
                      <a:pt x="2706" y="44"/>
                      <a:pt x="2519" y="1"/>
                      <a:pt x="2343"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65"/>
              <p:cNvSpPr/>
              <p:nvPr/>
            </p:nvSpPr>
            <p:spPr>
              <a:xfrm>
                <a:off x="8265460" y="2066502"/>
                <a:ext cx="91593" cy="103805"/>
              </a:xfrm>
              <a:custGeom>
                <a:avLst/>
                <a:gdLst/>
                <a:ahLst/>
                <a:cxnLst/>
                <a:rect l="l" t="t" r="r" b="b"/>
                <a:pathLst>
                  <a:path w="3270" h="3706" extrusionOk="0">
                    <a:moveTo>
                      <a:pt x="2020" y="1"/>
                    </a:moveTo>
                    <a:cubicBezTo>
                      <a:pt x="1496" y="1"/>
                      <a:pt x="971" y="233"/>
                      <a:pt x="634" y="428"/>
                    </a:cubicBezTo>
                    <a:lnTo>
                      <a:pt x="1" y="3664"/>
                    </a:lnTo>
                    <a:cubicBezTo>
                      <a:pt x="139" y="3692"/>
                      <a:pt x="274" y="3706"/>
                      <a:pt x="406" y="3706"/>
                    </a:cubicBezTo>
                    <a:cubicBezTo>
                      <a:pt x="1833" y="3706"/>
                      <a:pt x="2873" y="2133"/>
                      <a:pt x="3270" y="729"/>
                    </a:cubicBezTo>
                    <a:cubicBezTo>
                      <a:pt x="2941" y="182"/>
                      <a:pt x="2481" y="1"/>
                      <a:pt x="2020" y="1"/>
                    </a:cubicBezTo>
                    <a:close/>
                  </a:path>
                </a:pathLst>
              </a:custGeom>
              <a:solidFill>
                <a:srgbClr val="CE6D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65"/>
              <p:cNvSpPr/>
              <p:nvPr/>
            </p:nvSpPr>
            <p:spPr>
              <a:xfrm>
                <a:off x="8129051" y="2007485"/>
                <a:ext cx="40194" cy="122432"/>
              </a:xfrm>
              <a:custGeom>
                <a:avLst/>
                <a:gdLst/>
                <a:ahLst/>
                <a:cxnLst/>
                <a:rect l="l" t="t" r="r" b="b"/>
                <a:pathLst>
                  <a:path w="1435" h="4371" fill="none" extrusionOk="0">
                    <a:moveTo>
                      <a:pt x="434" y="0"/>
                    </a:moveTo>
                    <a:cubicBezTo>
                      <a:pt x="434" y="0"/>
                      <a:pt x="0" y="834"/>
                      <a:pt x="101" y="2402"/>
                    </a:cubicBezTo>
                    <a:cubicBezTo>
                      <a:pt x="101" y="2402"/>
                      <a:pt x="1101" y="2702"/>
                      <a:pt x="1268" y="2836"/>
                    </a:cubicBezTo>
                    <a:cubicBezTo>
                      <a:pt x="1435" y="2936"/>
                      <a:pt x="267" y="4370"/>
                      <a:pt x="267" y="4370"/>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65"/>
              <p:cNvSpPr/>
              <p:nvPr/>
            </p:nvSpPr>
            <p:spPr>
              <a:xfrm>
                <a:off x="8085132" y="2141092"/>
                <a:ext cx="92545" cy="44872"/>
              </a:xfrm>
              <a:custGeom>
                <a:avLst/>
                <a:gdLst/>
                <a:ahLst/>
                <a:cxnLst/>
                <a:rect l="l" t="t" r="r" b="b"/>
                <a:pathLst>
                  <a:path w="3304" h="1602" fill="none" extrusionOk="0">
                    <a:moveTo>
                      <a:pt x="1" y="0"/>
                    </a:moveTo>
                    <a:cubicBezTo>
                      <a:pt x="1" y="0"/>
                      <a:pt x="1302" y="1601"/>
                      <a:pt x="3303" y="234"/>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65"/>
              <p:cNvSpPr/>
              <p:nvPr/>
            </p:nvSpPr>
            <p:spPr>
              <a:xfrm>
                <a:off x="8026283" y="1971660"/>
                <a:ext cx="72910" cy="42911"/>
              </a:xfrm>
              <a:custGeom>
                <a:avLst/>
                <a:gdLst/>
                <a:ahLst/>
                <a:cxnLst/>
                <a:rect l="l" t="t" r="r" b="b"/>
                <a:pathLst>
                  <a:path w="2603" h="1532" extrusionOk="0">
                    <a:moveTo>
                      <a:pt x="1673" y="0"/>
                    </a:moveTo>
                    <a:cubicBezTo>
                      <a:pt x="1408" y="0"/>
                      <a:pt x="1141" y="49"/>
                      <a:pt x="934" y="178"/>
                    </a:cubicBezTo>
                    <a:cubicBezTo>
                      <a:pt x="467" y="445"/>
                      <a:pt x="0" y="946"/>
                      <a:pt x="67" y="1513"/>
                    </a:cubicBezTo>
                    <a:cubicBezTo>
                      <a:pt x="71" y="1526"/>
                      <a:pt x="79" y="1531"/>
                      <a:pt x="89" y="1531"/>
                    </a:cubicBezTo>
                    <a:cubicBezTo>
                      <a:pt x="158" y="1531"/>
                      <a:pt x="342" y="1279"/>
                      <a:pt x="400" y="1279"/>
                    </a:cubicBezTo>
                    <a:cubicBezTo>
                      <a:pt x="634" y="1012"/>
                      <a:pt x="901" y="812"/>
                      <a:pt x="1168" y="679"/>
                    </a:cubicBezTo>
                    <a:cubicBezTo>
                      <a:pt x="1468" y="512"/>
                      <a:pt x="1768" y="412"/>
                      <a:pt x="2068" y="379"/>
                    </a:cubicBezTo>
                    <a:cubicBezTo>
                      <a:pt x="2135" y="379"/>
                      <a:pt x="2602" y="379"/>
                      <a:pt x="2569" y="312"/>
                    </a:cubicBezTo>
                    <a:cubicBezTo>
                      <a:pt x="2502" y="145"/>
                      <a:pt x="2068" y="12"/>
                      <a:pt x="1902" y="12"/>
                    </a:cubicBezTo>
                    <a:cubicBezTo>
                      <a:pt x="1827" y="4"/>
                      <a:pt x="1750" y="0"/>
                      <a:pt x="1673" y="0"/>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65"/>
              <p:cNvSpPr/>
              <p:nvPr/>
            </p:nvSpPr>
            <p:spPr>
              <a:xfrm>
                <a:off x="8164232" y="1974489"/>
                <a:ext cx="67616" cy="39998"/>
              </a:xfrm>
              <a:custGeom>
                <a:avLst/>
                <a:gdLst/>
                <a:ahLst/>
                <a:cxnLst/>
                <a:rect l="l" t="t" r="r" b="b"/>
                <a:pathLst>
                  <a:path w="2414" h="1428" extrusionOk="0">
                    <a:moveTo>
                      <a:pt x="898" y="0"/>
                    </a:moveTo>
                    <a:cubicBezTo>
                      <a:pt x="552" y="0"/>
                      <a:pt x="214" y="107"/>
                      <a:pt x="12" y="411"/>
                    </a:cubicBezTo>
                    <a:cubicBezTo>
                      <a:pt x="1" y="444"/>
                      <a:pt x="23" y="455"/>
                      <a:pt x="63" y="455"/>
                    </a:cubicBezTo>
                    <a:cubicBezTo>
                      <a:pt x="142" y="455"/>
                      <a:pt x="290" y="411"/>
                      <a:pt x="379" y="411"/>
                    </a:cubicBezTo>
                    <a:cubicBezTo>
                      <a:pt x="679" y="411"/>
                      <a:pt x="979" y="444"/>
                      <a:pt x="1246" y="578"/>
                    </a:cubicBezTo>
                    <a:cubicBezTo>
                      <a:pt x="1546" y="711"/>
                      <a:pt x="1813" y="878"/>
                      <a:pt x="2013" y="1078"/>
                    </a:cubicBezTo>
                    <a:cubicBezTo>
                      <a:pt x="2043" y="1108"/>
                      <a:pt x="2310" y="1428"/>
                      <a:pt x="2369" y="1428"/>
                    </a:cubicBezTo>
                    <a:cubicBezTo>
                      <a:pt x="2376" y="1428"/>
                      <a:pt x="2380" y="1423"/>
                      <a:pt x="2380" y="1412"/>
                    </a:cubicBezTo>
                    <a:cubicBezTo>
                      <a:pt x="2414" y="878"/>
                      <a:pt x="2047" y="378"/>
                      <a:pt x="1546" y="111"/>
                    </a:cubicBezTo>
                    <a:cubicBezTo>
                      <a:pt x="1350" y="45"/>
                      <a:pt x="1122" y="0"/>
                      <a:pt x="898" y="0"/>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65"/>
              <p:cNvSpPr/>
              <p:nvPr/>
            </p:nvSpPr>
            <p:spPr>
              <a:xfrm>
                <a:off x="7917884" y="1794300"/>
                <a:ext cx="354158" cy="273938"/>
              </a:xfrm>
              <a:custGeom>
                <a:avLst/>
                <a:gdLst/>
                <a:ahLst/>
                <a:cxnLst/>
                <a:rect l="l" t="t" r="r" b="b"/>
                <a:pathLst>
                  <a:path w="12644" h="9780" extrusionOk="0">
                    <a:moveTo>
                      <a:pt x="9099" y="1"/>
                    </a:moveTo>
                    <a:cubicBezTo>
                      <a:pt x="7060" y="1"/>
                      <a:pt x="4479" y="1176"/>
                      <a:pt x="2836" y="4209"/>
                    </a:cubicBezTo>
                    <a:cubicBezTo>
                      <a:pt x="2836" y="4209"/>
                      <a:pt x="468" y="4609"/>
                      <a:pt x="168" y="5343"/>
                    </a:cubicBezTo>
                    <a:cubicBezTo>
                      <a:pt x="1" y="5877"/>
                      <a:pt x="468" y="8045"/>
                      <a:pt x="635" y="9779"/>
                    </a:cubicBezTo>
                    <a:cubicBezTo>
                      <a:pt x="1502" y="9713"/>
                      <a:pt x="3703" y="9179"/>
                      <a:pt x="4838" y="5176"/>
                    </a:cubicBezTo>
                    <a:cubicBezTo>
                      <a:pt x="4838" y="5176"/>
                      <a:pt x="5551" y="5327"/>
                      <a:pt x="6571" y="5327"/>
                    </a:cubicBezTo>
                    <a:cubicBezTo>
                      <a:pt x="8392" y="5327"/>
                      <a:pt x="11189" y="4847"/>
                      <a:pt x="12643" y="2174"/>
                    </a:cubicBezTo>
                    <a:cubicBezTo>
                      <a:pt x="12276" y="1474"/>
                      <a:pt x="11776" y="773"/>
                      <a:pt x="10842" y="339"/>
                    </a:cubicBezTo>
                    <a:cubicBezTo>
                      <a:pt x="10349" y="121"/>
                      <a:pt x="9752" y="1"/>
                      <a:pt x="9099" y="1"/>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65"/>
              <p:cNvSpPr/>
              <p:nvPr/>
            </p:nvSpPr>
            <p:spPr>
              <a:xfrm>
                <a:off x="8072051" y="1801919"/>
                <a:ext cx="157948" cy="123356"/>
              </a:xfrm>
              <a:custGeom>
                <a:avLst/>
                <a:gdLst/>
                <a:ahLst/>
                <a:cxnLst/>
                <a:rect l="l" t="t" r="r" b="b"/>
                <a:pathLst>
                  <a:path w="5639" h="4404" fill="none" extrusionOk="0">
                    <a:moveTo>
                      <a:pt x="4471" y="4404"/>
                    </a:moveTo>
                    <a:cubicBezTo>
                      <a:pt x="4471" y="4404"/>
                      <a:pt x="4604" y="1202"/>
                      <a:pt x="1" y="901"/>
                    </a:cubicBezTo>
                    <a:cubicBezTo>
                      <a:pt x="1" y="901"/>
                      <a:pt x="3703" y="1"/>
                      <a:pt x="5638" y="3703"/>
                    </a:cubicBezTo>
                  </a:path>
                </a:pathLst>
              </a:custGeom>
              <a:noFill/>
              <a:ln w="6675" cap="rnd" cmpd="sng">
                <a:solidFill>
                  <a:srgbClr val="2C2F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65"/>
              <p:cNvSpPr/>
              <p:nvPr/>
            </p:nvSpPr>
            <p:spPr>
              <a:xfrm>
                <a:off x="7922562" y="1948608"/>
                <a:ext cx="73834" cy="93469"/>
              </a:xfrm>
              <a:custGeom>
                <a:avLst/>
                <a:gdLst/>
                <a:ahLst/>
                <a:cxnLst/>
                <a:rect l="l" t="t" r="r" b="b"/>
                <a:pathLst>
                  <a:path w="2636" h="3337" fill="none" extrusionOk="0">
                    <a:moveTo>
                      <a:pt x="1" y="1"/>
                    </a:moveTo>
                    <a:cubicBezTo>
                      <a:pt x="1" y="1"/>
                      <a:pt x="534" y="2336"/>
                      <a:pt x="2636" y="3336"/>
                    </a:cubicBezTo>
                  </a:path>
                </a:pathLst>
              </a:custGeom>
              <a:noFill/>
              <a:ln w="6675" cap="rnd" cmpd="sng">
                <a:solidFill>
                  <a:srgbClr val="2C2F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65"/>
              <p:cNvSpPr/>
              <p:nvPr/>
            </p:nvSpPr>
            <p:spPr>
              <a:xfrm>
                <a:off x="7875785" y="2023058"/>
                <a:ext cx="116886" cy="147081"/>
              </a:xfrm>
              <a:custGeom>
                <a:avLst/>
                <a:gdLst/>
                <a:ahLst/>
                <a:cxnLst/>
                <a:rect l="l" t="t" r="r" b="b"/>
                <a:pathLst>
                  <a:path w="4173" h="5251" extrusionOk="0">
                    <a:moveTo>
                      <a:pt x="1817" y="1"/>
                    </a:moveTo>
                    <a:cubicBezTo>
                      <a:pt x="1645" y="1"/>
                      <a:pt x="1462" y="44"/>
                      <a:pt x="1270" y="145"/>
                    </a:cubicBezTo>
                    <a:cubicBezTo>
                      <a:pt x="1" y="780"/>
                      <a:pt x="1359" y="5251"/>
                      <a:pt x="3793" y="5251"/>
                    </a:cubicBezTo>
                    <a:cubicBezTo>
                      <a:pt x="3917" y="5251"/>
                      <a:pt x="4043" y="5239"/>
                      <a:pt x="4172" y="5215"/>
                    </a:cubicBezTo>
                    <a:lnTo>
                      <a:pt x="3405" y="1346"/>
                    </a:lnTo>
                    <a:cubicBezTo>
                      <a:pt x="3405" y="1346"/>
                      <a:pt x="2781" y="1"/>
                      <a:pt x="1817"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65"/>
              <p:cNvSpPr/>
              <p:nvPr/>
            </p:nvSpPr>
            <p:spPr>
              <a:xfrm>
                <a:off x="7900126" y="2066502"/>
                <a:ext cx="91593" cy="103805"/>
              </a:xfrm>
              <a:custGeom>
                <a:avLst/>
                <a:gdLst/>
                <a:ahLst/>
                <a:cxnLst/>
                <a:rect l="l" t="t" r="r" b="b"/>
                <a:pathLst>
                  <a:path w="3270" h="3706" extrusionOk="0">
                    <a:moveTo>
                      <a:pt x="1264" y="1"/>
                    </a:moveTo>
                    <a:cubicBezTo>
                      <a:pt x="806" y="1"/>
                      <a:pt x="345" y="182"/>
                      <a:pt x="1" y="729"/>
                    </a:cubicBezTo>
                    <a:cubicBezTo>
                      <a:pt x="398" y="2133"/>
                      <a:pt x="1438" y="3706"/>
                      <a:pt x="2865" y="3706"/>
                    </a:cubicBezTo>
                    <a:cubicBezTo>
                      <a:pt x="2997" y="3706"/>
                      <a:pt x="3132" y="3692"/>
                      <a:pt x="3270" y="3664"/>
                    </a:cubicBezTo>
                    <a:lnTo>
                      <a:pt x="2636" y="428"/>
                    </a:lnTo>
                    <a:cubicBezTo>
                      <a:pt x="2299" y="233"/>
                      <a:pt x="1784" y="1"/>
                      <a:pt x="1264" y="1"/>
                    </a:cubicBezTo>
                    <a:close/>
                  </a:path>
                </a:pathLst>
              </a:custGeom>
              <a:solidFill>
                <a:srgbClr val="CE6D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34" name="Google Shape;2934;p65"/>
            <p:cNvSpPr/>
            <p:nvPr/>
          </p:nvSpPr>
          <p:spPr>
            <a:xfrm flipH="1">
              <a:off x="7527347" y="4519436"/>
              <a:ext cx="396807" cy="176188"/>
            </a:xfrm>
            <a:custGeom>
              <a:avLst/>
              <a:gdLst/>
              <a:ahLst/>
              <a:cxnLst/>
              <a:rect l="l" t="t" r="r" b="b"/>
              <a:pathLst>
                <a:path w="13977" h="6206" extrusionOk="0">
                  <a:moveTo>
                    <a:pt x="4504" y="1"/>
                  </a:moveTo>
                  <a:lnTo>
                    <a:pt x="1468" y="701"/>
                  </a:lnTo>
                  <a:cubicBezTo>
                    <a:pt x="0" y="4804"/>
                    <a:pt x="1902" y="6038"/>
                    <a:pt x="1902" y="6038"/>
                  </a:cubicBezTo>
                  <a:lnTo>
                    <a:pt x="13643" y="6205"/>
                  </a:lnTo>
                  <a:cubicBezTo>
                    <a:pt x="13643" y="6205"/>
                    <a:pt x="13977" y="5038"/>
                    <a:pt x="13443" y="4370"/>
                  </a:cubicBezTo>
                  <a:cubicBezTo>
                    <a:pt x="12943" y="3703"/>
                    <a:pt x="10141" y="3470"/>
                    <a:pt x="10141" y="3470"/>
                  </a:cubicBezTo>
                  <a:lnTo>
                    <a:pt x="45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65"/>
            <p:cNvSpPr/>
            <p:nvPr/>
          </p:nvSpPr>
          <p:spPr>
            <a:xfrm flipH="1">
              <a:off x="8152353" y="4528919"/>
              <a:ext cx="214997" cy="206424"/>
            </a:xfrm>
            <a:custGeom>
              <a:avLst/>
              <a:gdLst/>
              <a:ahLst/>
              <a:cxnLst/>
              <a:rect l="l" t="t" r="r" b="b"/>
              <a:pathLst>
                <a:path w="7573" h="7271" extrusionOk="0">
                  <a:moveTo>
                    <a:pt x="667" y="0"/>
                  </a:moveTo>
                  <a:cubicBezTo>
                    <a:pt x="667" y="0"/>
                    <a:pt x="0" y="5704"/>
                    <a:pt x="100" y="6572"/>
                  </a:cubicBezTo>
                  <a:cubicBezTo>
                    <a:pt x="181" y="7116"/>
                    <a:pt x="932" y="7271"/>
                    <a:pt x="1964" y="7271"/>
                  </a:cubicBezTo>
                  <a:cubicBezTo>
                    <a:pt x="2638" y="7271"/>
                    <a:pt x="3432" y="7205"/>
                    <a:pt x="4237" y="7139"/>
                  </a:cubicBezTo>
                  <a:cubicBezTo>
                    <a:pt x="6271" y="6972"/>
                    <a:pt x="7572" y="7139"/>
                    <a:pt x="6872" y="6005"/>
                  </a:cubicBezTo>
                  <a:cubicBezTo>
                    <a:pt x="6205" y="4870"/>
                    <a:pt x="3903" y="200"/>
                    <a:pt x="3903" y="200"/>
                  </a:cubicBezTo>
                  <a:lnTo>
                    <a:pt x="6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65"/>
            <p:cNvSpPr/>
            <p:nvPr/>
          </p:nvSpPr>
          <p:spPr>
            <a:xfrm flipH="1">
              <a:off x="7754609" y="2978654"/>
              <a:ext cx="630741" cy="1585156"/>
            </a:xfrm>
            <a:custGeom>
              <a:avLst/>
              <a:gdLst/>
              <a:ahLst/>
              <a:cxnLst/>
              <a:rect l="l" t="t" r="r" b="b"/>
              <a:pathLst>
                <a:path w="22217" h="55835" extrusionOk="0">
                  <a:moveTo>
                    <a:pt x="4003" y="0"/>
                  </a:moveTo>
                  <a:cubicBezTo>
                    <a:pt x="4003" y="0"/>
                    <a:pt x="1301" y="7573"/>
                    <a:pt x="1301" y="9274"/>
                  </a:cubicBezTo>
                  <a:cubicBezTo>
                    <a:pt x="1301" y="12009"/>
                    <a:pt x="1168" y="46200"/>
                    <a:pt x="1034" y="47534"/>
                  </a:cubicBezTo>
                  <a:cubicBezTo>
                    <a:pt x="868" y="48869"/>
                    <a:pt x="501" y="49102"/>
                    <a:pt x="501" y="49769"/>
                  </a:cubicBezTo>
                  <a:cubicBezTo>
                    <a:pt x="501" y="50437"/>
                    <a:pt x="868" y="51771"/>
                    <a:pt x="734" y="52271"/>
                  </a:cubicBezTo>
                  <a:cubicBezTo>
                    <a:pt x="634" y="52805"/>
                    <a:pt x="0" y="54473"/>
                    <a:pt x="467" y="54940"/>
                  </a:cubicBezTo>
                  <a:cubicBezTo>
                    <a:pt x="852" y="55295"/>
                    <a:pt x="2131" y="55834"/>
                    <a:pt x="3277" y="55834"/>
                  </a:cubicBezTo>
                  <a:cubicBezTo>
                    <a:pt x="3422" y="55834"/>
                    <a:pt x="3564" y="55826"/>
                    <a:pt x="3703" y="55807"/>
                  </a:cubicBezTo>
                  <a:cubicBezTo>
                    <a:pt x="4971" y="55674"/>
                    <a:pt x="5538" y="54773"/>
                    <a:pt x="5738" y="54273"/>
                  </a:cubicBezTo>
                  <a:cubicBezTo>
                    <a:pt x="5971" y="53772"/>
                    <a:pt x="5538" y="53139"/>
                    <a:pt x="5738" y="52638"/>
                  </a:cubicBezTo>
                  <a:cubicBezTo>
                    <a:pt x="5971" y="52104"/>
                    <a:pt x="6572" y="51671"/>
                    <a:pt x="6372" y="51004"/>
                  </a:cubicBezTo>
                  <a:cubicBezTo>
                    <a:pt x="6171" y="50370"/>
                    <a:pt x="6038" y="48669"/>
                    <a:pt x="6538" y="43865"/>
                  </a:cubicBezTo>
                  <a:cubicBezTo>
                    <a:pt x="6972" y="39862"/>
                    <a:pt x="7406" y="34192"/>
                    <a:pt x="7873" y="32157"/>
                  </a:cubicBezTo>
                  <a:cubicBezTo>
                    <a:pt x="8306" y="30122"/>
                    <a:pt x="10575" y="14010"/>
                    <a:pt x="10575" y="14010"/>
                  </a:cubicBezTo>
                  <a:cubicBezTo>
                    <a:pt x="10575" y="14010"/>
                    <a:pt x="12576" y="25819"/>
                    <a:pt x="12810" y="27854"/>
                  </a:cubicBezTo>
                  <a:cubicBezTo>
                    <a:pt x="13010" y="29922"/>
                    <a:pt x="13010" y="33825"/>
                    <a:pt x="13477" y="36427"/>
                  </a:cubicBezTo>
                  <a:cubicBezTo>
                    <a:pt x="13910" y="38962"/>
                    <a:pt x="15912" y="46434"/>
                    <a:pt x="16145" y="47368"/>
                  </a:cubicBezTo>
                  <a:cubicBezTo>
                    <a:pt x="16345" y="48335"/>
                    <a:pt x="15845" y="50103"/>
                    <a:pt x="16145" y="50837"/>
                  </a:cubicBezTo>
                  <a:cubicBezTo>
                    <a:pt x="16412" y="51537"/>
                    <a:pt x="17046" y="52471"/>
                    <a:pt x="16879" y="52972"/>
                  </a:cubicBezTo>
                  <a:cubicBezTo>
                    <a:pt x="16746" y="53472"/>
                    <a:pt x="16846" y="54873"/>
                    <a:pt x="17246" y="55173"/>
                  </a:cubicBezTo>
                  <a:cubicBezTo>
                    <a:pt x="17463" y="55323"/>
                    <a:pt x="18022" y="55398"/>
                    <a:pt x="18660" y="55398"/>
                  </a:cubicBezTo>
                  <a:cubicBezTo>
                    <a:pt x="19297" y="55398"/>
                    <a:pt x="20015" y="55323"/>
                    <a:pt x="20548" y="55173"/>
                  </a:cubicBezTo>
                  <a:cubicBezTo>
                    <a:pt x="21683" y="54873"/>
                    <a:pt x="22049" y="54039"/>
                    <a:pt x="22150" y="53539"/>
                  </a:cubicBezTo>
                  <a:cubicBezTo>
                    <a:pt x="22216" y="53038"/>
                    <a:pt x="21482" y="52405"/>
                    <a:pt x="21582" y="51938"/>
                  </a:cubicBezTo>
                  <a:cubicBezTo>
                    <a:pt x="21683" y="51504"/>
                    <a:pt x="22150" y="50970"/>
                    <a:pt x="22150" y="50403"/>
                  </a:cubicBezTo>
                  <a:cubicBezTo>
                    <a:pt x="22150" y="49769"/>
                    <a:pt x="21349" y="49569"/>
                    <a:pt x="21216" y="48302"/>
                  </a:cubicBezTo>
                  <a:cubicBezTo>
                    <a:pt x="21082" y="47067"/>
                    <a:pt x="20315" y="30289"/>
                    <a:pt x="20248" y="28154"/>
                  </a:cubicBezTo>
                  <a:cubicBezTo>
                    <a:pt x="20215" y="25986"/>
                    <a:pt x="19681" y="7372"/>
                    <a:pt x="19481" y="6105"/>
                  </a:cubicBezTo>
                  <a:cubicBezTo>
                    <a:pt x="19214" y="4871"/>
                    <a:pt x="18347" y="201"/>
                    <a:pt x="18347" y="201"/>
                  </a:cubicBezTo>
                  <a:lnTo>
                    <a:pt x="40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65"/>
            <p:cNvSpPr/>
            <p:nvPr/>
          </p:nvSpPr>
          <p:spPr>
            <a:xfrm flipH="1">
              <a:off x="7772608" y="4359402"/>
              <a:ext cx="123127" cy="43579"/>
            </a:xfrm>
            <a:custGeom>
              <a:avLst/>
              <a:gdLst/>
              <a:ahLst/>
              <a:cxnLst/>
              <a:rect l="l" t="t" r="r" b="b"/>
              <a:pathLst>
                <a:path w="4337" h="1535" fill="none" extrusionOk="0">
                  <a:moveTo>
                    <a:pt x="0" y="0"/>
                  </a:moveTo>
                  <a:cubicBezTo>
                    <a:pt x="0" y="0"/>
                    <a:pt x="867" y="1468"/>
                    <a:pt x="4336" y="1535"/>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65"/>
            <p:cNvSpPr/>
            <p:nvPr/>
          </p:nvSpPr>
          <p:spPr>
            <a:xfrm flipH="1">
              <a:off x="7783028" y="4447468"/>
              <a:ext cx="104191" cy="31286"/>
            </a:xfrm>
            <a:custGeom>
              <a:avLst/>
              <a:gdLst/>
              <a:ahLst/>
              <a:cxnLst/>
              <a:rect l="l" t="t" r="r" b="b"/>
              <a:pathLst>
                <a:path w="3670" h="1102" fill="none" extrusionOk="0">
                  <a:moveTo>
                    <a:pt x="3670" y="1"/>
                  </a:moveTo>
                  <a:cubicBezTo>
                    <a:pt x="3670" y="1"/>
                    <a:pt x="1201" y="167"/>
                    <a:pt x="0" y="1101"/>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65"/>
            <p:cNvSpPr/>
            <p:nvPr/>
          </p:nvSpPr>
          <p:spPr>
            <a:xfrm flipH="1">
              <a:off x="8219609" y="4381177"/>
              <a:ext cx="128805" cy="63480"/>
            </a:xfrm>
            <a:custGeom>
              <a:avLst/>
              <a:gdLst/>
              <a:ahLst/>
              <a:cxnLst/>
              <a:rect l="l" t="t" r="r" b="b"/>
              <a:pathLst>
                <a:path w="4537" h="2236" fill="none" extrusionOk="0">
                  <a:moveTo>
                    <a:pt x="4537" y="1668"/>
                  </a:moveTo>
                  <a:cubicBezTo>
                    <a:pt x="4537" y="1668"/>
                    <a:pt x="1768" y="2235"/>
                    <a:pt x="0" y="0"/>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65"/>
            <p:cNvSpPr/>
            <p:nvPr/>
          </p:nvSpPr>
          <p:spPr>
            <a:xfrm flipH="1">
              <a:off x="8247062" y="4448405"/>
              <a:ext cx="101352" cy="52124"/>
            </a:xfrm>
            <a:custGeom>
              <a:avLst/>
              <a:gdLst/>
              <a:ahLst/>
              <a:cxnLst/>
              <a:rect l="l" t="t" r="r" b="b"/>
              <a:pathLst>
                <a:path w="3570" h="1836" fill="none" extrusionOk="0">
                  <a:moveTo>
                    <a:pt x="3570" y="1735"/>
                  </a:moveTo>
                  <a:cubicBezTo>
                    <a:pt x="3570" y="1735"/>
                    <a:pt x="1501" y="1836"/>
                    <a:pt x="0" y="1"/>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65"/>
            <p:cNvSpPr/>
            <p:nvPr/>
          </p:nvSpPr>
          <p:spPr>
            <a:xfrm flipH="1">
              <a:off x="7911833" y="3197399"/>
              <a:ext cx="171419" cy="176188"/>
            </a:xfrm>
            <a:custGeom>
              <a:avLst/>
              <a:gdLst/>
              <a:ahLst/>
              <a:cxnLst/>
              <a:rect l="l" t="t" r="r" b="b"/>
              <a:pathLst>
                <a:path w="6038" h="6206" fill="none" extrusionOk="0">
                  <a:moveTo>
                    <a:pt x="0" y="6205"/>
                  </a:moveTo>
                  <a:lnTo>
                    <a:pt x="0" y="3837"/>
                  </a:lnTo>
                  <a:cubicBezTo>
                    <a:pt x="0" y="3837"/>
                    <a:pt x="4604" y="1769"/>
                    <a:pt x="6038" y="1"/>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65"/>
            <p:cNvSpPr/>
            <p:nvPr/>
          </p:nvSpPr>
          <p:spPr>
            <a:xfrm flipH="1">
              <a:off x="8004640" y="2984332"/>
              <a:ext cx="17999" cy="291707"/>
            </a:xfrm>
            <a:custGeom>
              <a:avLst/>
              <a:gdLst/>
              <a:ahLst/>
              <a:cxnLst/>
              <a:rect l="l" t="t" r="r" b="b"/>
              <a:pathLst>
                <a:path w="634" h="10275" fill="none" extrusionOk="0">
                  <a:moveTo>
                    <a:pt x="0" y="1"/>
                  </a:moveTo>
                  <a:cubicBezTo>
                    <a:pt x="0" y="1"/>
                    <a:pt x="634" y="5605"/>
                    <a:pt x="0" y="10275"/>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65"/>
            <p:cNvSpPr/>
            <p:nvPr/>
          </p:nvSpPr>
          <p:spPr>
            <a:xfrm flipH="1">
              <a:off x="8016933" y="2984332"/>
              <a:ext cx="53061" cy="239612"/>
            </a:xfrm>
            <a:custGeom>
              <a:avLst/>
              <a:gdLst/>
              <a:ahLst/>
              <a:cxnLst/>
              <a:rect l="l" t="t" r="r" b="b"/>
              <a:pathLst>
                <a:path w="1869" h="8440" fill="none" extrusionOk="0">
                  <a:moveTo>
                    <a:pt x="100" y="1"/>
                  </a:moveTo>
                  <a:cubicBezTo>
                    <a:pt x="100" y="1"/>
                    <a:pt x="0" y="6505"/>
                    <a:pt x="100" y="7039"/>
                  </a:cubicBezTo>
                  <a:cubicBezTo>
                    <a:pt x="200" y="7539"/>
                    <a:pt x="1868" y="8440"/>
                    <a:pt x="1868" y="8440"/>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65"/>
            <p:cNvSpPr/>
            <p:nvPr/>
          </p:nvSpPr>
          <p:spPr>
            <a:xfrm flipH="1">
              <a:off x="8247062" y="2977717"/>
              <a:ext cx="123127" cy="1404425"/>
            </a:xfrm>
            <a:custGeom>
              <a:avLst/>
              <a:gdLst/>
              <a:ahLst/>
              <a:cxnLst/>
              <a:rect l="l" t="t" r="r" b="b"/>
              <a:pathLst>
                <a:path w="4337" h="49469" fill="none" extrusionOk="0">
                  <a:moveTo>
                    <a:pt x="4337" y="0"/>
                  </a:moveTo>
                  <a:cubicBezTo>
                    <a:pt x="4337" y="0"/>
                    <a:pt x="1868" y="6605"/>
                    <a:pt x="1635" y="9474"/>
                  </a:cubicBezTo>
                  <a:cubicBezTo>
                    <a:pt x="1368" y="12342"/>
                    <a:pt x="1268" y="40496"/>
                    <a:pt x="1268" y="42497"/>
                  </a:cubicBezTo>
                  <a:cubicBezTo>
                    <a:pt x="1268" y="44499"/>
                    <a:pt x="0" y="49469"/>
                    <a:pt x="0" y="49469"/>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65"/>
            <p:cNvSpPr/>
            <p:nvPr/>
          </p:nvSpPr>
          <p:spPr>
            <a:xfrm flipH="1">
              <a:off x="8190254" y="2977717"/>
              <a:ext cx="118386" cy="189418"/>
            </a:xfrm>
            <a:custGeom>
              <a:avLst/>
              <a:gdLst/>
              <a:ahLst/>
              <a:cxnLst/>
              <a:rect l="l" t="t" r="r" b="b"/>
              <a:pathLst>
                <a:path w="4170" h="6672" fill="none" extrusionOk="0">
                  <a:moveTo>
                    <a:pt x="4170" y="0"/>
                  </a:moveTo>
                  <a:cubicBezTo>
                    <a:pt x="4170" y="0"/>
                    <a:pt x="3603" y="5471"/>
                    <a:pt x="3136" y="5904"/>
                  </a:cubicBezTo>
                  <a:cubicBezTo>
                    <a:pt x="2669" y="6338"/>
                    <a:pt x="0" y="6672"/>
                    <a:pt x="0" y="6672"/>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65"/>
            <p:cNvSpPr/>
            <p:nvPr/>
          </p:nvSpPr>
          <p:spPr>
            <a:xfrm flipH="1">
              <a:off x="7834158" y="2984332"/>
              <a:ext cx="77703" cy="182803"/>
            </a:xfrm>
            <a:custGeom>
              <a:avLst/>
              <a:gdLst/>
              <a:ahLst/>
              <a:cxnLst/>
              <a:rect l="l" t="t" r="r" b="b"/>
              <a:pathLst>
                <a:path w="2737" h="6439" fill="none" extrusionOk="0">
                  <a:moveTo>
                    <a:pt x="1" y="1"/>
                  </a:moveTo>
                  <a:cubicBezTo>
                    <a:pt x="1" y="1"/>
                    <a:pt x="201" y="4671"/>
                    <a:pt x="568" y="5104"/>
                  </a:cubicBezTo>
                  <a:cubicBezTo>
                    <a:pt x="968" y="5605"/>
                    <a:pt x="2736" y="6439"/>
                    <a:pt x="2736" y="6439"/>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65"/>
            <p:cNvSpPr/>
            <p:nvPr/>
          </p:nvSpPr>
          <p:spPr>
            <a:xfrm flipH="1">
              <a:off x="7867317" y="3287367"/>
              <a:ext cx="176160" cy="1261453"/>
            </a:xfrm>
            <a:custGeom>
              <a:avLst/>
              <a:gdLst/>
              <a:ahLst/>
              <a:cxnLst/>
              <a:rect l="l" t="t" r="r" b="b"/>
              <a:pathLst>
                <a:path w="6205" h="44433" fill="none" extrusionOk="0">
                  <a:moveTo>
                    <a:pt x="0" y="1"/>
                  </a:moveTo>
                  <a:cubicBezTo>
                    <a:pt x="0" y="1"/>
                    <a:pt x="2302" y="15345"/>
                    <a:pt x="2369" y="16946"/>
                  </a:cubicBezTo>
                  <a:cubicBezTo>
                    <a:pt x="2469" y="18581"/>
                    <a:pt x="2302" y="22250"/>
                    <a:pt x="2836" y="25586"/>
                  </a:cubicBezTo>
                  <a:cubicBezTo>
                    <a:pt x="3336" y="28922"/>
                    <a:pt x="5638" y="37761"/>
                    <a:pt x="5171" y="38528"/>
                  </a:cubicBezTo>
                  <a:cubicBezTo>
                    <a:pt x="4737" y="39296"/>
                    <a:pt x="5538" y="39629"/>
                    <a:pt x="5871" y="40230"/>
                  </a:cubicBezTo>
                  <a:cubicBezTo>
                    <a:pt x="6205" y="40797"/>
                    <a:pt x="6171" y="41931"/>
                    <a:pt x="5971" y="42598"/>
                  </a:cubicBezTo>
                  <a:cubicBezTo>
                    <a:pt x="5738" y="43265"/>
                    <a:pt x="6138" y="44433"/>
                    <a:pt x="6138" y="44433"/>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65"/>
            <p:cNvSpPr/>
            <p:nvPr/>
          </p:nvSpPr>
          <p:spPr>
            <a:xfrm flipH="1">
              <a:off x="8069965" y="3132074"/>
              <a:ext cx="556870" cy="383549"/>
            </a:xfrm>
            <a:custGeom>
              <a:avLst/>
              <a:gdLst/>
              <a:ahLst/>
              <a:cxnLst/>
              <a:rect l="l" t="t" r="r" b="b"/>
              <a:pathLst>
                <a:path w="19615" h="13510" extrusionOk="0">
                  <a:moveTo>
                    <a:pt x="768" y="0"/>
                  </a:moveTo>
                  <a:cubicBezTo>
                    <a:pt x="367" y="0"/>
                    <a:pt x="0" y="334"/>
                    <a:pt x="0" y="768"/>
                  </a:cubicBezTo>
                  <a:lnTo>
                    <a:pt x="0" y="12709"/>
                  </a:lnTo>
                  <a:cubicBezTo>
                    <a:pt x="0" y="13143"/>
                    <a:pt x="334" y="13510"/>
                    <a:pt x="768" y="13510"/>
                  </a:cubicBezTo>
                  <a:lnTo>
                    <a:pt x="18847" y="13510"/>
                  </a:lnTo>
                  <a:cubicBezTo>
                    <a:pt x="19247" y="13510"/>
                    <a:pt x="19614" y="13176"/>
                    <a:pt x="19614" y="12709"/>
                  </a:cubicBezTo>
                  <a:lnTo>
                    <a:pt x="19614" y="768"/>
                  </a:lnTo>
                  <a:cubicBezTo>
                    <a:pt x="19614" y="367"/>
                    <a:pt x="19314" y="0"/>
                    <a:pt x="188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65"/>
            <p:cNvSpPr/>
            <p:nvPr/>
          </p:nvSpPr>
          <p:spPr>
            <a:xfrm flipH="1">
              <a:off x="8070931" y="3222979"/>
              <a:ext cx="555905" cy="292644"/>
            </a:xfrm>
            <a:custGeom>
              <a:avLst/>
              <a:gdLst/>
              <a:ahLst/>
              <a:cxnLst/>
              <a:rect l="l" t="t" r="r" b="b"/>
              <a:pathLst>
                <a:path w="19581" h="10308" extrusionOk="0">
                  <a:moveTo>
                    <a:pt x="0" y="1"/>
                  </a:moveTo>
                  <a:lnTo>
                    <a:pt x="0" y="9507"/>
                  </a:lnTo>
                  <a:cubicBezTo>
                    <a:pt x="0" y="9974"/>
                    <a:pt x="367" y="10308"/>
                    <a:pt x="768" y="10308"/>
                  </a:cubicBezTo>
                  <a:lnTo>
                    <a:pt x="18814" y="10308"/>
                  </a:lnTo>
                  <a:cubicBezTo>
                    <a:pt x="19247" y="10308"/>
                    <a:pt x="19581" y="9941"/>
                    <a:pt x="19581" y="9507"/>
                  </a:cubicBezTo>
                  <a:lnTo>
                    <a:pt x="19581" y="2336"/>
                  </a:lnTo>
                  <a:cubicBezTo>
                    <a:pt x="17246" y="2836"/>
                    <a:pt x="15178" y="4671"/>
                    <a:pt x="12876" y="5671"/>
                  </a:cubicBezTo>
                  <a:cubicBezTo>
                    <a:pt x="12177" y="5983"/>
                    <a:pt x="11501" y="6118"/>
                    <a:pt x="10843" y="6118"/>
                  </a:cubicBezTo>
                  <a:cubicBezTo>
                    <a:pt x="7202" y="6118"/>
                    <a:pt x="4142" y="1960"/>
                    <a:pt x="1034" y="434"/>
                  </a:cubicBezTo>
                  <a:cubicBezTo>
                    <a:pt x="768" y="301"/>
                    <a:pt x="401" y="134"/>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65"/>
            <p:cNvSpPr/>
            <p:nvPr/>
          </p:nvSpPr>
          <p:spPr>
            <a:xfrm flipH="1">
              <a:off x="8314290" y="3289269"/>
              <a:ext cx="69158" cy="68221"/>
            </a:xfrm>
            <a:custGeom>
              <a:avLst/>
              <a:gdLst/>
              <a:ahLst/>
              <a:cxnLst/>
              <a:rect l="l" t="t" r="r" b="b"/>
              <a:pathLst>
                <a:path w="2436" h="2403" extrusionOk="0">
                  <a:moveTo>
                    <a:pt x="1234" y="1"/>
                  </a:moveTo>
                  <a:cubicBezTo>
                    <a:pt x="567" y="1"/>
                    <a:pt x="0" y="534"/>
                    <a:pt x="0" y="1201"/>
                  </a:cubicBezTo>
                  <a:cubicBezTo>
                    <a:pt x="0" y="1869"/>
                    <a:pt x="567" y="2402"/>
                    <a:pt x="1234" y="2402"/>
                  </a:cubicBezTo>
                  <a:cubicBezTo>
                    <a:pt x="1901" y="2402"/>
                    <a:pt x="2435" y="1869"/>
                    <a:pt x="2435" y="1201"/>
                  </a:cubicBezTo>
                  <a:cubicBezTo>
                    <a:pt x="2435" y="534"/>
                    <a:pt x="1901" y="1"/>
                    <a:pt x="1234" y="1"/>
                  </a:cubicBezTo>
                  <a:close/>
                </a:path>
              </a:pathLst>
            </a:custGeom>
            <a:solidFill>
              <a:srgbClr val="C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65"/>
            <p:cNvSpPr/>
            <p:nvPr/>
          </p:nvSpPr>
          <p:spPr>
            <a:xfrm flipH="1">
              <a:off x="8087965" y="2186006"/>
              <a:ext cx="117449" cy="183314"/>
            </a:xfrm>
            <a:custGeom>
              <a:avLst/>
              <a:gdLst/>
              <a:ahLst/>
              <a:cxnLst/>
              <a:rect l="l" t="t" r="r" b="b"/>
              <a:pathLst>
                <a:path w="4137" h="6457" extrusionOk="0">
                  <a:moveTo>
                    <a:pt x="0" y="0"/>
                  </a:moveTo>
                  <a:lnTo>
                    <a:pt x="0" y="0"/>
                  </a:lnTo>
                  <a:cubicBezTo>
                    <a:pt x="334" y="2302"/>
                    <a:pt x="0" y="5104"/>
                    <a:pt x="0" y="5104"/>
                  </a:cubicBezTo>
                  <a:cubicBezTo>
                    <a:pt x="923" y="6152"/>
                    <a:pt x="1798" y="6457"/>
                    <a:pt x="2504" y="6457"/>
                  </a:cubicBezTo>
                  <a:cubicBezTo>
                    <a:pt x="3483" y="6457"/>
                    <a:pt x="4137" y="5871"/>
                    <a:pt x="4137" y="5871"/>
                  </a:cubicBezTo>
                  <a:cubicBezTo>
                    <a:pt x="3736" y="4337"/>
                    <a:pt x="4137" y="2602"/>
                    <a:pt x="4137" y="2602"/>
                  </a:cubicBezTo>
                  <a:lnTo>
                    <a:pt x="0" y="0"/>
                  </a:ln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65"/>
            <p:cNvSpPr/>
            <p:nvPr/>
          </p:nvSpPr>
          <p:spPr>
            <a:xfrm flipH="1">
              <a:off x="8087965" y="2186006"/>
              <a:ext cx="116513" cy="120487"/>
            </a:xfrm>
            <a:custGeom>
              <a:avLst/>
              <a:gdLst/>
              <a:ahLst/>
              <a:cxnLst/>
              <a:rect l="l" t="t" r="r" b="b"/>
              <a:pathLst>
                <a:path w="4104" h="4244" extrusionOk="0">
                  <a:moveTo>
                    <a:pt x="1" y="0"/>
                  </a:moveTo>
                  <a:lnTo>
                    <a:pt x="1" y="0"/>
                  </a:lnTo>
                  <a:cubicBezTo>
                    <a:pt x="101" y="634"/>
                    <a:pt x="134" y="1268"/>
                    <a:pt x="134" y="1868"/>
                  </a:cubicBezTo>
                  <a:cubicBezTo>
                    <a:pt x="835" y="2836"/>
                    <a:pt x="1969" y="4103"/>
                    <a:pt x="2803" y="4203"/>
                  </a:cubicBezTo>
                  <a:cubicBezTo>
                    <a:pt x="2913" y="4231"/>
                    <a:pt x="3023" y="4243"/>
                    <a:pt x="3132" y="4243"/>
                  </a:cubicBezTo>
                  <a:cubicBezTo>
                    <a:pt x="3418" y="4243"/>
                    <a:pt x="3695" y="4158"/>
                    <a:pt x="3937" y="4037"/>
                  </a:cubicBezTo>
                  <a:cubicBezTo>
                    <a:pt x="3970" y="3203"/>
                    <a:pt x="4104" y="2602"/>
                    <a:pt x="4104" y="2602"/>
                  </a:cubicBezTo>
                  <a:lnTo>
                    <a:pt x="1" y="0"/>
                  </a:ln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65"/>
            <p:cNvSpPr/>
            <p:nvPr/>
          </p:nvSpPr>
          <p:spPr>
            <a:xfrm flipH="1">
              <a:off x="8304836" y="3266557"/>
              <a:ext cx="143966" cy="279528"/>
            </a:xfrm>
            <a:custGeom>
              <a:avLst/>
              <a:gdLst/>
              <a:ahLst/>
              <a:cxnLst/>
              <a:rect l="l" t="t" r="r" b="b"/>
              <a:pathLst>
                <a:path w="5071" h="9846" extrusionOk="0">
                  <a:moveTo>
                    <a:pt x="0" y="0"/>
                  </a:moveTo>
                  <a:lnTo>
                    <a:pt x="0" y="4803"/>
                  </a:lnTo>
                  <a:cubicBezTo>
                    <a:pt x="67" y="5471"/>
                    <a:pt x="134" y="9340"/>
                    <a:pt x="267" y="9540"/>
                  </a:cubicBezTo>
                  <a:cubicBezTo>
                    <a:pt x="298" y="9586"/>
                    <a:pt x="336" y="9604"/>
                    <a:pt x="378" y="9604"/>
                  </a:cubicBezTo>
                  <a:cubicBezTo>
                    <a:pt x="517" y="9604"/>
                    <a:pt x="698" y="9407"/>
                    <a:pt x="801" y="9407"/>
                  </a:cubicBezTo>
                  <a:cubicBezTo>
                    <a:pt x="934" y="9407"/>
                    <a:pt x="1068" y="9640"/>
                    <a:pt x="1268" y="9740"/>
                  </a:cubicBezTo>
                  <a:cubicBezTo>
                    <a:pt x="1285" y="9746"/>
                    <a:pt x="1302" y="9748"/>
                    <a:pt x="1321" y="9748"/>
                  </a:cubicBezTo>
                  <a:cubicBezTo>
                    <a:pt x="1522" y="9748"/>
                    <a:pt x="1813" y="9440"/>
                    <a:pt x="1935" y="9440"/>
                  </a:cubicBezTo>
                  <a:cubicBezTo>
                    <a:pt x="2069" y="9440"/>
                    <a:pt x="2335" y="9807"/>
                    <a:pt x="2602" y="9840"/>
                  </a:cubicBezTo>
                  <a:cubicBezTo>
                    <a:pt x="2617" y="9844"/>
                    <a:pt x="2632" y="9846"/>
                    <a:pt x="2645" y="9846"/>
                  </a:cubicBezTo>
                  <a:cubicBezTo>
                    <a:pt x="2861" y="9846"/>
                    <a:pt x="2965" y="9428"/>
                    <a:pt x="3174" y="9428"/>
                  </a:cubicBezTo>
                  <a:cubicBezTo>
                    <a:pt x="3194" y="9428"/>
                    <a:pt x="3214" y="9432"/>
                    <a:pt x="3236" y="9440"/>
                  </a:cubicBezTo>
                  <a:cubicBezTo>
                    <a:pt x="3440" y="9498"/>
                    <a:pt x="3542" y="9759"/>
                    <a:pt x="3741" y="9759"/>
                  </a:cubicBezTo>
                  <a:cubicBezTo>
                    <a:pt x="3771" y="9759"/>
                    <a:pt x="3802" y="9753"/>
                    <a:pt x="3837" y="9740"/>
                  </a:cubicBezTo>
                  <a:cubicBezTo>
                    <a:pt x="4058" y="9602"/>
                    <a:pt x="4096" y="8242"/>
                    <a:pt x="4102" y="7787"/>
                  </a:cubicBezTo>
                  <a:lnTo>
                    <a:pt x="4102" y="7787"/>
                  </a:lnTo>
                  <a:cubicBezTo>
                    <a:pt x="4124" y="8088"/>
                    <a:pt x="4289" y="8347"/>
                    <a:pt x="4404" y="8606"/>
                  </a:cubicBezTo>
                  <a:cubicBezTo>
                    <a:pt x="4463" y="8741"/>
                    <a:pt x="4597" y="8822"/>
                    <a:pt x="4718" y="8822"/>
                  </a:cubicBezTo>
                  <a:cubicBezTo>
                    <a:pt x="4865" y="8822"/>
                    <a:pt x="4992" y="8700"/>
                    <a:pt x="4937" y="8406"/>
                  </a:cubicBezTo>
                  <a:cubicBezTo>
                    <a:pt x="4904" y="7839"/>
                    <a:pt x="5071" y="6638"/>
                    <a:pt x="4971" y="6505"/>
                  </a:cubicBezTo>
                  <a:cubicBezTo>
                    <a:pt x="4871" y="6338"/>
                    <a:pt x="4570" y="5170"/>
                    <a:pt x="4270" y="4837"/>
                  </a:cubicBezTo>
                  <a:cubicBezTo>
                    <a:pt x="3970" y="4503"/>
                    <a:pt x="2769" y="4737"/>
                    <a:pt x="2569" y="4370"/>
                  </a:cubicBezTo>
                  <a:cubicBezTo>
                    <a:pt x="2302" y="4003"/>
                    <a:pt x="3003" y="634"/>
                    <a:pt x="3003" y="634"/>
                  </a:cubicBezTo>
                  <a:lnTo>
                    <a:pt x="0" y="0"/>
                  </a:ln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65"/>
            <p:cNvSpPr/>
            <p:nvPr/>
          </p:nvSpPr>
          <p:spPr>
            <a:xfrm flipH="1">
              <a:off x="8345547" y="3279986"/>
              <a:ext cx="119352" cy="99706"/>
            </a:xfrm>
            <a:custGeom>
              <a:avLst/>
              <a:gdLst/>
              <a:ahLst/>
              <a:cxnLst/>
              <a:rect l="l" t="t" r="r" b="b"/>
              <a:pathLst>
                <a:path w="4204" h="3512" extrusionOk="0">
                  <a:moveTo>
                    <a:pt x="2383" y="0"/>
                  </a:moveTo>
                  <a:cubicBezTo>
                    <a:pt x="1425" y="0"/>
                    <a:pt x="301" y="94"/>
                    <a:pt x="301" y="94"/>
                  </a:cubicBezTo>
                  <a:cubicBezTo>
                    <a:pt x="301" y="94"/>
                    <a:pt x="0" y="2996"/>
                    <a:pt x="167" y="3330"/>
                  </a:cubicBezTo>
                  <a:cubicBezTo>
                    <a:pt x="231" y="3457"/>
                    <a:pt x="776" y="3512"/>
                    <a:pt x="1437" y="3512"/>
                  </a:cubicBezTo>
                  <a:cubicBezTo>
                    <a:pt x="2507" y="3512"/>
                    <a:pt x="3880" y="3369"/>
                    <a:pt x="4003" y="3163"/>
                  </a:cubicBezTo>
                  <a:cubicBezTo>
                    <a:pt x="4203" y="2796"/>
                    <a:pt x="3970" y="528"/>
                    <a:pt x="3703" y="194"/>
                  </a:cubicBezTo>
                  <a:cubicBezTo>
                    <a:pt x="3621" y="45"/>
                    <a:pt x="3042" y="0"/>
                    <a:pt x="238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65"/>
            <p:cNvSpPr/>
            <p:nvPr/>
          </p:nvSpPr>
          <p:spPr>
            <a:xfrm flipH="1">
              <a:off x="7393801" y="2262715"/>
              <a:ext cx="229221" cy="234615"/>
            </a:xfrm>
            <a:custGeom>
              <a:avLst/>
              <a:gdLst/>
              <a:ahLst/>
              <a:cxnLst/>
              <a:rect l="l" t="t" r="r" b="b"/>
              <a:pathLst>
                <a:path w="8074" h="8264" extrusionOk="0">
                  <a:moveTo>
                    <a:pt x="5471" y="0"/>
                  </a:moveTo>
                  <a:cubicBezTo>
                    <a:pt x="4638" y="0"/>
                    <a:pt x="2403" y="3369"/>
                    <a:pt x="1869" y="4003"/>
                  </a:cubicBezTo>
                  <a:cubicBezTo>
                    <a:pt x="1754" y="4149"/>
                    <a:pt x="1694" y="4210"/>
                    <a:pt x="1668" y="4210"/>
                  </a:cubicBezTo>
                  <a:cubicBezTo>
                    <a:pt x="1580" y="4210"/>
                    <a:pt x="1879" y="3524"/>
                    <a:pt x="1802" y="3036"/>
                  </a:cubicBezTo>
                  <a:cubicBezTo>
                    <a:pt x="1702" y="2369"/>
                    <a:pt x="1669" y="2169"/>
                    <a:pt x="1202" y="1435"/>
                  </a:cubicBezTo>
                  <a:cubicBezTo>
                    <a:pt x="1060" y="1328"/>
                    <a:pt x="948" y="1278"/>
                    <a:pt x="865" y="1278"/>
                  </a:cubicBezTo>
                  <a:cubicBezTo>
                    <a:pt x="634" y="1278"/>
                    <a:pt x="612" y="1657"/>
                    <a:pt x="735" y="2269"/>
                  </a:cubicBezTo>
                  <a:cubicBezTo>
                    <a:pt x="568" y="4103"/>
                    <a:pt x="234" y="4137"/>
                    <a:pt x="134" y="5538"/>
                  </a:cubicBezTo>
                  <a:cubicBezTo>
                    <a:pt x="1" y="6839"/>
                    <a:pt x="568" y="7472"/>
                    <a:pt x="568" y="7472"/>
                  </a:cubicBezTo>
                  <a:cubicBezTo>
                    <a:pt x="886" y="7985"/>
                    <a:pt x="1232" y="8263"/>
                    <a:pt x="1680" y="8263"/>
                  </a:cubicBezTo>
                  <a:cubicBezTo>
                    <a:pt x="2079" y="8263"/>
                    <a:pt x="2558" y="8043"/>
                    <a:pt x="3170" y="7572"/>
                  </a:cubicBezTo>
                  <a:cubicBezTo>
                    <a:pt x="3670" y="7172"/>
                    <a:pt x="4471" y="6605"/>
                    <a:pt x="4804" y="6272"/>
                  </a:cubicBezTo>
                  <a:cubicBezTo>
                    <a:pt x="5371" y="5738"/>
                    <a:pt x="8007" y="4437"/>
                    <a:pt x="7840" y="4070"/>
                  </a:cubicBezTo>
                  <a:cubicBezTo>
                    <a:pt x="7821" y="4028"/>
                    <a:pt x="7771" y="4009"/>
                    <a:pt x="7699" y="4009"/>
                  </a:cubicBezTo>
                  <a:cubicBezTo>
                    <a:pt x="7201" y="4009"/>
                    <a:pt x="5617" y="4879"/>
                    <a:pt x="5342" y="4879"/>
                  </a:cubicBezTo>
                  <a:cubicBezTo>
                    <a:pt x="5309" y="4879"/>
                    <a:pt x="5295" y="4866"/>
                    <a:pt x="5305" y="4837"/>
                  </a:cubicBezTo>
                  <a:cubicBezTo>
                    <a:pt x="5371" y="4570"/>
                    <a:pt x="8073" y="1968"/>
                    <a:pt x="7740" y="1768"/>
                  </a:cubicBezTo>
                  <a:cubicBezTo>
                    <a:pt x="7710" y="1746"/>
                    <a:pt x="7673" y="1736"/>
                    <a:pt x="7629" y="1736"/>
                  </a:cubicBezTo>
                  <a:cubicBezTo>
                    <a:pt x="6973" y="1736"/>
                    <a:pt x="4835" y="4077"/>
                    <a:pt x="4613" y="4077"/>
                  </a:cubicBezTo>
                  <a:cubicBezTo>
                    <a:pt x="4583" y="4077"/>
                    <a:pt x="4589" y="4034"/>
                    <a:pt x="4638" y="3937"/>
                  </a:cubicBezTo>
                  <a:cubicBezTo>
                    <a:pt x="5038" y="3074"/>
                    <a:pt x="7286" y="137"/>
                    <a:pt x="6763" y="137"/>
                  </a:cubicBezTo>
                  <a:cubicBezTo>
                    <a:pt x="6719" y="137"/>
                    <a:pt x="6657" y="157"/>
                    <a:pt x="6572" y="201"/>
                  </a:cubicBezTo>
                  <a:cubicBezTo>
                    <a:pt x="5596" y="768"/>
                    <a:pt x="4054" y="3061"/>
                    <a:pt x="3998" y="3061"/>
                  </a:cubicBezTo>
                  <a:cubicBezTo>
                    <a:pt x="3994" y="3061"/>
                    <a:pt x="3996" y="3053"/>
                    <a:pt x="4004" y="3036"/>
                  </a:cubicBezTo>
                  <a:cubicBezTo>
                    <a:pt x="4337" y="2335"/>
                    <a:pt x="6005" y="0"/>
                    <a:pt x="5471" y="0"/>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65"/>
            <p:cNvSpPr/>
            <p:nvPr/>
          </p:nvSpPr>
          <p:spPr>
            <a:xfrm flipH="1">
              <a:off x="7538703" y="2444752"/>
              <a:ext cx="131644" cy="125768"/>
            </a:xfrm>
            <a:custGeom>
              <a:avLst/>
              <a:gdLst/>
              <a:ahLst/>
              <a:cxnLst/>
              <a:rect l="l" t="t" r="r" b="b"/>
              <a:pathLst>
                <a:path w="4637" h="4430" extrusionOk="0">
                  <a:moveTo>
                    <a:pt x="1234" y="1"/>
                  </a:moveTo>
                  <a:cubicBezTo>
                    <a:pt x="1176" y="1"/>
                    <a:pt x="1131" y="9"/>
                    <a:pt x="1101" y="26"/>
                  </a:cubicBezTo>
                  <a:cubicBezTo>
                    <a:pt x="734" y="226"/>
                    <a:pt x="0" y="2395"/>
                    <a:pt x="0" y="2762"/>
                  </a:cubicBezTo>
                  <a:cubicBezTo>
                    <a:pt x="67" y="3195"/>
                    <a:pt x="3036" y="4430"/>
                    <a:pt x="3036" y="4430"/>
                  </a:cubicBezTo>
                  <a:cubicBezTo>
                    <a:pt x="3036" y="4430"/>
                    <a:pt x="4637" y="1994"/>
                    <a:pt x="4637" y="1594"/>
                  </a:cubicBezTo>
                  <a:cubicBezTo>
                    <a:pt x="4637" y="1255"/>
                    <a:pt x="1951" y="1"/>
                    <a:pt x="12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65"/>
            <p:cNvSpPr/>
            <p:nvPr/>
          </p:nvSpPr>
          <p:spPr>
            <a:xfrm flipH="1">
              <a:off x="7540605" y="2330908"/>
              <a:ext cx="964068" cy="969774"/>
            </a:xfrm>
            <a:custGeom>
              <a:avLst/>
              <a:gdLst/>
              <a:ahLst/>
              <a:cxnLst/>
              <a:rect l="l" t="t" r="r" b="b"/>
              <a:pathLst>
                <a:path w="33958" h="34159" extrusionOk="0">
                  <a:moveTo>
                    <a:pt x="10708" y="0"/>
                  </a:moveTo>
                  <a:cubicBezTo>
                    <a:pt x="7539" y="867"/>
                    <a:pt x="4070" y="2669"/>
                    <a:pt x="3336" y="4003"/>
                  </a:cubicBezTo>
                  <a:cubicBezTo>
                    <a:pt x="2069" y="6205"/>
                    <a:pt x="834" y="13743"/>
                    <a:pt x="501" y="15845"/>
                  </a:cubicBezTo>
                  <a:cubicBezTo>
                    <a:pt x="34" y="17946"/>
                    <a:pt x="0" y="22917"/>
                    <a:pt x="367" y="25285"/>
                  </a:cubicBezTo>
                  <a:cubicBezTo>
                    <a:pt x="734" y="27687"/>
                    <a:pt x="501" y="31389"/>
                    <a:pt x="401" y="32190"/>
                  </a:cubicBezTo>
                  <a:cubicBezTo>
                    <a:pt x="267" y="32957"/>
                    <a:pt x="567" y="33958"/>
                    <a:pt x="1501" y="34091"/>
                  </a:cubicBezTo>
                  <a:cubicBezTo>
                    <a:pt x="1841" y="34142"/>
                    <a:pt x="2247" y="34159"/>
                    <a:pt x="2679" y="34159"/>
                  </a:cubicBezTo>
                  <a:cubicBezTo>
                    <a:pt x="3391" y="34159"/>
                    <a:pt x="4172" y="34112"/>
                    <a:pt x="4837" y="34091"/>
                  </a:cubicBezTo>
                  <a:cubicBezTo>
                    <a:pt x="5871" y="34058"/>
                    <a:pt x="6105" y="33858"/>
                    <a:pt x="6372" y="31923"/>
                  </a:cubicBezTo>
                  <a:cubicBezTo>
                    <a:pt x="6605" y="30022"/>
                    <a:pt x="6238" y="22416"/>
                    <a:pt x="6171" y="21582"/>
                  </a:cubicBezTo>
                  <a:cubicBezTo>
                    <a:pt x="6071" y="20748"/>
                    <a:pt x="6872" y="17713"/>
                    <a:pt x="6872" y="17713"/>
                  </a:cubicBezTo>
                  <a:cubicBezTo>
                    <a:pt x="6872" y="17713"/>
                    <a:pt x="7072" y="18380"/>
                    <a:pt x="7239" y="19281"/>
                  </a:cubicBezTo>
                  <a:cubicBezTo>
                    <a:pt x="7406" y="20215"/>
                    <a:pt x="7206" y="22550"/>
                    <a:pt x="7239" y="23217"/>
                  </a:cubicBezTo>
                  <a:cubicBezTo>
                    <a:pt x="7272" y="23884"/>
                    <a:pt x="8240" y="24217"/>
                    <a:pt x="10841" y="25885"/>
                  </a:cubicBezTo>
                  <a:lnTo>
                    <a:pt x="11208" y="26119"/>
                  </a:lnTo>
                  <a:cubicBezTo>
                    <a:pt x="14377" y="26085"/>
                    <a:pt x="20749" y="25952"/>
                    <a:pt x="23117" y="25919"/>
                  </a:cubicBezTo>
                  <a:cubicBezTo>
                    <a:pt x="23184" y="25885"/>
                    <a:pt x="23217" y="25885"/>
                    <a:pt x="23284" y="25852"/>
                  </a:cubicBezTo>
                  <a:cubicBezTo>
                    <a:pt x="24051" y="25418"/>
                    <a:pt x="24284" y="23917"/>
                    <a:pt x="24384" y="23183"/>
                  </a:cubicBezTo>
                  <a:cubicBezTo>
                    <a:pt x="24451" y="22416"/>
                    <a:pt x="23017" y="19748"/>
                    <a:pt x="23017" y="19748"/>
                  </a:cubicBezTo>
                  <a:lnTo>
                    <a:pt x="23017" y="19748"/>
                  </a:lnTo>
                  <a:cubicBezTo>
                    <a:pt x="23017" y="19748"/>
                    <a:pt x="24035" y="20034"/>
                    <a:pt x="24934" y="20034"/>
                  </a:cubicBezTo>
                  <a:cubicBezTo>
                    <a:pt x="25406" y="20034"/>
                    <a:pt x="25845" y="19955"/>
                    <a:pt x="26086" y="19714"/>
                  </a:cubicBezTo>
                  <a:cubicBezTo>
                    <a:pt x="30389" y="15678"/>
                    <a:pt x="30956" y="11608"/>
                    <a:pt x="32924" y="9407"/>
                  </a:cubicBezTo>
                  <a:cubicBezTo>
                    <a:pt x="33958" y="8273"/>
                    <a:pt x="33124" y="7372"/>
                    <a:pt x="32123" y="7039"/>
                  </a:cubicBezTo>
                  <a:cubicBezTo>
                    <a:pt x="31089" y="6672"/>
                    <a:pt x="30022" y="5838"/>
                    <a:pt x="29288" y="5771"/>
                  </a:cubicBezTo>
                  <a:cubicBezTo>
                    <a:pt x="29278" y="5770"/>
                    <a:pt x="29267" y="5770"/>
                    <a:pt x="29257" y="5770"/>
                  </a:cubicBezTo>
                  <a:cubicBezTo>
                    <a:pt x="28591" y="5770"/>
                    <a:pt x="28709" y="6850"/>
                    <a:pt x="27920" y="7606"/>
                  </a:cubicBezTo>
                  <a:cubicBezTo>
                    <a:pt x="26119" y="9407"/>
                    <a:pt x="24451" y="11041"/>
                    <a:pt x="24451" y="11041"/>
                  </a:cubicBezTo>
                  <a:cubicBezTo>
                    <a:pt x="23551" y="8373"/>
                    <a:pt x="21949" y="4537"/>
                    <a:pt x="20582" y="3002"/>
                  </a:cubicBezTo>
                  <a:cubicBezTo>
                    <a:pt x="19214" y="1434"/>
                    <a:pt x="14744" y="367"/>
                    <a:pt x="14744" y="367"/>
                  </a:cubicBezTo>
                  <a:lnTo>
                    <a:pt x="1070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65"/>
            <p:cNvSpPr/>
            <p:nvPr/>
          </p:nvSpPr>
          <p:spPr>
            <a:xfrm flipH="1">
              <a:off x="7783028" y="2644362"/>
              <a:ext cx="35062" cy="209319"/>
            </a:xfrm>
            <a:custGeom>
              <a:avLst/>
              <a:gdLst/>
              <a:ahLst/>
              <a:cxnLst/>
              <a:rect l="l" t="t" r="r" b="b"/>
              <a:pathLst>
                <a:path w="1235" h="7373" fill="none" extrusionOk="0">
                  <a:moveTo>
                    <a:pt x="167" y="0"/>
                  </a:moveTo>
                  <a:cubicBezTo>
                    <a:pt x="167" y="0"/>
                    <a:pt x="1235" y="3336"/>
                    <a:pt x="0" y="7372"/>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65"/>
            <p:cNvSpPr/>
            <p:nvPr/>
          </p:nvSpPr>
          <p:spPr>
            <a:xfrm flipH="1">
              <a:off x="7773545" y="2703073"/>
              <a:ext cx="20867" cy="158189"/>
            </a:xfrm>
            <a:custGeom>
              <a:avLst/>
              <a:gdLst/>
              <a:ahLst/>
              <a:cxnLst/>
              <a:rect l="l" t="t" r="r" b="b"/>
              <a:pathLst>
                <a:path w="735" h="5572" fill="none" extrusionOk="0">
                  <a:moveTo>
                    <a:pt x="734" y="5571"/>
                  </a:moveTo>
                  <a:cubicBezTo>
                    <a:pt x="734" y="5571"/>
                    <a:pt x="601" y="2069"/>
                    <a:pt x="0" y="1"/>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65"/>
            <p:cNvSpPr/>
            <p:nvPr/>
          </p:nvSpPr>
          <p:spPr>
            <a:xfrm flipH="1">
              <a:off x="7874898" y="2882072"/>
              <a:ext cx="292644" cy="90933"/>
            </a:xfrm>
            <a:custGeom>
              <a:avLst/>
              <a:gdLst/>
              <a:ahLst/>
              <a:cxnLst/>
              <a:rect l="l" t="t" r="r" b="b"/>
              <a:pathLst>
                <a:path w="10308" h="3203" fill="none" extrusionOk="0">
                  <a:moveTo>
                    <a:pt x="10308" y="1801"/>
                  </a:moveTo>
                  <a:cubicBezTo>
                    <a:pt x="10308" y="1801"/>
                    <a:pt x="5304" y="3202"/>
                    <a:pt x="1" y="0"/>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65"/>
            <p:cNvSpPr/>
            <p:nvPr/>
          </p:nvSpPr>
          <p:spPr>
            <a:xfrm flipH="1">
              <a:off x="7895707" y="2854590"/>
              <a:ext cx="158189" cy="51159"/>
            </a:xfrm>
            <a:custGeom>
              <a:avLst/>
              <a:gdLst/>
              <a:ahLst/>
              <a:cxnLst/>
              <a:rect l="l" t="t" r="r" b="b"/>
              <a:pathLst>
                <a:path w="5572" h="1802" fill="none" extrusionOk="0">
                  <a:moveTo>
                    <a:pt x="5571" y="1"/>
                  </a:moveTo>
                  <a:cubicBezTo>
                    <a:pt x="5571" y="1"/>
                    <a:pt x="2869" y="1802"/>
                    <a:pt x="0" y="1802"/>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65"/>
            <p:cNvSpPr/>
            <p:nvPr/>
          </p:nvSpPr>
          <p:spPr>
            <a:xfrm flipH="1">
              <a:off x="8365448" y="2940782"/>
              <a:ext cx="95674" cy="36964"/>
            </a:xfrm>
            <a:custGeom>
              <a:avLst/>
              <a:gdLst/>
              <a:ahLst/>
              <a:cxnLst/>
              <a:rect l="l" t="t" r="r" b="b"/>
              <a:pathLst>
                <a:path w="3370" h="1302" fill="none" extrusionOk="0">
                  <a:moveTo>
                    <a:pt x="3370" y="0"/>
                  </a:moveTo>
                  <a:cubicBezTo>
                    <a:pt x="3370" y="0"/>
                    <a:pt x="1669" y="1301"/>
                    <a:pt x="1" y="1101"/>
                  </a:cubicBezTo>
                </a:path>
              </a:pathLst>
            </a:custGeom>
            <a:noFill/>
            <a:ln w="7500" cap="rnd" cmpd="sng">
              <a:solidFill>
                <a:srgbClr val="1D24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65"/>
            <p:cNvSpPr/>
            <p:nvPr/>
          </p:nvSpPr>
          <p:spPr>
            <a:xfrm flipH="1">
              <a:off x="8405223" y="2918979"/>
              <a:ext cx="71032" cy="32251"/>
            </a:xfrm>
            <a:custGeom>
              <a:avLst/>
              <a:gdLst/>
              <a:ahLst/>
              <a:cxnLst/>
              <a:rect l="l" t="t" r="r" b="b"/>
              <a:pathLst>
                <a:path w="2502" h="1136" fill="none" extrusionOk="0">
                  <a:moveTo>
                    <a:pt x="2502" y="1135"/>
                  </a:moveTo>
                  <a:cubicBezTo>
                    <a:pt x="2368" y="1135"/>
                    <a:pt x="601" y="968"/>
                    <a:pt x="0" y="1"/>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65"/>
            <p:cNvSpPr/>
            <p:nvPr/>
          </p:nvSpPr>
          <p:spPr>
            <a:xfrm flipH="1">
              <a:off x="7854996" y="2450231"/>
              <a:ext cx="81479" cy="441323"/>
            </a:xfrm>
            <a:custGeom>
              <a:avLst/>
              <a:gdLst/>
              <a:ahLst/>
              <a:cxnLst/>
              <a:rect l="l" t="t" r="r" b="b"/>
              <a:pathLst>
                <a:path w="2870" h="15545" fill="none" extrusionOk="0">
                  <a:moveTo>
                    <a:pt x="234" y="0"/>
                  </a:moveTo>
                  <a:cubicBezTo>
                    <a:pt x="234" y="0"/>
                    <a:pt x="1" y="2735"/>
                    <a:pt x="34" y="3336"/>
                  </a:cubicBezTo>
                  <a:cubicBezTo>
                    <a:pt x="67" y="3903"/>
                    <a:pt x="1368" y="6371"/>
                    <a:pt x="1568" y="9207"/>
                  </a:cubicBezTo>
                  <a:cubicBezTo>
                    <a:pt x="1769" y="12009"/>
                    <a:pt x="2569" y="13577"/>
                    <a:pt x="2869" y="15545"/>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65"/>
            <p:cNvSpPr/>
            <p:nvPr/>
          </p:nvSpPr>
          <p:spPr>
            <a:xfrm flipH="1">
              <a:off x="8286836" y="2412331"/>
              <a:ext cx="135449" cy="422415"/>
            </a:xfrm>
            <a:custGeom>
              <a:avLst/>
              <a:gdLst/>
              <a:ahLst/>
              <a:cxnLst/>
              <a:rect l="l" t="t" r="r" b="b"/>
              <a:pathLst>
                <a:path w="4771" h="14879" fill="none" extrusionOk="0">
                  <a:moveTo>
                    <a:pt x="3870" y="14878"/>
                  </a:moveTo>
                  <a:cubicBezTo>
                    <a:pt x="4103" y="13010"/>
                    <a:pt x="4771" y="6606"/>
                    <a:pt x="4037" y="4371"/>
                  </a:cubicBezTo>
                  <a:cubicBezTo>
                    <a:pt x="3336" y="2136"/>
                    <a:pt x="1001" y="1"/>
                    <a:pt x="0" y="1669"/>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65"/>
            <p:cNvSpPr/>
            <p:nvPr/>
          </p:nvSpPr>
          <p:spPr>
            <a:xfrm flipH="1">
              <a:off x="8064287" y="2282617"/>
              <a:ext cx="177125" cy="154385"/>
            </a:xfrm>
            <a:custGeom>
              <a:avLst/>
              <a:gdLst/>
              <a:ahLst/>
              <a:cxnLst/>
              <a:rect l="l" t="t" r="r" b="b"/>
              <a:pathLst>
                <a:path w="6239" h="5438" extrusionOk="0">
                  <a:moveTo>
                    <a:pt x="1370" y="1"/>
                  </a:moveTo>
                  <a:cubicBezTo>
                    <a:pt x="1290" y="1"/>
                    <a:pt x="1141" y="438"/>
                    <a:pt x="968" y="901"/>
                  </a:cubicBezTo>
                  <a:cubicBezTo>
                    <a:pt x="768" y="1401"/>
                    <a:pt x="1" y="2135"/>
                    <a:pt x="1" y="2135"/>
                  </a:cubicBezTo>
                  <a:cubicBezTo>
                    <a:pt x="901" y="4136"/>
                    <a:pt x="2936" y="5437"/>
                    <a:pt x="2936" y="5437"/>
                  </a:cubicBezTo>
                  <a:lnTo>
                    <a:pt x="4137" y="3302"/>
                  </a:lnTo>
                  <a:lnTo>
                    <a:pt x="5972" y="5137"/>
                  </a:lnTo>
                  <a:lnTo>
                    <a:pt x="6238" y="2769"/>
                  </a:lnTo>
                  <a:cubicBezTo>
                    <a:pt x="6238" y="2769"/>
                    <a:pt x="5738" y="1434"/>
                    <a:pt x="5671" y="1201"/>
                  </a:cubicBezTo>
                  <a:cubicBezTo>
                    <a:pt x="5638" y="901"/>
                    <a:pt x="5238" y="634"/>
                    <a:pt x="5238" y="634"/>
                  </a:cubicBezTo>
                  <a:cubicBezTo>
                    <a:pt x="5004" y="1368"/>
                    <a:pt x="4137" y="1734"/>
                    <a:pt x="4137" y="1734"/>
                  </a:cubicBezTo>
                  <a:cubicBezTo>
                    <a:pt x="1835" y="1234"/>
                    <a:pt x="1402" y="33"/>
                    <a:pt x="1402" y="33"/>
                  </a:cubicBezTo>
                  <a:cubicBezTo>
                    <a:pt x="1393" y="11"/>
                    <a:pt x="1382" y="1"/>
                    <a:pt x="13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7" name="Google Shape;2967;p65"/>
          <p:cNvSpPr/>
          <p:nvPr/>
        </p:nvSpPr>
        <p:spPr>
          <a:xfrm>
            <a:off x="177600" y="4568875"/>
            <a:ext cx="1462500" cy="1863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68" name="Google Shape;2968;p65"/>
          <p:cNvGrpSpPr/>
          <p:nvPr/>
        </p:nvGrpSpPr>
        <p:grpSpPr>
          <a:xfrm>
            <a:off x="335537" y="4048789"/>
            <a:ext cx="1096269" cy="606406"/>
            <a:chOff x="239224" y="3962464"/>
            <a:chExt cx="1096269" cy="606406"/>
          </a:xfrm>
        </p:grpSpPr>
        <p:grpSp>
          <p:nvGrpSpPr>
            <p:cNvPr id="2969" name="Google Shape;2969;p65"/>
            <p:cNvGrpSpPr/>
            <p:nvPr/>
          </p:nvGrpSpPr>
          <p:grpSpPr>
            <a:xfrm>
              <a:off x="923960" y="4386623"/>
              <a:ext cx="411533" cy="180447"/>
              <a:chOff x="7800560" y="4390223"/>
              <a:chExt cx="411533" cy="180447"/>
            </a:xfrm>
          </p:grpSpPr>
          <p:sp>
            <p:nvSpPr>
              <p:cNvPr id="2970" name="Google Shape;2970;p65"/>
              <p:cNvSpPr/>
              <p:nvPr/>
            </p:nvSpPr>
            <p:spPr>
              <a:xfrm>
                <a:off x="7826818" y="4480820"/>
                <a:ext cx="385275" cy="89851"/>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65"/>
              <p:cNvSpPr/>
              <p:nvPr/>
            </p:nvSpPr>
            <p:spPr>
              <a:xfrm>
                <a:off x="7859558"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65"/>
              <p:cNvSpPr/>
              <p:nvPr/>
            </p:nvSpPr>
            <p:spPr>
              <a:xfrm>
                <a:off x="7910180"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65"/>
              <p:cNvSpPr/>
              <p:nvPr/>
            </p:nvSpPr>
            <p:spPr>
              <a:xfrm>
                <a:off x="7960813"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65"/>
              <p:cNvSpPr/>
              <p:nvPr/>
            </p:nvSpPr>
            <p:spPr>
              <a:xfrm>
                <a:off x="8011058" y="4488808"/>
                <a:ext cx="16765" cy="73485"/>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65"/>
              <p:cNvSpPr/>
              <p:nvPr/>
            </p:nvSpPr>
            <p:spPr>
              <a:xfrm>
                <a:off x="8061691" y="4488808"/>
                <a:ext cx="16754" cy="73485"/>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65"/>
              <p:cNvSpPr/>
              <p:nvPr/>
            </p:nvSpPr>
            <p:spPr>
              <a:xfrm>
                <a:off x="8112689" y="4488808"/>
                <a:ext cx="16388" cy="73485"/>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65"/>
              <p:cNvSpPr/>
              <p:nvPr/>
            </p:nvSpPr>
            <p:spPr>
              <a:xfrm>
                <a:off x="8162946" y="4488808"/>
                <a:ext cx="16754" cy="73485"/>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65"/>
              <p:cNvSpPr/>
              <p:nvPr/>
            </p:nvSpPr>
            <p:spPr>
              <a:xfrm>
                <a:off x="7843947" y="4488808"/>
                <a:ext cx="106604" cy="73108"/>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65"/>
              <p:cNvSpPr/>
              <p:nvPr/>
            </p:nvSpPr>
            <p:spPr>
              <a:xfrm>
                <a:off x="7826818" y="4480820"/>
                <a:ext cx="385275" cy="8000"/>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65"/>
              <p:cNvSpPr/>
              <p:nvPr/>
            </p:nvSpPr>
            <p:spPr>
              <a:xfrm>
                <a:off x="7800560" y="4390223"/>
                <a:ext cx="384887" cy="89851"/>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65"/>
              <p:cNvSpPr/>
              <p:nvPr/>
            </p:nvSpPr>
            <p:spPr>
              <a:xfrm>
                <a:off x="7832912" y="4398212"/>
                <a:ext cx="16377" cy="73862"/>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65"/>
              <p:cNvSpPr/>
              <p:nvPr/>
            </p:nvSpPr>
            <p:spPr>
              <a:xfrm>
                <a:off x="7883157"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65"/>
              <p:cNvSpPr/>
              <p:nvPr/>
            </p:nvSpPr>
            <p:spPr>
              <a:xfrm>
                <a:off x="7934167" y="4398212"/>
                <a:ext cx="16765" cy="73862"/>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65"/>
              <p:cNvSpPr/>
              <p:nvPr/>
            </p:nvSpPr>
            <p:spPr>
              <a:xfrm>
                <a:off x="7984412"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65"/>
              <p:cNvSpPr/>
              <p:nvPr/>
            </p:nvSpPr>
            <p:spPr>
              <a:xfrm>
                <a:off x="8035045"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65"/>
              <p:cNvSpPr/>
              <p:nvPr/>
            </p:nvSpPr>
            <p:spPr>
              <a:xfrm>
                <a:off x="8085290"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65"/>
              <p:cNvSpPr/>
              <p:nvPr/>
            </p:nvSpPr>
            <p:spPr>
              <a:xfrm>
                <a:off x="8136300"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65"/>
              <p:cNvSpPr/>
              <p:nvPr/>
            </p:nvSpPr>
            <p:spPr>
              <a:xfrm>
                <a:off x="7817689" y="4398212"/>
                <a:ext cx="106604" cy="73485"/>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65"/>
              <p:cNvSpPr/>
              <p:nvPr/>
            </p:nvSpPr>
            <p:spPr>
              <a:xfrm>
                <a:off x="7800560" y="4390223"/>
                <a:ext cx="384887" cy="8000"/>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0" name="Google Shape;2990;p65"/>
            <p:cNvGrpSpPr/>
            <p:nvPr/>
          </p:nvGrpSpPr>
          <p:grpSpPr>
            <a:xfrm>
              <a:off x="239224" y="3962464"/>
              <a:ext cx="550856" cy="606406"/>
              <a:chOff x="8259624" y="3964264"/>
              <a:chExt cx="550856" cy="606406"/>
            </a:xfrm>
          </p:grpSpPr>
          <p:sp>
            <p:nvSpPr>
              <p:cNvPr id="2991" name="Google Shape;2991;p65"/>
              <p:cNvSpPr/>
              <p:nvPr/>
            </p:nvSpPr>
            <p:spPr>
              <a:xfrm>
                <a:off x="8411124" y="4480820"/>
                <a:ext cx="385275" cy="89851"/>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65"/>
              <p:cNvSpPr/>
              <p:nvPr/>
            </p:nvSpPr>
            <p:spPr>
              <a:xfrm>
                <a:off x="8443487"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65"/>
              <p:cNvSpPr/>
              <p:nvPr/>
            </p:nvSpPr>
            <p:spPr>
              <a:xfrm>
                <a:off x="8494109"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65"/>
              <p:cNvSpPr/>
              <p:nvPr/>
            </p:nvSpPr>
            <p:spPr>
              <a:xfrm>
                <a:off x="8545118" y="4488808"/>
                <a:ext cx="16765" cy="73485"/>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65"/>
              <p:cNvSpPr/>
              <p:nvPr/>
            </p:nvSpPr>
            <p:spPr>
              <a:xfrm>
                <a:off x="8595363"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65"/>
              <p:cNvSpPr/>
              <p:nvPr/>
            </p:nvSpPr>
            <p:spPr>
              <a:xfrm>
                <a:off x="8645997"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65"/>
              <p:cNvSpPr/>
              <p:nvPr/>
            </p:nvSpPr>
            <p:spPr>
              <a:xfrm>
                <a:off x="8696242"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65"/>
              <p:cNvSpPr/>
              <p:nvPr/>
            </p:nvSpPr>
            <p:spPr>
              <a:xfrm>
                <a:off x="8747251"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65"/>
              <p:cNvSpPr/>
              <p:nvPr/>
            </p:nvSpPr>
            <p:spPr>
              <a:xfrm>
                <a:off x="8428641" y="4488808"/>
                <a:ext cx="106604" cy="73108"/>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65"/>
              <p:cNvSpPr/>
              <p:nvPr/>
            </p:nvSpPr>
            <p:spPr>
              <a:xfrm>
                <a:off x="8428641" y="4488808"/>
                <a:ext cx="106604" cy="73108"/>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65"/>
              <p:cNvSpPr/>
              <p:nvPr/>
            </p:nvSpPr>
            <p:spPr>
              <a:xfrm>
                <a:off x="8411124" y="4480820"/>
                <a:ext cx="385275" cy="8000"/>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65"/>
              <p:cNvSpPr/>
              <p:nvPr/>
            </p:nvSpPr>
            <p:spPr>
              <a:xfrm>
                <a:off x="8259624" y="4390600"/>
                <a:ext cx="384887" cy="90239"/>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65"/>
              <p:cNvSpPr/>
              <p:nvPr/>
            </p:nvSpPr>
            <p:spPr>
              <a:xfrm>
                <a:off x="8291987"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65"/>
              <p:cNvSpPr/>
              <p:nvPr/>
            </p:nvSpPr>
            <p:spPr>
              <a:xfrm>
                <a:off x="8342609"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65"/>
              <p:cNvSpPr/>
              <p:nvPr/>
            </p:nvSpPr>
            <p:spPr>
              <a:xfrm>
                <a:off x="8393242"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65"/>
              <p:cNvSpPr/>
              <p:nvPr/>
            </p:nvSpPr>
            <p:spPr>
              <a:xfrm>
                <a:off x="8443487" y="4398212"/>
                <a:ext cx="16765" cy="73862"/>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65"/>
              <p:cNvSpPr/>
              <p:nvPr/>
            </p:nvSpPr>
            <p:spPr>
              <a:xfrm>
                <a:off x="8494109" y="4398212"/>
                <a:ext cx="16765" cy="73862"/>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65"/>
              <p:cNvSpPr/>
              <p:nvPr/>
            </p:nvSpPr>
            <p:spPr>
              <a:xfrm>
                <a:off x="8545118"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65"/>
              <p:cNvSpPr/>
              <p:nvPr/>
            </p:nvSpPr>
            <p:spPr>
              <a:xfrm>
                <a:off x="8595363" y="4398212"/>
                <a:ext cx="16765" cy="73862"/>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65"/>
              <p:cNvSpPr/>
              <p:nvPr/>
            </p:nvSpPr>
            <p:spPr>
              <a:xfrm>
                <a:off x="8276753" y="4398212"/>
                <a:ext cx="106604" cy="73485"/>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65"/>
              <p:cNvSpPr/>
              <p:nvPr/>
            </p:nvSpPr>
            <p:spPr>
              <a:xfrm>
                <a:off x="8259624" y="4390223"/>
                <a:ext cx="384887" cy="8000"/>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65"/>
              <p:cNvSpPr/>
              <p:nvPr/>
            </p:nvSpPr>
            <p:spPr>
              <a:xfrm>
                <a:off x="8425217" y="4301521"/>
                <a:ext cx="385263" cy="90239"/>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65"/>
              <p:cNvSpPr/>
              <p:nvPr/>
            </p:nvSpPr>
            <p:spPr>
              <a:xfrm>
                <a:off x="8457946" y="4309521"/>
                <a:ext cx="16765" cy="73485"/>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65"/>
              <p:cNvSpPr/>
              <p:nvPr/>
            </p:nvSpPr>
            <p:spPr>
              <a:xfrm>
                <a:off x="8508579" y="4309521"/>
                <a:ext cx="16377" cy="73485"/>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65"/>
              <p:cNvSpPr/>
              <p:nvPr/>
            </p:nvSpPr>
            <p:spPr>
              <a:xfrm>
                <a:off x="8609457" y="4309521"/>
                <a:ext cx="16377" cy="73485"/>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65"/>
              <p:cNvSpPr/>
              <p:nvPr/>
            </p:nvSpPr>
            <p:spPr>
              <a:xfrm>
                <a:off x="8660078" y="4309521"/>
                <a:ext cx="16765" cy="73485"/>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65"/>
              <p:cNvSpPr/>
              <p:nvPr/>
            </p:nvSpPr>
            <p:spPr>
              <a:xfrm>
                <a:off x="8710711" y="4309521"/>
                <a:ext cx="16754" cy="73485"/>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65"/>
              <p:cNvSpPr/>
              <p:nvPr/>
            </p:nvSpPr>
            <p:spPr>
              <a:xfrm>
                <a:off x="8760956" y="4309521"/>
                <a:ext cx="16754" cy="73485"/>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65"/>
              <p:cNvSpPr/>
              <p:nvPr/>
            </p:nvSpPr>
            <p:spPr>
              <a:xfrm>
                <a:off x="8442346" y="4309521"/>
                <a:ext cx="106604" cy="73108"/>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65"/>
              <p:cNvSpPr/>
              <p:nvPr/>
            </p:nvSpPr>
            <p:spPr>
              <a:xfrm>
                <a:off x="8442346" y="4309521"/>
                <a:ext cx="106604" cy="73108"/>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65"/>
              <p:cNvSpPr/>
              <p:nvPr/>
            </p:nvSpPr>
            <p:spPr>
              <a:xfrm>
                <a:off x="8425217" y="4301145"/>
                <a:ext cx="385263" cy="8388"/>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65"/>
              <p:cNvSpPr/>
              <p:nvPr/>
            </p:nvSpPr>
            <p:spPr>
              <a:xfrm>
                <a:off x="8455287" y="3974923"/>
                <a:ext cx="328543" cy="318797"/>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65"/>
              <p:cNvSpPr/>
              <p:nvPr/>
            </p:nvSpPr>
            <p:spPr>
              <a:xfrm>
                <a:off x="8447675" y="3964264"/>
                <a:ext cx="340720" cy="340732"/>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65"/>
              <p:cNvSpPr/>
              <p:nvPr/>
            </p:nvSpPr>
            <p:spPr>
              <a:xfrm>
                <a:off x="8451475" y="3970986"/>
                <a:ext cx="336920" cy="327539"/>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65"/>
              <p:cNvSpPr/>
              <p:nvPr/>
            </p:nvSpPr>
            <p:spPr>
              <a:xfrm>
                <a:off x="8559965" y="4044967"/>
                <a:ext cx="121075" cy="196067"/>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65"/>
              <p:cNvSpPr/>
              <p:nvPr/>
            </p:nvSpPr>
            <p:spPr>
              <a:xfrm>
                <a:off x="8476227" y="3995361"/>
                <a:ext cx="240986" cy="240347"/>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27" name="Google Shape;3027;p65"/>
          <p:cNvGrpSpPr/>
          <p:nvPr/>
        </p:nvGrpSpPr>
        <p:grpSpPr>
          <a:xfrm>
            <a:off x="136675" y="863250"/>
            <a:ext cx="961550" cy="803100"/>
            <a:chOff x="4781075" y="719300"/>
            <a:chExt cx="961550" cy="803100"/>
          </a:xfrm>
        </p:grpSpPr>
        <p:sp>
          <p:nvSpPr>
            <p:cNvPr id="3028" name="Google Shape;3028;p65"/>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65"/>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65"/>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1" name="Google Shape;3031;p65"/>
          <p:cNvGrpSpPr/>
          <p:nvPr/>
        </p:nvGrpSpPr>
        <p:grpSpPr>
          <a:xfrm>
            <a:off x="7955500" y="351925"/>
            <a:ext cx="741400" cy="748050"/>
            <a:chOff x="1549600" y="449100"/>
            <a:chExt cx="741400" cy="748050"/>
          </a:xfrm>
        </p:grpSpPr>
        <p:sp>
          <p:nvSpPr>
            <p:cNvPr id="3032" name="Google Shape;3032;p65"/>
            <p:cNvSpPr/>
            <p:nvPr/>
          </p:nvSpPr>
          <p:spPr>
            <a:xfrm>
              <a:off x="1549600" y="521650"/>
              <a:ext cx="675525" cy="675500"/>
            </a:xfrm>
            <a:custGeom>
              <a:avLst/>
              <a:gdLst/>
              <a:ahLst/>
              <a:cxnLst/>
              <a:rect l="l" t="t" r="r" b="b"/>
              <a:pathLst>
                <a:path w="27021" h="27020" extrusionOk="0">
                  <a:moveTo>
                    <a:pt x="13511" y="3403"/>
                  </a:moveTo>
                  <a:cubicBezTo>
                    <a:pt x="19081" y="3403"/>
                    <a:pt x="23618" y="7906"/>
                    <a:pt x="23618" y="13510"/>
                  </a:cubicBezTo>
                  <a:cubicBezTo>
                    <a:pt x="23618" y="19047"/>
                    <a:pt x="19115" y="23617"/>
                    <a:pt x="13511" y="23617"/>
                  </a:cubicBezTo>
                  <a:cubicBezTo>
                    <a:pt x="7973" y="23617"/>
                    <a:pt x="3437" y="19114"/>
                    <a:pt x="3437" y="13510"/>
                  </a:cubicBezTo>
                  <a:cubicBezTo>
                    <a:pt x="3437" y="7973"/>
                    <a:pt x="7940" y="3403"/>
                    <a:pt x="13511" y="3403"/>
                  </a:cubicBezTo>
                  <a:close/>
                  <a:moveTo>
                    <a:pt x="13511" y="0"/>
                  </a:moveTo>
                  <a:cubicBezTo>
                    <a:pt x="6072" y="0"/>
                    <a:pt x="1" y="6038"/>
                    <a:pt x="1" y="13510"/>
                  </a:cubicBezTo>
                  <a:cubicBezTo>
                    <a:pt x="1" y="20982"/>
                    <a:pt x="6072" y="27020"/>
                    <a:pt x="13511" y="27020"/>
                  </a:cubicBezTo>
                  <a:cubicBezTo>
                    <a:pt x="20983" y="27020"/>
                    <a:pt x="27020" y="20982"/>
                    <a:pt x="27020" y="13510"/>
                  </a:cubicBezTo>
                  <a:cubicBezTo>
                    <a:pt x="27020" y="6038"/>
                    <a:pt x="20983" y="0"/>
                    <a:pt x="13511"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65"/>
            <p:cNvSpPr/>
            <p:nvPr/>
          </p:nvSpPr>
          <p:spPr>
            <a:xfrm>
              <a:off x="1716400" y="688425"/>
              <a:ext cx="343600" cy="341950"/>
            </a:xfrm>
            <a:custGeom>
              <a:avLst/>
              <a:gdLst/>
              <a:ahLst/>
              <a:cxnLst/>
              <a:rect l="l" t="t" r="r" b="b"/>
              <a:pathLst>
                <a:path w="13744" h="13678" extrusionOk="0">
                  <a:moveTo>
                    <a:pt x="6839" y="3837"/>
                  </a:moveTo>
                  <a:cubicBezTo>
                    <a:pt x="8506" y="3837"/>
                    <a:pt x="9907" y="5171"/>
                    <a:pt x="9907" y="6872"/>
                  </a:cubicBezTo>
                  <a:cubicBezTo>
                    <a:pt x="9907" y="8507"/>
                    <a:pt x="8506" y="9875"/>
                    <a:pt x="6839" y="9875"/>
                  </a:cubicBezTo>
                  <a:cubicBezTo>
                    <a:pt x="5171" y="9875"/>
                    <a:pt x="3836" y="8540"/>
                    <a:pt x="3836" y="6872"/>
                  </a:cubicBezTo>
                  <a:cubicBezTo>
                    <a:pt x="3836" y="5205"/>
                    <a:pt x="5171" y="3837"/>
                    <a:pt x="6839" y="3837"/>
                  </a:cubicBezTo>
                  <a:close/>
                  <a:moveTo>
                    <a:pt x="6839" y="1"/>
                  </a:moveTo>
                  <a:cubicBezTo>
                    <a:pt x="3069" y="1"/>
                    <a:pt x="0" y="3103"/>
                    <a:pt x="0" y="6839"/>
                  </a:cubicBezTo>
                  <a:cubicBezTo>
                    <a:pt x="0" y="10642"/>
                    <a:pt x="3069" y="13677"/>
                    <a:pt x="6839" y="13677"/>
                  </a:cubicBezTo>
                  <a:cubicBezTo>
                    <a:pt x="10641" y="13677"/>
                    <a:pt x="13677" y="10575"/>
                    <a:pt x="13677" y="6839"/>
                  </a:cubicBezTo>
                  <a:cubicBezTo>
                    <a:pt x="13744" y="3036"/>
                    <a:pt x="10641" y="1"/>
                    <a:pt x="6839"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65"/>
            <p:cNvSpPr/>
            <p:nvPr/>
          </p:nvSpPr>
          <p:spPr>
            <a:xfrm>
              <a:off x="1877350" y="503100"/>
              <a:ext cx="361950" cy="363825"/>
            </a:xfrm>
            <a:custGeom>
              <a:avLst/>
              <a:gdLst/>
              <a:ahLst/>
              <a:cxnLst/>
              <a:rect l="l" t="t" r="r" b="b"/>
              <a:pathLst>
                <a:path w="14478" h="14553" extrusionOk="0">
                  <a:moveTo>
                    <a:pt x="14227" y="0"/>
                  </a:moveTo>
                  <a:cubicBezTo>
                    <a:pt x="14177" y="0"/>
                    <a:pt x="14127" y="25"/>
                    <a:pt x="14077" y="75"/>
                  </a:cubicBezTo>
                  <a:lnTo>
                    <a:pt x="67" y="14219"/>
                  </a:lnTo>
                  <a:cubicBezTo>
                    <a:pt x="0" y="14285"/>
                    <a:pt x="0" y="14419"/>
                    <a:pt x="67" y="14519"/>
                  </a:cubicBezTo>
                  <a:cubicBezTo>
                    <a:pt x="134" y="14552"/>
                    <a:pt x="200" y="14552"/>
                    <a:pt x="234" y="14552"/>
                  </a:cubicBezTo>
                  <a:cubicBezTo>
                    <a:pt x="267" y="14552"/>
                    <a:pt x="334" y="14552"/>
                    <a:pt x="367" y="14519"/>
                  </a:cubicBezTo>
                  <a:lnTo>
                    <a:pt x="14377" y="376"/>
                  </a:lnTo>
                  <a:cubicBezTo>
                    <a:pt x="14477" y="275"/>
                    <a:pt x="14477" y="142"/>
                    <a:pt x="14377" y="75"/>
                  </a:cubicBezTo>
                  <a:cubicBezTo>
                    <a:pt x="14327" y="25"/>
                    <a:pt x="14277" y="0"/>
                    <a:pt x="14227"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65"/>
            <p:cNvSpPr/>
            <p:nvPr/>
          </p:nvSpPr>
          <p:spPr>
            <a:xfrm>
              <a:off x="2187575" y="480775"/>
              <a:ext cx="74225" cy="74250"/>
            </a:xfrm>
            <a:custGeom>
              <a:avLst/>
              <a:gdLst/>
              <a:ahLst/>
              <a:cxnLst/>
              <a:rect l="l" t="t" r="r" b="b"/>
              <a:pathLst>
                <a:path w="2969" h="2970" extrusionOk="0">
                  <a:moveTo>
                    <a:pt x="234" y="1"/>
                  </a:moveTo>
                  <a:cubicBezTo>
                    <a:pt x="100" y="1"/>
                    <a:pt x="0" y="101"/>
                    <a:pt x="0" y="201"/>
                  </a:cubicBezTo>
                  <a:lnTo>
                    <a:pt x="0" y="2970"/>
                  </a:lnTo>
                  <a:lnTo>
                    <a:pt x="2769" y="2836"/>
                  </a:lnTo>
                  <a:cubicBezTo>
                    <a:pt x="2902" y="2836"/>
                    <a:pt x="2969" y="2770"/>
                    <a:pt x="2969" y="2636"/>
                  </a:cubicBezTo>
                  <a:cubicBezTo>
                    <a:pt x="2969" y="2503"/>
                    <a:pt x="2902" y="2436"/>
                    <a:pt x="2769" y="2436"/>
                  </a:cubicBezTo>
                  <a:lnTo>
                    <a:pt x="434" y="2569"/>
                  </a:lnTo>
                  <a:lnTo>
                    <a:pt x="434" y="201"/>
                  </a:lnTo>
                  <a:cubicBezTo>
                    <a:pt x="434" y="101"/>
                    <a:pt x="334" y="1"/>
                    <a:pt x="234"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65"/>
            <p:cNvSpPr/>
            <p:nvPr/>
          </p:nvSpPr>
          <p:spPr>
            <a:xfrm>
              <a:off x="2220100" y="449100"/>
              <a:ext cx="70900" cy="72575"/>
            </a:xfrm>
            <a:custGeom>
              <a:avLst/>
              <a:gdLst/>
              <a:ahLst/>
              <a:cxnLst/>
              <a:rect l="l" t="t" r="r" b="b"/>
              <a:pathLst>
                <a:path w="2836" h="2903" extrusionOk="0">
                  <a:moveTo>
                    <a:pt x="434" y="0"/>
                  </a:moveTo>
                  <a:cubicBezTo>
                    <a:pt x="334" y="0"/>
                    <a:pt x="200" y="67"/>
                    <a:pt x="200" y="201"/>
                  </a:cubicBezTo>
                  <a:lnTo>
                    <a:pt x="0" y="2902"/>
                  </a:lnTo>
                  <a:lnTo>
                    <a:pt x="0" y="2902"/>
                  </a:lnTo>
                  <a:lnTo>
                    <a:pt x="2635" y="2702"/>
                  </a:lnTo>
                  <a:cubicBezTo>
                    <a:pt x="2769" y="2702"/>
                    <a:pt x="2835" y="2602"/>
                    <a:pt x="2835" y="2502"/>
                  </a:cubicBezTo>
                  <a:cubicBezTo>
                    <a:pt x="2835" y="2369"/>
                    <a:pt x="2769" y="2269"/>
                    <a:pt x="2635" y="2269"/>
                  </a:cubicBezTo>
                  <a:lnTo>
                    <a:pt x="434" y="2402"/>
                  </a:lnTo>
                  <a:lnTo>
                    <a:pt x="634" y="201"/>
                  </a:lnTo>
                  <a:cubicBezTo>
                    <a:pt x="634" y="100"/>
                    <a:pt x="534" y="0"/>
                    <a:pt x="434"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40"/>
        <p:cNvGrpSpPr/>
        <p:nvPr/>
      </p:nvGrpSpPr>
      <p:grpSpPr>
        <a:xfrm>
          <a:off x="0" y="0"/>
          <a:ext cx="0" cy="0"/>
          <a:chOff x="0" y="0"/>
          <a:chExt cx="0" cy="0"/>
        </a:xfrm>
      </p:grpSpPr>
      <p:sp>
        <p:nvSpPr>
          <p:cNvPr id="3041" name="Google Shape;3041;p66"/>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TEAM</a:t>
            </a:r>
            <a:endParaRPr>
              <a:solidFill>
                <a:schemeClr val="accent3"/>
              </a:solidFill>
            </a:endParaRPr>
          </a:p>
        </p:txBody>
      </p:sp>
      <p:sp>
        <p:nvSpPr>
          <p:cNvPr id="3042" name="Google Shape;3042;p66"/>
          <p:cNvSpPr txBox="1">
            <a:spLocks noGrp="1"/>
          </p:cNvSpPr>
          <p:nvPr>
            <p:ph type="title" idx="2"/>
          </p:nvPr>
        </p:nvSpPr>
        <p:spPr>
          <a:xfrm>
            <a:off x="726645" y="3145007"/>
            <a:ext cx="23502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JIMMY TIMMY</a:t>
            </a:r>
            <a:endParaRPr/>
          </a:p>
        </p:txBody>
      </p:sp>
      <p:sp>
        <p:nvSpPr>
          <p:cNvPr id="3043" name="Google Shape;3043;p66"/>
          <p:cNvSpPr txBox="1">
            <a:spLocks noGrp="1"/>
          </p:cNvSpPr>
          <p:nvPr>
            <p:ph type="subTitle" idx="1"/>
          </p:nvPr>
        </p:nvSpPr>
        <p:spPr>
          <a:xfrm>
            <a:off x="726650" y="3457795"/>
            <a:ext cx="2350200" cy="62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speak a bit about this person here</a:t>
            </a:r>
            <a:endParaRPr/>
          </a:p>
        </p:txBody>
      </p:sp>
      <p:sp>
        <p:nvSpPr>
          <p:cNvPr id="3044" name="Google Shape;3044;p66"/>
          <p:cNvSpPr txBox="1">
            <a:spLocks noGrp="1"/>
          </p:cNvSpPr>
          <p:nvPr>
            <p:ph type="title" idx="3"/>
          </p:nvPr>
        </p:nvSpPr>
        <p:spPr>
          <a:xfrm>
            <a:off x="3401537" y="3145007"/>
            <a:ext cx="23502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SUE DOE</a:t>
            </a:r>
            <a:endParaRPr/>
          </a:p>
        </p:txBody>
      </p:sp>
      <p:sp>
        <p:nvSpPr>
          <p:cNvPr id="3045" name="Google Shape;3045;p66"/>
          <p:cNvSpPr txBox="1">
            <a:spLocks noGrp="1"/>
          </p:cNvSpPr>
          <p:nvPr>
            <p:ph type="subTitle" idx="4"/>
          </p:nvPr>
        </p:nvSpPr>
        <p:spPr>
          <a:xfrm>
            <a:off x="3401536" y="3457793"/>
            <a:ext cx="2350200" cy="62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hlink"/>
              </a:buClr>
              <a:buSzPts val="1100"/>
              <a:buFont typeface="Arial"/>
              <a:buNone/>
            </a:pPr>
            <a:r>
              <a:rPr lang="en"/>
              <a:t>You can speak a bit about this person here</a:t>
            </a:r>
            <a:endParaRPr/>
          </a:p>
        </p:txBody>
      </p:sp>
      <p:sp>
        <p:nvSpPr>
          <p:cNvPr id="3046" name="Google Shape;3046;p66"/>
          <p:cNvSpPr txBox="1">
            <a:spLocks noGrp="1"/>
          </p:cNvSpPr>
          <p:nvPr>
            <p:ph type="title" idx="5"/>
          </p:nvPr>
        </p:nvSpPr>
        <p:spPr>
          <a:xfrm>
            <a:off x="6072505" y="3145007"/>
            <a:ext cx="23502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JOHN SMITH</a:t>
            </a:r>
            <a:endParaRPr/>
          </a:p>
        </p:txBody>
      </p:sp>
      <p:sp>
        <p:nvSpPr>
          <p:cNvPr id="3047" name="Google Shape;3047;p66"/>
          <p:cNvSpPr txBox="1">
            <a:spLocks noGrp="1"/>
          </p:cNvSpPr>
          <p:nvPr>
            <p:ph type="subTitle" idx="6"/>
          </p:nvPr>
        </p:nvSpPr>
        <p:spPr>
          <a:xfrm>
            <a:off x="6072499" y="3457796"/>
            <a:ext cx="2350200" cy="62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hlink"/>
              </a:buClr>
              <a:buSzPts val="1100"/>
              <a:buFont typeface="Arial"/>
              <a:buNone/>
            </a:pPr>
            <a:r>
              <a:rPr lang="en"/>
              <a:t>You can speak a bit about this person here</a:t>
            </a:r>
            <a:endParaRPr/>
          </a:p>
        </p:txBody>
      </p:sp>
      <p:pic>
        <p:nvPicPr>
          <p:cNvPr id="3048" name="Google Shape;3048;p66"/>
          <p:cNvPicPr preferRelativeResize="0">
            <a:picLocks noGrp="1"/>
          </p:cNvPicPr>
          <p:nvPr>
            <p:ph type="pic" idx="7"/>
          </p:nvPr>
        </p:nvPicPr>
        <p:blipFill rotWithShape="1">
          <a:blip r:embed="rId3">
            <a:alphaModFix/>
          </a:blip>
          <a:srcRect l="23861" t="5346" r="39365" b="39478"/>
          <a:stretch/>
        </p:blipFill>
        <p:spPr>
          <a:xfrm>
            <a:off x="1242198" y="1272874"/>
            <a:ext cx="1515900" cy="1515900"/>
          </a:xfrm>
          <a:prstGeom prst="rect">
            <a:avLst/>
          </a:prstGeom>
        </p:spPr>
      </p:pic>
      <p:pic>
        <p:nvPicPr>
          <p:cNvPr id="3049" name="Google Shape;3049;p66"/>
          <p:cNvPicPr preferRelativeResize="0">
            <a:picLocks noGrp="1"/>
          </p:cNvPicPr>
          <p:nvPr>
            <p:ph type="pic" idx="8"/>
          </p:nvPr>
        </p:nvPicPr>
        <p:blipFill rotWithShape="1">
          <a:blip r:embed="rId4">
            <a:alphaModFix/>
          </a:blip>
          <a:srcRect l="42726" r="18829" b="42316"/>
          <a:stretch/>
        </p:blipFill>
        <p:spPr>
          <a:xfrm>
            <a:off x="3814050" y="1272874"/>
            <a:ext cx="1515900" cy="1515900"/>
          </a:xfrm>
          <a:prstGeom prst="rect">
            <a:avLst/>
          </a:prstGeom>
        </p:spPr>
      </p:pic>
      <p:pic>
        <p:nvPicPr>
          <p:cNvPr id="3050" name="Google Shape;3050;p66"/>
          <p:cNvPicPr preferRelativeResize="0">
            <a:picLocks noGrp="1"/>
          </p:cNvPicPr>
          <p:nvPr>
            <p:ph type="pic" idx="9"/>
          </p:nvPr>
        </p:nvPicPr>
        <p:blipFill rotWithShape="1">
          <a:blip r:embed="rId5">
            <a:alphaModFix/>
          </a:blip>
          <a:srcRect l="9469" r="39007" b="22696"/>
          <a:stretch/>
        </p:blipFill>
        <p:spPr>
          <a:xfrm>
            <a:off x="6381761" y="1272874"/>
            <a:ext cx="1515900" cy="1515900"/>
          </a:xfrm>
          <a:prstGeom prst="rect">
            <a:avLst/>
          </a:prstGeom>
        </p:spPr>
      </p:pic>
      <p:grpSp>
        <p:nvGrpSpPr>
          <p:cNvPr id="3051" name="Google Shape;3051;p66"/>
          <p:cNvGrpSpPr/>
          <p:nvPr/>
        </p:nvGrpSpPr>
        <p:grpSpPr>
          <a:xfrm>
            <a:off x="7897650" y="388475"/>
            <a:ext cx="961550" cy="803100"/>
            <a:chOff x="4781075" y="719300"/>
            <a:chExt cx="961550" cy="803100"/>
          </a:xfrm>
        </p:grpSpPr>
        <p:sp>
          <p:nvSpPr>
            <p:cNvPr id="3052" name="Google Shape;3052;p66"/>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66"/>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66"/>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5" name="Google Shape;3055;p66"/>
          <p:cNvGrpSpPr/>
          <p:nvPr/>
        </p:nvGrpSpPr>
        <p:grpSpPr>
          <a:xfrm>
            <a:off x="215075" y="489225"/>
            <a:ext cx="741400" cy="748050"/>
            <a:chOff x="1549600" y="449100"/>
            <a:chExt cx="741400" cy="748050"/>
          </a:xfrm>
        </p:grpSpPr>
        <p:sp>
          <p:nvSpPr>
            <p:cNvPr id="3056" name="Google Shape;3056;p66"/>
            <p:cNvSpPr/>
            <p:nvPr/>
          </p:nvSpPr>
          <p:spPr>
            <a:xfrm>
              <a:off x="1549600" y="521650"/>
              <a:ext cx="675525" cy="675500"/>
            </a:xfrm>
            <a:custGeom>
              <a:avLst/>
              <a:gdLst/>
              <a:ahLst/>
              <a:cxnLst/>
              <a:rect l="l" t="t" r="r" b="b"/>
              <a:pathLst>
                <a:path w="27021" h="27020" extrusionOk="0">
                  <a:moveTo>
                    <a:pt x="13511" y="3403"/>
                  </a:moveTo>
                  <a:cubicBezTo>
                    <a:pt x="19081" y="3403"/>
                    <a:pt x="23618" y="7906"/>
                    <a:pt x="23618" y="13510"/>
                  </a:cubicBezTo>
                  <a:cubicBezTo>
                    <a:pt x="23618" y="19047"/>
                    <a:pt x="19115" y="23617"/>
                    <a:pt x="13511" y="23617"/>
                  </a:cubicBezTo>
                  <a:cubicBezTo>
                    <a:pt x="7973" y="23617"/>
                    <a:pt x="3437" y="19114"/>
                    <a:pt x="3437" y="13510"/>
                  </a:cubicBezTo>
                  <a:cubicBezTo>
                    <a:pt x="3437" y="7973"/>
                    <a:pt x="7940" y="3403"/>
                    <a:pt x="13511" y="3403"/>
                  </a:cubicBezTo>
                  <a:close/>
                  <a:moveTo>
                    <a:pt x="13511" y="0"/>
                  </a:moveTo>
                  <a:cubicBezTo>
                    <a:pt x="6072" y="0"/>
                    <a:pt x="1" y="6038"/>
                    <a:pt x="1" y="13510"/>
                  </a:cubicBezTo>
                  <a:cubicBezTo>
                    <a:pt x="1" y="20982"/>
                    <a:pt x="6072" y="27020"/>
                    <a:pt x="13511" y="27020"/>
                  </a:cubicBezTo>
                  <a:cubicBezTo>
                    <a:pt x="20983" y="27020"/>
                    <a:pt x="27020" y="20982"/>
                    <a:pt x="27020" y="13510"/>
                  </a:cubicBezTo>
                  <a:cubicBezTo>
                    <a:pt x="27020" y="6038"/>
                    <a:pt x="20983" y="0"/>
                    <a:pt x="13511"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66"/>
            <p:cNvSpPr/>
            <p:nvPr/>
          </p:nvSpPr>
          <p:spPr>
            <a:xfrm>
              <a:off x="1716400" y="688425"/>
              <a:ext cx="343600" cy="341950"/>
            </a:xfrm>
            <a:custGeom>
              <a:avLst/>
              <a:gdLst/>
              <a:ahLst/>
              <a:cxnLst/>
              <a:rect l="l" t="t" r="r" b="b"/>
              <a:pathLst>
                <a:path w="13744" h="13678" extrusionOk="0">
                  <a:moveTo>
                    <a:pt x="6839" y="3837"/>
                  </a:moveTo>
                  <a:cubicBezTo>
                    <a:pt x="8506" y="3837"/>
                    <a:pt x="9907" y="5171"/>
                    <a:pt x="9907" y="6872"/>
                  </a:cubicBezTo>
                  <a:cubicBezTo>
                    <a:pt x="9907" y="8507"/>
                    <a:pt x="8506" y="9875"/>
                    <a:pt x="6839" y="9875"/>
                  </a:cubicBezTo>
                  <a:cubicBezTo>
                    <a:pt x="5171" y="9875"/>
                    <a:pt x="3836" y="8540"/>
                    <a:pt x="3836" y="6872"/>
                  </a:cubicBezTo>
                  <a:cubicBezTo>
                    <a:pt x="3836" y="5205"/>
                    <a:pt x="5171" y="3837"/>
                    <a:pt x="6839" y="3837"/>
                  </a:cubicBezTo>
                  <a:close/>
                  <a:moveTo>
                    <a:pt x="6839" y="1"/>
                  </a:moveTo>
                  <a:cubicBezTo>
                    <a:pt x="3069" y="1"/>
                    <a:pt x="0" y="3103"/>
                    <a:pt x="0" y="6839"/>
                  </a:cubicBezTo>
                  <a:cubicBezTo>
                    <a:pt x="0" y="10642"/>
                    <a:pt x="3069" y="13677"/>
                    <a:pt x="6839" y="13677"/>
                  </a:cubicBezTo>
                  <a:cubicBezTo>
                    <a:pt x="10641" y="13677"/>
                    <a:pt x="13677" y="10575"/>
                    <a:pt x="13677" y="6839"/>
                  </a:cubicBezTo>
                  <a:cubicBezTo>
                    <a:pt x="13744" y="3036"/>
                    <a:pt x="10641" y="1"/>
                    <a:pt x="6839"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66"/>
            <p:cNvSpPr/>
            <p:nvPr/>
          </p:nvSpPr>
          <p:spPr>
            <a:xfrm>
              <a:off x="1877350" y="503100"/>
              <a:ext cx="361950" cy="363825"/>
            </a:xfrm>
            <a:custGeom>
              <a:avLst/>
              <a:gdLst/>
              <a:ahLst/>
              <a:cxnLst/>
              <a:rect l="l" t="t" r="r" b="b"/>
              <a:pathLst>
                <a:path w="14478" h="14553" extrusionOk="0">
                  <a:moveTo>
                    <a:pt x="14227" y="0"/>
                  </a:moveTo>
                  <a:cubicBezTo>
                    <a:pt x="14177" y="0"/>
                    <a:pt x="14127" y="25"/>
                    <a:pt x="14077" y="75"/>
                  </a:cubicBezTo>
                  <a:lnTo>
                    <a:pt x="67" y="14219"/>
                  </a:lnTo>
                  <a:cubicBezTo>
                    <a:pt x="0" y="14285"/>
                    <a:pt x="0" y="14419"/>
                    <a:pt x="67" y="14519"/>
                  </a:cubicBezTo>
                  <a:cubicBezTo>
                    <a:pt x="134" y="14552"/>
                    <a:pt x="200" y="14552"/>
                    <a:pt x="234" y="14552"/>
                  </a:cubicBezTo>
                  <a:cubicBezTo>
                    <a:pt x="267" y="14552"/>
                    <a:pt x="334" y="14552"/>
                    <a:pt x="367" y="14519"/>
                  </a:cubicBezTo>
                  <a:lnTo>
                    <a:pt x="14377" y="376"/>
                  </a:lnTo>
                  <a:cubicBezTo>
                    <a:pt x="14477" y="275"/>
                    <a:pt x="14477" y="142"/>
                    <a:pt x="14377" y="75"/>
                  </a:cubicBezTo>
                  <a:cubicBezTo>
                    <a:pt x="14327" y="25"/>
                    <a:pt x="14277" y="0"/>
                    <a:pt x="14227"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66"/>
            <p:cNvSpPr/>
            <p:nvPr/>
          </p:nvSpPr>
          <p:spPr>
            <a:xfrm>
              <a:off x="2187575" y="480775"/>
              <a:ext cx="74225" cy="74250"/>
            </a:xfrm>
            <a:custGeom>
              <a:avLst/>
              <a:gdLst/>
              <a:ahLst/>
              <a:cxnLst/>
              <a:rect l="l" t="t" r="r" b="b"/>
              <a:pathLst>
                <a:path w="2969" h="2970" extrusionOk="0">
                  <a:moveTo>
                    <a:pt x="234" y="1"/>
                  </a:moveTo>
                  <a:cubicBezTo>
                    <a:pt x="100" y="1"/>
                    <a:pt x="0" y="101"/>
                    <a:pt x="0" y="201"/>
                  </a:cubicBezTo>
                  <a:lnTo>
                    <a:pt x="0" y="2970"/>
                  </a:lnTo>
                  <a:lnTo>
                    <a:pt x="2769" y="2836"/>
                  </a:lnTo>
                  <a:cubicBezTo>
                    <a:pt x="2902" y="2836"/>
                    <a:pt x="2969" y="2770"/>
                    <a:pt x="2969" y="2636"/>
                  </a:cubicBezTo>
                  <a:cubicBezTo>
                    <a:pt x="2969" y="2503"/>
                    <a:pt x="2902" y="2436"/>
                    <a:pt x="2769" y="2436"/>
                  </a:cubicBezTo>
                  <a:lnTo>
                    <a:pt x="434" y="2569"/>
                  </a:lnTo>
                  <a:lnTo>
                    <a:pt x="434" y="201"/>
                  </a:lnTo>
                  <a:cubicBezTo>
                    <a:pt x="434" y="101"/>
                    <a:pt x="334" y="1"/>
                    <a:pt x="234"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66"/>
            <p:cNvSpPr/>
            <p:nvPr/>
          </p:nvSpPr>
          <p:spPr>
            <a:xfrm>
              <a:off x="2220100" y="449100"/>
              <a:ext cx="70900" cy="72575"/>
            </a:xfrm>
            <a:custGeom>
              <a:avLst/>
              <a:gdLst/>
              <a:ahLst/>
              <a:cxnLst/>
              <a:rect l="l" t="t" r="r" b="b"/>
              <a:pathLst>
                <a:path w="2836" h="2903" extrusionOk="0">
                  <a:moveTo>
                    <a:pt x="434" y="0"/>
                  </a:moveTo>
                  <a:cubicBezTo>
                    <a:pt x="334" y="0"/>
                    <a:pt x="200" y="67"/>
                    <a:pt x="200" y="201"/>
                  </a:cubicBezTo>
                  <a:lnTo>
                    <a:pt x="0" y="2902"/>
                  </a:lnTo>
                  <a:lnTo>
                    <a:pt x="0" y="2902"/>
                  </a:lnTo>
                  <a:lnTo>
                    <a:pt x="2635" y="2702"/>
                  </a:lnTo>
                  <a:cubicBezTo>
                    <a:pt x="2769" y="2702"/>
                    <a:pt x="2835" y="2602"/>
                    <a:pt x="2835" y="2502"/>
                  </a:cubicBezTo>
                  <a:cubicBezTo>
                    <a:pt x="2835" y="2369"/>
                    <a:pt x="2769" y="2269"/>
                    <a:pt x="2635" y="2269"/>
                  </a:cubicBezTo>
                  <a:lnTo>
                    <a:pt x="434" y="2402"/>
                  </a:lnTo>
                  <a:lnTo>
                    <a:pt x="634" y="201"/>
                  </a:lnTo>
                  <a:cubicBezTo>
                    <a:pt x="634" y="100"/>
                    <a:pt x="534" y="0"/>
                    <a:pt x="434"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61" name="Google Shape;3061;p66"/>
          <p:cNvSpPr/>
          <p:nvPr/>
        </p:nvSpPr>
        <p:spPr>
          <a:xfrm>
            <a:off x="6381750" y="4691175"/>
            <a:ext cx="1462500" cy="1863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2" name="Google Shape;3062;p66"/>
          <p:cNvGrpSpPr/>
          <p:nvPr/>
        </p:nvGrpSpPr>
        <p:grpSpPr>
          <a:xfrm>
            <a:off x="6539687" y="4171089"/>
            <a:ext cx="1096269" cy="606406"/>
            <a:chOff x="239224" y="3962464"/>
            <a:chExt cx="1096269" cy="606406"/>
          </a:xfrm>
        </p:grpSpPr>
        <p:grpSp>
          <p:nvGrpSpPr>
            <p:cNvPr id="3063" name="Google Shape;3063;p66"/>
            <p:cNvGrpSpPr/>
            <p:nvPr/>
          </p:nvGrpSpPr>
          <p:grpSpPr>
            <a:xfrm>
              <a:off x="923960" y="4386623"/>
              <a:ext cx="411533" cy="180447"/>
              <a:chOff x="7800560" y="4390223"/>
              <a:chExt cx="411533" cy="180447"/>
            </a:xfrm>
          </p:grpSpPr>
          <p:sp>
            <p:nvSpPr>
              <p:cNvPr id="3064" name="Google Shape;3064;p66"/>
              <p:cNvSpPr/>
              <p:nvPr/>
            </p:nvSpPr>
            <p:spPr>
              <a:xfrm>
                <a:off x="7826818" y="4480820"/>
                <a:ext cx="385275" cy="89851"/>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66"/>
              <p:cNvSpPr/>
              <p:nvPr/>
            </p:nvSpPr>
            <p:spPr>
              <a:xfrm>
                <a:off x="7859558"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66"/>
              <p:cNvSpPr/>
              <p:nvPr/>
            </p:nvSpPr>
            <p:spPr>
              <a:xfrm>
                <a:off x="7910180"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66"/>
              <p:cNvSpPr/>
              <p:nvPr/>
            </p:nvSpPr>
            <p:spPr>
              <a:xfrm>
                <a:off x="7960813"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66"/>
              <p:cNvSpPr/>
              <p:nvPr/>
            </p:nvSpPr>
            <p:spPr>
              <a:xfrm>
                <a:off x="8011058" y="4488808"/>
                <a:ext cx="16765" cy="73485"/>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66"/>
              <p:cNvSpPr/>
              <p:nvPr/>
            </p:nvSpPr>
            <p:spPr>
              <a:xfrm>
                <a:off x="8061691" y="4488808"/>
                <a:ext cx="16754" cy="73485"/>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66"/>
              <p:cNvSpPr/>
              <p:nvPr/>
            </p:nvSpPr>
            <p:spPr>
              <a:xfrm>
                <a:off x="8112689" y="4488808"/>
                <a:ext cx="16388" cy="73485"/>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66"/>
              <p:cNvSpPr/>
              <p:nvPr/>
            </p:nvSpPr>
            <p:spPr>
              <a:xfrm>
                <a:off x="8162946" y="4488808"/>
                <a:ext cx="16754" cy="73485"/>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66"/>
              <p:cNvSpPr/>
              <p:nvPr/>
            </p:nvSpPr>
            <p:spPr>
              <a:xfrm>
                <a:off x="7843947" y="4488808"/>
                <a:ext cx="106604" cy="73108"/>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66"/>
              <p:cNvSpPr/>
              <p:nvPr/>
            </p:nvSpPr>
            <p:spPr>
              <a:xfrm>
                <a:off x="7826818" y="4480820"/>
                <a:ext cx="385275" cy="8000"/>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66"/>
              <p:cNvSpPr/>
              <p:nvPr/>
            </p:nvSpPr>
            <p:spPr>
              <a:xfrm>
                <a:off x="7800560" y="4390223"/>
                <a:ext cx="384887" cy="89851"/>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66"/>
              <p:cNvSpPr/>
              <p:nvPr/>
            </p:nvSpPr>
            <p:spPr>
              <a:xfrm>
                <a:off x="7832912" y="4398212"/>
                <a:ext cx="16377" cy="73862"/>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66"/>
              <p:cNvSpPr/>
              <p:nvPr/>
            </p:nvSpPr>
            <p:spPr>
              <a:xfrm>
                <a:off x="7883157"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66"/>
              <p:cNvSpPr/>
              <p:nvPr/>
            </p:nvSpPr>
            <p:spPr>
              <a:xfrm>
                <a:off x="7934167" y="4398212"/>
                <a:ext cx="16765" cy="73862"/>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66"/>
              <p:cNvSpPr/>
              <p:nvPr/>
            </p:nvSpPr>
            <p:spPr>
              <a:xfrm>
                <a:off x="7984412"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66"/>
              <p:cNvSpPr/>
              <p:nvPr/>
            </p:nvSpPr>
            <p:spPr>
              <a:xfrm>
                <a:off x="8035045"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66"/>
              <p:cNvSpPr/>
              <p:nvPr/>
            </p:nvSpPr>
            <p:spPr>
              <a:xfrm>
                <a:off x="8085290"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66"/>
              <p:cNvSpPr/>
              <p:nvPr/>
            </p:nvSpPr>
            <p:spPr>
              <a:xfrm>
                <a:off x="8136300"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66"/>
              <p:cNvSpPr/>
              <p:nvPr/>
            </p:nvSpPr>
            <p:spPr>
              <a:xfrm>
                <a:off x="7817689" y="4398212"/>
                <a:ext cx="106604" cy="73485"/>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66"/>
              <p:cNvSpPr/>
              <p:nvPr/>
            </p:nvSpPr>
            <p:spPr>
              <a:xfrm>
                <a:off x="7800560" y="4390223"/>
                <a:ext cx="384887" cy="8000"/>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4" name="Google Shape;3084;p66"/>
            <p:cNvGrpSpPr/>
            <p:nvPr/>
          </p:nvGrpSpPr>
          <p:grpSpPr>
            <a:xfrm>
              <a:off x="239224" y="3962464"/>
              <a:ext cx="550856" cy="606406"/>
              <a:chOff x="8259624" y="3964264"/>
              <a:chExt cx="550856" cy="606406"/>
            </a:xfrm>
          </p:grpSpPr>
          <p:sp>
            <p:nvSpPr>
              <p:cNvPr id="3085" name="Google Shape;3085;p66"/>
              <p:cNvSpPr/>
              <p:nvPr/>
            </p:nvSpPr>
            <p:spPr>
              <a:xfrm>
                <a:off x="8411124" y="4480820"/>
                <a:ext cx="385275" cy="89851"/>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66"/>
              <p:cNvSpPr/>
              <p:nvPr/>
            </p:nvSpPr>
            <p:spPr>
              <a:xfrm>
                <a:off x="8443487"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66"/>
              <p:cNvSpPr/>
              <p:nvPr/>
            </p:nvSpPr>
            <p:spPr>
              <a:xfrm>
                <a:off x="8494109"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66"/>
              <p:cNvSpPr/>
              <p:nvPr/>
            </p:nvSpPr>
            <p:spPr>
              <a:xfrm>
                <a:off x="8545118" y="4488808"/>
                <a:ext cx="16765" cy="73485"/>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66"/>
              <p:cNvSpPr/>
              <p:nvPr/>
            </p:nvSpPr>
            <p:spPr>
              <a:xfrm>
                <a:off x="8595363"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66"/>
              <p:cNvSpPr/>
              <p:nvPr/>
            </p:nvSpPr>
            <p:spPr>
              <a:xfrm>
                <a:off x="8645997"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66"/>
              <p:cNvSpPr/>
              <p:nvPr/>
            </p:nvSpPr>
            <p:spPr>
              <a:xfrm>
                <a:off x="8696242"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66"/>
              <p:cNvSpPr/>
              <p:nvPr/>
            </p:nvSpPr>
            <p:spPr>
              <a:xfrm>
                <a:off x="8747251"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66"/>
              <p:cNvSpPr/>
              <p:nvPr/>
            </p:nvSpPr>
            <p:spPr>
              <a:xfrm>
                <a:off x="8428641" y="4488808"/>
                <a:ext cx="106604" cy="73108"/>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66"/>
              <p:cNvSpPr/>
              <p:nvPr/>
            </p:nvSpPr>
            <p:spPr>
              <a:xfrm>
                <a:off x="8428641" y="4488808"/>
                <a:ext cx="106604" cy="73108"/>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66"/>
              <p:cNvSpPr/>
              <p:nvPr/>
            </p:nvSpPr>
            <p:spPr>
              <a:xfrm>
                <a:off x="8411124" y="4480820"/>
                <a:ext cx="385275" cy="8000"/>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66"/>
              <p:cNvSpPr/>
              <p:nvPr/>
            </p:nvSpPr>
            <p:spPr>
              <a:xfrm>
                <a:off x="8259624" y="4390600"/>
                <a:ext cx="384887" cy="90239"/>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66"/>
              <p:cNvSpPr/>
              <p:nvPr/>
            </p:nvSpPr>
            <p:spPr>
              <a:xfrm>
                <a:off x="8291987"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66"/>
              <p:cNvSpPr/>
              <p:nvPr/>
            </p:nvSpPr>
            <p:spPr>
              <a:xfrm>
                <a:off x="8342609"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66"/>
              <p:cNvSpPr/>
              <p:nvPr/>
            </p:nvSpPr>
            <p:spPr>
              <a:xfrm>
                <a:off x="8393242"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66"/>
              <p:cNvSpPr/>
              <p:nvPr/>
            </p:nvSpPr>
            <p:spPr>
              <a:xfrm>
                <a:off x="8443487" y="4398212"/>
                <a:ext cx="16765" cy="73862"/>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66"/>
              <p:cNvSpPr/>
              <p:nvPr/>
            </p:nvSpPr>
            <p:spPr>
              <a:xfrm>
                <a:off x="8494109" y="4398212"/>
                <a:ext cx="16765" cy="73862"/>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66"/>
              <p:cNvSpPr/>
              <p:nvPr/>
            </p:nvSpPr>
            <p:spPr>
              <a:xfrm>
                <a:off x="8545118"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66"/>
              <p:cNvSpPr/>
              <p:nvPr/>
            </p:nvSpPr>
            <p:spPr>
              <a:xfrm>
                <a:off x="8595363" y="4398212"/>
                <a:ext cx="16765" cy="73862"/>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66"/>
              <p:cNvSpPr/>
              <p:nvPr/>
            </p:nvSpPr>
            <p:spPr>
              <a:xfrm>
                <a:off x="8276753" y="4398212"/>
                <a:ext cx="106604" cy="73485"/>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66"/>
              <p:cNvSpPr/>
              <p:nvPr/>
            </p:nvSpPr>
            <p:spPr>
              <a:xfrm>
                <a:off x="8259624" y="4390223"/>
                <a:ext cx="384887" cy="8000"/>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66"/>
              <p:cNvSpPr/>
              <p:nvPr/>
            </p:nvSpPr>
            <p:spPr>
              <a:xfrm>
                <a:off x="8425217" y="4301521"/>
                <a:ext cx="385263" cy="90239"/>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66"/>
              <p:cNvSpPr/>
              <p:nvPr/>
            </p:nvSpPr>
            <p:spPr>
              <a:xfrm>
                <a:off x="8457946" y="4309521"/>
                <a:ext cx="16765" cy="73485"/>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66"/>
              <p:cNvSpPr/>
              <p:nvPr/>
            </p:nvSpPr>
            <p:spPr>
              <a:xfrm>
                <a:off x="8508579" y="4309521"/>
                <a:ext cx="16377" cy="73485"/>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66"/>
              <p:cNvSpPr/>
              <p:nvPr/>
            </p:nvSpPr>
            <p:spPr>
              <a:xfrm>
                <a:off x="8609457" y="4309521"/>
                <a:ext cx="16377" cy="73485"/>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66"/>
              <p:cNvSpPr/>
              <p:nvPr/>
            </p:nvSpPr>
            <p:spPr>
              <a:xfrm>
                <a:off x="8660078" y="4309521"/>
                <a:ext cx="16765" cy="73485"/>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66"/>
              <p:cNvSpPr/>
              <p:nvPr/>
            </p:nvSpPr>
            <p:spPr>
              <a:xfrm>
                <a:off x="8710711" y="4309521"/>
                <a:ext cx="16754" cy="73485"/>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66"/>
              <p:cNvSpPr/>
              <p:nvPr/>
            </p:nvSpPr>
            <p:spPr>
              <a:xfrm>
                <a:off x="8760956" y="4309521"/>
                <a:ext cx="16754" cy="73485"/>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66"/>
              <p:cNvSpPr/>
              <p:nvPr/>
            </p:nvSpPr>
            <p:spPr>
              <a:xfrm>
                <a:off x="8442346" y="4309521"/>
                <a:ext cx="106604" cy="73108"/>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66"/>
              <p:cNvSpPr/>
              <p:nvPr/>
            </p:nvSpPr>
            <p:spPr>
              <a:xfrm>
                <a:off x="8442346" y="4309521"/>
                <a:ext cx="106604" cy="73108"/>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66"/>
              <p:cNvSpPr/>
              <p:nvPr/>
            </p:nvSpPr>
            <p:spPr>
              <a:xfrm>
                <a:off x="8425217" y="4301145"/>
                <a:ext cx="385263" cy="8388"/>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66"/>
              <p:cNvSpPr/>
              <p:nvPr/>
            </p:nvSpPr>
            <p:spPr>
              <a:xfrm>
                <a:off x="8455287" y="3974923"/>
                <a:ext cx="328543" cy="318797"/>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66"/>
              <p:cNvSpPr/>
              <p:nvPr/>
            </p:nvSpPr>
            <p:spPr>
              <a:xfrm>
                <a:off x="8447675" y="3964264"/>
                <a:ext cx="340720" cy="340732"/>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66"/>
              <p:cNvSpPr/>
              <p:nvPr/>
            </p:nvSpPr>
            <p:spPr>
              <a:xfrm>
                <a:off x="8451475" y="3970986"/>
                <a:ext cx="336920" cy="327539"/>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66"/>
              <p:cNvSpPr/>
              <p:nvPr/>
            </p:nvSpPr>
            <p:spPr>
              <a:xfrm>
                <a:off x="8559965" y="4044967"/>
                <a:ext cx="121075" cy="196067"/>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66"/>
              <p:cNvSpPr/>
              <p:nvPr/>
            </p:nvSpPr>
            <p:spPr>
              <a:xfrm>
                <a:off x="8476227" y="3995361"/>
                <a:ext cx="240986" cy="240347"/>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24"/>
        <p:cNvGrpSpPr/>
        <p:nvPr/>
      </p:nvGrpSpPr>
      <p:grpSpPr>
        <a:xfrm>
          <a:off x="0" y="0"/>
          <a:ext cx="0" cy="0"/>
          <a:chOff x="0" y="0"/>
          <a:chExt cx="0" cy="0"/>
        </a:xfrm>
      </p:grpSpPr>
      <p:sp>
        <p:nvSpPr>
          <p:cNvPr id="3125" name="Google Shape;3125;p67"/>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HOW DO WE DO THAT?</a:t>
            </a:r>
            <a:endParaRPr/>
          </a:p>
        </p:txBody>
      </p:sp>
      <p:sp>
        <p:nvSpPr>
          <p:cNvPr id="3126" name="Google Shape;3126;p67"/>
          <p:cNvSpPr txBox="1"/>
          <p:nvPr/>
        </p:nvSpPr>
        <p:spPr>
          <a:xfrm flipH="1">
            <a:off x="5941668" y="1593938"/>
            <a:ext cx="2114400" cy="438900"/>
          </a:xfrm>
          <a:prstGeom prst="rect">
            <a:avLst/>
          </a:prstGeom>
          <a:noFill/>
          <a:ln>
            <a:noFill/>
          </a:ln>
        </p:spPr>
        <p:txBody>
          <a:bodyPr spcFirstLastPara="1" wrap="square" lIns="91425" tIns="91425" rIns="91425" bIns="91425" anchor="b" anchorCtr="0">
            <a:noAutofit/>
          </a:bodyPr>
          <a:lstStyle/>
          <a:p>
            <a:pPr marL="0" lvl="0" indent="0" algn="l" rtl="0">
              <a:lnSpc>
                <a:spcPct val="125000"/>
              </a:lnSpc>
              <a:spcBef>
                <a:spcPts val="0"/>
              </a:spcBef>
              <a:spcAft>
                <a:spcPts val="0"/>
              </a:spcAft>
              <a:buNone/>
            </a:pPr>
            <a:r>
              <a:rPr lang="en" sz="1900" b="1">
                <a:solidFill>
                  <a:schemeClr val="accent3"/>
                </a:solidFill>
                <a:latin typeface="Inter"/>
                <a:ea typeface="Inter"/>
                <a:cs typeface="Inter"/>
                <a:sym typeface="Inter"/>
              </a:rPr>
              <a:t>STEP 2- ACT</a:t>
            </a:r>
            <a:endParaRPr sz="1900" b="1">
              <a:solidFill>
                <a:schemeClr val="accent3"/>
              </a:solidFill>
              <a:latin typeface="Inter"/>
              <a:ea typeface="Inter"/>
              <a:cs typeface="Inter"/>
              <a:sym typeface="Inter"/>
            </a:endParaRPr>
          </a:p>
        </p:txBody>
      </p:sp>
      <p:sp>
        <p:nvSpPr>
          <p:cNvPr id="3127" name="Google Shape;3127;p67"/>
          <p:cNvSpPr txBox="1"/>
          <p:nvPr/>
        </p:nvSpPr>
        <p:spPr>
          <a:xfrm flipH="1">
            <a:off x="5941668" y="1927689"/>
            <a:ext cx="2114400" cy="47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airo"/>
                <a:ea typeface="Cairo"/>
                <a:cs typeface="Cairo"/>
                <a:sym typeface="Cairo"/>
              </a:rPr>
              <a:t>Mars is actually a very cold place in the System</a:t>
            </a:r>
            <a:endParaRPr>
              <a:solidFill>
                <a:schemeClr val="dk1"/>
              </a:solidFill>
              <a:latin typeface="Cairo"/>
              <a:ea typeface="Cairo"/>
              <a:cs typeface="Cairo"/>
              <a:sym typeface="Cairo"/>
            </a:endParaRPr>
          </a:p>
        </p:txBody>
      </p:sp>
      <p:sp>
        <p:nvSpPr>
          <p:cNvPr id="3128" name="Google Shape;3128;p67"/>
          <p:cNvSpPr txBox="1"/>
          <p:nvPr/>
        </p:nvSpPr>
        <p:spPr>
          <a:xfrm>
            <a:off x="1090243" y="1593938"/>
            <a:ext cx="2114400" cy="438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Clr>
                <a:schemeClr val="hlink"/>
              </a:buClr>
              <a:buSzPts val="1100"/>
              <a:buFont typeface="Arial"/>
              <a:buNone/>
            </a:pPr>
            <a:r>
              <a:rPr lang="en" sz="1900" b="1">
                <a:solidFill>
                  <a:schemeClr val="accent3"/>
                </a:solidFill>
                <a:latin typeface="Inter"/>
                <a:ea typeface="Inter"/>
                <a:cs typeface="Inter"/>
                <a:sym typeface="Inter"/>
              </a:rPr>
              <a:t>STEP 1 - PLAN</a:t>
            </a:r>
            <a:endParaRPr sz="1900" b="1">
              <a:solidFill>
                <a:schemeClr val="accent3"/>
              </a:solidFill>
              <a:latin typeface="Inter"/>
              <a:ea typeface="Inter"/>
              <a:cs typeface="Inter"/>
              <a:sym typeface="Inter"/>
            </a:endParaRPr>
          </a:p>
        </p:txBody>
      </p:sp>
      <p:sp>
        <p:nvSpPr>
          <p:cNvPr id="3129" name="Google Shape;3129;p67"/>
          <p:cNvSpPr txBox="1"/>
          <p:nvPr/>
        </p:nvSpPr>
        <p:spPr>
          <a:xfrm>
            <a:off x="1090243" y="1927689"/>
            <a:ext cx="2114400" cy="478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hlink"/>
              </a:buClr>
              <a:buSzPts val="1100"/>
              <a:buFont typeface="Arial"/>
              <a:buNone/>
            </a:pPr>
            <a:r>
              <a:rPr lang="en">
                <a:solidFill>
                  <a:schemeClr val="dk1"/>
                </a:solidFill>
                <a:latin typeface="Cairo"/>
                <a:ea typeface="Cairo"/>
                <a:cs typeface="Cairo"/>
                <a:sym typeface="Cairo"/>
              </a:rPr>
              <a:t>Mercury is the closest planet from the Sun</a:t>
            </a:r>
            <a:endParaRPr>
              <a:solidFill>
                <a:schemeClr val="dk1"/>
              </a:solidFill>
              <a:latin typeface="Cairo"/>
              <a:ea typeface="Cairo"/>
              <a:cs typeface="Cairo"/>
              <a:sym typeface="Cairo"/>
            </a:endParaRPr>
          </a:p>
        </p:txBody>
      </p:sp>
      <p:sp>
        <p:nvSpPr>
          <p:cNvPr id="3130" name="Google Shape;3130;p67"/>
          <p:cNvSpPr txBox="1"/>
          <p:nvPr/>
        </p:nvSpPr>
        <p:spPr>
          <a:xfrm>
            <a:off x="1090243" y="2951434"/>
            <a:ext cx="2114400" cy="438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Clr>
                <a:schemeClr val="hlink"/>
              </a:buClr>
              <a:buSzPts val="1100"/>
              <a:buFont typeface="Arial"/>
              <a:buNone/>
            </a:pPr>
            <a:r>
              <a:rPr lang="en" sz="1900" b="1">
                <a:solidFill>
                  <a:schemeClr val="accent3"/>
                </a:solidFill>
                <a:latin typeface="Inter"/>
                <a:ea typeface="Inter"/>
                <a:cs typeface="Inter"/>
                <a:sym typeface="Inter"/>
              </a:rPr>
              <a:t>STEP 3 - DO</a:t>
            </a:r>
            <a:endParaRPr sz="1900" b="1">
              <a:solidFill>
                <a:schemeClr val="accent3"/>
              </a:solidFill>
              <a:latin typeface="Inter"/>
              <a:ea typeface="Inter"/>
              <a:cs typeface="Inter"/>
              <a:sym typeface="Inter"/>
            </a:endParaRPr>
          </a:p>
        </p:txBody>
      </p:sp>
      <p:sp>
        <p:nvSpPr>
          <p:cNvPr id="3131" name="Google Shape;3131;p67"/>
          <p:cNvSpPr txBox="1"/>
          <p:nvPr/>
        </p:nvSpPr>
        <p:spPr>
          <a:xfrm>
            <a:off x="1090243" y="3286040"/>
            <a:ext cx="2114400" cy="478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Cairo"/>
                <a:ea typeface="Cairo"/>
                <a:cs typeface="Cairo"/>
                <a:sym typeface="Cairo"/>
              </a:rPr>
              <a:t>Venus is the second planet from the Sun</a:t>
            </a:r>
            <a:endParaRPr>
              <a:solidFill>
                <a:schemeClr val="dk1"/>
              </a:solidFill>
              <a:latin typeface="Cairo"/>
              <a:ea typeface="Cairo"/>
              <a:cs typeface="Cairo"/>
              <a:sym typeface="Cairo"/>
            </a:endParaRPr>
          </a:p>
        </p:txBody>
      </p:sp>
      <p:sp>
        <p:nvSpPr>
          <p:cNvPr id="3132" name="Google Shape;3132;p67"/>
          <p:cNvSpPr txBox="1"/>
          <p:nvPr/>
        </p:nvSpPr>
        <p:spPr>
          <a:xfrm flipH="1">
            <a:off x="5941668" y="2951434"/>
            <a:ext cx="2114400" cy="438900"/>
          </a:xfrm>
          <a:prstGeom prst="rect">
            <a:avLst/>
          </a:prstGeom>
          <a:noFill/>
          <a:ln>
            <a:noFill/>
          </a:ln>
        </p:spPr>
        <p:txBody>
          <a:bodyPr spcFirstLastPara="1" wrap="square" lIns="91425" tIns="91425" rIns="91425" bIns="91425" anchor="b" anchorCtr="0">
            <a:noAutofit/>
          </a:bodyPr>
          <a:lstStyle/>
          <a:p>
            <a:pPr marL="0" lvl="0" indent="0" algn="l" rtl="0">
              <a:lnSpc>
                <a:spcPct val="125000"/>
              </a:lnSpc>
              <a:spcBef>
                <a:spcPts val="0"/>
              </a:spcBef>
              <a:spcAft>
                <a:spcPts val="0"/>
              </a:spcAft>
              <a:buNone/>
            </a:pPr>
            <a:r>
              <a:rPr lang="en" sz="1900" b="1">
                <a:solidFill>
                  <a:schemeClr val="accent3"/>
                </a:solidFill>
                <a:latin typeface="Inter"/>
                <a:ea typeface="Inter"/>
                <a:cs typeface="Inter"/>
                <a:sym typeface="Inter"/>
              </a:rPr>
              <a:t>STEP 4 - CHECK</a:t>
            </a:r>
            <a:endParaRPr sz="1900" b="1">
              <a:solidFill>
                <a:schemeClr val="accent3"/>
              </a:solidFill>
              <a:latin typeface="Inter"/>
              <a:ea typeface="Inter"/>
              <a:cs typeface="Inter"/>
              <a:sym typeface="Inter"/>
            </a:endParaRPr>
          </a:p>
        </p:txBody>
      </p:sp>
      <p:sp>
        <p:nvSpPr>
          <p:cNvPr id="3133" name="Google Shape;3133;p67"/>
          <p:cNvSpPr txBox="1"/>
          <p:nvPr/>
        </p:nvSpPr>
        <p:spPr>
          <a:xfrm flipH="1">
            <a:off x="5941668" y="3286040"/>
            <a:ext cx="2114400" cy="47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airo"/>
                <a:ea typeface="Cairo"/>
                <a:cs typeface="Cairo"/>
                <a:sym typeface="Cairo"/>
              </a:rPr>
              <a:t>Saturn is composed of hydrogen and helium</a:t>
            </a:r>
            <a:endParaRPr>
              <a:solidFill>
                <a:schemeClr val="dk1"/>
              </a:solidFill>
              <a:latin typeface="Cairo"/>
              <a:ea typeface="Cairo"/>
              <a:cs typeface="Cairo"/>
              <a:sym typeface="Cairo"/>
            </a:endParaRPr>
          </a:p>
        </p:txBody>
      </p:sp>
      <p:cxnSp>
        <p:nvCxnSpPr>
          <p:cNvPr id="3134" name="Google Shape;3134;p67"/>
          <p:cNvCxnSpPr>
            <a:stCxn id="3135" idx="3"/>
            <a:endCxn id="3136" idx="1"/>
          </p:cNvCxnSpPr>
          <p:nvPr/>
        </p:nvCxnSpPr>
        <p:spPr>
          <a:xfrm>
            <a:off x="4228133" y="1986730"/>
            <a:ext cx="690600" cy="0"/>
          </a:xfrm>
          <a:prstGeom prst="straightConnector1">
            <a:avLst/>
          </a:prstGeom>
          <a:noFill/>
          <a:ln w="19050" cap="flat" cmpd="sng">
            <a:solidFill>
              <a:schemeClr val="accent3"/>
            </a:solidFill>
            <a:prstDash val="solid"/>
            <a:round/>
            <a:headEnd type="none" w="med" len="med"/>
            <a:tailEnd type="none" w="med" len="med"/>
          </a:ln>
        </p:spPr>
      </p:cxnSp>
      <p:cxnSp>
        <p:nvCxnSpPr>
          <p:cNvPr id="3137" name="Google Shape;3137;p67"/>
          <p:cNvCxnSpPr>
            <a:stCxn id="3138" idx="1"/>
            <a:endCxn id="3139" idx="3"/>
          </p:cNvCxnSpPr>
          <p:nvPr/>
        </p:nvCxnSpPr>
        <p:spPr>
          <a:xfrm rot="10800000">
            <a:off x="4228078" y="3348930"/>
            <a:ext cx="690600" cy="0"/>
          </a:xfrm>
          <a:prstGeom prst="straightConnector1">
            <a:avLst/>
          </a:prstGeom>
          <a:noFill/>
          <a:ln w="19050" cap="flat" cmpd="sng">
            <a:solidFill>
              <a:schemeClr val="accent3"/>
            </a:solidFill>
            <a:prstDash val="solid"/>
            <a:round/>
            <a:headEnd type="none" w="med" len="med"/>
            <a:tailEnd type="none" w="med" len="med"/>
          </a:ln>
        </p:spPr>
      </p:cxnSp>
      <p:cxnSp>
        <p:nvCxnSpPr>
          <p:cNvPr id="3140" name="Google Shape;3140;p67"/>
          <p:cNvCxnSpPr>
            <a:stCxn id="3136" idx="2"/>
            <a:endCxn id="3139" idx="0"/>
          </p:cNvCxnSpPr>
          <p:nvPr/>
        </p:nvCxnSpPr>
        <p:spPr>
          <a:xfrm rot="5400000">
            <a:off x="4251028" y="1963780"/>
            <a:ext cx="644700" cy="1408200"/>
          </a:xfrm>
          <a:prstGeom prst="bentConnector3">
            <a:avLst>
              <a:gd name="adj1" fmla="val 49992"/>
            </a:avLst>
          </a:prstGeom>
          <a:noFill/>
          <a:ln w="19050" cap="flat" cmpd="sng">
            <a:solidFill>
              <a:schemeClr val="accent3"/>
            </a:solidFill>
            <a:prstDash val="solid"/>
            <a:round/>
            <a:headEnd type="none" w="med" len="med"/>
            <a:tailEnd type="none" w="med" len="med"/>
          </a:ln>
        </p:spPr>
      </p:cxnSp>
      <p:sp>
        <p:nvSpPr>
          <p:cNvPr id="3136" name="Google Shape;3136;p67"/>
          <p:cNvSpPr/>
          <p:nvPr/>
        </p:nvSpPr>
        <p:spPr>
          <a:xfrm>
            <a:off x="4918678" y="1627930"/>
            <a:ext cx="717600" cy="717600"/>
          </a:xfrm>
          <a:prstGeom prst="rect">
            <a:avLst/>
          </a:prstGeom>
          <a:solidFill>
            <a:schemeClr val="dk2"/>
          </a:solidFill>
          <a:ln w="76200" cap="flat" cmpd="sng">
            <a:solidFill>
              <a:schemeClr val="dk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67"/>
          <p:cNvSpPr/>
          <p:nvPr/>
        </p:nvSpPr>
        <p:spPr>
          <a:xfrm>
            <a:off x="4918678" y="2990130"/>
            <a:ext cx="717600" cy="717600"/>
          </a:xfrm>
          <a:prstGeom prst="rect">
            <a:avLst/>
          </a:prstGeom>
          <a:solidFill>
            <a:schemeClr val="dk2"/>
          </a:solidFill>
          <a:ln w="76200" cap="flat" cmpd="sng">
            <a:solidFill>
              <a:schemeClr val="dk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67"/>
          <p:cNvSpPr/>
          <p:nvPr/>
        </p:nvSpPr>
        <p:spPr>
          <a:xfrm>
            <a:off x="3510533" y="1627930"/>
            <a:ext cx="717600" cy="717600"/>
          </a:xfrm>
          <a:prstGeom prst="rect">
            <a:avLst/>
          </a:prstGeom>
          <a:solidFill>
            <a:schemeClr val="dk2"/>
          </a:solidFill>
          <a:ln w="76200" cap="flat" cmpd="sng">
            <a:solidFill>
              <a:schemeClr val="dk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67"/>
          <p:cNvSpPr/>
          <p:nvPr/>
        </p:nvSpPr>
        <p:spPr>
          <a:xfrm>
            <a:off x="3510533" y="2990130"/>
            <a:ext cx="717600" cy="717600"/>
          </a:xfrm>
          <a:prstGeom prst="rect">
            <a:avLst/>
          </a:prstGeom>
          <a:solidFill>
            <a:schemeClr val="dk2"/>
          </a:solidFill>
          <a:ln w="76200" cap="flat" cmpd="sng">
            <a:solidFill>
              <a:schemeClr val="dk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41" name="Google Shape;3141;p67"/>
          <p:cNvGrpSpPr/>
          <p:nvPr/>
        </p:nvGrpSpPr>
        <p:grpSpPr>
          <a:xfrm>
            <a:off x="5107888" y="1817182"/>
            <a:ext cx="340573" cy="339271"/>
            <a:chOff x="2085450" y="842250"/>
            <a:chExt cx="483700" cy="481850"/>
          </a:xfrm>
        </p:grpSpPr>
        <p:sp>
          <p:nvSpPr>
            <p:cNvPr id="3142" name="Google Shape;3142;p67"/>
            <p:cNvSpPr/>
            <p:nvPr/>
          </p:nvSpPr>
          <p:spPr>
            <a:xfrm>
              <a:off x="2085525" y="926925"/>
              <a:ext cx="483625" cy="397175"/>
            </a:xfrm>
            <a:custGeom>
              <a:avLst/>
              <a:gdLst/>
              <a:ahLst/>
              <a:cxnLst/>
              <a:rect l="l" t="t" r="r" b="b"/>
              <a:pathLst>
                <a:path w="19345" h="15887" extrusionOk="0">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143" name="Google Shape;3143;p67"/>
            <p:cNvSpPr/>
            <p:nvPr/>
          </p:nvSpPr>
          <p:spPr>
            <a:xfrm>
              <a:off x="2085450" y="1151875"/>
              <a:ext cx="143650" cy="87575"/>
            </a:xfrm>
            <a:custGeom>
              <a:avLst/>
              <a:gdLst/>
              <a:ahLst/>
              <a:cxnLst/>
              <a:rect l="l" t="t" r="r" b="b"/>
              <a:pathLst>
                <a:path w="5746" h="3503" extrusionOk="0">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144" name="Google Shape;3144;p67"/>
            <p:cNvSpPr/>
            <p:nvPr/>
          </p:nvSpPr>
          <p:spPr>
            <a:xfrm>
              <a:off x="2274775" y="842250"/>
              <a:ext cx="294375" cy="197650"/>
            </a:xfrm>
            <a:custGeom>
              <a:avLst/>
              <a:gdLst/>
              <a:ahLst/>
              <a:cxnLst/>
              <a:rect l="l" t="t" r="r" b="b"/>
              <a:pathLst>
                <a:path w="11775" h="7906" extrusionOk="0">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145" name="Google Shape;3145;p67"/>
          <p:cNvGrpSpPr/>
          <p:nvPr/>
        </p:nvGrpSpPr>
        <p:grpSpPr>
          <a:xfrm>
            <a:off x="3699606" y="3179391"/>
            <a:ext cx="339306" cy="339253"/>
            <a:chOff x="2685825" y="840375"/>
            <a:chExt cx="481900" cy="481825"/>
          </a:xfrm>
        </p:grpSpPr>
        <p:sp>
          <p:nvSpPr>
            <p:cNvPr id="3146" name="Google Shape;3146;p67"/>
            <p:cNvSpPr/>
            <p:nvPr/>
          </p:nvSpPr>
          <p:spPr>
            <a:xfrm>
              <a:off x="2685825" y="840375"/>
              <a:ext cx="481900" cy="481825"/>
            </a:xfrm>
            <a:custGeom>
              <a:avLst/>
              <a:gdLst/>
              <a:ahLst/>
              <a:cxnLst/>
              <a:rect l="l" t="t" r="r" b="b"/>
              <a:pathLst>
                <a:path w="19276" h="19273" extrusionOk="0">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147" name="Google Shape;3147;p67"/>
            <p:cNvSpPr/>
            <p:nvPr/>
          </p:nvSpPr>
          <p:spPr>
            <a:xfrm>
              <a:off x="2819200" y="983400"/>
              <a:ext cx="205475" cy="197625"/>
            </a:xfrm>
            <a:custGeom>
              <a:avLst/>
              <a:gdLst/>
              <a:ahLst/>
              <a:cxnLst/>
              <a:rect l="l" t="t" r="r" b="b"/>
              <a:pathLst>
                <a:path w="8219" h="7905" extrusionOk="0">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148" name="Google Shape;3148;p67"/>
          <p:cNvGrpSpPr/>
          <p:nvPr/>
        </p:nvGrpSpPr>
        <p:grpSpPr>
          <a:xfrm>
            <a:off x="3699706" y="1817092"/>
            <a:ext cx="339253" cy="339253"/>
            <a:chOff x="899850" y="4992125"/>
            <a:chExt cx="481825" cy="481825"/>
          </a:xfrm>
        </p:grpSpPr>
        <p:sp>
          <p:nvSpPr>
            <p:cNvPr id="3149" name="Google Shape;3149;p67"/>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150" name="Google Shape;3150;p67"/>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151" name="Google Shape;3151;p67"/>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152" name="Google Shape;3152;p67"/>
          <p:cNvGrpSpPr/>
          <p:nvPr/>
        </p:nvGrpSpPr>
        <p:grpSpPr>
          <a:xfrm>
            <a:off x="5107840" y="3179292"/>
            <a:ext cx="339253" cy="339253"/>
            <a:chOff x="1492675" y="4992125"/>
            <a:chExt cx="481825" cy="481825"/>
          </a:xfrm>
        </p:grpSpPr>
        <p:sp>
          <p:nvSpPr>
            <p:cNvPr id="3153" name="Google Shape;3153;p67"/>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154" name="Google Shape;3154;p67"/>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155" name="Google Shape;3155;p67"/>
          <p:cNvGrpSpPr/>
          <p:nvPr/>
        </p:nvGrpSpPr>
        <p:grpSpPr>
          <a:xfrm>
            <a:off x="7943225" y="663125"/>
            <a:ext cx="961550" cy="803100"/>
            <a:chOff x="4781075" y="719300"/>
            <a:chExt cx="961550" cy="803100"/>
          </a:xfrm>
        </p:grpSpPr>
        <p:sp>
          <p:nvSpPr>
            <p:cNvPr id="3156" name="Google Shape;3156;p67"/>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67"/>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67"/>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59" name="Google Shape;3159;p67"/>
          <p:cNvSpPr/>
          <p:nvPr/>
        </p:nvSpPr>
        <p:spPr>
          <a:xfrm>
            <a:off x="177600" y="4568875"/>
            <a:ext cx="1462500" cy="1863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60" name="Google Shape;3160;p67"/>
          <p:cNvGrpSpPr/>
          <p:nvPr/>
        </p:nvGrpSpPr>
        <p:grpSpPr>
          <a:xfrm>
            <a:off x="335537" y="4048789"/>
            <a:ext cx="1096269" cy="606406"/>
            <a:chOff x="239224" y="3962464"/>
            <a:chExt cx="1096269" cy="606406"/>
          </a:xfrm>
        </p:grpSpPr>
        <p:grpSp>
          <p:nvGrpSpPr>
            <p:cNvPr id="3161" name="Google Shape;3161;p67"/>
            <p:cNvGrpSpPr/>
            <p:nvPr/>
          </p:nvGrpSpPr>
          <p:grpSpPr>
            <a:xfrm>
              <a:off x="923960" y="4386623"/>
              <a:ext cx="411533" cy="180447"/>
              <a:chOff x="7800560" y="4390223"/>
              <a:chExt cx="411533" cy="180447"/>
            </a:xfrm>
          </p:grpSpPr>
          <p:sp>
            <p:nvSpPr>
              <p:cNvPr id="3162" name="Google Shape;3162;p67"/>
              <p:cNvSpPr/>
              <p:nvPr/>
            </p:nvSpPr>
            <p:spPr>
              <a:xfrm>
                <a:off x="7826818" y="4480820"/>
                <a:ext cx="385275" cy="89851"/>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67"/>
              <p:cNvSpPr/>
              <p:nvPr/>
            </p:nvSpPr>
            <p:spPr>
              <a:xfrm>
                <a:off x="7859558"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67"/>
              <p:cNvSpPr/>
              <p:nvPr/>
            </p:nvSpPr>
            <p:spPr>
              <a:xfrm>
                <a:off x="7910180"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67"/>
              <p:cNvSpPr/>
              <p:nvPr/>
            </p:nvSpPr>
            <p:spPr>
              <a:xfrm>
                <a:off x="7960813"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67"/>
              <p:cNvSpPr/>
              <p:nvPr/>
            </p:nvSpPr>
            <p:spPr>
              <a:xfrm>
                <a:off x="8011058" y="4488808"/>
                <a:ext cx="16765" cy="73485"/>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67"/>
              <p:cNvSpPr/>
              <p:nvPr/>
            </p:nvSpPr>
            <p:spPr>
              <a:xfrm>
                <a:off x="8061691" y="4488808"/>
                <a:ext cx="16754" cy="73485"/>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67"/>
              <p:cNvSpPr/>
              <p:nvPr/>
            </p:nvSpPr>
            <p:spPr>
              <a:xfrm>
                <a:off x="8112689" y="4488808"/>
                <a:ext cx="16388" cy="73485"/>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67"/>
              <p:cNvSpPr/>
              <p:nvPr/>
            </p:nvSpPr>
            <p:spPr>
              <a:xfrm>
                <a:off x="8162946" y="4488808"/>
                <a:ext cx="16754" cy="73485"/>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67"/>
              <p:cNvSpPr/>
              <p:nvPr/>
            </p:nvSpPr>
            <p:spPr>
              <a:xfrm>
                <a:off x="7843947" y="4488808"/>
                <a:ext cx="106604" cy="73108"/>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67"/>
              <p:cNvSpPr/>
              <p:nvPr/>
            </p:nvSpPr>
            <p:spPr>
              <a:xfrm>
                <a:off x="7826818" y="4480820"/>
                <a:ext cx="385275" cy="8000"/>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67"/>
              <p:cNvSpPr/>
              <p:nvPr/>
            </p:nvSpPr>
            <p:spPr>
              <a:xfrm>
                <a:off x="7800560" y="4390223"/>
                <a:ext cx="384887" cy="89851"/>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67"/>
              <p:cNvSpPr/>
              <p:nvPr/>
            </p:nvSpPr>
            <p:spPr>
              <a:xfrm>
                <a:off x="7832912" y="4398212"/>
                <a:ext cx="16377" cy="73862"/>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67"/>
              <p:cNvSpPr/>
              <p:nvPr/>
            </p:nvSpPr>
            <p:spPr>
              <a:xfrm>
                <a:off x="7883157"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67"/>
              <p:cNvSpPr/>
              <p:nvPr/>
            </p:nvSpPr>
            <p:spPr>
              <a:xfrm>
                <a:off x="7934167" y="4398212"/>
                <a:ext cx="16765" cy="73862"/>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67"/>
              <p:cNvSpPr/>
              <p:nvPr/>
            </p:nvSpPr>
            <p:spPr>
              <a:xfrm>
                <a:off x="7984412"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67"/>
              <p:cNvSpPr/>
              <p:nvPr/>
            </p:nvSpPr>
            <p:spPr>
              <a:xfrm>
                <a:off x="8035045"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67"/>
              <p:cNvSpPr/>
              <p:nvPr/>
            </p:nvSpPr>
            <p:spPr>
              <a:xfrm>
                <a:off x="8085290"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67"/>
              <p:cNvSpPr/>
              <p:nvPr/>
            </p:nvSpPr>
            <p:spPr>
              <a:xfrm>
                <a:off x="8136300"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67"/>
              <p:cNvSpPr/>
              <p:nvPr/>
            </p:nvSpPr>
            <p:spPr>
              <a:xfrm>
                <a:off x="7817689" y="4398212"/>
                <a:ext cx="106604" cy="73485"/>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67"/>
              <p:cNvSpPr/>
              <p:nvPr/>
            </p:nvSpPr>
            <p:spPr>
              <a:xfrm>
                <a:off x="7800560" y="4390223"/>
                <a:ext cx="384887" cy="8000"/>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2" name="Google Shape;3182;p67"/>
            <p:cNvGrpSpPr/>
            <p:nvPr/>
          </p:nvGrpSpPr>
          <p:grpSpPr>
            <a:xfrm>
              <a:off x="239224" y="3962464"/>
              <a:ext cx="550856" cy="606406"/>
              <a:chOff x="8259624" y="3964264"/>
              <a:chExt cx="550856" cy="606406"/>
            </a:xfrm>
          </p:grpSpPr>
          <p:sp>
            <p:nvSpPr>
              <p:cNvPr id="3183" name="Google Shape;3183;p67"/>
              <p:cNvSpPr/>
              <p:nvPr/>
            </p:nvSpPr>
            <p:spPr>
              <a:xfrm>
                <a:off x="8411124" y="4480820"/>
                <a:ext cx="385275" cy="89851"/>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67"/>
              <p:cNvSpPr/>
              <p:nvPr/>
            </p:nvSpPr>
            <p:spPr>
              <a:xfrm>
                <a:off x="8443487"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67"/>
              <p:cNvSpPr/>
              <p:nvPr/>
            </p:nvSpPr>
            <p:spPr>
              <a:xfrm>
                <a:off x="8494109"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67"/>
              <p:cNvSpPr/>
              <p:nvPr/>
            </p:nvSpPr>
            <p:spPr>
              <a:xfrm>
                <a:off x="8545118" y="4488808"/>
                <a:ext cx="16765" cy="73485"/>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67"/>
              <p:cNvSpPr/>
              <p:nvPr/>
            </p:nvSpPr>
            <p:spPr>
              <a:xfrm>
                <a:off x="8595363"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67"/>
              <p:cNvSpPr/>
              <p:nvPr/>
            </p:nvSpPr>
            <p:spPr>
              <a:xfrm>
                <a:off x="8645997"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67"/>
              <p:cNvSpPr/>
              <p:nvPr/>
            </p:nvSpPr>
            <p:spPr>
              <a:xfrm>
                <a:off x="8696242"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67"/>
              <p:cNvSpPr/>
              <p:nvPr/>
            </p:nvSpPr>
            <p:spPr>
              <a:xfrm>
                <a:off x="8747251"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67"/>
              <p:cNvSpPr/>
              <p:nvPr/>
            </p:nvSpPr>
            <p:spPr>
              <a:xfrm>
                <a:off x="8428641" y="4488808"/>
                <a:ext cx="106604" cy="73108"/>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67"/>
              <p:cNvSpPr/>
              <p:nvPr/>
            </p:nvSpPr>
            <p:spPr>
              <a:xfrm>
                <a:off x="8428641" y="4488808"/>
                <a:ext cx="106604" cy="73108"/>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67"/>
              <p:cNvSpPr/>
              <p:nvPr/>
            </p:nvSpPr>
            <p:spPr>
              <a:xfrm>
                <a:off x="8411124" y="4480820"/>
                <a:ext cx="385275" cy="8000"/>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67"/>
              <p:cNvSpPr/>
              <p:nvPr/>
            </p:nvSpPr>
            <p:spPr>
              <a:xfrm>
                <a:off x="8259624" y="4390600"/>
                <a:ext cx="384887" cy="90239"/>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67"/>
              <p:cNvSpPr/>
              <p:nvPr/>
            </p:nvSpPr>
            <p:spPr>
              <a:xfrm>
                <a:off x="8291987"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67"/>
              <p:cNvSpPr/>
              <p:nvPr/>
            </p:nvSpPr>
            <p:spPr>
              <a:xfrm>
                <a:off x="8342609"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67"/>
              <p:cNvSpPr/>
              <p:nvPr/>
            </p:nvSpPr>
            <p:spPr>
              <a:xfrm>
                <a:off x="8393242"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67"/>
              <p:cNvSpPr/>
              <p:nvPr/>
            </p:nvSpPr>
            <p:spPr>
              <a:xfrm>
                <a:off x="8443487" y="4398212"/>
                <a:ext cx="16765" cy="73862"/>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67"/>
              <p:cNvSpPr/>
              <p:nvPr/>
            </p:nvSpPr>
            <p:spPr>
              <a:xfrm>
                <a:off x="8494109" y="4398212"/>
                <a:ext cx="16765" cy="73862"/>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67"/>
              <p:cNvSpPr/>
              <p:nvPr/>
            </p:nvSpPr>
            <p:spPr>
              <a:xfrm>
                <a:off x="8545118"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67"/>
              <p:cNvSpPr/>
              <p:nvPr/>
            </p:nvSpPr>
            <p:spPr>
              <a:xfrm>
                <a:off x="8595363" y="4398212"/>
                <a:ext cx="16765" cy="73862"/>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67"/>
              <p:cNvSpPr/>
              <p:nvPr/>
            </p:nvSpPr>
            <p:spPr>
              <a:xfrm>
                <a:off x="8276753" y="4398212"/>
                <a:ext cx="106604" cy="73485"/>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67"/>
              <p:cNvSpPr/>
              <p:nvPr/>
            </p:nvSpPr>
            <p:spPr>
              <a:xfrm>
                <a:off x="8259624" y="4390223"/>
                <a:ext cx="384887" cy="8000"/>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67"/>
              <p:cNvSpPr/>
              <p:nvPr/>
            </p:nvSpPr>
            <p:spPr>
              <a:xfrm>
                <a:off x="8425217" y="4301521"/>
                <a:ext cx="385263" cy="90239"/>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67"/>
              <p:cNvSpPr/>
              <p:nvPr/>
            </p:nvSpPr>
            <p:spPr>
              <a:xfrm>
                <a:off x="8457946" y="4309521"/>
                <a:ext cx="16765" cy="73485"/>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67"/>
              <p:cNvSpPr/>
              <p:nvPr/>
            </p:nvSpPr>
            <p:spPr>
              <a:xfrm>
                <a:off x="8508579" y="4309521"/>
                <a:ext cx="16377" cy="73485"/>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67"/>
              <p:cNvSpPr/>
              <p:nvPr/>
            </p:nvSpPr>
            <p:spPr>
              <a:xfrm>
                <a:off x="8609457" y="4309521"/>
                <a:ext cx="16377" cy="73485"/>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67"/>
              <p:cNvSpPr/>
              <p:nvPr/>
            </p:nvSpPr>
            <p:spPr>
              <a:xfrm>
                <a:off x="8660078" y="4309521"/>
                <a:ext cx="16765" cy="73485"/>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67"/>
              <p:cNvSpPr/>
              <p:nvPr/>
            </p:nvSpPr>
            <p:spPr>
              <a:xfrm>
                <a:off x="8710711" y="4309521"/>
                <a:ext cx="16754" cy="73485"/>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67"/>
              <p:cNvSpPr/>
              <p:nvPr/>
            </p:nvSpPr>
            <p:spPr>
              <a:xfrm>
                <a:off x="8760956" y="4309521"/>
                <a:ext cx="16754" cy="73485"/>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67"/>
              <p:cNvSpPr/>
              <p:nvPr/>
            </p:nvSpPr>
            <p:spPr>
              <a:xfrm>
                <a:off x="8442346" y="4309521"/>
                <a:ext cx="106604" cy="73108"/>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67"/>
              <p:cNvSpPr/>
              <p:nvPr/>
            </p:nvSpPr>
            <p:spPr>
              <a:xfrm>
                <a:off x="8442346" y="4309521"/>
                <a:ext cx="106604" cy="73108"/>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67"/>
              <p:cNvSpPr/>
              <p:nvPr/>
            </p:nvSpPr>
            <p:spPr>
              <a:xfrm>
                <a:off x="8425217" y="4301145"/>
                <a:ext cx="385263" cy="8388"/>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67"/>
              <p:cNvSpPr/>
              <p:nvPr/>
            </p:nvSpPr>
            <p:spPr>
              <a:xfrm>
                <a:off x="8455287" y="3974923"/>
                <a:ext cx="328543" cy="318797"/>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67"/>
              <p:cNvSpPr/>
              <p:nvPr/>
            </p:nvSpPr>
            <p:spPr>
              <a:xfrm>
                <a:off x="8447675" y="3964264"/>
                <a:ext cx="340720" cy="340732"/>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67"/>
              <p:cNvSpPr/>
              <p:nvPr/>
            </p:nvSpPr>
            <p:spPr>
              <a:xfrm>
                <a:off x="8451475" y="3970986"/>
                <a:ext cx="336920" cy="327539"/>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67"/>
              <p:cNvSpPr/>
              <p:nvPr/>
            </p:nvSpPr>
            <p:spPr>
              <a:xfrm>
                <a:off x="8559965" y="4044967"/>
                <a:ext cx="121075" cy="196067"/>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67"/>
              <p:cNvSpPr/>
              <p:nvPr/>
            </p:nvSpPr>
            <p:spPr>
              <a:xfrm>
                <a:off x="8476227" y="3995361"/>
                <a:ext cx="240986" cy="240347"/>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22"/>
        <p:cNvGrpSpPr/>
        <p:nvPr/>
      </p:nvGrpSpPr>
      <p:grpSpPr>
        <a:xfrm>
          <a:off x="0" y="0"/>
          <a:ext cx="0" cy="0"/>
          <a:chOff x="0" y="0"/>
          <a:chExt cx="0" cy="0"/>
        </a:xfrm>
      </p:grpSpPr>
      <p:sp>
        <p:nvSpPr>
          <p:cNvPr id="3223" name="Google Shape;3223;p68"/>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GAP ANALYSIS TOOL - SERVQUAL</a:t>
            </a:r>
            <a:endParaRPr>
              <a:solidFill>
                <a:schemeClr val="accent3"/>
              </a:solidFill>
            </a:endParaRPr>
          </a:p>
        </p:txBody>
      </p:sp>
      <p:sp>
        <p:nvSpPr>
          <p:cNvPr id="3224" name="Google Shape;3224;p68"/>
          <p:cNvSpPr/>
          <p:nvPr/>
        </p:nvSpPr>
        <p:spPr>
          <a:xfrm>
            <a:off x="1581362" y="2586378"/>
            <a:ext cx="2743200" cy="501900"/>
          </a:xfrm>
          <a:prstGeom prst="homePlat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rgbClr val="FDFDFD"/>
                </a:solidFill>
                <a:latin typeface="Inter"/>
                <a:ea typeface="Inter"/>
                <a:cs typeface="Inter"/>
                <a:sym typeface="Inter"/>
              </a:rPr>
              <a:t>TANGIBLE</a:t>
            </a:r>
            <a:endParaRPr sz="1900" b="1">
              <a:solidFill>
                <a:srgbClr val="FDFDFD"/>
              </a:solidFill>
              <a:latin typeface="Inter"/>
              <a:ea typeface="Inter"/>
              <a:cs typeface="Inter"/>
              <a:sym typeface="Inter"/>
            </a:endParaRPr>
          </a:p>
        </p:txBody>
      </p:sp>
      <p:sp>
        <p:nvSpPr>
          <p:cNvPr id="3225" name="Google Shape;3225;p68"/>
          <p:cNvSpPr txBox="1"/>
          <p:nvPr/>
        </p:nvSpPr>
        <p:spPr>
          <a:xfrm>
            <a:off x="4861847" y="2587000"/>
            <a:ext cx="2829900" cy="501900"/>
          </a:xfrm>
          <a:prstGeom prst="rect">
            <a:avLst/>
          </a:prstGeom>
          <a:noFill/>
          <a:ln>
            <a:noFill/>
          </a:ln>
        </p:spPr>
        <p:txBody>
          <a:bodyPr spcFirstLastPara="1" wrap="square" lIns="91425" tIns="182875" rIns="91425" bIns="182875" anchor="ctr" anchorCtr="0">
            <a:noAutofit/>
          </a:bodyPr>
          <a:lstStyle/>
          <a:p>
            <a:pPr marL="0" lvl="0" indent="0" algn="l" rtl="0">
              <a:lnSpc>
                <a:spcPct val="100000"/>
              </a:lnSpc>
              <a:spcBef>
                <a:spcPts val="0"/>
              </a:spcBef>
              <a:spcAft>
                <a:spcPts val="0"/>
              </a:spcAft>
              <a:buNone/>
            </a:pPr>
            <a:r>
              <a:rPr lang="en">
                <a:solidFill>
                  <a:schemeClr val="dk1"/>
                </a:solidFill>
                <a:latin typeface="Cairo"/>
                <a:ea typeface="Cairo"/>
                <a:cs typeface="Cairo"/>
                <a:sym typeface="Cairo"/>
              </a:rPr>
              <a:t>Jupiter is a gas giant and the biggest planet of them all</a:t>
            </a:r>
            <a:endParaRPr>
              <a:solidFill>
                <a:schemeClr val="dk1"/>
              </a:solidFill>
              <a:latin typeface="Cairo"/>
              <a:ea typeface="Cairo"/>
              <a:cs typeface="Cairo"/>
              <a:sym typeface="Cairo"/>
            </a:endParaRPr>
          </a:p>
        </p:txBody>
      </p:sp>
      <p:sp>
        <p:nvSpPr>
          <p:cNvPr id="3226" name="Google Shape;3226;p68"/>
          <p:cNvSpPr/>
          <p:nvPr/>
        </p:nvSpPr>
        <p:spPr>
          <a:xfrm>
            <a:off x="1581362" y="3181823"/>
            <a:ext cx="3200400" cy="501900"/>
          </a:xfrm>
          <a:prstGeom prst="homePlat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rgbClr val="FDFDFD"/>
                </a:solidFill>
                <a:latin typeface="Inter"/>
                <a:ea typeface="Inter"/>
                <a:cs typeface="Inter"/>
                <a:sym typeface="Inter"/>
              </a:rPr>
              <a:t>RELIABILITY</a:t>
            </a:r>
            <a:endParaRPr sz="1900" b="1">
              <a:solidFill>
                <a:srgbClr val="FDFDFD"/>
              </a:solidFill>
              <a:latin typeface="Inter"/>
              <a:ea typeface="Inter"/>
              <a:cs typeface="Inter"/>
              <a:sym typeface="Inter"/>
            </a:endParaRPr>
          </a:p>
        </p:txBody>
      </p:sp>
      <p:sp>
        <p:nvSpPr>
          <p:cNvPr id="3227" name="Google Shape;3227;p68"/>
          <p:cNvSpPr txBox="1"/>
          <p:nvPr/>
        </p:nvSpPr>
        <p:spPr>
          <a:xfrm>
            <a:off x="5276370" y="3182750"/>
            <a:ext cx="2829900" cy="501900"/>
          </a:xfrm>
          <a:prstGeom prst="rect">
            <a:avLst/>
          </a:prstGeom>
          <a:noFill/>
          <a:ln>
            <a:noFill/>
          </a:ln>
        </p:spPr>
        <p:txBody>
          <a:bodyPr spcFirstLastPara="1" wrap="square" lIns="91425" tIns="182875" rIns="91425" bIns="182875" anchor="ctr" anchorCtr="0">
            <a:noAutofit/>
          </a:bodyPr>
          <a:lstStyle/>
          <a:p>
            <a:pPr marL="0" lvl="0" indent="0" algn="l" rtl="0">
              <a:lnSpc>
                <a:spcPct val="100000"/>
              </a:lnSpc>
              <a:spcBef>
                <a:spcPts val="0"/>
              </a:spcBef>
              <a:spcAft>
                <a:spcPts val="0"/>
              </a:spcAft>
              <a:buNone/>
            </a:pPr>
            <a:r>
              <a:rPr lang="en">
                <a:solidFill>
                  <a:schemeClr val="dk1"/>
                </a:solidFill>
                <a:latin typeface="Cairo"/>
                <a:ea typeface="Cairo"/>
                <a:cs typeface="Cairo"/>
                <a:sym typeface="Cairo"/>
              </a:rPr>
              <a:t>Saturn is the second-largest planet in the Solar System</a:t>
            </a:r>
            <a:endParaRPr>
              <a:solidFill>
                <a:schemeClr val="dk1"/>
              </a:solidFill>
              <a:latin typeface="Cairo"/>
              <a:ea typeface="Cairo"/>
              <a:cs typeface="Cairo"/>
              <a:sym typeface="Cairo"/>
            </a:endParaRPr>
          </a:p>
        </p:txBody>
      </p:sp>
      <p:sp>
        <p:nvSpPr>
          <p:cNvPr id="3228" name="Google Shape;3228;p68"/>
          <p:cNvSpPr/>
          <p:nvPr/>
        </p:nvSpPr>
        <p:spPr>
          <a:xfrm>
            <a:off x="1581362" y="1990933"/>
            <a:ext cx="2286000" cy="501900"/>
          </a:xfrm>
          <a:prstGeom prst="homePlat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rgbClr val="FDFDFD"/>
                </a:solidFill>
                <a:latin typeface="Inter"/>
                <a:ea typeface="Inter"/>
                <a:cs typeface="Inter"/>
                <a:sym typeface="Inter"/>
              </a:rPr>
              <a:t>EMPATHY</a:t>
            </a:r>
            <a:endParaRPr sz="1900" b="1">
              <a:solidFill>
                <a:srgbClr val="FDFDFD"/>
              </a:solidFill>
              <a:latin typeface="Inter"/>
              <a:ea typeface="Inter"/>
              <a:cs typeface="Inter"/>
              <a:sym typeface="Inter"/>
            </a:endParaRPr>
          </a:p>
        </p:txBody>
      </p:sp>
      <p:sp>
        <p:nvSpPr>
          <p:cNvPr id="3229" name="Google Shape;3229;p68"/>
          <p:cNvSpPr txBox="1"/>
          <p:nvPr/>
        </p:nvSpPr>
        <p:spPr>
          <a:xfrm>
            <a:off x="4332074" y="1991250"/>
            <a:ext cx="2829900" cy="501900"/>
          </a:xfrm>
          <a:prstGeom prst="rect">
            <a:avLst/>
          </a:prstGeom>
          <a:noFill/>
          <a:ln>
            <a:noFill/>
          </a:ln>
        </p:spPr>
        <p:txBody>
          <a:bodyPr spcFirstLastPara="1" wrap="square" lIns="91425" tIns="182875" rIns="91425" bIns="182875" anchor="ctr" anchorCtr="0">
            <a:noAutofit/>
          </a:bodyPr>
          <a:lstStyle/>
          <a:p>
            <a:pPr marL="0" lvl="0" indent="0" algn="l" rtl="0">
              <a:lnSpc>
                <a:spcPct val="100000"/>
              </a:lnSpc>
              <a:spcBef>
                <a:spcPts val="0"/>
              </a:spcBef>
              <a:spcAft>
                <a:spcPts val="0"/>
              </a:spcAft>
              <a:buNone/>
            </a:pPr>
            <a:r>
              <a:rPr lang="en">
                <a:solidFill>
                  <a:schemeClr val="dk1"/>
                </a:solidFill>
                <a:latin typeface="Cairo"/>
                <a:ea typeface="Cairo"/>
                <a:cs typeface="Cairo"/>
                <a:sym typeface="Cairo"/>
              </a:rPr>
              <a:t>Despite being red, Mars is a very cold planet full of iron oxide</a:t>
            </a:r>
            <a:endParaRPr>
              <a:solidFill>
                <a:schemeClr val="dk1"/>
              </a:solidFill>
              <a:latin typeface="Cairo"/>
              <a:ea typeface="Cairo"/>
              <a:cs typeface="Cairo"/>
              <a:sym typeface="Cairo"/>
            </a:endParaRPr>
          </a:p>
        </p:txBody>
      </p:sp>
      <p:sp>
        <p:nvSpPr>
          <p:cNvPr id="3230" name="Google Shape;3230;p68"/>
          <p:cNvSpPr/>
          <p:nvPr/>
        </p:nvSpPr>
        <p:spPr>
          <a:xfrm>
            <a:off x="1581362" y="3777268"/>
            <a:ext cx="3657600" cy="499200"/>
          </a:xfrm>
          <a:prstGeom prst="homePlat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900" b="1">
                <a:solidFill>
                  <a:srgbClr val="FDFDFD"/>
                </a:solidFill>
                <a:latin typeface="Inter"/>
                <a:ea typeface="Inter"/>
                <a:cs typeface="Inter"/>
                <a:sym typeface="Inter"/>
              </a:rPr>
              <a:t>RESPONSIVENESS</a:t>
            </a:r>
            <a:endParaRPr sz="1900" b="1">
              <a:solidFill>
                <a:srgbClr val="FDFDFD"/>
              </a:solidFill>
              <a:latin typeface="Inter"/>
              <a:ea typeface="Inter"/>
              <a:cs typeface="Inter"/>
              <a:sym typeface="Inter"/>
            </a:endParaRPr>
          </a:p>
        </p:txBody>
      </p:sp>
      <p:sp>
        <p:nvSpPr>
          <p:cNvPr id="3231" name="Google Shape;3231;p68"/>
          <p:cNvSpPr txBox="1"/>
          <p:nvPr/>
        </p:nvSpPr>
        <p:spPr>
          <a:xfrm>
            <a:off x="5742506" y="3778500"/>
            <a:ext cx="2829900" cy="501900"/>
          </a:xfrm>
          <a:prstGeom prst="rect">
            <a:avLst/>
          </a:prstGeom>
          <a:noFill/>
          <a:ln>
            <a:noFill/>
          </a:ln>
        </p:spPr>
        <p:txBody>
          <a:bodyPr spcFirstLastPara="1" wrap="square" lIns="91425" tIns="182875" rIns="182875" bIns="182875" anchor="ctr" anchorCtr="0">
            <a:noAutofit/>
          </a:bodyPr>
          <a:lstStyle/>
          <a:p>
            <a:pPr marL="0" lvl="0" indent="0" algn="l" rtl="0">
              <a:lnSpc>
                <a:spcPct val="100000"/>
              </a:lnSpc>
              <a:spcBef>
                <a:spcPts val="0"/>
              </a:spcBef>
              <a:spcAft>
                <a:spcPts val="0"/>
              </a:spcAft>
              <a:buNone/>
            </a:pPr>
            <a:r>
              <a:rPr lang="en">
                <a:solidFill>
                  <a:schemeClr val="dk1"/>
                </a:solidFill>
                <a:latin typeface="Cairo"/>
                <a:ea typeface="Cairo"/>
                <a:cs typeface="Cairo"/>
                <a:sym typeface="Cairo"/>
              </a:rPr>
              <a:t>Neptune is the fourth-largest planet in the Solar System</a:t>
            </a:r>
            <a:endParaRPr>
              <a:solidFill>
                <a:schemeClr val="dk1"/>
              </a:solidFill>
              <a:latin typeface="Cairo"/>
              <a:ea typeface="Cairo"/>
              <a:cs typeface="Cairo"/>
              <a:sym typeface="Cairo"/>
            </a:endParaRPr>
          </a:p>
        </p:txBody>
      </p:sp>
      <p:sp>
        <p:nvSpPr>
          <p:cNvPr id="3232" name="Google Shape;3232;p68"/>
          <p:cNvSpPr/>
          <p:nvPr/>
        </p:nvSpPr>
        <p:spPr>
          <a:xfrm>
            <a:off x="1581362" y="1395487"/>
            <a:ext cx="1828800" cy="501900"/>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 sz="1900" b="1">
                <a:solidFill>
                  <a:srgbClr val="FDFDFD"/>
                </a:solidFill>
                <a:latin typeface="Inter"/>
                <a:ea typeface="Inter"/>
                <a:cs typeface="Inter"/>
                <a:sym typeface="Inter"/>
              </a:rPr>
              <a:t>ASSURANCE</a:t>
            </a:r>
            <a:endParaRPr sz="1900" b="1">
              <a:solidFill>
                <a:srgbClr val="FDFDFD"/>
              </a:solidFill>
              <a:latin typeface="Inter"/>
              <a:ea typeface="Inter"/>
              <a:cs typeface="Inter"/>
              <a:sym typeface="Inter"/>
            </a:endParaRPr>
          </a:p>
        </p:txBody>
      </p:sp>
      <p:sp>
        <p:nvSpPr>
          <p:cNvPr id="3233" name="Google Shape;3233;p68"/>
          <p:cNvSpPr txBox="1"/>
          <p:nvPr/>
        </p:nvSpPr>
        <p:spPr>
          <a:xfrm flipH="1">
            <a:off x="3871618" y="1395475"/>
            <a:ext cx="2829900" cy="501900"/>
          </a:xfrm>
          <a:prstGeom prst="rect">
            <a:avLst/>
          </a:prstGeom>
          <a:noFill/>
          <a:ln>
            <a:noFill/>
          </a:ln>
        </p:spPr>
        <p:txBody>
          <a:bodyPr spcFirstLastPara="1" wrap="square" lIns="91425" tIns="182875" rIns="91425" bIns="182875" anchor="ctr" anchorCtr="0">
            <a:noAutofit/>
          </a:bodyPr>
          <a:lstStyle/>
          <a:p>
            <a:pPr marL="0" lvl="0" indent="0" algn="l" rtl="0">
              <a:lnSpc>
                <a:spcPct val="100000"/>
              </a:lnSpc>
              <a:spcBef>
                <a:spcPts val="0"/>
              </a:spcBef>
              <a:spcAft>
                <a:spcPts val="0"/>
              </a:spcAft>
              <a:buNone/>
            </a:pPr>
            <a:r>
              <a:rPr lang="en">
                <a:solidFill>
                  <a:schemeClr val="dk1"/>
                </a:solidFill>
                <a:latin typeface="Cairo"/>
                <a:ea typeface="Cairo"/>
                <a:cs typeface="Cairo"/>
                <a:sym typeface="Cairo"/>
              </a:rPr>
              <a:t>Mercury is the closest planet to the Sun and the smallest of them all </a:t>
            </a:r>
            <a:endParaRPr>
              <a:solidFill>
                <a:schemeClr val="dk1"/>
              </a:solidFill>
              <a:latin typeface="Cairo"/>
              <a:ea typeface="Cairo"/>
              <a:cs typeface="Cairo"/>
              <a:sym typeface="Cairo"/>
            </a:endParaRPr>
          </a:p>
        </p:txBody>
      </p:sp>
      <p:grpSp>
        <p:nvGrpSpPr>
          <p:cNvPr id="3234" name="Google Shape;3234;p68"/>
          <p:cNvGrpSpPr/>
          <p:nvPr/>
        </p:nvGrpSpPr>
        <p:grpSpPr>
          <a:xfrm>
            <a:off x="978139" y="3232578"/>
            <a:ext cx="305386" cy="338602"/>
            <a:chOff x="3300325" y="249875"/>
            <a:chExt cx="433725" cy="480900"/>
          </a:xfrm>
        </p:grpSpPr>
        <p:sp>
          <p:nvSpPr>
            <p:cNvPr id="3235" name="Google Shape;3235;p68"/>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36" name="Google Shape;3236;p68"/>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37" name="Google Shape;3237;p68"/>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38" name="Google Shape;3238;p68"/>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39" name="Google Shape;3239;p68"/>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40" name="Google Shape;3240;p68"/>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241" name="Google Shape;3241;p68"/>
          <p:cNvGrpSpPr/>
          <p:nvPr/>
        </p:nvGrpSpPr>
        <p:grpSpPr>
          <a:xfrm>
            <a:off x="960726" y="2667685"/>
            <a:ext cx="340204" cy="298116"/>
            <a:chOff x="899850" y="871450"/>
            <a:chExt cx="483175" cy="423400"/>
          </a:xfrm>
        </p:grpSpPr>
        <p:sp>
          <p:nvSpPr>
            <p:cNvPr id="3242" name="Google Shape;3242;p68"/>
            <p:cNvSpPr/>
            <p:nvPr/>
          </p:nvSpPr>
          <p:spPr>
            <a:xfrm>
              <a:off x="1325175" y="1040825"/>
              <a:ext cx="56425" cy="28275"/>
            </a:xfrm>
            <a:custGeom>
              <a:avLst/>
              <a:gdLst/>
              <a:ahLst/>
              <a:cxnLst/>
              <a:rect l="l" t="t" r="r" b="b"/>
              <a:pathLst>
                <a:path w="2257" h="1131" extrusionOk="0">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43" name="Google Shape;3243;p68"/>
            <p:cNvSpPr/>
            <p:nvPr/>
          </p:nvSpPr>
          <p:spPr>
            <a:xfrm>
              <a:off x="1323750" y="956100"/>
              <a:ext cx="59275" cy="56525"/>
            </a:xfrm>
            <a:custGeom>
              <a:avLst/>
              <a:gdLst/>
              <a:ahLst/>
              <a:cxnLst/>
              <a:rect l="l" t="t" r="r" b="b"/>
              <a:pathLst>
                <a:path w="2371" h="2261" extrusionOk="0">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44" name="Google Shape;3244;p68"/>
            <p:cNvSpPr/>
            <p:nvPr/>
          </p:nvSpPr>
          <p:spPr>
            <a:xfrm>
              <a:off x="1323750" y="1097250"/>
              <a:ext cx="59275" cy="56525"/>
            </a:xfrm>
            <a:custGeom>
              <a:avLst/>
              <a:gdLst/>
              <a:ahLst/>
              <a:cxnLst/>
              <a:rect l="l" t="t" r="r" b="b"/>
              <a:pathLst>
                <a:path w="2371" h="2261" extrusionOk="0">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45" name="Google Shape;3245;p68"/>
            <p:cNvSpPr/>
            <p:nvPr/>
          </p:nvSpPr>
          <p:spPr>
            <a:xfrm>
              <a:off x="899850" y="871450"/>
              <a:ext cx="396150" cy="423400"/>
            </a:xfrm>
            <a:custGeom>
              <a:avLst/>
              <a:gdLst/>
              <a:ahLst/>
              <a:cxnLst/>
              <a:rect l="l" t="t" r="r" b="b"/>
              <a:pathLst>
                <a:path w="15846" h="16936" extrusionOk="0">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246" name="Google Shape;3246;p68"/>
          <p:cNvGrpSpPr/>
          <p:nvPr/>
        </p:nvGrpSpPr>
        <p:grpSpPr>
          <a:xfrm>
            <a:off x="954909" y="3878072"/>
            <a:ext cx="351874" cy="297623"/>
            <a:chOff x="2678350" y="1464650"/>
            <a:chExt cx="499750" cy="422700"/>
          </a:xfrm>
        </p:grpSpPr>
        <p:sp>
          <p:nvSpPr>
            <p:cNvPr id="3247" name="Google Shape;3247;p68"/>
            <p:cNvSpPr/>
            <p:nvPr/>
          </p:nvSpPr>
          <p:spPr>
            <a:xfrm>
              <a:off x="3081050" y="1542700"/>
              <a:ext cx="97050" cy="267350"/>
            </a:xfrm>
            <a:custGeom>
              <a:avLst/>
              <a:gdLst/>
              <a:ahLst/>
              <a:cxnLst/>
              <a:rect l="l" t="t" r="r" b="b"/>
              <a:pathLst>
                <a:path w="3882" h="10694" extrusionOk="0">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48" name="Google Shape;3248;p68"/>
            <p:cNvSpPr/>
            <p:nvPr/>
          </p:nvSpPr>
          <p:spPr>
            <a:xfrm>
              <a:off x="3041000" y="1582600"/>
              <a:ext cx="75075" cy="187725"/>
            </a:xfrm>
            <a:custGeom>
              <a:avLst/>
              <a:gdLst/>
              <a:ahLst/>
              <a:cxnLst/>
              <a:rect l="l" t="t" r="r" b="b"/>
              <a:pathLst>
                <a:path w="3003" h="7509" extrusionOk="0">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49" name="Google Shape;3249;p68"/>
            <p:cNvSpPr/>
            <p:nvPr/>
          </p:nvSpPr>
          <p:spPr>
            <a:xfrm>
              <a:off x="2678350" y="1464650"/>
              <a:ext cx="339700" cy="422700"/>
            </a:xfrm>
            <a:custGeom>
              <a:avLst/>
              <a:gdLst/>
              <a:ahLst/>
              <a:cxnLst/>
              <a:rect l="l" t="t" r="r" b="b"/>
              <a:pathLst>
                <a:path w="13588" h="16908" extrusionOk="0">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250" name="Google Shape;3250;p68"/>
          <p:cNvGrpSpPr/>
          <p:nvPr/>
        </p:nvGrpSpPr>
        <p:grpSpPr>
          <a:xfrm>
            <a:off x="959515" y="1476798"/>
            <a:ext cx="342580" cy="339271"/>
            <a:chOff x="5049725" y="1435050"/>
            <a:chExt cx="486550" cy="481850"/>
          </a:xfrm>
        </p:grpSpPr>
        <p:sp>
          <p:nvSpPr>
            <p:cNvPr id="3251" name="Google Shape;3251;p68"/>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52" name="Google Shape;3252;p68"/>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53" name="Google Shape;3253;p68"/>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54" name="Google Shape;3254;p68"/>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255" name="Google Shape;3255;p68"/>
          <p:cNvGrpSpPr/>
          <p:nvPr/>
        </p:nvGrpSpPr>
        <p:grpSpPr>
          <a:xfrm>
            <a:off x="961193" y="2082858"/>
            <a:ext cx="339253" cy="318042"/>
            <a:chOff x="4456875" y="2635825"/>
            <a:chExt cx="481825" cy="451700"/>
          </a:xfrm>
        </p:grpSpPr>
        <p:sp>
          <p:nvSpPr>
            <p:cNvPr id="3256" name="Google Shape;3256;p68"/>
            <p:cNvSpPr/>
            <p:nvPr/>
          </p:nvSpPr>
          <p:spPr>
            <a:xfrm>
              <a:off x="4542475" y="3031050"/>
              <a:ext cx="189725" cy="56475"/>
            </a:xfrm>
            <a:custGeom>
              <a:avLst/>
              <a:gdLst/>
              <a:ahLst/>
              <a:cxnLst/>
              <a:rect l="l" t="t" r="r" b="b"/>
              <a:pathLst>
                <a:path w="7589" h="2259" extrusionOk="0">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57" name="Google Shape;3257;p68"/>
            <p:cNvSpPr/>
            <p:nvPr/>
          </p:nvSpPr>
          <p:spPr>
            <a:xfrm>
              <a:off x="4456875" y="2946350"/>
              <a:ext cx="256125" cy="56500"/>
            </a:xfrm>
            <a:custGeom>
              <a:avLst/>
              <a:gdLst/>
              <a:ahLst/>
              <a:cxnLst/>
              <a:rect l="l" t="t" r="r" b="b"/>
              <a:pathLst>
                <a:path w="10245" h="2260" extrusionOk="0">
                  <a:moveTo>
                    <a:pt x="1" y="1"/>
                  </a:moveTo>
                  <a:lnTo>
                    <a:pt x="1" y="567"/>
                  </a:lnTo>
                  <a:cubicBezTo>
                    <a:pt x="1" y="1500"/>
                    <a:pt x="756" y="2259"/>
                    <a:pt x="1693" y="2259"/>
                  </a:cubicBezTo>
                  <a:lnTo>
                    <a:pt x="10245" y="2259"/>
                  </a:lnTo>
                  <a:lnTo>
                    <a:pt x="10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58" name="Google Shape;3258;p68"/>
            <p:cNvSpPr/>
            <p:nvPr/>
          </p:nvSpPr>
          <p:spPr>
            <a:xfrm>
              <a:off x="4741225" y="2861675"/>
              <a:ext cx="169400" cy="141175"/>
            </a:xfrm>
            <a:custGeom>
              <a:avLst/>
              <a:gdLst/>
              <a:ahLst/>
              <a:cxnLst/>
              <a:rect l="l" t="t" r="r" b="b"/>
              <a:pathLst>
                <a:path w="6776" h="5647" extrusionOk="0">
                  <a:moveTo>
                    <a:pt x="0" y="0"/>
                  </a:moveTo>
                  <a:lnTo>
                    <a:pt x="0" y="5646"/>
                  </a:lnTo>
                  <a:lnTo>
                    <a:pt x="6775" y="5646"/>
                  </a:lnTo>
                  <a:lnTo>
                    <a:pt x="67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59" name="Google Shape;3259;p68"/>
            <p:cNvSpPr/>
            <p:nvPr/>
          </p:nvSpPr>
          <p:spPr>
            <a:xfrm>
              <a:off x="4741225" y="3031050"/>
              <a:ext cx="169400" cy="42400"/>
            </a:xfrm>
            <a:custGeom>
              <a:avLst/>
              <a:gdLst/>
              <a:ahLst/>
              <a:cxnLst/>
              <a:rect l="l" t="t" r="r" b="b"/>
              <a:pathLst>
                <a:path w="6776" h="1696" extrusionOk="0">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60" name="Google Shape;3260;p68"/>
            <p:cNvSpPr/>
            <p:nvPr/>
          </p:nvSpPr>
          <p:spPr>
            <a:xfrm>
              <a:off x="4456875" y="2635825"/>
              <a:ext cx="481825" cy="282325"/>
            </a:xfrm>
            <a:custGeom>
              <a:avLst/>
              <a:gdLst/>
              <a:ahLst/>
              <a:cxnLst/>
              <a:rect l="l" t="t" r="r" b="b"/>
              <a:pathLst>
                <a:path w="19273" h="11293" extrusionOk="0">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61" name="Google Shape;3261;p68"/>
            <p:cNvSpPr/>
            <p:nvPr/>
          </p:nvSpPr>
          <p:spPr>
            <a:xfrm>
              <a:off x="4741225" y="2791125"/>
              <a:ext cx="169400" cy="42325"/>
            </a:xfrm>
            <a:custGeom>
              <a:avLst/>
              <a:gdLst/>
              <a:ahLst/>
              <a:cxnLst/>
              <a:rect l="l" t="t" r="r" b="b"/>
              <a:pathLst>
                <a:path w="6776" h="1693" extrusionOk="0">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262" name="Google Shape;3262;p68"/>
          <p:cNvGrpSpPr/>
          <p:nvPr/>
        </p:nvGrpSpPr>
        <p:grpSpPr>
          <a:xfrm>
            <a:off x="7922375" y="1991309"/>
            <a:ext cx="1147776" cy="2721821"/>
            <a:chOff x="7946337" y="1609623"/>
            <a:chExt cx="1147776" cy="3325377"/>
          </a:xfrm>
        </p:grpSpPr>
        <p:sp>
          <p:nvSpPr>
            <p:cNvPr id="3263" name="Google Shape;3263;p68"/>
            <p:cNvSpPr/>
            <p:nvPr/>
          </p:nvSpPr>
          <p:spPr>
            <a:xfrm>
              <a:off x="8191113" y="4793400"/>
              <a:ext cx="903000" cy="1416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64" name="Google Shape;3264;p68"/>
            <p:cNvGrpSpPr/>
            <p:nvPr/>
          </p:nvGrpSpPr>
          <p:grpSpPr>
            <a:xfrm>
              <a:off x="8441179" y="4632092"/>
              <a:ext cx="402873" cy="227929"/>
              <a:chOff x="6174384" y="3385087"/>
              <a:chExt cx="1445543" cy="817828"/>
            </a:xfrm>
          </p:grpSpPr>
          <p:sp>
            <p:nvSpPr>
              <p:cNvPr id="3265" name="Google Shape;3265;p68"/>
              <p:cNvSpPr/>
              <p:nvPr/>
            </p:nvSpPr>
            <p:spPr>
              <a:xfrm>
                <a:off x="6174384" y="3478779"/>
                <a:ext cx="1445543" cy="724136"/>
              </a:xfrm>
              <a:custGeom>
                <a:avLst/>
                <a:gdLst/>
                <a:ahLst/>
                <a:cxnLst/>
                <a:rect l="l" t="t" r="r" b="b"/>
                <a:pathLst>
                  <a:path w="72052" h="36094" extrusionOk="0">
                    <a:moveTo>
                      <a:pt x="0" y="1"/>
                    </a:moveTo>
                    <a:lnTo>
                      <a:pt x="0" y="31423"/>
                    </a:lnTo>
                    <a:cubicBezTo>
                      <a:pt x="0" y="34025"/>
                      <a:pt x="16145" y="36093"/>
                      <a:pt x="36026" y="36093"/>
                    </a:cubicBezTo>
                    <a:cubicBezTo>
                      <a:pt x="55907" y="36093"/>
                      <a:pt x="72052" y="34025"/>
                      <a:pt x="72052" y="31423"/>
                    </a:cubicBezTo>
                    <a:lnTo>
                      <a:pt x="720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68"/>
              <p:cNvSpPr/>
              <p:nvPr/>
            </p:nvSpPr>
            <p:spPr>
              <a:xfrm>
                <a:off x="6174384" y="3385087"/>
                <a:ext cx="1445543" cy="187404"/>
              </a:xfrm>
              <a:custGeom>
                <a:avLst/>
                <a:gdLst/>
                <a:ahLst/>
                <a:cxnLst/>
                <a:rect l="l" t="t" r="r" b="b"/>
                <a:pathLst>
                  <a:path w="72052" h="9341" extrusionOk="0">
                    <a:moveTo>
                      <a:pt x="36026" y="1"/>
                    </a:moveTo>
                    <a:cubicBezTo>
                      <a:pt x="16145" y="1"/>
                      <a:pt x="0" y="2069"/>
                      <a:pt x="0" y="4671"/>
                    </a:cubicBezTo>
                    <a:cubicBezTo>
                      <a:pt x="0" y="7239"/>
                      <a:pt x="16145" y="9341"/>
                      <a:pt x="36026" y="9341"/>
                    </a:cubicBezTo>
                    <a:cubicBezTo>
                      <a:pt x="55907" y="9341"/>
                      <a:pt x="72052" y="7239"/>
                      <a:pt x="72052" y="4671"/>
                    </a:cubicBezTo>
                    <a:cubicBezTo>
                      <a:pt x="72052" y="2069"/>
                      <a:pt x="55907" y="1"/>
                      <a:pt x="360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68"/>
              <p:cNvSpPr/>
              <p:nvPr/>
            </p:nvSpPr>
            <p:spPr>
              <a:xfrm>
                <a:off x="6606711" y="3441303"/>
                <a:ext cx="580910" cy="74974"/>
              </a:xfrm>
              <a:custGeom>
                <a:avLst/>
                <a:gdLst/>
                <a:ahLst/>
                <a:cxnLst/>
                <a:rect l="l" t="t" r="r" b="b"/>
                <a:pathLst>
                  <a:path w="28955" h="3737" extrusionOk="0">
                    <a:moveTo>
                      <a:pt x="14477" y="1"/>
                    </a:moveTo>
                    <a:cubicBezTo>
                      <a:pt x="6471" y="1"/>
                      <a:pt x="0" y="835"/>
                      <a:pt x="0" y="1869"/>
                    </a:cubicBezTo>
                    <a:cubicBezTo>
                      <a:pt x="0" y="2903"/>
                      <a:pt x="6471" y="3737"/>
                      <a:pt x="14477" y="3737"/>
                    </a:cubicBezTo>
                    <a:cubicBezTo>
                      <a:pt x="22483" y="3737"/>
                      <a:pt x="28954" y="2903"/>
                      <a:pt x="28954" y="1869"/>
                    </a:cubicBezTo>
                    <a:cubicBezTo>
                      <a:pt x="28954" y="835"/>
                      <a:pt x="22483" y="1"/>
                      <a:pt x="144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68" name="Google Shape;3268;p68"/>
            <p:cNvGrpSpPr/>
            <p:nvPr/>
          </p:nvGrpSpPr>
          <p:grpSpPr>
            <a:xfrm>
              <a:off x="7946337" y="1609623"/>
              <a:ext cx="712755" cy="3026714"/>
              <a:chOff x="5519212" y="156498"/>
              <a:chExt cx="712755" cy="3026714"/>
            </a:xfrm>
          </p:grpSpPr>
          <p:sp>
            <p:nvSpPr>
              <p:cNvPr id="3269" name="Google Shape;3269;p68"/>
              <p:cNvSpPr/>
              <p:nvPr/>
            </p:nvSpPr>
            <p:spPr>
              <a:xfrm>
                <a:off x="5519212" y="363447"/>
                <a:ext cx="490568" cy="293459"/>
              </a:xfrm>
              <a:custGeom>
                <a:avLst/>
                <a:gdLst/>
                <a:ahLst/>
                <a:cxnLst/>
                <a:rect l="l" t="t" r="r" b="b"/>
                <a:pathLst>
                  <a:path w="24452" h="11461" extrusionOk="0">
                    <a:moveTo>
                      <a:pt x="21516" y="1"/>
                    </a:moveTo>
                    <a:cubicBezTo>
                      <a:pt x="20749" y="1135"/>
                      <a:pt x="19281" y="468"/>
                      <a:pt x="12576" y="1835"/>
                    </a:cubicBezTo>
                    <a:cubicBezTo>
                      <a:pt x="5905" y="3270"/>
                      <a:pt x="1" y="8874"/>
                      <a:pt x="1" y="8874"/>
                    </a:cubicBezTo>
                    <a:cubicBezTo>
                      <a:pt x="1049" y="8463"/>
                      <a:pt x="2373" y="8296"/>
                      <a:pt x="3842" y="8296"/>
                    </a:cubicBezTo>
                    <a:cubicBezTo>
                      <a:pt x="9526" y="8296"/>
                      <a:pt x="17383" y="10785"/>
                      <a:pt x="19848" y="11209"/>
                    </a:cubicBezTo>
                    <a:cubicBezTo>
                      <a:pt x="20893" y="11398"/>
                      <a:pt x="21753" y="11461"/>
                      <a:pt x="22435" y="11461"/>
                    </a:cubicBezTo>
                    <a:cubicBezTo>
                      <a:pt x="23799" y="11461"/>
                      <a:pt x="24452" y="11209"/>
                      <a:pt x="24452" y="11209"/>
                    </a:cubicBezTo>
                    <a:cubicBezTo>
                      <a:pt x="23684" y="5838"/>
                      <a:pt x="21516" y="1"/>
                      <a:pt x="215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68"/>
              <p:cNvSpPr/>
              <p:nvPr/>
            </p:nvSpPr>
            <p:spPr>
              <a:xfrm>
                <a:off x="5861192" y="161676"/>
                <a:ext cx="370775" cy="443658"/>
              </a:xfrm>
              <a:custGeom>
                <a:avLst/>
                <a:gdLst/>
                <a:ahLst/>
                <a:cxnLst/>
                <a:rect l="l" t="t" r="r" b="b"/>
                <a:pathLst>
                  <a:path w="18481" h="17327" extrusionOk="0">
                    <a:moveTo>
                      <a:pt x="12823" y="0"/>
                    </a:moveTo>
                    <a:cubicBezTo>
                      <a:pt x="11663" y="0"/>
                      <a:pt x="10358" y="75"/>
                      <a:pt x="8940" y="275"/>
                    </a:cubicBezTo>
                    <a:cubicBezTo>
                      <a:pt x="3269" y="1109"/>
                      <a:pt x="0" y="3611"/>
                      <a:pt x="0" y="3945"/>
                    </a:cubicBezTo>
                    <a:cubicBezTo>
                      <a:pt x="0" y="4278"/>
                      <a:pt x="3469" y="17187"/>
                      <a:pt x="3603" y="17321"/>
                    </a:cubicBezTo>
                    <a:cubicBezTo>
                      <a:pt x="3608" y="17325"/>
                      <a:pt x="3613" y="17326"/>
                      <a:pt x="3619" y="17326"/>
                    </a:cubicBezTo>
                    <a:cubicBezTo>
                      <a:pt x="3750" y="17326"/>
                      <a:pt x="4094" y="16358"/>
                      <a:pt x="7196" y="16358"/>
                    </a:cubicBezTo>
                    <a:cubicBezTo>
                      <a:pt x="7495" y="16358"/>
                      <a:pt x="7820" y="16367"/>
                      <a:pt x="8173" y="16387"/>
                    </a:cubicBezTo>
                    <a:cubicBezTo>
                      <a:pt x="10800" y="16550"/>
                      <a:pt x="12846" y="16603"/>
                      <a:pt x="14397" y="16603"/>
                    </a:cubicBezTo>
                    <a:cubicBezTo>
                      <a:pt x="17277" y="16603"/>
                      <a:pt x="18447" y="16420"/>
                      <a:pt x="18447" y="16420"/>
                    </a:cubicBezTo>
                    <a:lnTo>
                      <a:pt x="18447" y="676"/>
                    </a:lnTo>
                    <a:lnTo>
                      <a:pt x="18480" y="676"/>
                    </a:lnTo>
                    <a:cubicBezTo>
                      <a:pt x="18480" y="676"/>
                      <a:pt x="16304" y="0"/>
                      <a:pt x="128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68"/>
              <p:cNvSpPr/>
              <p:nvPr/>
            </p:nvSpPr>
            <p:spPr>
              <a:xfrm>
                <a:off x="6231944" y="156498"/>
                <a:ext cx="20" cy="3026714"/>
              </a:xfrm>
              <a:custGeom>
                <a:avLst/>
                <a:gdLst/>
                <a:ahLst/>
                <a:cxnLst/>
                <a:rect l="l" t="t" r="r" b="b"/>
                <a:pathLst>
                  <a:path w="1" h="105076" fill="none" extrusionOk="0">
                    <a:moveTo>
                      <a:pt x="0" y="1"/>
                    </a:moveTo>
                    <a:lnTo>
                      <a:pt x="0" y="105076"/>
                    </a:lnTo>
                  </a:path>
                </a:pathLst>
              </a:custGeom>
              <a:noFill/>
              <a:ln w="14175"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75"/>
        <p:cNvGrpSpPr/>
        <p:nvPr/>
      </p:nvGrpSpPr>
      <p:grpSpPr>
        <a:xfrm>
          <a:off x="0" y="0"/>
          <a:ext cx="0" cy="0"/>
          <a:chOff x="0" y="0"/>
          <a:chExt cx="0" cy="0"/>
        </a:xfrm>
      </p:grpSpPr>
      <p:sp>
        <p:nvSpPr>
          <p:cNvPr id="3276" name="Google Shape;3276;p69"/>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6 STEPS FLOWCHART</a:t>
            </a:r>
            <a:endParaRPr/>
          </a:p>
        </p:txBody>
      </p:sp>
      <p:sp>
        <p:nvSpPr>
          <p:cNvPr id="3277" name="Google Shape;3277;p69"/>
          <p:cNvSpPr txBox="1"/>
          <p:nvPr/>
        </p:nvSpPr>
        <p:spPr>
          <a:xfrm>
            <a:off x="757175" y="2717624"/>
            <a:ext cx="1258200" cy="109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191919"/>
                </a:solidFill>
                <a:latin typeface="Cairo"/>
                <a:ea typeface="Cairo"/>
                <a:cs typeface="Cairo"/>
                <a:sym typeface="Cairo"/>
              </a:rPr>
              <a:t>Saturn has around eighty moons, more than Jupiter</a:t>
            </a:r>
            <a:endParaRPr>
              <a:solidFill>
                <a:schemeClr val="dk1"/>
              </a:solidFill>
              <a:latin typeface="Cairo"/>
              <a:ea typeface="Cairo"/>
              <a:cs typeface="Cairo"/>
              <a:sym typeface="Cairo"/>
            </a:endParaRPr>
          </a:p>
        </p:txBody>
      </p:sp>
      <p:sp>
        <p:nvSpPr>
          <p:cNvPr id="3278" name="Google Shape;3278;p69"/>
          <p:cNvSpPr txBox="1"/>
          <p:nvPr/>
        </p:nvSpPr>
        <p:spPr>
          <a:xfrm>
            <a:off x="2031465" y="2717624"/>
            <a:ext cx="1258200" cy="109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airo"/>
                <a:ea typeface="Cairo"/>
                <a:cs typeface="Cairo"/>
                <a:sym typeface="Cairo"/>
              </a:rPr>
              <a:t>Neptune is the farthest planet from the Sun</a:t>
            </a:r>
            <a:endParaRPr>
              <a:solidFill>
                <a:schemeClr val="dk1"/>
              </a:solidFill>
              <a:latin typeface="Cairo"/>
              <a:ea typeface="Cairo"/>
              <a:cs typeface="Cairo"/>
              <a:sym typeface="Cairo"/>
            </a:endParaRPr>
          </a:p>
        </p:txBody>
      </p:sp>
      <p:sp>
        <p:nvSpPr>
          <p:cNvPr id="3279" name="Google Shape;3279;p69"/>
          <p:cNvSpPr txBox="1"/>
          <p:nvPr/>
        </p:nvSpPr>
        <p:spPr>
          <a:xfrm>
            <a:off x="3289971" y="2717624"/>
            <a:ext cx="1258200" cy="109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airo"/>
                <a:ea typeface="Cairo"/>
                <a:cs typeface="Cairo"/>
                <a:sym typeface="Cairo"/>
              </a:rPr>
              <a:t>Venus is the second planet from the Sun and it’s hot</a:t>
            </a:r>
            <a:endParaRPr>
              <a:solidFill>
                <a:schemeClr val="dk1"/>
              </a:solidFill>
              <a:latin typeface="Cairo"/>
              <a:ea typeface="Cairo"/>
              <a:cs typeface="Cairo"/>
              <a:sym typeface="Cairo"/>
            </a:endParaRPr>
          </a:p>
        </p:txBody>
      </p:sp>
      <p:sp>
        <p:nvSpPr>
          <p:cNvPr id="3280" name="Google Shape;3280;p69"/>
          <p:cNvSpPr txBox="1"/>
          <p:nvPr/>
        </p:nvSpPr>
        <p:spPr>
          <a:xfrm>
            <a:off x="4545787" y="2717624"/>
            <a:ext cx="1258200" cy="109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airo"/>
                <a:ea typeface="Cairo"/>
                <a:cs typeface="Cairo"/>
                <a:sym typeface="Cairo"/>
              </a:rPr>
              <a:t>Mercury is the smallest planet in the Solar System</a:t>
            </a:r>
            <a:endParaRPr>
              <a:solidFill>
                <a:schemeClr val="dk1"/>
              </a:solidFill>
              <a:latin typeface="Cairo"/>
              <a:ea typeface="Cairo"/>
              <a:cs typeface="Cairo"/>
              <a:sym typeface="Cairo"/>
            </a:endParaRPr>
          </a:p>
        </p:txBody>
      </p:sp>
      <p:sp>
        <p:nvSpPr>
          <p:cNvPr id="3281" name="Google Shape;3281;p69"/>
          <p:cNvSpPr txBox="1"/>
          <p:nvPr/>
        </p:nvSpPr>
        <p:spPr>
          <a:xfrm>
            <a:off x="5801603" y="2717624"/>
            <a:ext cx="1258200" cy="109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airo"/>
                <a:ea typeface="Cairo"/>
                <a:cs typeface="Cairo"/>
                <a:sym typeface="Cairo"/>
              </a:rPr>
              <a:t>Mars is a cold place and it's full of iron oxide dust</a:t>
            </a:r>
            <a:endParaRPr>
              <a:solidFill>
                <a:schemeClr val="dk1"/>
              </a:solidFill>
              <a:latin typeface="Cairo"/>
              <a:ea typeface="Cairo"/>
              <a:cs typeface="Cairo"/>
              <a:sym typeface="Cairo"/>
            </a:endParaRPr>
          </a:p>
        </p:txBody>
      </p:sp>
      <p:sp>
        <p:nvSpPr>
          <p:cNvPr id="3282" name="Google Shape;3282;p69"/>
          <p:cNvSpPr/>
          <p:nvPr/>
        </p:nvSpPr>
        <p:spPr>
          <a:xfrm>
            <a:off x="720863" y="2005125"/>
            <a:ext cx="1330800" cy="604200"/>
          </a:xfrm>
          <a:prstGeom prst="chevron">
            <a:avLst>
              <a:gd name="adj" fmla="val 3095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Inter"/>
                <a:ea typeface="Inter"/>
                <a:cs typeface="Inter"/>
                <a:sym typeface="Inter"/>
              </a:rPr>
              <a:t>STEP 1</a:t>
            </a:r>
            <a:endParaRPr sz="1600" b="1">
              <a:solidFill>
                <a:schemeClr val="lt1"/>
              </a:solidFill>
              <a:latin typeface="Inter"/>
              <a:ea typeface="Inter"/>
              <a:cs typeface="Inter"/>
              <a:sym typeface="Inter"/>
            </a:endParaRPr>
          </a:p>
        </p:txBody>
      </p:sp>
      <p:sp>
        <p:nvSpPr>
          <p:cNvPr id="3283" name="Google Shape;3283;p69"/>
          <p:cNvSpPr/>
          <p:nvPr/>
        </p:nvSpPr>
        <p:spPr>
          <a:xfrm>
            <a:off x="1995155" y="2005125"/>
            <a:ext cx="1330800" cy="604200"/>
          </a:xfrm>
          <a:prstGeom prst="chevron">
            <a:avLst>
              <a:gd name="adj" fmla="val 3095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Inter"/>
                <a:ea typeface="Inter"/>
                <a:cs typeface="Inter"/>
                <a:sym typeface="Inter"/>
              </a:rPr>
              <a:t>STEP 2</a:t>
            </a:r>
            <a:endParaRPr sz="1600" b="1">
              <a:solidFill>
                <a:schemeClr val="lt1"/>
              </a:solidFill>
              <a:latin typeface="Inter"/>
              <a:ea typeface="Inter"/>
              <a:cs typeface="Inter"/>
              <a:sym typeface="Inter"/>
            </a:endParaRPr>
          </a:p>
        </p:txBody>
      </p:sp>
      <p:sp>
        <p:nvSpPr>
          <p:cNvPr id="3284" name="Google Shape;3284;p69"/>
          <p:cNvSpPr/>
          <p:nvPr/>
        </p:nvSpPr>
        <p:spPr>
          <a:xfrm>
            <a:off x="3253663" y="2005125"/>
            <a:ext cx="1330800" cy="604200"/>
          </a:xfrm>
          <a:prstGeom prst="chevron">
            <a:avLst>
              <a:gd name="adj" fmla="val 3095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Inter"/>
                <a:ea typeface="Inter"/>
                <a:cs typeface="Inter"/>
                <a:sym typeface="Inter"/>
              </a:rPr>
              <a:t>STEP 3</a:t>
            </a:r>
            <a:endParaRPr sz="1600" b="1">
              <a:solidFill>
                <a:schemeClr val="lt1"/>
              </a:solidFill>
              <a:latin typeface="Inter"/>
              <a:ea typeface="Inter"/>
              <a:cs typeface="Inter"/>
              <a:sym typeface="Inter"/>
            </a:endParaRPr>
          </a:p>
        </p:txBody>
      </p:sp>
      <p:sp>
        <p:nvSpPr>
          <p:cNvPr id="3285" name="Google Shape;3285;p69"/>
          <p:cNvSpPr/>
          <p:nvPr/>
        </p:nvSpPr>
        <p:spPr>
          <a:xfrm>
            <a:off x="4509482" y="2005125"/>
            <a:ext cx="1330800" cy="604200"/>
          </a:xfrm>
          <a:prstGeom prst="chevron">
            <a:avLst>
              <a:gd name="adj" fmla="val 3095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Inter"/>
                <a:ea typeface="Inter"/>
                <a:cs typeface="Inter"/>
                <a:sym typeface="Inter"/>
              </a:rPr>
              <a:t>STEP 4</a:t>
            </a:r>
            <a:endParaRPr sz="1600" b="1">
              <a:solidFill>
                <a:schemeClr val="lt1"/>
              </a:solidFill>
              <a:latin typeface="Inter"/>
              <a:ea typeface="Inter"/>
              <a:cs typeface="Inter"/>
              <a:sym typeface="Inter"/>
            </a:endParaRPr>
          </a:p>
        </p:txBody>
      </p:sp>
      <p:sp>
        <p:nvSpPr>
          <p:cNvPr id="3286" name="Google Shape;3286;p69"/>
          <p:cNvSpPr/>
          <p:nvPr/>
        </p:nvSpPr>
        <p:spPr>
          <a:xfrm>
            <a:off x="5765300" y="2005125"/>
            <a:ext cx="1330800" cy="604200"/>
          </a:xfrm>
          <a:prstGeom prst="chevron">
            <a:avLst>
              <a:gd name="adj" fmla="val 3095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Inter"/>
                <a:ea typeface="Inter"/>
                <a:cs typeface="Inter"/>
                <a:sym typeface="Inter"/>
              </a:rPr>
              <a:t>STEP 5</a:t>
            </a:r>
            <a:endParaRPr sz="1600" b="1">
              <a:solidFill>
                <a:schemeClr val="lt1"/>
              </a:solidFill>
              <a:latin typeface="Inter"/>
              <a:ea typeface="Inter"/>
              <a:cs typeface="Inter"/>
              <a:sym typeface="Inter"/>
            </a:endParaRPr>
          </a:p>
        </p:txBody>
      </p:sp>
      <p:sp>
        <p:nvSpPr>
          <p:cNvPr id="3287" name="Google Shape;3287;p69"/>
          <p:cNvSpPr/>
          <p:nvPr/>
        </p:nvSpPr>
        <p:spPr>
          <a:xfrm>
            <a:off x="7092325" y="2005125"/>
            <a:ext cx="1330800" cy="604200"/>
          </a:xfrm>
          <a:prstGeom prst="chevron">
            <a:avLst>
              <a:gd name="adj" fmla="val 3095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Inter"/>
                <a:ea typeface="Inter"/>
                <a:cs typeface="Inter"/>
                <a:sym typeface="Inter"/>
              </a:rPr>
              <a:t>STEP 6</a:t>
            </a:r>
            <a:endParaRPr sz="1600" b="1">
              <a:solidFill>
                <a:schemeClr val="lt1"/>
              </a:solidFill>
              <a:latin typeface="Inter"/>
              <a:ea typeface="Inter"/>
              <a:cs typeface="Inter"/>
              <a:sym typeface="Inter"/>
            </a:endParaRPr>
          </a:p>
        </p:txBody>
      </p:sp>
      <p:sp>
        <p:nvSpPr>
          <p:cNvPr id="3288" name="Google Shape;3288;p69"/>
          <p:cNvSpPr txBox="1"/>
          <p:nvPr/>
        </p:nvSpPr>
        <p:spPr>
          <a:xfrm>
            <a:off x="720875" y="3823875"/>
            <a:ext cx="3822900" cy="346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hlink"/>
              </a:buClr>
              <a:buSzPts val="1100"/>
              <a:buFont typeface="Arial"/>
              <a:buNone/>
            </a:pPr>
            <a:r>
              <a:rPr lang="en" sz="1900" b="1">
                <a:solidFill>
                  <a:schemeClr val="lt1"/>
                </a:solidFill>
                <a:latin typeface="Inter"/>
                <a:ea typeface="Inter"/>
                <a:cs typeface="Inter"/>
                <a:sym typeface="Inter"/>
              </a:rPr>
              <a:t>PLAN</a:t>
            </a:r>
            <a:endParaRPr sz="1900" b="1">
              <a:solidFill>
                <a:schemeClr val="lt1"/>
              </a:solidFill>
              <a:latin typeface="Inter"/>
              <a:ea typeface="Inter"/>
              <a:cs typeface="Inter"/>
              <a:sym typeface="Inter"/>
            </a:endParaRPr>
          </a:p>
        </p:txBody>
      </p:sp>
      <p:sp>
        <p:nvSpPr>
          <p:cNvPr id="3289" name="Google Shape;3289;p69"/>
          <p:cNvSpPr txBox="1"/>
          <p:nvPr/>
        </p:nvSpPr>
        <p:spPr>
          <a:xfrm>
            <a:off x="4566032" y="3823875"/>
            <a:ext cx="1217700" cy="346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hlink"/>
              </a:buClr>
              <a:buSzPts val="1100"/>
              <a:buFont typeface="Arial"/>
              <a:buNone/>
            </a:pPr>
            <a:r>
              <a:rPr lang="en" sz="1900" b="1">
                <a:solidFill>
                  <a:schemeClr val="lt1"/>
                </a:solidFill>
                <a:latin typeface="Inter"/>
                <a:ea typeface="Inter"/>
                <a:cs typeface="Inter"/>
                <a:sym typeface="Inter"/>
              </a:rPr>
              <a:t>DO</a:t>
            </a:r>
            <a:endParaRPr sz="1900" b="1">
              <a:solidFill>
                <a:schemeClr val="lt1"/>
              </a:solidFill>
              <a:latin typeface="Inter"/>
              <a:ea typeface="Inter"/>
              <a:cs typeface="Inter"/>
              <a:sym typeface="Inter"/>
            </a:endParaRPr>
          </a:p>
        </p:txBody>
      </p:sp>
      <p:sp>
        <p:nvSpPr>
          <p:cNvPr id="3290" name="Google Shape;3290;p69"/>
          <p:cNvSpPr txBox="1"/>
          <p:nvPr/>
        </p:nvSpPr>
        <p:spPr>
          <a:xfrm>
            <a:off x="5821850" y="3823875"/>
            <a:ext cx="1217700" cy="346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hlink"/>
              </a:buClr>
              <a:buSzPts val="1100"/>
              <a:buFont typeface="Arial"/>
              <a:buNone/>
            </a:pPr>
            <a:r>
              <a:rPr lang="en" sz="1900" b="1">
                <a:solidFill>
                  <a:schemeClr val="lt1"/>
                </a:solidFill>
                <a:latin typeface="Inter"/>
                <a:ea typeface="Inter"/>
                <a:cs typeface="Inter"/>
                <a:sym typeface="Inter"/>
              </a:rPr>
              <a:t>CHECK</a:t>
            </a:r>
            <a:endParaRPr sz="1900" b="1">
              <a:solidFill>
                <a:schemeClr val="lt1"/>
              </a:solidFill>
              <a:latin typeface="Inter"/>
              <a:ea typeface="Inter"/>
              <a:cs typeface="Inter"/>
              <a:sym typeface="Inter"/>
            </a:endParaRPr>
          </a:p>
        </p:txBody>
      </p:sp>
      <p:sp>
        <p:nvSpPr>
          <p:cNvPr id="3291" name="Google Shape;3291;p69"/>
          <p:cNvSpPr txBox="1"/>
          <p:nvPr/>
        </p:nvSpPr>
        <p:spPr>
          <a:xfrm>
            <a:off x="7148875" y="3823875"/>
            <a:ext cx="1217700" cy="3465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hlink"/>
              </a:buClr>
              <a:buSzPts val="1100"/>
              <a:buFont typeface="Arial"/>
              <a:buNone/>
            </a:pPr>
            <a:r>
              <a:rPr lang="en" sz="1900" b="1">
                <a:solidFill>
                  <a:schemeClr val="lt1"/>
                </a:solidFill>
                <a:latin typeface="Inter"/>
                <a:ea typeface="Inter"/>
                <a:cs typeface="Inter"/>
                <a:sym typeface="Inter"/>
              </a:rPr>
              <a:t>ACT</a:t>
            </a:r>
            <a:endParaRPr sz="1900" b="1">
              <a:solidFill>
                <a:schemeClr val="lt1"/>
              </a:solidFill>
              <a:latin typeface="Inter"/>
              <a:ea typeface="Inter"/>
              <a:cs typeface="Inter"/>
              <a:sym typeface="Inter"/>
            </a:endParaRPr>
          </a:p>
        </p:txBody>
      </p:sp>
      <p:sp>
        <p:nvSpPr>
          <p:cNvPr id="3292" name="Google Shape;3292;p69"/>
          <p:cNvSpPr txBox="1"/>
          <p:nvPr/>
        </p:nvSpPr>
        <p:spPr>
          <a:xfrm>
            <a:off x="7128625" y="2725554"/>
            <a:ext cx="1258200" cy="109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airo"/>
                <a:ea typeface="Cairo"/>
                <a:cs typeface="Cairo"/>
                <a:sym typeface="Cairo"/>
              </a:rPr>
              <a:t>Earth is the only planet known to harbor life</a:t>
            </a:r>
            <a:endParaRPr>
              <a:solidFill>
                <a:schemeClr val="dk1"/>
              </a:solidFill>
              <a:latin typeface="Cairo"/>
              <a:ea typeface="Cairo"/>
              <a:cs typeface="Cairo"/>
              <a:sym typeface="Cairo"/>
            </a:endParaRPr>
          </a:p>
        </p:txBody>
      </p:sp>
      <p:grpSp>
        <p:nvGrpSpPr>
          <p:cNvPr id="3293" name="Google Shape;3293;p69"/>
          <p:cNvGrpSpPr/>
          <p:nvPr/>
        </p:nvGrpSpPr>
        <p:grpSpPr>
          <a:xfrm>
            <a:off x="1202187" y="1388429"/>
            <a:ext cx="368186" cy="366364"/>
            <a:chOff x="-63679950" y="3360375"/>
            <a:chExt cx="318225" cy="316650"/>
          </a:xfrm>
        </p:grpSpPr>
        <p:sp>
          <p:nvSpPr>
            <p:cNvPr id="3294" name="Google Shape;3294;p69"/>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69"/>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69"/>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69"/>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8" name="Google Shape;3298;p69"/>
          <p:cNvGrpSpPr/>
          <p:nvPr/>
        </p:nvGrpSpPr>
        <p:grpSpPr>
          <a:xfrm>
            <a:off x="3733601" y="1387272"/>
            <a:ext cx="370934" cy="367521"/>
            <a:chOff x="-63679950" y="4093450"/>
            <a:chExt cx="320600" cy="317650"/>
          </a:xfrm>
        </p:grpSpPr>
        <p:sp>
          <p:nvSpPr>
            <p:cNvPr id="3299" name="Google Shape;3299;p69"/>
            <p:cNvSpPr/>
            <p:nvPr/>
          </p:nvSpPr>
          <p:spPr>
            <a:xfrm>
              <a:off x="-63595650" y="4093450"/>
              <a:ext cx="236300" cy="230425"/>
            </a:xfrm>
            <a:custGeom>
              <a:avLst/>
              <a:gdLst/>
              <a:ahLst/>
              <a:cxnLst/>
              <a:rect l="l" t="t" r="r" b="b"/>
              <a:pathLst>
                <a:path w="9452" h="9217" extrusionOk="0">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69"/>
            <p:cNvSpPr/>
            <p:nvPr/>
          </p:nvSpPr>
          <p:spPr>
            <a:xfrm>
              <a:off x="-63679950" y="4233850"/>
              <a:ext cx="177250" cy="177250"/>
            </a:xfrm>
            <a:custGeom>
              <a:avLst/>
              <a:gdLst/>
              <a:ahLst/>
              <a:cxnLst/>
              <a:rect l="l" t="t" r="r" b="b"/>
              <a:pathLst>
                <a:path w="7090" h="7090" extrusionOk="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69"/>
            <p:cNvSpPr/>
            <p:nvPr/>
          </p:nvSpPr>
          <p:spPr>
            <a:xfrm>
              <a:off x="-63548400" y="4348850"/>
              <a:ext cx="185900" cy="62250"/>
            </a:xfrm>
            <a:custGeom>
              <a:avLst/>
              <a:gdLst/>
              <a:ahLst/>
              <a:cxnLst/>
              <a:rect l="l" t="t" r="r" b="b"/>
              <a:pathLst>
                <a:path w="7436" h="2490" extrusionOk="0">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02" name="Google Shape;3302;p69"/>
          <p:cNvGrpSpPr/>
          <p:nvPr/>
        </p:nvGrpSpPr>
        <p:grpSpPr>
          <a:xfrm>
            <a:off x="6256606" y="1405660"/>
            <a:ext cx="348188" cy="349133"/>
            <a:chOff x="1674750" y="3254050"/>
            <a:chExt cx="294575" cy="295375"/>
          </a:xfrm>
        </p:grpSpPr>
        <p:sp>
          <p:nvSpPr>
            <p:cNvPr id="3303" name="Google Shape;3303;p69"/>
            <p:cNvSpPr/>
            <p:nvPr/>
          </p:nvSpPr>
          <p:spPr>
            <a:xfrm>
              <a:off x="1691275" y="3351700"/>
              <a:ext cx="278050" cy="197725"/>
            </a:xfrm>
            <a:custGeom>
              <a:avLst/>
              <a:gdLst/>
              <a:ahLst/>
              <a:cxnLst/>
              <a:rect l="l" t="t" r="r" b="b"/>
              <a:pathLst>
                <a:path w="11122" h="7909" extrusionOk="0">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69"/>
            <p:cNvSpPr/>
            <p:nvPr/>
          </p:nvSpPr>
          <p:spPr>
            <a:xfrm>
              <a:off x="1674750" y="3254050"/>
              <a:ext cx="277250" cy="197900"/>
            </a:xfrm>
            <a:custGeom>
              <a:avLst/>
              <a:gdLst/>
              <a:ahLst/>
              <a:cxnLst/>
              <a:rect l="l" t="t" r="r" b="b"/>
              <a:pathLst>
                <a:path w="11090" h="7916" extrusionOk="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69"/>
            <p:cNvSpPr/>
            <p:nvPr/>
          </p:nvSpPr>
          <p:spPr>
            <a:xfrm>
              <a:off x="1727500" y="3306825"/>
              <a:ext cx="189075" cy="189050"/>
            </a:xfrm>
            <a:custGeom>
              <a:avLst/>
              <a:gdLst/>
              <a:ahLst/>
              <a:cxnLst/>
              <a:rect l="l" t="t" r="r" b="b"/>
              <a:pathLst>
                <a:path w="7563" h="7562" extrusionOk="0">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06" name="Google Shape;3306;p69"/>
          <p:cNvGrpSpPr/>
          <p:nvPr/>
        </p:nvGrpSpPr>
        <p:grpSpPr>
          <a:xfrm>
            <a:off x="4996929" y="1390107"/>
            <a:ext cx="367261" cy="364686"/>
            <a:chOff x="-64781025" y="3361050"/>
            <a:chExt cx="317425" cy="315200"/>
          </a:xfrm>
        </p:grpSpPr>
        <p:sp>
          <p:nvSpPr>
            <p:cNvPr id="3307" name="Google Shape;3307;p69"/>
            <p:cNvSpPr/>
            <p:nvPr/>
          </p:nvSpPr>
          <p:spPr>
            <a:xfrm>
              <a:off x="-64764500" y="3388725"/>
              <a:ext cx="272550" cy="272550"/>
            </a:xfrm>
            <a:custGeom>
              <a:avLst/>
              <a:gdLst/>
              <a:ahLst/>
              <a:cxnLst/>
              <a:rect l="l" t="t" r="r" b="b"/>
              <a:pathLst>
                <a:path w="10902" h="10902" extrusionOk="0">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69"/>
            <p:cNvSpPr/>
            <p:nvPr/>
          </p:nvSpPr>
          <p:spPr>
            <a:xfrm>
              <a:off x="-64568375" y="3361050"/>
              <a:ext cx="104775" cy="105675"/>
            </a:xfrm>
            <a:custGeom>
              <a:avLst/>
              <a:gdLst/>
              <a:ahLst/>
              <a:cxnLst/>
              <a:rect l="l" t="t" r="r" b="b"/>
              <a:pathLst>
                <a:path w="4191" h="4227" extrusionOk="0">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69"/>
            <p:cNvSpPr/>
            <p:nvPr/>
          </p:nvSpPr>
          <p:spPr>
            <a:xfrm>
              <a:off x="-64645575" y="3596675"/>
              <a:ext cx="85100" cy="79575"/>
            </a:xfrm>
            <a:custGeom>
              <a:avLst/>
              <a:gdLst/>
              <a:ahLst/>
              <a:cxnLst/>
              <a:rect l="l" t="t" r="r" b="b"/>
              <a:pathLst>
                <a:path w="3404" h="3183" extrusionOk="0">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69"/>
            <p:cNvSpPr/>
            <p:nvPr/>
          </p:nvSpPr>
          <p:spPr>
            <a:xfrm>
              <a:off x="-64781025" y="3456475"/>
              <a:ext cx="80350" cy="85075"/>
            </a:xfrm>
            <a:custGeom>
              <a:avLst/>
              <a:gdLst/>
              <a:ahLst/>
              <a:cxnLst/>
              <a:rect l="l" t="t" r="r" b="b"/>
              <a:pathLst>
                <a:path w="3214" h="3403" extrusionOk="0">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1" name="Google Shape;3311;p69"/>
          <p:cNvGrpSpPr/>
          <p:nvPr/>
        </p:nvGrpSpPr>
        <p:grpSpPr>
          <a:xfrm>
            <a:off x="2500159" y="1387504"/>
            <a:ext cx="264317" cy="367290"/>
            <a:chOff x="-64001300" y="4093650"/>
            <a:chExt cx="228450" cy="317450"/>
          </a:xfrm>
        </p:grpSpPr>
        <p:sp>
          <p:nvSpPr>
            <p:cNvPr id="3312" name="Google Shape;3312;p69"/>
            <p:cNvSpPr/>
            <p:nvPr/>
          </p:nvSpPr>
          <p:spPr>
            <a:xfrm>
              <a:off x="-63933550" y="4328375"/>
              <a:ext cx="93750" cy="40975"/>
            </a:xfrm>
            <a:custGeom>
              <a:avLst/>
              <a:gdLst/>
              <a:ahLst/>
              <a:cxnLst/>
              <a:rect l="l" t="t" r="r" b="b"/>
              <a:pathLst>
                <a:path w="3750" h="1639" extrusionOk="0">
                  <a:moveTo>
                    <a:pt x="1859" y="0"/>
                  </a:moveTo>
                  <a:cubicBezTo>
                    <a:pt x="1009" y="0"/>
                    <a:pt x="315" y="662"/>
                    <a:pt x="0" y="1638"/>
                  </a:cubicBezTo>
                  <a:lnTo>
                    <a:pt x="3749" y="1638"/>
                  </a:lnTo>
                  <a:cubicBezTo>
                    <a:pt x="3434" y="662"/>
                    <a:pt x="2710" y="0"/>
                    <a:pt x="18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69"/>
            <p:cNvSpPr/>
            <p:nvPr/>
          </p:nvSpPr>
          <p:spPr>
            <a:xfrm>
              <a:off x="-63980025" y="4135400"/>
              <a:ext cx="185900" cy="234725"/>
            </a:xfrm>
            <a:custGeom>
              <a:avLst/>
              <a:gdLst/>
              <a:ahLst/>
              <a:cxnLst/>
              <a:rect l="l" t="t" r="r" b="b"/>
              <a:pathLst>
                <a:path w="7436" h="9389" extrusionOk="0">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69"/>
            <p:cNvSpPr/>
            <p:nvPr/>
          </p:nvSpPr>
          <p:spPr>
            <a:xfrm>
              <a:off x="-64001300" y="4389800"/>
              <a:ext cx="228450" cy="21300"/>
            </a:xfrm>
            <a:custGeom>
              <a:avLst/>
              <a:gdLst/>
              <a:ahLst/>
              <a:cxnLst/>
              <a:rect l="l" t="t" r="r" b="b"/>
              <a:pathLst>
                <a:path w="9138" h="852" extrusionOk="0">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69"/>
            <p:cNvSpPr/>
            <p:nvPr/>
          </p:nvSpPr>
          <p:spPr>
            <a:xfrm>
              <a:off x="-64001300" y="4093650"/>
              <a:ext cx="226875" cy="20500"/>
            </a:xfrm>
            <a:custGeom>
              <a:avLst/>
              <a:gdLst/>
              <a:ahLst/>
              <a:cxnLst/>
              <a:rect l="l" t="t" r="r" b="b"/>
              <a:pathLst>
                <a:path w="9075" h="820" extrusionOk="0">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6" name="Google Shape;3316;p69"/>
          <p:cNvGrpSpPr/>
          <p:nvPr/>
        </p:nvGrpSpPr>
        <p:grpSpPr>
          <a:xfrm>
            <a:off x="7574543" y="1387504"/>
            <a:ext cx="366364" cy="367290"/>
            <a:chOff x="-61783350" y="3743950"/>
            <a:chExt cx="316650" cy="317450"/>
          </a:xfrm>
        </p:grpSpPr>
        <p:sp>
          <p:nvSpPr>
            <p:cNvPr id="3317" name="Google Shape;3317;p69"/>
            <p:cNvSpPr/>
            <p:nvPr/>
          </p:nvSpPr>
          <p:spPr>
            <a:xfrm>
              <a:off x="-61783350"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69"/>
            <p:cNvSpPr/>
            <p:nvPr/>
          </p:nvSpPr>
          <p:spPr>
            <a:xfrm>
              <a:off x="-61739225"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22"/>
        <p:cNvGrpSpPr/>
        <p:nvPr/>
      </p:nvGrpSpPr>
      <p:grpSpPr>
        <a:xfrm>
          <a:off x="0" y="0"/>
          <a:ext cx="0" cy="0"/>
          <a:chOff x="0" y="0"/>
          <a:chExt cx="0" cy="0"/>
        </a:xfrm>
      </p:grpSpPr>
      <p:sp>
        <p:nvSpPr>
          <p:cNvPr id="3323" name="Google Shape;3323;p70"/>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GAP ANALYSIS - STATES</a:t>
            </a:r>
            <a:endParaRPr>
              <a:solidFill>
                <a:schemeClr val="accent3"/>
              </a:solidFill>
            </a:endParaRPr>
          </a:p>
        </p:txBody>
      </p:sp>
      <p:graphicFrame>
        <p:nvGraphicFramePr>
          <p:cNvPr id="3324" name="Google Shape;3324;p70"/>
          <p:cNvGraphicFramePr/>
          <p:nvPr/>
        </p:nvGraphicFramePr>
        <p:xfrm>
          <a:off x="720000" y="1359556"/>
          <a:ext cx="3000000" cy="3000000"/>
        </p:xfrm>
        <a:graphic>
          <a:graphicData uri="http://schemas.openxmlformats.org/drawingml/2006/table">
            <a:tbl>
              <a:tblPr>
                <a:noFill/>
                <a:tableStyleId>{01218D19-3E45-4FC9-88E4-429F69E19A02}</a:tableStyleId>
              </a:tblPr>
              <a:tblGrid>
                <a:gridCol w="1100525">
                  <a:extLst>
                    <a:ext uri="{9D8B030D-6E8A-4147-A177-3AD203B41FA5}">
                      <a16:colId xmlns:a16="http://schemas.microsoft.com/office/drawing/2014/main" val="20000"/>
                    </a:ext>
                  </a:extLst>
                </a:gridCol>
                <a:gridCol w="1100525">
                  <a:extLst>
                    <a:ext uri="{9D8B030D-6E8A-4147-A177-3AD203B41FA5}">
                      <a16:colId xmlns:a16="http://schemas.microsoft.com/office/drawing/2014/main" val="20001"/>
                    </a:ext>
                  </a:extLst>
                </a:gridCol>
                <a:gridCol w="1100525">
                  <a:extLst>
                    <a:ext uri="{9D8B030D-6E8A-4147-A177-3AD203B41FA5}">
                      <a16:colId xmlns:a16="http://schemas.microsoft.com/office/drawing/2014/main" val="20002"/>
                    </a:ext>
                  </a:extLst>
                </a:gridCol>
                <a:gridCol w="1100525">
                  <a:extLst>
                    <a:ext uri="{9D8B030D-6E8A-4147-A177-3AD203B41FA5}">
                      <a16:colId xmlns:a16="http://schemas.microsoft.com/office/drawing/2014/main" val="20003"/>
                    </a:ext>
                  </a:extLst>
                </a:gridCol>
                <a:gridCol w="1100525">
                  <a:extLst>
                    <a:ext uri="{9D8B030D-6E8A-4147-A177-3AD203B41FA5}">
                      <a16:colId xmlns:a16="http://schemas.microsoft.com/office/drawing/2014/main" val="20004"/>
                    </a:ext>
                  </a:extLst>
                </a:gridCol>
                <a:gridCol w="1100525">
                  <a:extLst>
                    <a:ext uri="{9D8B030D-6E8A-4147-A177-3AD203B41FA5}">
                      <a16:colId xmlns:a16="http://schemas.microsoft.com/office/drawing/2014/main" val="20005"/>
                    </a:ext>
                  </a:extLst>
                </a:gridCol>
                <a:gridCol w="1100525">
                  <a:extLst>
                    <a:ext uri="{9D8B030D-6E8A-4147-A177-3AD203B41FA5}">
                      <a16:colId xmlns:a16="http://schemas.microsoft.com/office/drawing/2014/main" val="20006"/>
                    </a:ext>
                  </a:extLst>
                </a:gridCol>
              </a:tblGrid>
              <a:tr h="349625">
                <a:tc>
                  <a:txBody>
                    <a:bodyPr/>
                    <a:lstStyle/>
                    <a:p>
                      <a:pPr marL="0" lvl="0" indent="0" algn="ctr" rtl="0">
                        <a:spcBef>
                          <a:spcPts val="0"/>
                        </a:spcBef>
                        <a:spcAft>
                          <a:spcPts val="0"/>
                        </a:spcAft>
                        <a:buClr>
                          <a:srgbClr val="EFEFEF"/>
                        </a:buClr>
                        <a:buSzPts val="1600"/>
                        <a:buFont typeface="Arial"/>
                        <a:buNone/>
                      </a:pPr>
                      <a:endParaRPr sz="1900" b="1">
                        <a:solidFill>
                          <a:schemeClr val="accent3"/>
                        </a:solidFill>
                        <a:latin typeface="Inter"/>
                        <a:ea typeface="Inter"/>
                        <a:cs typeface="Inter"/>
                        <a:sym typeface="Inter"/>
                      </a:endParaRPr>
                    </a:p>
                  </a:txBody>
                  <a:tcPr marL="91425" marR="91425" marT="91425" marB="91425" anchor="ctr">
                    <a:lnL w="9525" cap="flat" cmpd="sng">
                      <a:solidFill>
                        <a:srgbClr val="EFEFEF">
                          <a:alpha val="0"/>
                        </a:srgbClr>
                      </a:solidFill>
                      <a:prstDash val="solid"/>
                      <a:round/>
                      <a:headEnd type="none" w="sm" len="sm"/>
                      <a:tailEnd type="none" w="sm" len="sm"/>
                    </a:lnL>
                    <a:lnR w="9525" cap="flat" cmpd="sng">
                      <a:solidFill>
                        <a:srgbClr val="EFEFEF"/>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CURRENT</a:t>
                      </a:r>
                      <a:endParaRPr b="1">
                        <a:solidFill>
                          <a:schemeClr val="lt1"/>
                        </a:solidFill>
                        <a:latin typeface="Inter"/>
                        <a:ea typeface="Inter"/>
                        <a:cs typeface="Inter"/>
                        <a:sym typeface="Inter"/>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003A4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TARGET</a:t>
                      </a:r>
                      <a:endParaRPr b="1">
                        <a:solidFill>
                          <a:schemeClr val="lt1"/>
                        </a:solidFill>
                        <a:latin typeface="Inter"/>
                        <a:ea typeface="Inter"/>
                        <a:cs typeface="Inter"/>
                        <a:sym typeface="Inter"/>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003A4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ACTION</a:t>
                      </a:r>
                      <a:endParaRPr b="1">
                        <a:solidFill>
                          <a:schemeClr val="lt1"/>
                        </a:solidFill>
                        <a:latin typeface="Inter"/>
                        <a:ea typeface="Inter"/>
                        <a:cs typeface="Inter"/>
                        <a:sym typeface="Inter"/>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003A4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PRIORITY</a:t>
                      </a:r>
                      <a:endParaRPr b="1">
                        <a:solidFill>
                          <a:schemeClr val="lt1"/>
                        </a:solidFill>
                        <a:latin typeface="Inter"/>
                        <a:ea typeface="Inter"/>
                        <a:cs typeface="Inter"/>
                        <a:sym typeface="Inter"/>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003A4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OWNER</a:t>
                      </a:r>
                      <a:endParaRPr b="1">
                        <a:solidFill>
                          <a:schemeClr val="lt1"/>
                        </a:solidFill>
                        <a:latin typeface="Inter"/>
                        <a:ea typeface="Inter"/>
                        <a:cs typeface="Inter"/>
                        <a:sym typeface="Inter"/>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003A4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DUE DATE</a:t>
                      </a:r>
                      <a:endParaRPr b="1">
                        <a:solidFill>
                          <a:schemeClr val="lt1"/>
                        </a:solidFill>
                        <a:latin typeface="Inter"/>
                        <a:ea typeface="Inter"/>
                        <a:cs typeface="Inter"/>
                        <a:sym typeface="Inter"/>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003A4E"/>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571750">
                <a:tc>
                  <a:txBody>
                    <a:bodyPr/>
                    <a:lstStyle/>
                    <a:p>
                      <a:pPr marL="0" lvl="0" indent="0" algn="ctr" rtl="0">
                        <a:spcBef>
                          <a:spcPts val="0"/>
                        </a:spcBef>
                        <a:spcAft>
                          <a:spcPts val="0"/>
                        </a:spcAft>
                        <a:buClr>
                          <a:srgbClr val="EFEFEF"/>
                        </a:buClr>
                        <a:buSzPts val="1600"/>
                        <a:buFont typeface="Arial"/>
                        <a:buNone/>
                      </a:pPr>
                      <a:r>
                        <a:rPr lang="en" b="1">
                          <a:solidFill>
                            <a:schemeClr val="lt1"/>
                          </a:solidFill>
                          <a:latin typeface="Inter"/>
                          <a:ea typeface="Inter"/>
                          <a:cs typeface="Inter"/>
                          <a:sym typeface="Inter"/>
                        </a:rPr>
                        <a:t>BUSINESS</a:t>
                      </a:r>
                      <a:endParaRPr b="1">
                        <a:solidFill>
                          <a:schemeClr val="lt1"/>
                        </a:solidFill>
                        <a:latin typeface="Inter"/>
                        <a:ea typeface="Inter"/>
                        <a:cs typeface="Inter"/>
                        <a:sym typeface="Inter"/>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EFEFEF"/>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EFEFE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extLst>
                  <a:ext uri="{0D108BD9-81ED-4DB2-BD59-A6C34878D82A}">
                    <a16:rowId xmlns:a16="http://schemas.microsoft.com/office/drawing/2014/main" val="10001"/>
                  </a:ext>
                </a:extLst>
              </a:tr>
              <a:tr h="571750">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USERS</a:t>
                      </a:r>
                      <a:endParaRPr b="1">
                        <a:solidFill>
                          <a:schemeClr val="lt1"/>
                        </a:solidFill>
                        <a:latin typeface="Inter"/>
                        <a:ea typeface="Inter"/>
                        <a:cs typeface="Inter"/>
                        <a:sym typeface="Inter"/>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EFEFEF"/>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EFEFE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Clr>
                          <a:srgbClr val="003A4E"/>
                        </a:buClr>
                        <a:buSzPts val="1100"/>
                        <a:buFont typeface="Arial"/>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Clr>
                          <a:srgbClr val="003A4E"/>
                        </a:buClr>
                        <a:buSzPts val="1100"/>
                        <a:buFont typeface="Arial"/>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Clr>
                          <a:srgbClr val="003A4E"/>
                        </a:buClr>
                        <a:buSzPts val="1100"/>
                        <a:buFont typeface="Arial"/>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extLst>
                  <a:ext uri="{0D108BD9-81ED-4DB2-BD59-A6C34878D82A}">
                    <a16:rowId xmlns:a16="http://schemas.microsoft.com/office/drawing/2014/main" val="10002"/>
                  </a:ext>
                </a:extLst>
              </a:tr>
              <a:tr h="439700">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TOOLS</a:t>
                      </a:r>
                      <a:endParaRPr b="1">
                        <a:solidFill>
                          <a:schemeClr val="lt1"/>
                        </a:solidFill>
                        <a:latin typeface="Inter"/>
                        <a:ea typeface="Inter"/>
                        <a:cs typeface="Inter"/>
                        <a:sym typeface="Inter"/>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EFEFEF"/>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EFEFE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extLst>
                  <a:ext uri="{0D108BD9-81ED-4DB2-BD59-A6C34878D82A}">
                    <a16:rowId xmlns:a16="http://schemas.microsoft.com/office/drawing/2014/main" val="10003"/>
                  </a:ext>
                </a:extLst>
              </a:tr>
              <a:tr h="371625">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TEAM</a:t>
                      </a:r>
                      <a:endParaRPr b="1">
                        <a:solidFill>
                          <a:schemeClr val="lt1"/>
                        </a:solidFill>
                        <a:latin typeface="Inter"/>
                        <a:ea typeface="Inter"/>
                        <a:cs typeface="Inter"/>
                        <a:sym typeface="Inter"/>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EFEFEF"/>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EFEFE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a:t>
                      </a:r>
                      <a:endParaRPr>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3325" name="Google Shape;3325;p70"/>
          <p:cNvGrpSpPr/>
          <p:nvPr/>
        </p:nvGrpSpPr>
        <p:grpSpPr>
          <a:xfrm>
            <a:off x="8047025" y="384550"/>
            <a:ext cx="961550" cy="803100"/>
            <a:chOff x="4781075" y="719300"/>
            <a:chExt cx="961550" cy="803100"/>
          </a:xfrm>
        </p:grpSpPr>
        <p:sp>
          <p:nvSpPr>
            <p:cNvPr id="3326" name="Google Shape;3326;p70"/>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70"/>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70"/>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32"/>
        <p:cNvGrpSpPr/>
        <p:nvPr/>
      </p:nvGrpSpPr>
      <p:grpSpPr>
        <a:xfrm>
          <a:off x="0" y="0"/>
          <a:ext cx="0" cy="0"/>
          <a:chOff x="0" y="0"/>
          <a:chExt cx="0" cy="0"/>
        </a:xfrm>
      </p:grpSpPr>
      <p:sp>
        <p:nvSpPr>
          <p:cNvPr id="3333" name="Google Shape;3333;p71"/>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GAP ANALYSIS - QUESTIONS</a:t>
            </a:r>
            <a:endParaRPr>
              <a:solidFill>
                <a:schemeClr val="accent3"/>
              </a:solidFill>
            </a:endParaRPr>
          </a:p>
        </p:txBody>
      </p:sp>
      <p:graphicFrame>
        <p:nvGraphicFramePr>
          <p:cNvPr id="3334" name="Google Shape;3334;p71"/>
          <p:cNvGraphicFramePr/>
          <p:nvPr/>
        </p:nvGraphicFramePr>
        <p:xfrm>
          <a:off x="720025" y="1739382"/>
          <a:ext cx="3000000" cy="3000000"/>
        </p:xfrm>
        <a:graphic>
          <a:graphicData uri="http://schemas.openxmlformats.org/drawingml/2006/table">
            <a:tbl>
              <a:tblPr>
                <a:noFill/>
                <a:tableStyleId>{01218D19-3E45-4FC9-88E4-429F69E19A02}</a:tableStyleId>
              </a:tblPr>
              <a:tblGrid>
                <a:gridCol w="1100525">
                  <a:extLst>
                    <a:ext uri="{9D8B030D-6E8A-4147-A177-3AD203B41FA5}">
                      <a16:colId xmlns:a16="http://schemas.microsoft.com/office/drawing/2014/main" val="20000"/>
                    </a:ext>
                  </a:extLst>
                </a:gridCol>
                <a:gridCol w="1650850">
                  <a:extLst>
                    <a:ext uri="{9D8B030D-6E8A-4147-A177-3AD203B41FA5}">
                      <a16:colId xmlns:a16="http://schemas.microsoft.com/office/drawing/2014/main" val="20001"/>
                    </a:ext>
                  </a:extLst>
                </a:gridCol>
                <a:gridCol w="1650850">
                  <a:extLst>
                    <a:ext uri="{9D8B030D-6E8A-4147-A177-3AD203B41FA5}">
                      <a16:colId xmlns:a16="http://schemas.microsoft.com/office/drawing/2014/main" val="20002"/>
                    </a:ext>
                  </a:extLst>
                </a:gridCol>
                <a:gridCol w="1650850">
                  <a:extLst>
                    <a:ext uri="{9D8B030D-6E8A-4147-A177-3AD203B41FA5}">
                      <a16:colId xmlns:a16="http://schemas.microsoft.com/office/drawing/2014/main" val="20003"/>
                    </a:ext>
                  </a:extLst>
                </a:gridCol>
                <a:gridCol w="1650850">
                  <a:extLst>
                    <a:ext uri="{9D8B030D-6E8A-4147-A177-3AD203B41FA5}">
                      <a16:colId xmlns:a16="http://schemas.microsoft.com/office/drawing/2014/main" val="20004"/>
                    </a:ext>
                  </a:extLst>
                </a:gridCol>
              </a:tblGrid>
              <a:tr h="342925">
                <a:tc>
                  <a:txBody>
                    <a:bodyPr/>
                    <a:lstStyle/>
                    <a:p>
                      <a:pPr marL="0" lvl="0" indent="0" algn="ctr" rtl="0">
                        <a:spcBef>
                          <a:spcPts val="0"/>
                        </a:spcBef>
                        <a:spcAft>
                          <a:spcPts val="0"/>
                        </a:spcAft>
                        <a:buClr>
                          <a:srgbClr val="EFEFEF"/>
                        </a:buClr>
                        <a:buSzPts val="1600"/>
                        <a:buFont typeface="Arial"/>
                        <a:buNone/>
                      </a:pPr>
                      <a:endParaRPr sz="1900" b="1">
                        <a:solidFill>
                          <a:schemeClr val="accent3"/>
                        </a:solidFill>
                        <a:latin typeface="Inter"/>
                        <a:ea typeface="Inter"/>
                        <a:cs typeface="Inter"/>
                        <a:sym typeface="Inter"/>
                      </a:endParaRPr>
                    </a:p>
                  </a:txBody>
                  <a:tcPr marL="91425" marR="91425" marT="91425" marB="91425" anchor="ctr">
                    <a:lnL w="9525" cap="flat" cmpd="sng">
                      <a:solidFill>
                        <a:srgbClr val="EFEFEF">
                          <a:alpha val="0"/>
                        </a:srgbClr>
                      </a:solidFill>
                      <a:prstDash val="solid"/>
                      <a:round/>
                      <a:headEnd type="none" w="sm" len="sm"/>
                      <a:tailEnd type="none" w="sm" len="sm"/>
                    </a:lnL>
                    <a:lnR w="9525" cap="flat" cmpd="sng">
                      <a:solidFill>
                        <a:srgbClr val="EFEFEF"/>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CURRENT STATE</a:t>
                      </a:r>
                      <a:endParaRPr b="1">
                        <a:solidFill>
                          <a:schemeClr val="lt1"/>
                        </a:solidFill>
                        <a:latin typeface="Inter"/>
                        <a:ea typeface="Inter"/>
                        <a:cs typeface="Inter"/>
                        <a:sym typeface="Inter"/>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003A4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FUTURE STATE</a:t>
                      </a:r>
                      <a:endParaRPr b="1">
                        <a:solidFill>
                          <a:schemeClr val="lt1"/>
                        </a:solidFill>
                        <a:latin typeface="Inter"/>
                        <a:ea typeface="Inter"/>
                        <a:cs typeface="Inter"/>
                        <a:sym typeface="Inter"/>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003A4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GAP</a:t>
                      </a:r>
                      <a:endParaRPr b="1">
                        <a:solidFill>
                          <a:schemeClr val="lt1"/>
                        </a:solidFill>
                        <a:latin typeface="Inter"/>
                        <a:ea typeface="Inter"/>
                        <a:cs typeface="Inter"/>
                        <a:sym typeface="Inter"/>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003A4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ACTIONS</a:t>
                      </a:r>
                      <a:endParaRPr b="1">
                        <a:solidFill>
                          <a:schemeClr val="lt1"/>
                        </a:solidFill>
                        <a:latin typeface="Inter"/>
                        <a:ea typeface="Inter"/>
                        <a:cs typeface="Inter"/>
                        <a:sym typeface="Inter"/>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003A4E"/>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414075">
                <a:tc>
                  <a:txBody>
                    <a:bodyPr/>
                    <a:lstStyle/>
                    <a:p>
                      <a:pPr marL="0" lvl="0" indent="0" algn="ctr" rtl="0">
                        <a:spcBef>
                          <a:spcPts val="0"/>
                        </a:spcBef>
                        <a:spcAft>
                          <a:spcPts val="0"/>
                        </a:spcAft>
                        <a:buClr>
                          <a:srgbClr val="EFEFEF"/>
                        </a:buClr>
                        <a:buSzPts val="1600"/>
                        <a:buFont typeface="Arial"/>
                        <a:buNone/>
                      </a:pPr>
                      <a:r>
                        <a:rPr lang="en" b="1">
                          <a:solidFill>
                            <a:schemeClr val="lt1"/>
                          </a:solidFill>
                          <a:latin typeface="Inter"/>
                          <a:ea typeface="Inter"/>
                          <a:cs typeface="Inter"/>
                          <a:sym typeface="Inter"/>
                        </a:rPr>
                        <a:t>WHAT</a:t>
                      </a:r>
                      <a:endParaRPr b="1">
                        <a:solidFill>
                          <a:schemeClr val="lt1"/>
                        </a:solidFill>
                        <a:latin typeface="Inter"/>
                        <a:ea typeface="Inter"/>
                        <a:cs typeface="Inter"/>
                        <a:sym typeface="Inter"/>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EFEFEF"/>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EFEFE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extLst>
                  <a:ext uri="{0D108BD9-81ED-4DB2-BD59-A6C34878D82A}">
                    <a16:rowId xmlns:a16="http://schemas.microsoft.com/office/drawing/2014/main" val="10001"/>
                  </a:ext>
                </a:extLst>
              </a:tr>
              <a:tr h="414075">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WHERE</a:t>
                      </a:r>
                      <a:endParaRPr b="1">
                        <a:solidFill>
                          <a:schemeClr val="lt1"/>
                        </a:solidFill>
                        <a:latin typeface="Inter"/>
                        <a:ea typeface="Inter"/>
                        <a:cs typeface="Inter"/>
                        <a:sym typeface="Inter"/>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EFEFEF"/>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EFEFE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Clr>
                          <a:srgbClr val="003A4E"/>
                        </a:buClr>
                        <a:buSzPts val="1100"/>
                        <a:buFont typeface="Arial"/>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Clr>
                          <a:srgbClr val="003A4E"/>
                        </a:buClr>
                        <a:buSzPts val="1100"/>
                        <a:buFont typeface="Arial"/>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extLst>
                  <a:ext uri="{0D108BD9-81ED-4DB2-BD59-A6C34878D82A}">
                    <a16:rowId xmlns:a16="http://schemas.microsoft.com/office/drawing/2014/main" val="10002"/>
                  </a:ext>
                </a:extLst>
              </a:tr>
              <a:tr h="414075">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WHEN</a:t>
                      </a:r>
                      <a:endParaRPr b="1">
                        <a:solidFill>
                          <a:schemeClr val="lt1"/>
                        </a:solidFill>
                        <a:latin typeface="Inter"/>
                        <a:ea typeface="Inter"/>
                        <a:cs typeface="Inter"/>
                        <a:sym typeface="Inter"/>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EFEFEF"/>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EFEFE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extLst>
                  <a:ext uri="{0D108BD9-81ED-4DB2-BD59-A6C34878D82A}">
                    <a16:rowId xmlns:a16="http://schemas.microsoft.com/office/drawing/2014/main" val="10003"/>
                  </a:ext>
                </a:extLst>
              </a:tr>
              <a:tr h="414075">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WHO</a:t>
                      </a:r>
                      <a:endParaRPr b="1">
                        <a:solidFill>
                          <a:schemeClr val="lt1"/>
                        </a:solidFill>
                        <a:latin typeface="Inter"/>
                        <a:ea typeface="Inter"/>
                        <a:cs typeface="Inter"/>
                        <a:sym typeface="Inter"/>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EFEFEF"/>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EFEFE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extLst>
                  <a:ext uri="{0D108BD9-81ED-4DB2-BD59-A6C34878D82A}">
                    <a16:rowId xmlns:a16="http://schemas.microsoft.com/office/drawing/2014/main" val="10004"/>
                  </a:ext>
                </a:extLst>
              </a:tr>
              <a:tr h="414075">
                <a:tc>
                  <a:txBody>
                    <a:bodyPr/>
                    <a:lstStyle/>
                    <a:p>
                      <a:pPr marL="0" lvl="0" indent="0" algn="ctr" rtl="0">
                        <a:spcBef>
                          <a:spcPts val="0"/>
                        </a:spcBef>
                        <a:spcAft>
                          <a:spcPts val="0"/>
                        </a:spcAft>
                        <a:buNone/>
                      </a:pPr>
                      <a:r>
                        <a:rPr lang="en" b="1">
                          <a:solidFill>
                            <a:schemeClr val="lt1"/>
                          </a:solidFill>
                          <a:latin typeface="Inter"/>
                          <a:ea typeface="Inter"/>
                          <a:cs typeface="Inter"/>
                          <a:sym typeface="Inter"/>
                        </a:rPr>
                        <a:t>HOW</a:t>
                      </a:r>
                      <a:endParaRPr b="1">
                        <a:solidFill>
                          <a:schemeClr val="lt1"/>
                        </a:solidFill>
                        <a:latin typeface="Inter"/>
                        <a:ea typeface="Inter"/>
                        <a:cs typeface="Inter"/>
                        <a:sym typeface="Inter"/>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EFEFEF"/>
                      </a:solidFill>
                      <a:prstDash val="solid"/>
                      <a:round/>
                      <a:headEnd type="none" w="sm" len="sm"/>
                      <a:tailEnd type="none" w="sm" len="sm"/>
                    </a:lnR>
                    <a:lnT w="9525" cap="flat" cmpd="sng">
                      <a:solidFill>
                        <a:srgbClr val="EFEFEF"/>
                      </a:solidFill>
                      <a:prstDash val="solid"/>
                      <a:round/>
                      <a:headEnd type="none" w="sm" len="sm"/>
                      <a:tailEnd type="none" w="sm" len="sm"/>
                    </a:lnT>
                    <a:lnB w="9525" cap="flat" cmpd="sng">
                      <a:solidFill>
                        <a:srgbClr val="EFEFE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EFEFEF"/>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sym typeface="Cairo"/>
                        </a:rPr>
                        <a:t>Insert your own text</a:t>
                      </a:r>
                      <a:endParaRPr sz="1300">
                        <a:solidFill>
                          <a:schemeClr val="dk1"/>
                        </a:solidFill>
                        <a:latin typeface="Cairo"/>
                        <a:ea typeface="Cairo"/>
                        <a:cs typeface="Cairo"/>
                        <a:sym typeface="Cairo"/>
                      </a:endParaRPr>
                    </a:p>
                  </a:txBody>
                  <a:tcPr marL="91425" marR="91425" marT="91425" marB="91425" anchor="ctr">
                    <a:lnL w="9525" cap="flat" cmpd="sng">
                      <a:solidFill>
                        <a:srgbClr val="003A4E"/>
                      </a:solidFill>
                      <a:prstDash val="solid"/>
                      <a:round/>
                      <a:headEnd type="none" w="sm" len="sm"/>
                      <a:tailEnd type="none" w="sm" len="sm"/>
                    </a:lnL>
                    <a:lnR w="9525" cap="flat" cmpd="sng">
                      <a:solidFill>
                        <a:srgbClr val="003A4E"/>
                      </a:solidFill>
                      <a:prstDash val="solid"/>
                      <a:round/>
                      <a:headEnd type="none" w="sm" len="sm"/>
                      <a:tailEnd type="none" w="sm" len="sm"/>
                    </a:lnR>
                    <a:lnT w="9525" cap="flat" cmpd="sng">
                      <a:solidFill>
                        <a:srgbClr val="003A4E"/>
                      </a:solidFill>
                      <a:prstDash val="solid"/>
                      <a:round/>
                      <a:headEnd type="none" w="sm" len="sm"/>
                      <a:tailEnd type="none" w="sm" len="sm"/>
                    </a:lnT>
                    <a:lnB w="9525" cap="flat" cmpd="sng">
                      <a:solidFill>
                        <a:srgbClr val="003A4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pSp>
        <p:nvGrpSpPr>
          <p:cNvPr id="3335" name="Google Shape;3335;p71"/>
          <p:cNvGrpSpPr/>
          <p:nvPr/>
        </p:nvGrpSpPr>
        <p:grpSpPr>
          <a:xfrm>
            <a:off x="4097839" y="1208390"/>
            <a:ext cx="366364" cy="359075"/>
            <a:chOff x="-60988625" y="3740800"/>
            <a:chExt cx="316650" cy="310350"/>
          </a:xfrm>
        </p:grpSpPr>
        <p:sp>
          <p:nvSpPr>
            <p:cNvPr id="3336" name="Google Shape;3336;p71"/>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71"/>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71"/>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9" name="Google Shape;3339;p71"/>
          <p:cNvGrpSpPr/>
          <p:nvPr/>
        </p:nvGrpSpPr>
        <p:grpSpPr>
          <a:xfrm>
            <a:off x="5764903" y="1224791"/>
            <a:ext cx="351786" cy="326274"/>
            <a:chOff x="-62511900" y="4129100"/>
            <a:chExt cx="304050" cy="282000"/>
          </a:xfrm>
        </p:grpSpPr>
        <p:sp>
          <p:nvSpPr>
            <p:cNvPr id="3340" name="Google Shape;3340;p71"/>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71"/>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71"/>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71"/>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71"/>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45" name="Google Shape;3345;p71"/>
          <p:cNvGrpSpPr/>
          <p:nvPr/>
        </p:nvGrpSpPr>
        <p:grpSpPr>
          <a:xfrm>
            <a:off x="2452394" y="1170576"/>
            <a:ext cx="368186" cy="366364"/>
            <a:chOff x="-62151950" y="4111775"/>
            <a:chExt cx="318225" cy="316650"/>
          </a:xfrm>
        </p:grpSpPr>
        <p:sp>
          <p:nvSpPr>
            <p:cNvPr id="3346" name="Google Shape;3346;p71"/>
            <p:cNvSpPr/>
            <p:nvPr/>
          </p:nvSpPr>
          <p:spPr>
            <a:xfrm>
              <a:off x="-62151950" y="4407925"/>
              <a:ext cx="318225" cy="20500"/>
            </a:xfrm>
            <a:custGeom>
              <a:avLst/>
              <a:gdLst/>
              <a:ahLst/>
              <a:cxnLst/>
              <a:rect l="l" t="t" r="r" b="b"/>
              <a:pathLst>
                <a:path w="12729" h="820" extrusionOk="0">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71"/>
            <p:cNvSpPr/>
            <p:nvPr/>
          </p:nvSpPr>
          <p:spPr>
            <a:xfrm>
              <a:off x="-62151950" y="4283475"/>
              <a:ext cx="84300" cy="104000"/>
            </a:xfrm>
            <a:custGeom>
              <a:avLst/>
              <a:gdLst/>
              <a:ahLst/>
              <a:cxnLst/>
              <a:rect l="l" t="t" r="r" b="b"/>
              <a:pathLst>
                <a:path w="3372" h="4160" extrusionOk="0">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71"/>
            <p:cNvSpPr/>
            <p:nvPr/>
          </p:nvSpPr>
          <p:spPr>
            <a:xfrm>
              <a:off x="-62033800" y="4111775"/>
              <a:ext cx="82725" cy="275700"/>
            </a:xfrm>
            <a:custGeom>
              <a:avLst/>
              <a:gdLst/>
              <a:ahLst/>
              <a:cxnLst/>
              <a:rect l="l" t="t" r="r" b="b"/>
              <a:pathLst>
                <a:path w="3309" h="11028" extrusionOk="0">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71"/>
            <p:cNvSpPr/>
            <p:nvPr/>
          </p:nvSpPr>
          <p:spPr>
            <a:xfrm>
              <a:off x="-61916450" y="4200775"/>
              <a:ext cx="82725" cy="186700"/>
            </a:xfrm>
            <a:custGeom>
              <a:avLst/>
              <a:gdLst/>
              <a:ahLst/>
              <a:cxnLst/>
              <a:rect l="l" t="t" r="r" b="b"/>
              <a:pathLst>
                <a:path w="3309" h="7468" extrusionOk="0">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0" name="Google Shape;3350;p71"/>
          <p:cNvGrpSpPr/>
          <p:nvPr/>
        </p:nvGrpSpPr>
        <p:grpSpPr>
          <a:xfrm>
            <a:off x="7417400" y="1179194"/>
            <a:ext cx="350995" cy="349133"/>
            <a:chOff x="6168925" y="3936925"/>
            <a:chExt cx="296950" cy="295375"/>
          </a:xfrm>
        </p:grpSpPr>
        <p:sp>
          <p:nvSpPr>
            <p:cNvPr id="3351" name="Google Shape;3351;p71"/>
            <p:cNvSpPr/>
            <p:nvPr/>
          </p:nvSpPr>
          <p:spPr>
            <a:xfrm>
              <a:off x="6220900" y="4164550"/>
              <a:ext cx="18150" cy="18125"/>
            </a:xfrm>
            <a:custGeom>
              <a:avLst/>
              <a:gdLst/>
              <a:ahLst/>
              <a:cxnLst/>
              <a:rect l="l" t="t" r="r" b="b"/>
              <a:pathLst>
                <a:path w="726" h="725" extrusionOk="0">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71"/>
            <p:cNvSpPr/>
            <p:nvPr/>
          </p:nvSpPr>
          <p:spPr>
            <a:xfrm>
              <a:off x="6168925" y="3972375"/>
              <a:ext cx="227650" cy="259925"/>
            </a:xfrm>
            <a:custGeom>
              <a:avLst/>
              <a:gdLst/>
              <a:ahLst/>
              <a:cxnLst/>
              <a:rect l="l" t="t" r="r" b="b"/>
              <a:pathLst>
                <a:path w="9106" h="10397" extrusionOk="0">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71"/>
            <p:cNvSpPr/>
            <p:nvPr/>
          </p:nvSpPr>
          <p:spPr>
            <a:xfrm>
              <a:off x="6228775" y="3936925"/>
              <a:ext cx="106350" cy="53575"/>
            </a:xfrm>
            <a:custGeom>
              <a:avLst/>
              <a:gdLst/>
              <a:ahLst/>
              <a:cxnLst/>
              <a:rect l="l" t="t" r="r" b="b"/>
              <a:pathLst>
                <a:path w="4254" h="2143" extrusionOk="0">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71"/>
            <p:cNvSpPr/>
            <p:nvPr/>
          </p:nvSpPr>
          <p:spPr>
            <a:xfrm>
              <a:off x="6412300" y="4059000"/>
              <a:ext cx="52000" cy="105575"/>
            </a:xfrm>
            <a:custGeom>
              <a:avLst/>
              <a:gdLst/>
              <a:ahLst/>
              <a:cxnLst/>
              <a:rect l="l" t="t" r="r" b="b"/>
              <a:pathLst>
                <a:path w="2080" h="4223" extrusionOk="0">
                  <a:moveTo>
                    <a:pt x="0" y="1"/>
                  </a:moveTo>
                  <a:lnTo>
                    <a:pt x="0" y="4222"/>
                  </a:lnTo>
                  <a:lnTo>
                    <a:pt x="32" y="4222"/>
                  </a:lnTo>
                  <a:cubicBezTo>
                    <a:pt x="315" y="4002"/>
                    <a:pt x="662" y="3876"/>
                    <a:pt x="1072" y="3876"/>
                  </a:cubicBezTo>
                  <a:cubicBezTo>
                    <a:pt x="1450" y="3876"/>
                    <a:pt x="1796" y="4002"/>
                    <a:pt x="2080" y="4222"/>
                  </a:cubicBezTo>
                  <a:lnTo>
                    <a:pt x="2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71"/>
            <p:cNvSpPr/>
            <p:nvPr/>
          </p:nvSpPr>
          <p:spPr>
            <a:xfrm>
              <a:off x="6413875" y="4007025"/>
              <a:ext cx="52000" cy="34675"/>
            </a:xfrm>
            <a:custGeom>
              <a:avLst/>
              <a:gdLst/>
              <a:ahLst/>
              <a:cxnLst/>
              <a:rect l="l" t="t" r="r" b="b"/>
              <a:pathLst>
                <a:path w="2080" h="1387" extrusionOk="0">
                  <a:moveTo>
                    <a:pt x="1040" y="0"/>
                  </a:moveTo>
                  <a:cubicBezTo>
                    <a:pt x="441" y="0"/>
                    <a:pt x="0" y="473"/>
                    <a:pt x="0" y="1040"/>
                  </a:cubicBezTo>
                  <a:lnTo>
                    <a:pt x="0" y="1386"/>
                  </a:lnTo>
                  <a:lnTo>
                    <a:pt x="2080" y="1386"/>
                  </a:lnTo>
                  <a:lnTo>
                    <a:pt x="2080" y="1040"/>
                  </a:lnTo>
                  <a:cubicBezTo>
                    <a:pt x="2048" y="473"/>
                    <a:pt x="1576"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71"/>
            <p:cNvSpPr/>
            <p:nvPr/>
          </p:nvSpPr>
          <p:spPr>
            <a:xfrm>
              <a:off x="6417800" y="4173200"/>
              <a:ext cx="43350" cy="43350"/>
            </a:xfrm>
            <a:custGeom>
              <a:avLst/>
              <a:gdLst/>
              <a:ahLst/>
              <a:cxnLst/>
              <a:rect l="l" t="t" r="r" b="b"/>
              <a:pathLst>
                <a:path w="1734" h="1734" extrusionOk="0">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7" name="Google Shape;3357;p71"/>
          <p:cNvGrpSpPr/>
          <p:nvPr/>
        </p:nvGrpSpPr>
        <p:grpSpPr>
          <a:xfrm>
            <a:off x="313800" y="952213"/>
            <a:ext cx="961550" cy="803100"/>
            <a:chOff x="4781075" y="719300"/>
            <a:chExt cx="961550" cy="803100"/>
          </a:xfrm>
        </p:grpSpPr>
        <p:sp>
          <p:nvSpPr>
            <p:cNvPr id="3358" name="Google Shape;3358;p71"/>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71"/>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71"/>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64"/>
        <p:cNvGrpSpPr/>
        <p:nvPr/>
      </p:nvGrpSpPr>
      <p:grpSpPr>
        <a:xfrm>
          <a:off x="0" y="0"/>
          <a:ext cx="0" cy="0"/>
          <a:chOff x="0" y="0"/>
          <a:chExt cx="0" cy="0"/>
        </a:xfrm>
      </p:grpSpPr>
      <p:sp>
        <p:nvSpPr>
          <p:cNvPr id="3365" name="Google Shape;3365;p72"/>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GAP ANALYSIS TOOL - 7S</a:t>
            </a:r>
            <a:endParaRPr>
              <a:solidFill>
                <a:schemeClr val="accent3"/>
              </a:solidFill>
            </a:endParaRPr>
          </a:p>
        </p:txBody>
      </p:sp>
      <p:graphicFrame>
        <p:nvGraphicFramePr>
          <p:cNvPr id="3366" name="Google Shape;3366;p72"/>
          <p:cNvGraphicFramePr/>
          <p:nvPr/>
        </p:nvGraphicFramePr>
        <p:xfrm>
          <a:off x="973137" y="1435540"/>
          <a:ext cx="3000000" cy="3000000"/>
        </p:xfrm>
        <a:graphic>
          <a:graphicData uri="http://schemas.openxmlformats.org/drawingml/2006/table">
            <a:tbl>
              <a:tblPr>
                <a:noFill/>
                <a:tableStyleId>{01218D19-3E45-4FC9-88E4-429F69E19A02}</a:tableStyleId>
              </a:tblPr>
              <a:tblGrid>
                <a:gridCol w="1875900">
                  <a:extLst>
                    <a:ext uri="{9D8B030D-6E8A-4147-A177-3AD203B41FA5}">
                      <a16:colId xmlns:a16="http://schemas.microsoft.com/office/drawing/2014/main" val="20000"/>
                    </a:ext>
                  </a:extLst>
                </a:gridCol>
                <a:gridCol w="1603900">
                  <a:extLst>
                    <a:ext uri="{9D8B030D-6E8A-4147-A177-3AD203B41FA5}">
                      <a16:colId xmlns:a16="http://schemas.microsoft.com/office/drawing/2014/main" val="20001"/>
                    </a:ext>
                  </a:extLst>
                </a:gridCol>
                <a:gridCol w="3732300">
                  <a:extLst>
                    <a:ext uri="{9D8B030D-6E8A-4147-A177-3AD203B41FA5}">
                      <a16:colId xmlns:a16="http://schemas.microsoft.com/office/drawing/2014/main" val="20002"/>
                    </a:ext>
                  </a:extLst>
                </a:gridCol>
              </a:tblGrid>
              <a:tr h="466525">
                <a:tc>
                  <a:txBody>
                    <a:bodyPr/>
                    <a:lstStyle/>
                    <a:p>
                      <a:pPr marL="0" lvl="0" indent="0" algn="l" rtl="0">
                        <a:spcBef>
                          <a:spcPts val="0"/>
                        </a:spcBef>
                        <a:spcAft>
                          <a:spcPts val="0"/>
                        </a:spcAft>
                        <a:buNone/>
                      </a:pPr>
                      <a:r>
                        <a:rPr lang="en" sz="1900" b="1">
                          <a:solidFill>
                            <a:schemeClr val="lt1"/>
                          </a:solidFill>
                          <a:latin typeface="Inter"/>
                          <a:ea typeface="Inter"/>
                          <a:cs typeface="Inter"/>
                          <a:sym typeface="Inter"/>
                        </a:rPr>
                        <a:t>STRATEGY</a:t>
                      </a:r>
                      <a:endParaRPr sz="1900" b="1">
                        <a:solidFill>
                          <a:schemeClr val="lt1"/>
                        </a:solidFill>
                        <a:latin typeface="Inter"/>
                        <a:ea typeface="Inter"/>
                        <a:cs typeface="Inter"/>
                        <a:sym typeface="Inte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a:solidFill>
                          <a:srgbClr val="212529"/>
                        </a:solidFill>
                        <a:latin typeface="Inter"/>
                        <a:ea typeface="Inter"/>
                        <a:cs typeface="Inter"/>
                        <a:sym typeface="Inte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 here</a:t>
                      </a:r>
                      <a:endParaRPr>
                        <a:solidFill>
                          <a:srgbClr val="212529"/>
                        </a:solidFill>
                        <a:latin typeface="Cairo"/>
                        <a:ea typeface="Cairo"/>
                        <a:cs typeface="Cairo"/>
                        <a:sym typeface="Cairo"/>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0"/>
                  </a:ext>
                </a:extLst>
              </a:tr>
              <a:tr h="466525">
                <a:tc>
                  <a:txBody>
                    <a:bodyPr/>
                    <a:lstStyle/>
                    <a:p>
                      <a:pPr marL="0" lvl="0" indent="0" algn="l" rtl="0">
                        <a:spcBef>
                          <a:spcPts val="0"/>
                        </a:spcBef>
                        <a:spcAft>
                          <a:spcPts val="0"/>
                        </a:spcAft>
                        <a:buNone/>
                      </a:pPr>
                      <a:r>
                        <a:rPr lang="en" sz="1900" b="1">
                          <a:solidFill>
                            <a:schemeClr val="lt1"/>
                          </a:solidFill>
                          <a:latin typeface="Inter"/>
                          <a:ea typeface="Inter"/>
                          <a:cs typeface="Inter"/>
                          <a:sym typeface="Inter"/>
                        </a:rPr>
                        <a:t>STRUCTURE</a:t>
                      </a:r>
                      <a:endParaRPr sz="1900" b="1">
                        <a:solidFill>
                          <a:schemeClr val="lt1"/>
                        </a:solidFill>
                        <a:latin typeface="Inter"/>
                        <a:ea typeface="Inter"/>
                        <a:cs typeface="Inter"/>
                        <a:sym typeface="Inte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a:solidFill>
                          <a:srgbClr val="212529"/>
                        </a:solidFill>
                        <a:latin typeface="Inter"/>
                        <a:ea typeface="Inter"/>
                        <a:cs typeface="Inter"/>
                        <a:sym typeface="Inte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 here</a:t>
                      </a:r>
                      <a:endParaRPr>
                        <a:solidFill>
                          <a:srgbClr val="212529"/>
                        </a:solidFill>
                        <a:latin typeface="Cairo"/>
                        <a:ea typeface="Cairo"/>
                        <a:cs typeface="Cairo"/>
                        <a:sym typeface="Cairo"/>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1"/>
                  </a:ext>
                </a:extLst>
              </a:tr>
              <a:tr h="466525">
                <a:tc>
                  <a:txBody>
                    <a:bodyPr/>
                    <a:lstStyle/>
                    <a:p>
                      <a:pPr marL="0" lvl="0" indent="0" algn="l" rtl="0">
                        <a:spcBef>
                          <a:spcPts val="0"/>
                        </a:spcBef>
                        <a:spcAft>
                          <a:spcPts val="0"/>
                        </a:spcAft>
                        <a:buNone/>
                      </a:pPr>
                      <a:r>
                        <a:rPr lang="en" sz="1900" b="1">
                          <a:solidFill>
                            <a:schemeClr val="lt1"/>
                          </a:solidFill>
                          <a:latin typeface="Inter"/>
                          <a:ea typeface="Inter"/>
                          <a:cs typeface="Inter"/>
                          <a:sym typeface="Inter"/>
                        </a:rPr>
                        <a:t>STYLE</a:t>
                      </a:r>
                      <a:endParaRPr sz="1900" b="1">
                        <a:solidFill>
                          <a:schemeClr val="lt1"/>
                        </a:solidFill>
                        <a:latin typeface="Inter"/>
                        <a:ea typeface="Inter"/>
                        <a:cs typeface="Inter"/>
                        <a:sym typeface="Inte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a:solidFill>
                          <a:srgbClr val="212529"/>
                        </a:solidFill>
                        <a:latin typeface="Inter"/>
                        <a:ea typeface="Inter"/>
                        <a:cs typeface="Inter"/>
                        <a:sym typeface="Inte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 here</a:t>
                      </a:r>
                      <a:endParaRPr>
                        <a:solidFill>
                          <a:srgbClr val="212529"/>
                        </a:solidFill>
                        <a:latin typeface="Cairo"/>
                        <a:ea typeface="Cairo"/>
                        <a:cs typeface="Cairo"/>
                        <a:sym typeface="Cairo"/>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2"/>
                  </a:ext>
                </a:extLst>
              </a:tr>
              <a:tr h="466525">
                <a:tc>
                  <a:txBody>
                    <a:bodyPr/>
                    <a:lstStyle/>
                    <a:p>
                      <a:pPr marL="0" lvl="0" indent="0" algn="l" rtl="0">
                        <a:spcBef>
                          <a:spcPts val="0"/>
                        </a:spcBef>
                        <a:spcAft>
                          <a:spcPts val="0"/>
                        </a:spcAft>
                        <a:buNone/>
                      </a:pPr>
                      <a:r>
                        <a:rPr lang="en" sz="1900" b="1">
                          <a:solidFill>
                            <a:schemeClr val="lt1"/>
                          </a:solidFill>
                          <a:latin typeface="Inter"/>
                          <a:ea typeface="Inter"/>
                          <a:cs typeface="Inter"/>
                          <a:sym typeface="Inter"/>
                        </a:rPr>
                        <a:t>STAFF</a:t>
                      </a:r>
                      <a:endParaRPr sz="1900" b="1">
                        <a:solidFill>
                          <a:schemeClr val="lt1"/>
                        </a:solidFill>
                        <a:latin typeface="Inter"/>
                        <a:ea typeface="Inter"/>
                        <a:cs typeface="Inter"/>
                        <a:sym typeface="Inte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a:solidFill>
                          <a:srgbClr val="212529"/>
                        </a:solidFill>
                        <a:latin typeface="Inter"/>
                        <a:ea typeface="Inter"/>
                        <a:cs typeface="Inter"/>
                        <a:sym typeface="Inte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 here</a:t>
                      </a:r>
                      <a:endParaRPr>
                        <a:solidFill>
                          <a:srgbClr val="212529"/>
                        </a:solidFill>
                        <a:latin typeface="Cairo"/>
                        <a:ea typeface="Cairo"/>
                        <a:cs typeface="Cairo"/>
                        <a:sym typeface="Cairo"/>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3"/>
                  </a:ext>
                </a:extLst>
              </a:tr>
              <a:tr h="466525">
                <a:tc>
                  <a:txBody>
                    <a:bodyPr/>
                    <a:lstStyle/>
                    <a:p>
                      <a:pPr marL="0" lvl="0" indent="0" algn="l" rtl="0">
                        <a:spcBef>
                          <a:spcPts val="0"/>
                        </a:spcBef>
                        <a:spcAft>
                          <a:spcPts val="0"/>
                        </a:spcAft>
                        <a:buNone/>
                      </a:pPr>
                      <a:r>
                        <a:rPr lang="en" sz="1900" b="1">
                          <a:solidFill>
                            <a:schemeClr val="lt1"/>
                          </a:solidFill>
                          <a:latin typeface="Inter"/>
                          <a:ea typeface="Inter"/>
                          <a:cs typeface="Inter"/>
                          <a:sym typeface="Inter"/>
                        </a:rPr>
                        <a:t>SKILLS</a:t>
                      </a:r>
                      <a:endParaRPr sz="1900" b="1">
                        <a:solidFill>
                          <a:schemeClr val="lt1"/>
                        </a:solidFill>
                        <a:latin typeface="Inter"/>
                        <a:ea typeface="Inter"/>
                        <a:cs typeface="Inter"/>
                        <a:sym typeface="Inte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a:solidFill>
                          <a:srgbClr val="212529"/>
                        </a:solidFill>
                        <a:latin typeface="Inter"/>
                        <a:ea typeface="Inter"/>
                        <a:cs typeface="Inter"/>
                        <a:sym typeface="Inte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 here</a:t>
                      </a:r>
                      <a:endParaRPr>
                        <a:solidFill>
                          <a:srgbClr val="212529"/>
                        </a:solidFill>
                        <a:latin typeface="Cairo"/>
                        <a:ea typeface="Cairo"/>
                        <a:cs typeface="Cairo"/>
                        <a:sym typeface="Cairo"/>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4"/>
                  </a:ext>
                </a:extLst>
              </a:tr>
              <a:tr h="466525">
                <a:tc>
                  <a:txBody>
                    <a:bodyPr/>
                    <a:lstStyle/>
                    <a:p>
                      <a:pPr marL="0" lvl="0" indent="0" algn="l" rtl="0">
                        <a:spcBef>
                          <a:spcPts val="0"/>
                        </a:spcBef>
                        <a:spcAft>
                          <a:spcPts val="0"/>
                        </a:spcAft>
                        <a:buNone/>
                      </a:pPr>
                      <a:r>
                        <a:rPr lang="en" sz="1900" b="1">
                          <a:solidFill>
                            <a:schemeClr val="lt1"/>
                          </a:solidFill>
                          <a:latin typeface="Inter"/>
                          <a:ea typeface="Inter"/>
                          <a:cs typeface="Inter"/>
                          <a:sym typeface="Inter"/>
                        </a:rPr>
                        <a:t>SYSTEMS</a:t>
                      </a:r>
                      <a:endParaRPr sz="1900" b="1">
                        <a:solidFill>
                          <a:schemeClr val="lt1"/>
                        </a:solidFill>
                        <a:latin typeface="Inter"/>
                        <a:ea typeface="Inter"/>
                        <a:cs typeface="Inter"/>
                        <a:sym typeface="Inte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accent3"/>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a:solidFill>
                          <a:srgbClr val="212529"/>
                        </a:solidFill>
                        <a:latin typeface="Inter"/>
                        <a:ea typeface="Inter"/>
                        <a:cs typeface="Inter"/>
                        <a:sym typeface="Inte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airo"/>
                          <a:ea typeface="Cairo"/>
                          <a:cs typeface="Cairo"/>
                          <a:sym typeface="Cairo"/>
                        </a:rPr>
                        <a:t>Insert your own text here</a:t>
                      </a:r>
                      <a:endParaRPr>
                        <a:solidFill>
                          <a:srgbClr val="212529"/>
                        </a:solidFill>
                        <a:latin typeface="Cairo"/>
                        <a:ea typeface="Cairo"/>
                        <a:cs typeface="Cairo"/>
                        <a:sym typeface="Cairo"/>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367" name="Google Shape;3367;p72"/>
          <p:cNvSpPr/>
          <p:nvPr/>
        </p:nvSpPr>
        <p:spPr>
          <a:xfrm>
            <a:off x="3001026" y="1519675"/>
            <a:ext cx="324000" cy="323700"/>
          </a:xfrm>
          <a:prstGeom prst="rect">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72"/>
          <p:cNvSpPr/>
          <p:nvPr/>
        </p:nvSpPr>
        <p:spPr>
          <a:xfrm>
            <a:off x="3496326" y="1519675"/>
            <a:ext cx="324000" cy="323700"/>
          </a:xfrm>
          <a:prstGeom prst="rect">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72"/>
          <p:cNvSpPr/>
          <p:nvPr/>
        </p:nvSpPr>
        <p:spPr>
          <a:xfrm>
            <a:off x="3991626" y="1519675"/>
            <a:ext cx="324000" cy="323700"/>
          </a:xfrm>
          <a:prstGeom prst="rect">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72"/>
          <p:cNvSpPr/>
          <p:nvPr/>
        </p:nvSpPr>
        <p:spPr>
          <a:xfrm>
            <a:off x="3001026" y="1983487"/>
            <a:ext cx="324000" cy="323700"/>
          </a:xfrm>
          <a:prstGeom prst="rect">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72"/>
          <p:cNvSpPr/>
          <p:nvPr/>
        </p:nvSpPr>
        <p:spPr>
          <a:xfrm>
            <a:off x="3496326" y="1983487"/>
            <a:ext cx="324000" cy="3237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72"/>
          <p:cNvSpPr/>
          <p:nvPr/>
        </p:nvSpPr>
        <p:spPr>
          <a:xfrm>
            <a:off x="3991626" y="1983487"/>
            <a:ext cx="324000" cy="3237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72"/>
          <p:cNvSpPr/>
          <p:nvPr/>
        </p:nvSpPr>
        <p:spPr>
          <a:xfrm>
            <a:off x="3001026" y="2447299"/>
            <a:ext cx="324000" cy="323700"/>
          </a:xfrm>
          <a:prstGeom prst="rect">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72"/>
          <p:cNvSpPr/>
          <p:nvPr/>
        </p:nvSpPr>
        <p:spPr>
          <a:xfrm>
            <a:off x="3496326" y="2447299"/>
            <a:ext cx="324000" cy="3237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72"/>
          <p:cNvSpPr/>
          <p:nvPr/>
        </p:nvSpPr>
        <p:spPr>
          <a:xfrm>
            <a:off x="3991626" y="2447299"/>
            <a:ext cx="324000" cy="3237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72"/>
          <p:cNvSpPr/>
          <p:nvPr/>
        </p:nvSpPr>
        <p:spPr>
          <a:xfrm>
            <a:off x="3001026" y="2935344"/>
            <a:ext cx="324000" cy="323700"/>
          </a:xfrm>
          <a:prstGeom prst="rect">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72"/>
          <p:cNvSpPr/>
          <p:nvPr/>
        </p:nvSpPr>
        <p:spPr>
          <a:xfrm>
            <a:off x="3496326" y="2935344"/>
            <a:ext cx="324000" cy="323700"/>
          </a:xfrm>
          <a:prstGeom prst="rect">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72"/>
          <p:cNvSpPr/>
          <p:nvPr/>
        </p:nvSpPr>
        <p:spPr>
          <a:xfrm>
            <a:off x="3991626" y="2935344"/>
            <a:ext cx="324000" cy="3237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72"/>
          <p:cNvSpPr/>
          <p:nvPr/>
        </p:nvSpPr>
        <p:spPr>
          <a:xfrm>
            <a:off x="3001026" y="3399155"/>
            <a:ext cx="324000" cy="323700"/>
          </a:xfrm>
          <a:prstGeom prst="rect">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72"/>
          <p:cNvSpPr/>
          <p:nvPr/>
        </p:nvSpPr>
        <p:spPr>
          <a:xfrm>
            <a:off x="3496326" y="3399155"/>
            <a:ext cx="324000" cy="3237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72"/>
          <p:cNvSpPr/>
          <p:nvPr/>
        </p:nvSpPr>
        <p:spPr>
          <a:xfrm>
            <a:off x="3991626" y="3399155"/>
            <a:ext cx="324000" cy="3237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72"/>
          <p:cNvSpPr/>
          <p:nvPr/>
        </p:nvSpPr>
        <p:spPr>
          <a:xfrm>
            <a:off x="3001026" y="3871045"/>
            <a:ext cx="324000" cy="323700"/>
          </a:xfrm>
          <a:prstGeom prst="rect">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72"/>
          <p:cNvSpPr/>
          <p:nvPr/>
        </p:nvSpPr>
        <p:spPr>
          <a:xfrm>
            <a:off x="3496326" y="3871045"/>
            <a:ext cx="324000" cy="323700"/>
          </a:xfrm>
          <a:prstGeom prst="rect">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72"/>
          <p:cNvSpPr/>
          <p:nvPr/>
        </p:nvSpPr>
        <p:spPr>
          <a:xfrm>
            <a:off x="3991626" y="3871045"/>
            <a:ext cx="324000" cy="3237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88"/>
        <p:cNvGrpSpPr/>
        <p:nvPr/>
      </p:nvGrpSpPr>
      <p:grpSpPr>
        <a:xfrm>
          <a:off x="0" y="0"/>
          <a:ext cx="0" cy="0"/>
          <a:chOff x="0" y="0"/>
          <a:chExt cx="0" cy="0"/>
        </a:xfrm>
      </p:grpSpPr>
      <p:sp>
        <p:nvSpPr>
          <p:cNvPr id="3389" name="Google Shape;3389;p73"/>
          <p:cNvSpPr txBox="1">
            <a:spLocks noGrp="1"/>
          </p:cNvSpPr>
          <p:nvPr>
            <p:ph type="title"/>
          </p:nvPr>
        </p:nvSpPr>
        <p:spPr>
          <a:xfrm>
            <a:off x="720000" y="4638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GAP ANALYSIS PHASES</a:t>
            </a:r>
            <a:endParaRPr>
              <a:solidFill>
                <a:schemeClr val="accent3"/>
              </a:solidFill>
            </a:endParaRPr>
          </a:p>
        </p:txBody>
      </p:sp>
      <p:sp>
        <p:nvSpPr>
          <p:cNvPr id="3390" name="Google Shape;3390;p73"/>
          <p:cNvSpPr/>
          <p:nvPr/>
        </p:nvSpPr>
        <p:spPr>
          <a:xfrm>
            <a:off x="3289437" y="1411750"/>
            <a:ext cx="2559900" cy="4050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Inter"/>
                <a:ea typeface="Inter"/>
                <a:cs typeface="Inter"/>
                <a:sym typeface="Inter"/>
              </a:rPr>
              <a:t>ANALYSIS</a:t>
            </a:r>
            <a:endParaRPr sz="1900" b="1">
              <a:solidFill>
                <a:schemeClr val="lt1"/>
              </a:solidFill>
              <a:latin typeface="Inter"/>
              <a:ea typeface="Inter"/>
              <a:cs typeface="Inter"/>
              <a:sym typeface="Inter"/>
            </a:endParaRPr>
          </a:p>
        </p:txBody>
      </p:sp>
      <p:grpSp>
        <p:nvGrpSpPr>
          <p:cNvPr id="3391" name="Google Shape;3391;p73"/>
          <p:cNvGrpSpPr/>
          <p:nvPr/>
        </p:nvGrpSpPr>
        <p:grpSpPr>
          <a:xfrm>
            <a:off x="3289356" y="2025886"/>
            <a:ext cx="2560063" cy="405114"/>
            <a:chOff x="2581250" y="2156575"/>
            <a:chExt cx="2406300" cy="441013"/>
          </a:xfrm>
        </p:grpSpPr>
        <p:sp>
          <p:nvSpPr>
            <p:cNvPr id="3392" name="Google Shape;3392;p73"/>
            <p:cNvSpPr/>
            <p:nvPr/>
          </p:nvSpPr>
          <p:spPr>
            <a:xfrm>
              <a:off x="4546550" y="2156575"/>
              <a:ext cx="441000" cy="441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b="1">
                <a:solidFill>
                  <a:schemeClr val="lt1"/>
                </a:solidFill>
                <a:latin typeface="Inter"/>
                <a:ea typeface="Inter"/>
                <a:cs typeface="Inter"/>
                <a:sym typeface="Inter"/>
              </a:endParaRPr>
            </a:p>
          </p:txBody>
        </p:sp>
        <p:sp>
          <p:nvSpPr>
            <p:cNvPr id="3393" name="Google Shape;3393;p73"/>
            <p:cNvSpPr/>
            <p:nvPr/>
          </p:nvSpPr>
          <p:spPr>
            <a:xfrm>
              <a:off x="2581250" y="2156588"/>
              <a:ext cx="2406300" cy="4410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Inter"/>
                  <a:ea typeface="Inter"/>
                  <a:cs typeface="Inter"/>
                  <a:sym typeface="Inter"/>
                </a:rPr>
                <a:t>IMPLEMENTATION</a:t>
              </a:r>
              <a:endParaRPr sz="1900" b="1">
                <a:solidFill>
                  <a:schemeClr val="lt1"/>
                </a:solidFill>
                <a:latin typeface="Inter"/>
                <a:ea typeface="Inter"/>
                <a:cs typeface="Inter"/>
                <a:sym typeface="Inter"/>
              </a:endParaRPr>
            </a:p>
          </p:txBody>
        </p:sp>
      </p:grpSp>
      <p:grpSp>
        <p:nvGrpSpPr>
          <p:cNvPr id="3394" name="Google Shape;3394;p73"/>
          <p:cNvGrpSpPr/>
          <p:nvPr/>
        </p:nvGrpSpPr>
        <p:grpSpPr>
          <a:xfrm>
            <a:off x="3289356" y="2640108"/>
            <a:ext cx="2560063" cy="405126"/>
            <a:chOff x="3368850" y="2825225"/>
            <a:chExt cx="2406300" cy="441025"/>
          </a:xfrm>
        </p:grpSpPr>
        <p:sp>
          <p:nvSpPr>
            <p:cNvPr id="3395" name="Google Shape;3395;p73"/>
            <p:cNvSpPr/>
            <p:nvPr/>
          </p:nvSpPr>
          <p:spPr>
            <a:xfrm>
              <a:off x="5334150" y="2825250"/>
              <a:ext cx="441000" cy="441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b="1">
                <a:solidFill>
                  <a:schemeClr val="lt1"/>
                </a:solidFill>
                <a:latin typeface="Inter"/>
                <a:ea typeface="Inter"/>
                <a:cs typeface="Inter"/>
                <a:sym typeface="Inter"/>
              </a:endParaRPr>
            </a:p>
          </p:txBody>
        </p:sp>
        <p:sp>
          <p:nvSpPr>
            <p:cNvPr id="3396" name="Google Shape;3396;p73"/>
            <p:cNvSpPr/>
            <p:nvPr/>
          </p:nvSpPr>
          <p:spPr>
            <a:xfrm>
              <a:off x="3368850" y="2825225"/>
              <a:ext cx="2406300" cy="4410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Inter"/>
                  <a:ea typeface="Inter"/>
                  <a:cs typeface="Inter"/>
                  <a:sym typeface="Inter"/>
                </a:rPr>
                <a:t>PRE-ASSESSMENT</a:t>
              </a:r>
              <a:endParaRPr sz="1900" b="1">
                <a:solidFill>
                  <a:schemeClr val="lt1"/>
                </a:solidFill>
                <a:latin typeface="Inter"/>
                <a:ea typeface="Inter"/>
                <a:cs typeface="Inter"/>
                <a:sym typeface="Inter"/>
              </a:endParaRPr>
            </a:p>
          </p:txBody>
        </p:sp>
      </p:grpSp>
      <p:grpSp>
        <p:nvGrpSpPr>
          <p:cNvPr id="3397" name="Google Shape;3397;p73"/>
          <p:cNvGrpSpPr/>
          <p:nvPr/>
        </p:nvGrpSpPr>
        <p:grpSpPr>
          <a:xfrm>
            <a:off x="3289356" y="3254319"/>
            <a:ext cx="2560063" cy="405114"/>
            <a:chOff x="4156450" y="3493863"/>
            <a:chExt cx="2406300" cy="441013"/>
          </a:xfrm>
        </p:grpSpPr>
        <p:sp>
          <p:nvSpPr>
            <p:cNvPr id="3398" name="Google Shape;3398;p73"/>
            <p:cNvSpPr/>
            <p:nvPr/>
          </p:nvSpPr>
          <p:spPr>
            <a:xfrm>
              <a:off x="6121750" y="3493875"/>
              <a:ext cx="441000" cy="441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b="1">
                <a:solidFill>
                  <a:schemeClr val="lt1"/>
                </a:solidFill>
                <a:latin typeface="Inter"/>
                <a:ea typeface="Inter"/>
                <a:cs typeface="Inter"/>
                <a:sym typeface="Inter"/>
              </a:endParaRPr>
            </a:p>
          </p:txBody>
        </p:sp>
        <p:sp>
          <p:nvSpPr>
            <p:cNvPr id="3399" name="Google Shape;3399;p73"/>
            <p:cNvSpPr/>
            <p:nvPr/>
          </p:nvSpPr>
          <p:spPr>
            <a:xfrm>
              <a:off x="4156450" y="3493863"/>
              <a:ext cx="2406300" cy="4410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Inter"/>
                  <a:ea typeface="Inter"/>
                  <a:cs typeface="Inter"/>
                  <a:sym typeface="Inter"/>
                </a:rPr>
                <a:t>ASSESSMENT</a:t>
              </a:r>
              <a:endParaRPr sz="1900" b="1">
                <a:solidFill>
                  <a:schemeClr val="lt1"/>
                </a:solidFill>
                <a:latin typeface="Inter"/>
                <a:ea typeface="Inter"/>
                <a:cs typeface="Inter"/>
                <a:sym typeface="Inter"/>
              </a:endParaRPr>
            </a:p>
          </p:txBody>
        </p:sp>
      </p:grpSp>
      <p:grpSp>
        <p:nvGrpSpPr>
          <p:cNvPr id="3400" name="Google Shape;3400;p73"/>
          <p:cNvGrpSpPr/>
          <p:nvPr/>
        </p:nvGrpSpPr>
        <p:grpSpPr>
          <a:xfrm>
            <a:off x="3289356" y="3868529"/>
            <a:ext cx="2560063" cy="405103"/>
            <a:chOff x="4944050" y="4162500"/>
            <a:chExt cx="2406300" cy="441000"/>
          </a:xfrm>
        </p:grpSpPr>
        <p:sp>
          <p:nvSpPr>
            <p:cNvPr id="3401" name="Google Shape;3401;p73"/>
            <p:cNvSpPr/>
            <p:nvPr/>
          </p:nvSpPr>
          <p:spPr>
            <a:xfrm>
              <a:off x="6909350" y="4162500"/>
              <a:ext cx="441000" cy="44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b="1">
                <a:solidFill>
                  <a:schemeClr val="lt1"/>
                </a:solidFill>
                <a:latin typeface="Inter"/>
                <a:ea typeface="Inter"/>
                <a:cs typeface="Inter"/>
                <a:sym typeface="Inter"/>
              </a:endParaRPr>
            </a:p>
          </p:txBody>
        </p:sp>
        <p:sp>
          <p:nvSpPr>
            <p:cNvPr id="3402" name="Google Shape;3402;p73"/>
            <p:cNvSpPr/>
            <p:nvPr/>
          </p:nvSpPr>
          <p:spPr>
            <a:xfrm>
              <a:off x="4944050" y="4162500"/>
              <a:ext cx="2406300" cy="441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Inter"/>
                  <a:ea typeface="Inter"/>
                  <a:cs typeface="Inter"/>
                  <a:sym typeface="Inter"/>
                </a:rPr>
                <a:t>COMPLIANT</a:t>
              </a:r>
              <a:endParaRPr sz="1900" b="1">
                <a:solidFill>
                  <a:schemeClr val="lt1"/>
                </a:solidFill>
                <a:latin typeface="Inter"/>
                <a:ea typeface="Inter"/>
                <a:cs typeface="Inter"/>
                <a:sym typeface="Inter"/>
              </a:endParaRPr>
            </a:p>
          </p:txBody>
        </p:sp>
      </p:grpSp>
      <p:sp>
        <p:nvSpPr>
          <p:cNvPr id="3403" name="Google Shape;3403;p73"/>
          <p:cNvSpPr txBox="1"/>
          <p:nvPr/>
        </p:nvSpPr>
        <p:spPr>
          <a:xfrm>
            <a:off x="6478699" y="1411875"/>
            <a:ext cx="1828800" cy="405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airo"/>
                <a:ea typeface="Cairo"/>
                <a:cs typeface="Cairo"/>
                <a:sym typeface="Cairo"/>
              </a:rPr>
              <a:t>Mercury is the closest planet to the Sun</a:t>
            </a:r>
            <a:endParaRPr>
              <a:solidFill>
                <a:schemeClr val="dk1"/>
              </a:solidFill>
              <a:latin typeface="Cairo"/>
              <a:ea typeface="Cairo"/>
              <a:cs typeface="Cairo"/>
              <a:sym typeface="Cairo"/>
            </a:endParaRPr>
          </a:p>
        </p:txBody>
      </p:sp>
      <p:sp>
        <p:nvSpPr>
          <p:cNvPr id="3404" name="Google Shape;3404;p73"/>
          <p:cNvSpPr txBox="1"/>
          <p:nvPr/>
        </p:nvSpPr>
        <p:spPr>
          <a:xfrm>
            <a:off x="6478699" y="2026013"/>
            <a:ext cx="1828800" cy="405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airo"/>
                <a:ea typeface="Cairo"/>
                <a:cs typeface="Cairo"/>
                <a:sym typeface="Cairo"/>
              </a:rPr>
              <a:t>Venus is the second planet from the Sun</a:t>
            </a:r>
            <a:endParaRPr>
              <a:solidFill>
                <a:schemeClr val="dk1"/>
              </a:solidFill>
              <a:latin typeface="Cairo"/>
              <a:ea typeface="Cairo"/>
              <a:cs typeface="Cairo"/>
              <a:sym typeface="Cairo"/>
            </a:endParaRPr>
          </a:p>
        </p:txBody>
      </p:sp>
      <p:sp>
        <p:nvSpPr>
          <p:cNvPr id="3405" name="Google Shape;3405;p73"/>
          <p:cNvSpPr txBox="1"/>
          <p:nvPr/>
        </p:nvSpPr>
        <p:spPr>
          <a:xfrm>
            <a:off x="6478699" y="2640237"/>
            <a:ext cx="1828800" cy="405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airo"/>
                <a:ea typeface="Cairo"/>
                <a:cs typeface="Cairo"/>
                <a:sym typeface="Cairo"/>
              </a:rPr>
              <a:t>Jupiter is the biggest planet of them all</a:t>
            </a:r>
            <a:endParaRPr>
              <a:solidFill>
                <a:schemeClr val="dk1"/>
              </a:solidFill>
              <a:latin typeface="Cairo"/>
              <a:ea typeface="Cairo"/>
              <a:cs typeface="Cairo"/>
              <a:sym typeface="Cairo"/>
            </a:endParaRPr>
          </a:p>
        </p:txBody>
      </p:sp>
      <p:sp>
        <p:nvSpPr>
          <p:cNvPr id="3406" name="Google Shape;3406;p73"/>
          <p:cNvSpPr txBox="1"/>
          <p:nvPr/>
        </p:nvSpPr>
        <p:spPr>
          <a:xfrm>
            <a:off x="6478699" y="3254324"/>
            <a:ext cx="1828800" cy="41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airo"/>
                <a:ea typeface="Cairo"/>
                <a:cs typeface="Cairo"/>
                <a:sym typeface="Cairo"/>
              </a:rPr>
              <a:t>Saturn is composed of hydrogen</a:t>
            </a:r>
            <a:endParaRPr>
              <a:solidFill>
                <a:schemeClr val="dk1"/>
              </a:solidFill>
              <a:latin typeface="Cairo"/>
              <a:ea typeface="Cairo"/>
              <a:cs typeface="Cairo"/>
              <a:sym typeface="Cairo"/>
            </a:endParaRPr>
          </a:p>
        </p:txBody>
      </p:sp>
      <p:grpSp>
        <p:nvGrpSpPr>
          <p:cNvPr id="3407" name="Google Shape;3407;p73"/>
          <p:cNvGrpSpPr/>
          <p:nvPr/>
        </p:nvGrpSpPr>
        <p:grpSpPr>
          <a:xfrm>
            <a:off x="832044" y="1411750"/>
            <a:ext cx="1828788" cy="405114"/>
            <a:chOff x="2581250" y="2156575"/>
            <a:chExt cx="2406300" cy="441013"/>
          </a:xfrm>
        </p:grpSpPr>
        <p:sp>
          <p:nvSpPr>
            <p:cNvPr id="3408" name="Google Shape;3408;p73"/>
            <p:cNvSpPr/>
            <p:nvPr/>
          </p:nvSpPr>
          <p:spPr>
            <a:xfrm>
              <a:off x="4546550" y="2156575"/>
              <a:ext cx="441000" cy="441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b="1">
                <a:solidFill>
                  <a:schemeClr val="lt1"/>
                </a:solidFill>
                <a:latin typeface="Inter"/>
                <a:ea typeface="Inter"/>
                <a:cs typeface="Inter"/>
                <a:sym typeface="Inter"/>
              </a:endParaRPr>
            </a:p>
          </p:txBody>
        </p:sp>
        <p:sp>
          <p:nvSpPr>
            <p:cNvPr id="3409" name="Google Shape;3409;p73"/>
            <p:cNvSpPr/>
            <p:nvPr/>
          </p:nvSpPr>
          <p:spPr>
            <a:xfrm>
              <a:off x="2581250" y="2156588"/>
              <a:ext cx="2406300" cy="441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Inter"/>
                  <a:ea typeface="Inter"/>
                  <a:cs typeface="Inter"/>
                  <a:sym typeface="Inter"/>
                </a:rPr>
                <a:t>PHASE 1</a:t>
              </a:r>
              <a:endParaRPr sz="1900" b="1">
                <a:solidFill>
                  <a:schemeClr val="lt1"/>
                </a:solidFill>
                <a:latin typeface="Inter"/>
                <a:ea typeface="Inter"/>
                <a:cs typeface="Inter"/>
                <a:sym typeface="Inter"/>
              </a:endParaRPr>
            </a:p>
          </p:txBody>
        </p:sp>
      </p:grpSp>
      <p:grpSp>
        <p:nvGrpSpPr>
          <p:cNvPr id="3410" name="Google Shape;3410;p73"/>
          <p:cNvGrpSpPr/>
          <p:nvPr/>
        </p:nvGrpSpPr>
        <p:grpSpPr>
          <a:xfrm>
            <a:off x="832044" y="2025886"/>
            <a:ext cx="1828788" cy="405114"/>
            <a:chOff x="2581250" y="2156575"/>
            <a:chExt cx="2406300" cy="441013"/>
          </a:xfrm>
        </p:grpSpPr>
        <p:sp>
          <p:nvSpPr>
            <p:cNvPr id="3411" name="Google Shape;3411;p73"/>
            <p:cNvSpPr/>
            <p:nvPr/>
          </p:nvSpPr>
          <p:spPr>
            <a:xfrm>
              <a:off x="4546550" y="2156575"/>
              <a:ext cx="441000" cy="441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b="1">
                <a:solidFill>
                  <a:schemeClr val="lt1"/>
                </a:solidFill>
                <a:latin typeface="Inter"/>
                <a:ea typeface="Inter"/>
                <a:cs typeface="Inter"/>
                <a:sym typeface="Inter"/>
              </a:endParaRPr>
            </a:p>
          </p:txBody>
        </p:sp>
        <p:sp>
          <p:nvSpPr>
            <p:cNvPr id="3412" name="Google Shape;3412;p73"/>
            <p:cNvSpPr/>
            <p:nvPr/>
          </p:nvSpPr>
          <p:spPr>
            <a:xfrm>
              <a:off x="2581250" y="2156588"/>
              <a:ext cx="2406300" cy="441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Inter"/>
                  <a:ea typeface="Inter"/>
                  <a:cs typeface="Inter"/>
                  <a:sym typeface="Inter"/>
                </a:rPr>
                <a:t>PHASE 2</a:t>
              </a:r>
              <a:endParaRPr sz="1900" b="1">
                <a:solidFill>
                  <a:schemeClr val="lt1"/>
                </a:solidFill>
                <a:latin typeface="Inter"/>
                <a:ea typeface="Inter"/>
                <a:cs typeface="Inter"/>
                <a:sym typeface="Inter"/>
              </a:endParaRPr>
            </a:p>
          </p:txBody>
        </p:sp>
      </p:grpSp>
      <p:grpSp>
        <p:nvGrpSpPr>
          <p:cNvPr id="3413" name="Google Shape;3413;p73"/>
          <p:cNvGrpSpPr/>
          <p:nvPr/>
        </p:nvGrpSpPr>
        <p:grpSpPr>
          <a:xfrm>
            <a:off x="832044" y="2640108"/>
            <a:ext cx="1828788" cy="405114"/>
            <a:chOff x="2581250" y="2156575"/>
            <a:chExt cx="2406300" cy="441013"/>
          </a:xfrm>
        </p:grpSpPr>
        <p:sp>
          <p:nvSpPr>
            <p:cNvPr id="3414" name="Google Shape;3414;p73"/>
            <p:cNvSpPr/>
            <p:nvPr/>
          </p:nvSpPr>
          <p:spPr>
            <a:xfrm>
              <a:off x="4546550" y="2156575"/>
              <a:ext cx="441000" cy="441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b="1">
                <a:solidFill>
                  <a:schemeClr val="lt1"/>
                </a:solidFill>
                <a:latin typeface="Inter"/>
                <a:ea typeface="Inter"/>
                <a:cs typeface="Inter"/>
                <a:sym typeface="Inter"/>
              </a:endParaRPr>
            </a:p>
          </p:txBody>
        </p:sp>
        <p:sp>
          <p:nvSpPr>
            <p:cNvPr id="3415" name="Google Shape;3415;p73"/>
            <p:cNvSpPr/>
            <p:nvPr/>
          </p:nvSpPr>
          <p:spPr>
            <a:xfrm>
              <a:off x="2581250" y="2156588"/>
              <a:ext cx="2406300" cy="441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Inter"/>
                  <a:ea typeface="Inter"/>
                  <a:cs typeface="Inter"/>
                  <a:sym typeface="Inter"/>
                </a:rPr>
                <a:t>PHASE 3</a:t>
              </a:r>
              <a:endParaRPr sz="1900" b="1">
                <a:solidFill>
                  <a:schemeClr val="lt1"/>
                </a:solidFill>
                <a:latin typeface="Inter"/>
                <a:ea typeface="Inter"/>
                <a:cs typeface="Inter"/>
                <a:sym typeface="Inter"/>
              </a:endParaRPr>
            </a:p>
          </p:txBody>
        </p:sp>
      </p:grpSp>
      <p:grpSp>
        <p:nvGrpSpPr>
          <p:cNvPr id="3416" name="Google Shape;3416;p73"/>
          <p:cNvGrpSpPr/>
          <p:nvPr/>
        </p:nvGrpSpPr>
        <p:grpSpPr>
          <a:xfrm>
            <a:off x="832044" y="3254319"/>
            <a:ext cx="1828788" cy="405114"/>
            <a:chOff x="2581250" y="2156575"/>
            <a:chExt cx="2406300" cy="441013"/>
          </a:xfrm>
        </p:grpSpPr>
        <p:sp>
          <p:nvSpPr>
            <p:cNvPr id="3417" name="Google Shape;3417;p73"/>
            <p:cNvSpPr/>
            <p:nvPr/>
          </p:nvSpPr>
          <p:spPr>
            <a:xfrm>
              <a:off x="4546550" y="2156575"/>
              <a:ext cx="441000" cy="441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b="1">
                <a:solidFill>
                  <a:schemeClr val="lt1"/>
                </a:solidFill>
                <a:latin typeface="Inter"/>
                <a:ea typeface="Inter"/>
                <a:cs typeface="Inter"/>
                <a:sym typeface="Inter"/>
              </a:endParaRPr>
            </a:p>
          </p:txBody>
        </p:sp>
        <p:sp>
          <p:nvSpPr>
            <p:cNvPr id="3418" name="Google Shape;3418;p73"/>
            <p:cNvSpPr/>
            <p:nvPr/>
          </p:nvSpPr>
          <p:spPr>
            <a:xfrm>
              <a:off x="2581250" y="2156588"/>
              <a:ext cx="2406300" cy="441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Inter"/>
                  <a:ea typeface="Inter"/>
                  <a:cs typeface="Inter"/>
                  <a:sym typeface="Inter"/>
                </a:rPr>
                <a:t>PHASE 4</a:t>
              </a:r>
              <a:endParaRPr sz="1900" b="1">
                <a:solidFill>
                  <a:schemeClr val="lt1"/>
                </a:solidFill>
                <a:latin typeface="Inter"/>
                <a:ea typeface="Inter"/>
                <a:cs typeface="Inter"/>
                <a:sym typeface="Inter"/>
              </a:endParaRPr>
            </a:p>
          </p:txBody>
        </p:sp>
      </p:grpSp>
      <p:cxnSp>
        <p:nvCxnSpPr>
          <p:cNvPr id="3419" name="Google Shape;3419;p73"/>
          <p:cNvCxnSpPr>
            <a:stCxn id="3409" idx="3"/>
            <a:endCxn id="3390" idx="1"/>
          </p:cNvCxnSpPr>
          <p:nvPr/>
        </p:nvCxnSpPr>
        <p:spPr>
          <a:xfrm>
            <a:off x="2660832" y="1614313"/>
            <a:ext cx="628500" cy="0"/>
          </a:xfrm>
          <a:prstGeom prst="straightConnector1">
            <a:avLst/>
          </a:prstGeom>
          <a:noFill/>
          <a:ln w="19050" cap="flat" cmpd="sng">
            <a:solidFill>
              <a:schemeClr val="accent3"/>
            </a:solidFill>
            <a:prstDash val="solid"/>
            <a:round/>
            <a:headEnd type="none" w="med" len="med"/>
            <a:tailEnd type="none" w="med" len="med"/>
          </a:ln>
        </p:spPr>
      </p:cxnSp>
      <p:cxnSp>
        <p:nvCxnSpPr>
          <p:cNvPr id="3420" name="Google Shape;3420;p73"/>
          <p:cNvCxnSpPr>
            <a:stCxn id="3412" idx="3"/>
            <a:endCxn id="3393" idx="1"/>
          </p:cNvCxnSpPr>
          <p:nvPr/>
        </p:nvCxnSpPr>
        <p:spPr>
          <a:xfrm>
            <a:off x="2660832" y="2228449"/>
            <a:ext cx="628500" cy="0"/>
          </a:xfrm>
          <a:prstGeom prst="straightConnector1">
            <a:avLst/>
          </a:prstGeom>
          <a:noFill/>
          <a:ln w="19050" cap="flat" cmpd="sng">
            <a:solidFill>
              <a:schemeClr val="accent3"/>
            </a:solidFill>
            <a:prstDash val="solid"/>
            <a:round/>
            <a:headEnd type="none" w="med" len="med"/>
            <a:tailEnd type="none" w="med" len="med"/>
          </a:ln>
        </p:spPr>
      </p:cxnSp>
      <p:cxnSp>
        <p:nvCxnSpPr>
          <p:cNvPr id="3421" name="Google Shape;3421;p73"/>
          <p:cNvCxnSpPr>
            <a:stCxn id="3415" idx="3"/>
            <a:endCxn id="3396" idx="1"/>
          </p:cNvCxnSpPr>
          <p:nvPr/>
        </p:nvCxnSpPr>
        <p:spPr>
          <a:xfrm>
            <a:off x="2660832" y="2842671"/>
            <a:ext cx="628500" cy="0"/>
          </a:xfrm>
          <a:prstGeom prst="straightConnector1">
            <a:avLst/>
          </a:prstGeom>
          <a:noFill/>
          <a:ln w="19050" cap="flat" cmpd="sng">
            <a:solidFill>
              <a:schemeClr val="accent3"/>
            </a:solidFill>
            <a:prstDash val="solid"/>
            <a:round/>
            <a:headEnd type="none" w="med" len="med"/>
            <a:tailEnd type="none" w="med" len="med"/>
          </a:ln>
        </p:spPr>
      </p:cxnSp>
      <p:cxnSp>
        <p:nvCxnSpPr>
          <p:cNvPr id="3422" name="Google Shape;3422;p73"/>
          <p:cNvCxnSpPr>
            <a:stCxn id="3418" idx="3"/>
            <a:endCxn id="3399" idx="1"/>
          </p:cNvCxnSpPr>
          <p:nvPr/>
        </p:nvCxnSpPr>
        <p:spPr>
          <a:xfrm>
            <a:off x="2660832" y="3456881"/>
            <a:ext cx="628500" cy="0"/>
          </a:xfrm>
          <a:prstGeom prst="straightConnector1">
            <a:avLst/>
          </a:prstGeom>
          <a:noFill/>
          <a:ln w="19050" cap="flat" cmpd="sng">
            <a:solidFill>
              <a:schemeClr val="accent3"/>
            </a:solidFill>
            <a:prstDash val="solid"/>
            <a:round/>
            <a:headEnd type="none" w="med" len="med"/>
            <a:tailEnd type="none" w="med" len="med"/>
          </a:ln>
        </p:spPr>
      </p:cxnSp>
      <p:cxnSp>
        <p:nvCxnSpPr>
          <p:cNvPr id="3423" name="Google Shape;3423;p73"/>
          <p:cNvCxnSpPr>
            <a:stCxn id="3390" idx="2"/>
            <a:endCxn id="3393" idx="0"/>
          </p:cNvCxnSpPr>
          <p:nvPr/>
        </p:nvCxnSpPr>
        <p:spPr>
          <a:xfrm>
            <a:off x="4569387" y="1816750"/>
            <a:ext cx="0" cy="209100"/>
          </a:xfrm>
          <a:prstGeom prst="straightConnector1">
            <a:avLst/>
          </a:prstGeom>
          <a:noFill/>
          <a:ln w="19050" cap="flat" cmpd="sng">
            <a:solidFill>
              <a:schemeClr val="accent3"/>
            </a:solidFill>
            <a:prstDash val="solid"/>
            <a:round/>
            <a:headEnd type="none" w="med" len="med"/>
            <a:tailEnd type="triangle" w="med" len="med"/>
          </a:ln>
        </p:spPr>
      </p:cxnSp>
      <p:cxnSp>
        <p:nvCxnSpPr>
          <p:cNvPr id="3424" name="Google Shape;3424;p73"/>
          <p:cNvCxnSpPr>
            <a:stCxn id="3393" idx="2"/>
            <a:endCxn id="3396" idx="0"/>
          </p:cNvCxnSpPr>
          <p:nvPr/>
        </p:nvCxnSpPr>
        <p:spPr>
          <a:xfrm>
            <a:off x="4569387" y="2431000"/>
            <a:ext cx="0" cy="209100"/>
          </a:xfrm>
          <a:prstGeom prst="straightConnector1">
            <a:avLst/>
          </a:prstGeom>
          <a:noFill/>
          <a:ln w="19050" cap="flat" cmpd="sng">
            <a:solidFill>
              <a:schemeClr val="accent3"/>
            </a:solidFill>
            <a:prstDash val="solid"/>
            <a:round/>
            <a:headEnd type="none" w="med" len="med"/>
            <a:tailEnd type="triangle" w="med" len="med"/>
          </a:ln>
        </p:spPr>
      </p:cxnSp>
      <p:cxnSp>
        <p:nvCxnSpPr>
          <p:cNvPr id="3425" name="Google Shape;3425;p73"/>
          <p:cNvCxnSpPr>
            <a:stCxn id="3396" idx="2"/>
            <a:endCxn id="3399" idx="0"/>
          </p:cNvCxnSpPr>
          <p:nvPr/>
        </p:nvCxnSpPr>
        <p:spPr>
          <a:xfrm>
            <a:off x="4569387" y="3045211"/>
            <a:ext cx="0" cy="209100"/>
          </a:xfrm>
          <a:prstGeom prst="straightConnector1">
            <a:avLst/>
          </a:prstGeom>
          <a:noFill/>
          <a:ln w="19050" cap="flat" cmpd="sng">
            <a:solidFill>
              <a:schemeClr val="accent3"/>
            </a:solidFill>
            <a:prstDash val="solid"/>
            <a:round/>
            <a:headEnd type="none" w="med" len="med"/>
            <a:tailEnd type="triangle" w="med" len="med"/>
          </a:ln>
        </p:spPr>
      </p:cxnSp>
      <p:cxnSp>
        <p:nvCxnSpPr>
          <p:cNvPr id="3426" name="Google Shape;3426;p73"/>
          <p:cNvCxnSpPr>
            <a:stCxn id="3399" idx="2"/>
            <a:endCxn id="3402" idx="0"/>
          </p:cNvCxnSpPr>
          <p:nvPr/>
        </p:nvCxnSpPr>
        <p:spPr>
          <a:xfrm>
            <a:off x="4569387" y="3659421"/>
            <a:ext cx="0" cy="209100"/>
          </a:xfrm>
          <a:prstGeom prst="straightConnector1">
            <a:avLst/>
          </a:prstGeom>
          <a:noFill/>
          <a:ln w="19050" cap="flat" cmpd="sng">
            <a:solidFill>
              <a:schemeClr val="accent3"/>
            </a:solidFill>
            <a:prstDash val="solid"/>
            <a:round/>
            <a:headEnd type="none" w="med" len="med"/>
            <a:tailEnd type="triangle" w="med" len="med"/>
          </a:ln>
        </p:spPr>
      </p:cxnSp>
      <p:cxnSp>
        <p:nvCxnSpPr>
          <p:cNvPr id="3427" name="Google Shape;3427;p73"/>
          <p:cNvCxnSpPr>
            <a:stCxn id="3390" idx="3"/>
            <a:endCxn id="3403" idx="1"/>
          </p:cNvCxnSpPr>
          <p:nvPr/>
        </p:nvCxnSpPr>
        <p:spPr>
          <a:xfrm>
            <a:off x="5849337" y="1614250"/>
            <a:ext cx="629400" cy="0"/>
          </a:xfrm>
          <a:prstGeom prst="straightConnector1">
            <a:avLst/>
          </a:prstGeom>
          <a:noFill/>
          <a:ln w="19050" cap="flat" cmpd="sng">
            <a:solidFill>
              <a:schemeClr val="accent3"/>
            </a:solidFill>
            <a:prstDash val="solid"/>
            <a:round/>
            <a:headEnd type="none" w="med" len="med"/>
            <a:tailEnd type="none" w="med" len="med"/>
          </a:ln>
        </p:spPr>
      </p:cxnSp>
      <p:cxnSp>
        <p:nvCxnSpPr>
          <p:cNvPr id="3428" name="Google Shape;3428;p73"/>
          <p:cNvCxnSpPr>
            <a:stCxn id="3393" idx="3"/>
            <a:endCxn id="3404" idx="1"/>
          </p:cNvCxnSpPr>
          <p:nvPr/>
        </p:nvCxnSpPr>
        <p:spPr>
          <a:xfrm>
            <a:off x="5849418" y="2228449"/>
            <a:ext cx="629400" cy="0"/>
          </a:xfrm>
          <a:prstGeom prst="straightConnector1">
            <a:avLst/>
          </a:prstGeom>
          <a:noFill/>
          <a:ln w="19050" cap="flat" cmpd="sng">
            <a:solidFill>
              <a:schemeClr val="accent3"/>
            </a:solidFill>
            <a:prstDash val="solid"/>
            <a:round/>
            <a:headEnd type="none" w="med" len="med"/>
            <a:tailEnd type="none" w="med" len="med"/>
          </a:ln>
        </p:spPr>
      </p:cxnSp>
      <p:cxnSp>
        <p:nvCxnSpPr>
          <p:cNvPr id="3429" name="Google Shape;3429;p73"/>
          <p:cNvCxnSpPr>
            <a:stCxn id="3396" idx="3"/>
            <a:endCxn id="3405" idx="1"/>
          </p:cNvCxnSpPr>
          <p:nvPr/>
        </p:nvCxnSpPr>
        <p:spPr>
          <a:xfrm>
            <a:off x="5849418" y="2842660"/>
            <a:ext cx="629400" cy="0"/>
          </a:xfrm>
          <a:prstGeom prst="straightConnector1">
            <a:avLst/>
          </a:prstGeom>
          <a:noFill/>
          <a:ln w="19050" cap="flat" cmpd="sng">
            <a:solidFill>
              <a:schemeClr val="accent3"/>
            </a:solidFill>
            <a:prstDash val="solid"/>
            <a:round/>
            <a:headEnd type="none" w="med" len="med"/>
            <a:tailEnd type="none" w="med" len="med"/>
          </a:ln>
        </p:spPr>
      </p:cxnSp>
      <p:cxnSp>
        <p:nvCxnSpPr>
          <p:cNvPr id="3430" name="Google Shape;3430;p73"/>
          <p:cNvCxnSpPr>
            <a:stCxn id="3399" idx="3"/>
            <a:endCxn id="3406" idx="1"/>
          </p:cNvCxnSpPr>
          <p:nvPr/>
        </p:nvCxnSpPr>
        <p:spPr>
          <a:xfrm>
            <a:off x="5849418" y="3456870"/>
            <a:ext cx="629400" cy="3300"/>
          </a:xfrm>
          <a:prstGeom prst="straightConnector1">
            <a:avLst/>
          </a:prstGeom>
          <a:noFill/>
          <a:ln w="19050" cap="flat" cmpd="sng">
            <a:solidFill>
              <a:schemeClr val="accent3"/>
            </a:solidFill>
            <a:prstDash val="solid"/>
            <a:round/>
            <a:headEnd type="none" w="med" len="med"/>
            <a:tailEnd type="none" w="med" len="med"/>
          </a:ln>
        </p:spPr>
      </p:cxnSp>
      <p:grpSp>
        <p:nvGrpSpPr>
          <p:cNvPr id="3431" name="Google Shape;3431;p73"/>
          <p:cNvGrpSpPr/>
          <p:nvPr/>
        </p:nvGrpSpPr>
        <p:grpSpPr>
          <a:xfrm>
            <a:off x="198700" y="348600"/>
            <a:ext cx="961550" cy="803100"/>
            <a:chOff x="4781075" y="719300"/>
            <a:chExt cx="961550" cy="803100"/>
          </a:xfrm>
        </p:grpSpPr>
        <p:sp>
          <p:nvSpPr>
            <p:cNvPr id="3432" name="Google Shape;3432;p73"/>
            <p:cNvSpPr/>
            <p:nvPr/>
          </p:nvSpPr>
          <p:spPr>
            <a:xfrm>
              <a:off x="4781075" y="822700"/>
              <a:ext cx="522900" cy="52207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73"/>
            <p:cNvSpPr/>
            <p:nvPr/>
          </p:nvSpPr>
          <p:spPr>
            <a:xfrm>
              <a:off x="5305625" y="719300"/>
              <a:ext cx="298575" cy="301075"/>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73"/>
            <p:cNvSpPr/>
            <p:nvPr/>
          </p:nvSpPr>
          <p:spPr>
            <a:xfrm>
              <a:off x="5304800" y="1084550"/>
              <a:ext cx="437825" cy="437850"/>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35" name="Google Shape;3435;p73"/>
          <p:cNvSpPr/>
          <p:nvPr/>
        </p:nvSpPr>
        <p:spPr>
          <a:xfrm>
            <a:off x="177600" y="4568875"/>
            <a:ext cx="1462500" cy="1863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36" name="Google Shape;3436;p73"/>
          <p:cNvGrpSpPr/>
          <p:nvPr/>
        </p:nvGrpSpPr>
        <p:grpSpPr>
          <a:xfrm>
            <a:off x="335537" y="4048789"/>
            <a:ext cx="1096269" cy="606406"/>
            <a:chOff x="239224" y="3962464"/>
            <a:chExt cx="1096269" cy="606406"/>
          </a:xfrm>
        </p:grpSpPr>
        <p:grpSp>
          <p:nvGrpSpPr>
            <p:cNvPr id="3437" name="Google Shape;3437;p73"/>
            <p:cNvGrpSpPr/>
            <p:nvPr/>
          </p:nvGrpSpPr>
          <p:grpSpPr>
            <a:xfrm>
              <a:off x="923960" y="4386623"/>
              <a:ext cx="411533" cy="180447"/>
              <a:chOff x="7800560" y="4390223"/>
              <a:chExt cx="411533" cy="180447"/>
            </a:xfrm>
          </p:grpSpPr>
          <p:sp>
            <p:nvSpPr>
              <p:cNvPr id="3438" name="Google Shape;3438;p73"/>
              <p:cNvSpPr/>
              <p:nvPr/>
            </p:nvSpPr>
            <p:spPr>
              <a:xfrm>
                <a:off x="7826818" y="4480820"/>
                <a:ext cx="385275" cy="89851"/>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73"/>
              <p:cNvSpPr/>
              <p:nvPr/>
            </p:nvSpPr>
            <p:spPr>
              <a:xfrm>
                <a:off x="7859558"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73"/>
              <p:cNvSpPr/>
              <p:nvPr/>
            </p:nvSpPr>
            <p:spPr>
              <a:xfrm>
                <a:off x="7910180"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73"/>
              <p:cNvSpPr/>
              <p:nvPr/>
            </p:nvSpPr>
            <p:spPr>
              <a:xfrm>
                <a:off x="7960813"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73"/>
              <p:cNvSpPr/>
              <p:nvPr/>
            </p:nvSpPr>
            <p:spPr>
              <a:xfrm>
                <a:off x="8011058" y="4488808"/>
                <a:ext cx="16765" cy="73485"/>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73"/>
              <p:cNvSpPr/>
              <p:nvPr/>
            </p:nvSpPr>
            <p:spPr>
              <a:xfrm>
                <a:off x="8061691" y="4488808"/>
                <a:ext cx="16754" cy="73485"/>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73"/>
              <p:cNvSpPr/>
              <p:nvPr/>
            </p:nvSpPr>
            <p:spPr>
              <a:xfrm>
                <a:off x="8112689" y="4488808"/>
                <a:ext cx="16388" cy="73485"/>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73"/>
              <p:cNvSpPr/>
              <p:nvPr/>
            </p:nvSpPr>
            <p:spPr>
              <a:xfrm>
                <a:off x="8162946" y="4488808"/>
                <a:ext cx="16754" cy="73485"/>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73"/>
              <p:cNvSpPr/>
              <p:nvPr/>
            </p:nvSpPr>
            <p:spPr>
              <a:xfrm>
                <a:off x="7843947" y="4488808"/>
                <a:ext cx="106604" cy="73108"/>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73"/>
              <p:cNvSpPr/>
              <p:nvPr/>
            </p:nvSpPr>
            <p:spPr>
              <a:xfrm>
                <a:off x="7826818" y="4480820"/>
                <a:ext cx="385275" cy="8000"/>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73"/>
              <p:cNvSpPr/>
              <p:nvPr/>
            </p:nvSpPr>
            <p:spPr>
              <a:xfrm>
                <a:off x="7800560" y="4390223"/>
                <a:ext cx="384887" cy="89851"/>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73"/>
              <p:cNvSpPr/>
              <p:nvPr/>
            </p:nvSpPr>
            <p:spPr>
              <a:xfrm>
                <a:off x="7832912" y="4398212"/>
                <a:ext cx="16377" cy="73862"/>
              </a:xfrm>
              <a:custGeom>
                <a:avLst/>
                <a:gdLst/>
                <a:ahLst/>
                <a:cxnLst/>
                <a:rect l="l" t="t" r="r" b="b"/>
                <a:pathLst>
                  <a:path w="1435" h="6472" extrusionOk="0">
                    <a:moveTo>
                      <a:pt x="0" y="1"/>
                    </a:moveTo>
                    <a:lnTo>
                      <a:pt x="0" y="6472"/>
                    </a:lnTo>
                    <a:lnTo>
                      <a:pt x="1435" y="6472"/>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73"/>
              <p:cNvSpPr/>
              <p:nvPr/>
            </p:nvSpPr>
            <p:spPr>
              <a:xfrm>
                <a:off x="7883157"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73"/>
              <p:cNvSpPr/>
              <p:nvPr/>
            </p:nvSpPr>
            <p:spPr>
              <a:xfrm>
                <a:off x="7934167" y="4398212"/>
                <a:ext cx="16765" cy="73862"/>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73"/>
              <p:cNvSpPr/>
              <p:nvPr/>
            </p:nvSpPr>
            <p:spPr>
              <a:xfrm>
                <a:off x="7984412"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73"/>
              <p:cNvSpPr/>
              <p:nvPr/>
            </p:nvSpPr>
            <p:spPr>
              <a:xfrm>
                <a:off x="8035045"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73"/>
              <p:cNvSpPr/>
              <p:nvPr/>
            </p:nvSpPr>
            <p:spPr>
              <a:xfrm>
                <a:off x="8085290"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73"/>
              <p:cNvSpPr/>
              <p:nvPr/>
            </p:nvSpPr>
            <p:spPr>
              <a:xfrm>
                <a:off x="8136300"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73"/>
              <p:cNvSpPr/>
              <p:nvPr/>
            </p:nvSpPr>
            <p:spPr>
              <a:xfrm>
                <a:off x="7817689" y="4398212"/>
                <a:ext cx="106604" cy="73485"/>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73"/>
              <p:cNvSpPr/>
              <p:nvPr/>
            </p:nvSpPr>
            <p:spPr>
              <a:xfrm>
                <a:off x="7800560" y="4390223"/>
                <a:ext cx="384887" cy="8000"/>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8" name="Google Shape;3458;p73"/>
            <p:cNvGrpSpPr/>
            <p:nvPr/>
          </p:nvGrpSpPr>
          <p:grpSpPr>
            <a:xfrm>
              <a:off x="239224" y="3962464"/>
              <a:ext cx="550856" cy="606406"/>
              <a:chOff x="8259624" y="3964264"/>
              <a:chExt cx="550856" cy="606406"/>
            </a:xfrm>
          </p:grpSpPr>
          <p:sp>
            <p:nvSpPr>
              <p:cNvPr id="3459" name="Google Shape;3459;p73"/>
              <p:cNvSpPr/>
              <p:nvPr/>
            </p:nvSpPr>
            <p:spPr>
              <a:xfrm>
                <a:off x="8411124" y="4480820"/>
                <a:ext cx="385275" cy="89851"/>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73"/>
              <p:cNvSpPr/>
              <p:nvPr/>
            </p:nvSpPr>
            <p:spPr>
              <a:xfrm>
                <a:off x="8443487"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73"/>
              <p:cNvSpPr/>
              <p:nvPr/>
            </p:nvSpPr>
            <p:spPr>
              <a:xfrm>
                <a:off x="8494109"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73"/>
              <p:cNvSpPr/>
              <p:nvPr/>
            </p:nvSpPr>
            <p:spPr>
              <a:xfrm>
                <a:off x="8545118" y="4488808"/>
                <a:ext cx="16765" cy="73485"/>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73"/>
              <p:cNvSpPr/>
              <p:nvPr/>
            </p:nvSpPr>
            <p:spPr>
              <a:xfrm>
                <a:off x="8595363" y="4488808"/>
                <a:ext cx="16765" cy="73485"/>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73"/>
              <p:cNvSpPr/>
              <p:nvPr/>
            </p:nvSpPr>
            <p:spPr>
              <a:xfrm>
                <a:off x="8645997" y="4488808"/>
                <a:ext cx="16377" cy="73485"/>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73"/>
              <p:cNvSpPr/>
              <p:nvPr/>
            </p:nvSpPr>
            <p:spPr>
              <a:xfrm>
                <a:off x="8696242"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73"/>
              <p:cNvSpPr/>
              <p:nvPr/>
            </p:nvSpPr>
            <p:spPr>
              <a:xfrm>
                <a:off x="8747251" y="4488808"/>
                <a:ext cx="16765" cy="73485"/>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73"/>
              <p:cNvSpPr/>
              <p:nvPr/>
            </p:nvSpPr>
            <p:spPr>
              <a:xfrm>
                <a:off x="8428641" y="4488808"/>
                <a:ext cx="106604" cy="73108"/>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73"/>
              <p:cNvSpPr/>
              <p:nvPr/>
            </p:nvSpPr>
            <p:spPr>
              <a:xfrm>
                <a:off x="8428641" y="4488808"/>
                <a:ext cx="106604" cy="73108"/>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73"/>
              <p:cNvSpPr/>
              <p:nvPr/>
            </p:nvSpPr>
            <p:spPr>
              <a:xfrm>
                <a:off x="8411124" y="4480820"/>
                <a:ext cx="385275" cy="8000"/>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73"/>
              <p:cNvSpPr/>
              <p:nvPr/>
            </p:nvSpPr>
            <p:spPr>
              <a:xfrm>
                <a:off x="8259624" y="4390600"/>
                <a:ext cx="384887" cy="90239"/>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73"/>
              <p:cNvSpPr/>
              <p:nvPr/>
            </p:nvSpPr>
            <p:spPr>
              <a:xfrm>
                <a:off x="8291987"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73"/>
              <p:cNvSpPr/>
              <p:nvPr/>
            </p:nvSpPr>
            <p:spPr>
              <a:xfrm>
                <a:off x="8342609"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73"/>
              <p:cNvSpPr/>
              <p:nvPr/>
            </p:nvSpPr>
            <p:spPr>
              <a:xfrm>
                <a:off x="8393242" y="4398212"/>
                <a:ext cx="16754" cy="73862"/>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73"/>
              <p:cNvSpPr/>
              <p:nvPr/>
            </p:nvSpPr>
            <p:spPr>
              <a:xfrm>
                <a:off x="8443487" y="4398212"/>
                <a:ext cx="16765" cy="73862"/>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73"/>
              <p:cNvSpPr/>
              <p:nvPr/>
            </p:nvSpPr>
            <p:spPr>
              <a:xfrm>
                <a:off x="8494109" y="4398212"/>
                <a:ext cx="16765" cy="73862"/>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73"/>
              <p:cNvSpPr/>
              <p:nvPr/>
            </p:nvSpPr>
            <p:spPr>
              <a:xfrm>
                <a:off x="8545118" y="4398212"/>
                <a:ext cx="16765" cy="73862"/>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73"/>
              <p:cNvSpPr/>
              <p:nvPr/>
            </p:nvSpPr>
            <p:spPr>
              <a:xfrm>
                <a:off x="8595363" y="4398212"/>
                <a:ext cx="16765" cy="73862"/>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73"/>
              <p:cNvSpPr/>
              <p:nvPr/>
            </p:nvSpPr>
            <p:spPr>
              <a:xfrm>
                <a:off x="8276753" y="4398212"/>
                <a:ext cx="106604" cy="73485"/>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73"/>
              <p:cNvSpPr/>
              <p:nvPr/>
            </p:nvSpPr>
            <p:spPr>
              <a:xfrm>
                <a:off x="8259624" y="4390223"/>
                <a:ext cx="384887" cy="8000"/>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73"/>
              <p:cNvSpPr/>
              <p:nvPr/>
            </p:nvSpPr>
            <p:spPr>
              <a:xfrm>
                <a:off x="8425217" y="4301521"/>
                <a:ext cx="385263" cy="90239"/>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73"/>
              <p:cNvSpPr/>
              <p:nvPr/>
            </p:nvSpPr>
            <p:spPr>
              <a:xfrm>
                <a:off x="8457946" y="4309521"/>
                <a:ext cx="16765" cy="73485"/>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73"/>
              <p:cNvSpPr/>
              <p:nvPr/>
            </p:nvSpPr>
            <p:spPr>
              <a:xfrm>
                <a:off x="8508579" y="4309521"/>
                <a:ext cx="16377" cy="73485"/>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73"/>
              <p:cNvSpPr/>
              <p:nvPr/>
            </p:nvSpPr>
            <p:spPr>
              <a:xfrm>
                <a:off x="8609457" y="4309521"/>
                <a:ext cx="16377" cy="73485"/>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73"/>
              <p:cNvSpPr/>
              <p:nvPr/>
            </p:nvSpPr>
            <p:spPr>
              <a:xfrm>
                <a:off x="8660078" y="4309521"/>
                <a:ext cx="16765" cy="73485"/>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73"/>
              <p:cNvSpPr/>
              <p:nvPr/>
            </p:nvSpPr>
            <p:spPr>
              <a:xfrm>
                <a:off x="8710711" y="4309521"/>
                <a:ext cx="16754" cy="73485"/>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73"/>
              <p:cNvSpPr/>
              <p:nvPr/>
            </p:nvSpPr>
            <p:spPr>
              <a:xfrm>
                <a:off x="8760956" y="4309521"/>
                <a:ext cx="16754" cy="73485"/>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73"/>
              <p:cNvSpPr/>
              <p:nvPr/>
            </p:nvSpPr>
            <p:spPr>
              <a:xfrm>
                <a:off x="8442346" y="4309521"/>
                <a:ext cx="106604" cy="73108"/>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73"/>
              <p:cNvSpPr/>
              <p:nvPr/>
            </p:nvSpPr>
            <p:spPr>
              <a:xfrm>
                <a:off x="8442346" y="4309521"/>
                <a:ext cx="106604" cy="73108"/>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73"/>
              <p:cNvSpPr/>
              <p:nvPr/>
            </p:nvSpPr>
            <p:spPr>
              <a:xfrm>
                <a:off x="8425217" y="4301145"/>
                <a:ext cx="385263" cy="8388"/>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73"/>
              <p:cNvSpPr/>
              <p:nvPr/>
            </p:nvSpPr>
            <p:spPr>
              <a:xfrm>
                <a:off x="8455287" y="3974923"/>
                <a:ext cx="328543" cy="318797"/>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73"/>
              <p:cNvSpPr/>
              <p:nvPr/>
            </p:nvSpPr>
            <p:spPr>
              <a:xfrm>
                <a:off x="8447675" y="3964264"/>
                <a:ext cx="340720" cy="340732"/>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73"/>
              <p:cNvSpPr/>
              <p:nvPr/>
            </p:nvSpPr>
            <p:spPr>
              <a:xfrm>
                <a:off x="8451475" y="3970986"/>
                <a:ext cx="336920" cy="327539"/>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73"/>
              <p:cNvSpPr/>
              <p:nvPr/>
            </p:nvSpPr>
            <p:spPr>
              <a:xfrm>
                <a:off x="8559965" y="4044967"/>
                <a:ext cx="121075" cy="196067"/>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73"/>
              <p:cNvSpPr/>
              <p:nvPr/>
            </p:nvSpPr>
            <p:spPr>
              <a:xfrm>
                <a:off x="8476227" y="3995361"/>
                <a:ext cx="240986" cy="240347"/>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98"/>
        <p:cNvGrpSpPr/>
        <p:nvPr/>
      </p:nvGrpSpPr>
      <p:grpSpPr>
        <a:xfrm>
          <a:off x="0" y="0"/>
          <a:ext cx="0" cy="0"/>
          <a:chOff x="0" y="0"/>
          <a:chExt cx="0" cy="0"/>
        </a:xfrm>
      </p:grpSpPr>
      <p:grpSp>
        <p:nvGrpSpPr>
          <p:cNvPr id="3499" name="Google Shape;3499;p74"/>
          <p:cNvGrpSpPr/>
          <p:nvPr/>
        </p:nvGrpSpPr>
        <p:grpSpPr>
          <a:xfrm>
            <a:off x="-182366" y="1369303"/>
            <a:ext cx="5094190" cy="2935926"/>
            <a:chOff x="12553" y="1292880"/>
            <a:chExt cx="6347900" cy="3658475"/>
          </a:xfrm>
        </p:grpSpPr>
        <p:sp>
          <p:nvSpPr>
            <p:cNvPr id="3500" name="Google Shape;3500;p74"/>
            <p:cNvSpPr/>
            <p:nvPr/>
          </p:nvSpPr>
          <p:spPr>
            <a:xfrm>
              <a:off x="12553" y="1292880"/>
              <a:ext cx="6347900" cy="3658475"/>
            </a:xfrm>
            <a:custGeom>
              <a:avLst/>
              <a:gdLst/>
              <a:ahLst/>
              <a:cxnLst/>
              <a:rect l="l" t="t" r="r" b="b"/>
              <a:pathLst>
                <a:path w="253916" h="146339" extrusionOk="0">
                  <a:moveTo>
                    <a:pt x="253916" y="1"/>
                  </a:moveTo>
                  <a:lnTo>
                    <a:pt x="223060" y="16246"/>
                  </a:lnTo>
                  <a:lnTo>
                    <a:pt x="230999" y="22517"/>
                  </a:lnTo>
                  <a:lnTo>
                    <a:pt x="205548" y="53739"/>
                  </a:lnTo>
                  <a:lnTo>
                    <a:pt x="171790" y="29589"/>
                  </a:lnTo>
                  <a:lnTo>
                    <a:pt x="119253" y="84628"/>
                  </a:lnTo>
                  <a:lnTo>
                    <a:pt x="77957" y="60878"/>
                  </a:lnTo>
                  <a:lnTo>
                    <a:pt x="1" y="129260"/>
                  </a:lnTo>
                  <a:lnTo>
                    <a:pt x="1" y="146339"/>
                  </a:lnTo>
                  <a:lnTo>
                    <a:pt x="79625" y="72553"/>
                  </a:lnTo>
                  <a:lnTo>
                    <a:pt x="119453" y="97070"/>
                  </a:lnTo>
                  <a:lnTo>
                    <a:pt x="173225" y="43132"/>
                  </a:lnTo>
                  <a:lnTo>
                    <a:pt x="207216" y="67316"/>
                  </a:lnTo>
                  <a:lnTo>
                    <a:pt x="238905" y="28555"/>
                  </a:lnTo>
                  <a:lnTo>
                    <a:pt x="246410" y="34592"/>
                  </a:lnTo>
                  <a:lnTo>
                    <a:pt x="25391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74"/>
            <p:cNvSpPr/>
            <p:nvPr/>
          </p:nvSpPr>
          <p:spPr>
            <a:xfrm>
              <a:off x="1752153" y="2756480"/>
              <a:ext cx="437000" cy="398500"/>
            </a:xfrm>
            <a:custGeom>
              <a:avLst/>
              <a:gdLst/>
              <a:ahLst/>
              <a:cxnLst/>
              <a:rect l="l" t="t" r="r" b="b"/>
              <a:pathLst>
                <a:path w="17480" h="15940" extrusionOk="0">
                  <a:moveTo>
                    <a:pt x="8745" y="1"/>
                  </a:moveTo>
                  <a:cubicBezTo>
                    <a:pt x="5120" y="1"/>
                    <a:pt x="1834" y="2495"/>
                    <a:pt x="1001" y="6203"/>
                  </a:cubicBezTo>
                  <a:cubicBezTo>
                    <a:pt x="0" y="10506"/>
                    <a:pt x="2702" y="14743"/>
                    <a:pt x="7005" y="15743"/>
                  </a:cubicBezTo>
                  <a:cubicBezTo>
                    <a:pt x="7591" y="15876"/>
                    <a:pt x="8177" y="15940"/>
                    <a:pt x="8754" y="15940"/>
                  </a:cubicBezTo>
                  <a:cubicBezTo>
                    <a:pt x="12384" y="15940"/>
                    <a:pt x="15677" y="13423"/>
                    <a:pt x="16512" y="9739"/>
                  </a:cubicBezTo>
                  <a:cubicBezTo>
                    <a:pt x="17479" y="5436"/>
                    <a:pt x="14811" y="1166"/>
                    <a:pt x="10508" y="199"/>
                  </a:cubicBezTo>
                  <a:cubicBezTo>
                    <a:pt x="9917" y="65"/>
                    <a:pt x="9327" y="1"/>
                    <a:pt x="87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74"/>
            <p:cNvSpPr/>
            <p:nvPr/>
          </p:nvSpPr>
          <p:spPr>
            <a:xfrm>
              <a:off x="4107978" y="1999130"/>
              <a:ext cx="452850" cy="398475"/>
            </a:xfrm>
            <a:custGeom>
              <a:avLst/>
              <a:gdLst/>
              <a:ahLst/>
              <a:cxnLst/>
              <a:rect l="l" t="t" r="r" b="b"/>
              <a:pathLst>
                <a:path w="18114" h="15939" extrusionOk="0">
                  <a:moveTo>
                    <a:pt x="9058" y="1"/>
                  </a:moveTo>
                  <a:cubicBezTo>
                    <a:pt x="8027" y="1"/>
                    <a:pt x="6980" y="205"/>
                    <a:pt x="5972" y="638"/>
                  </a:cubicBezTo>
                  <a:cubicBezTo>
                    <a:pt x="1902" y="2339"/>
                    <a:pt x="1" y="7009"/>
                    <a:pt x="1702" y="11046"/>
                  </a:cubicBezTo>
                  <a:cubicBezTo>
                    <a:pt x="2981" y="14104"/>
                    <a:pt x="5937" y="15938"/>
                    <a:pt x="9054" y="15938"/>
                  </a:cubicBezTo>
                  <a:cubicBezTo>
                    <a:pt x="10084" y="15938"/>
                    <a:pt x="11132" y="15738"/>
                    <a:pt x="12143" y="15315"/>
                  </a:cubicBezTo>
                  <a:cubicBezTo>
                    <a:pt x="16179" y="13614"/>
                    <a:pt x="18114" y="8944"/>
                    <a:pt x="16379" y="4875"/>
                  </a:cubicBezTo>
                  <a:cubicBezTo>
                    <a:pt x="15103" y="1846"/>
                    <a:pt x="12155" y="1"/>
                    <a:pt x="90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03" name="Google Shape;3503;p74"/>
          <p:cNvSpPr/>
          <p:nvPr/>
        </p:nvSpPr>
        <p:spPr>
          <a:xfrm>
            <a:off x="327088" y="3997400"/>
            <a:ext cx="3467100" cy="431400"/>
          </a:xfrm>
          <a:prstGeom prst="ellipse">
            <a:avLst/>
          </a:prstGeom>
          <a:solidFill>
            <a:srgbClr val="212529">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74"/>
          <p:cNvSpPr txBox="1">
            <a:spLocks noGrp="1"/>
          </p:cNvSpPr>
          <p:nvPr>
            <p:ph type="ctrTitle"/>
          </p:nvPr>
        </p:nvSpPr>
        <p:spPr>
          <a:xfrm>
            <a:off x="4742300" y="424700"/>
            <a:ext cx="3682200" cy="154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 </a:t>
            </a:r>
            <a:r>
              <a:rPr lang="en">
                <a:solidFill>
                  <a:schemeClr val="dk2"/>
                </a:solidFill>
              </a:rPr>
              <a:t>YOU!</a:t>
            </a:r>
            <a:endParaRPr>
              <a:solidFill>
                <a:schemeClr val="dk2"/>
              </a:solidFill>
            </a:endParaRPr>
          </a:p>
        </p:txBody>
      </p:sp>
      <p:sp>
        <p:nvSpPr>
          <p:cNvPr id="3505" name="Google Shape;3505;p74"/>
          <p:cNvSpPr txBox="1">
            <a:spLocks noGrp="1"/>
          </p:cNvSpPr>
          <p:nvPr>
            <p:ph type="subTitle" idx="1"/>
          </p:nvPr>
        </p:nvSpPr>
        <p:spPr>
          <a:xfrm>
            <a:off x="4742144" y="2028031"/>
            <a:ext cx="3682200" cy="1110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a:t>Do you have any questions?</a:t>
            </a:r>
            <a:endParaRPr b="1"/>
          </a:p>
          <a:p>
            <a:pPr marL="0" lvl="0" indent="0" algn="ctr" rtl="0">
              <a:spcBef>
                <a:spcPts val="0"/>
              </a:spcBef>
              <a:spcAft>
                <a:spcPts val="0"/>
              </a:spcAft>
              <a:buClr>
                <a:schemeClr val="dk1"/>
              </a:buClr>
              <a:buSzPts val="1100"/>
              <a:buFont typeface="Arial"/>
              <a:buNone/>
            </a:pPr>
            <a:r>
              <a:rPr lang="en"/>
              <a:t>youremail@freepik.com </a:t>
            </a:r>
            <a:endParaRPr/>
          </a:p>
          <a:p>
            <a:pPr marL="0" lvl="0" indent="0" algn="ctr" rtl="0">
              <a:spcBef>
                <a:spcPts val="0"/>
              </a:spcBef>
              <a:spcAft>
                <a:spcPts val="0"/>
              </a:spcAft>
              <a:buClr>
                <a:schemeClr val="dk1"/>
              </a:buClr>
              <a:buSzPts val="1100"/>
              <a:buFont typeface="Arial"/>
              <a:buNone/>
            </a:pPr>
            <a:r>
              <a:rPr lang="en"/>
              <a:t>+91  620 421 838 </a:t>
            </a:r>
            <a:endParaRPr/>
          </a:p>
          <a:p>
            <a:pPr marL="0" lvl="0" indent="0" algn="ctr" rtl="0">
              <a:spcBef>
                <a:spcPts val="0"/>
              </a:spcBef>
              <a:spcAft>
                <a:spcPts val="0"/>
              </a:spcAft>
              <a:buNone/>
            </a:pPr>
            <a:r>
              <a:rPr lang="en"/>
              <a:t>yourcompany.com</a:t>
            </a:r>
            <a:endParaRPr/>
          </a:p>
        </p:txBody>
      </p:sp>
      <p:sp>
        <p:nvSpPr>
          <p:cNvPr id="3506" name="Google Shape;3506;p74"/>
          <p:cNvSpPr txBox="1">
            <a:spLocks noGrp="1"/>
          </p:cNvSpPr>
          <p:nvPr>
            <p:ph type="subTitle" idx="2"/>
          </p:nvPr>
        </p:nvSpPr>
        <p:spPr>
          <a:xfrm>
            <a:off x="4742150" y="4124600"/>
            <a:ext cx="3648000" cy="304200"/>
          </a:xfrm>
          <a:prstGeom prst="rect">
            <a:avLst/>
          </a:prstGeom>
        </p:spPr>
        <p:txBody>
          <a:bodyPr spcFirstLastPara="1" wrap="square" lIns="91425" tIns="91425" rIns="91425" bIns="91425" anchor="ctr" anchorCtr="0">
            <a:noAutofit/>
          </a:bodyPr>
          <a:lstStyle/>
          <a:p>
            <a:pPr marL="0" lvl="0" indent="0" algn="ctr" rtl="0">
              <a:spcBef>
                <a:spcPts val="300"/>
              </a:spcBef>
              <a:spcAft>
                <a:spcPts val="1200"/>
              </a:spcAft>
              <a:buNone/>
            </a:pPr>
            <a:r>
              <a:rPr lang="en"/>
              <a:t>Please keep this slide for attribution</a:t>
            </a:r>
            <a:endParaRPr/>
          </a:p>
        </p:txBody>
      </p:sp>
      <p:grpSp>
        <p:nvGrpSpPr>
          <p:cNvPr id="3507" name="Google Shape;3507;p74"/>
          <p:cNvGrpSpPr/>
          <p:nvPr/>
        </p:nvGrpSpPr>
        <p:grpSpPr>
          <a:xfrm>
            <a:off x="5107644" y="3210583"/>
            <a:ext cx="553232" cy="553232"/>
            <a:chOff x="4656348" y="3039373"/>
            <a:chExt cx="553232" cy="553232"/>
          </a:xfrm>
        </p:grpSpPr>
        <p:sp>
          <p:nvSpPr>
            <p:cNvPr id="3508" name="Google Shape;3508;p74"/>
            <p:cNvSpPr/>
            <p:nvPr/>
          </p:nvSpPr>
          <p:spPr>
            <a:xfrm>
              <a:off x="4656348" y="3039373"/>
              <a:ext cx="553232" cy="553232"/>
            </a:xfrm>
            <a:custGeom>
              <a:avLst/>
              <a:gdLst/>
              <a:ahLst/>
              <a:cxnLst/>
              <a:rect l="l" t="t" r="r" b="b"/>
              <a:pathLst>
                <a:path w="11764" h="11764" extrusionOk="0">
                  <a:moveTo>
                    <a:pt x="11763" y="5867"/>
                  </a:moveTo>
                  <a:cubicBezTo>
                    <a:pt x="11763" y="9149"/>
                    <a:pt x="9149" y="11764"/>
                    <a:pt x="5897" y="11764"/>
                  </a:cubicBezTo>
                  <a:cubicBezTo>
                    <a:pt x="2614" y="11764"/>
                    <a:pt x="0" y="9149"/>
                    <a:pt x="0" y="5867"/>
                  </a:cubicBezTo>
                  <a:cubicBezTo>
                    <a:pt x="0" y="2614"/>
                    <a:pt x="2614" y="0"/>
                    <a:pt x="5897" y="0"/>
                  </a:cubicBezTo>
                  <a:cubicBezTo>
                    <a:pt x="9149" y="0"/>
                    <a:pt x="11763" y="2614"/>
                    <a:pt x="11763" y="586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74"/>
            <p:cNvSpPr/>
            <p:nvPr/>
          </p:nvSpPr>
          <p:spPr>
            <a:xfrm>
              <a:off x="4835880" y="3176158"/>
              <a:ext cx="194175" cy="279662"/>
            </a:xfrm>
            <a:custGeom>
              <a:avLst/>
              <a:gdLst/>
              <a:ahLst/>
              <a:cxnLst/>
              <a:rect l="l" t="t" r="r" b="b"/>
              <a:pathLst>
                <a:path w="7407" h="10668" extrusionOk="0">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10" name="Google Shape;3510;p74"/>
          <p:cNvGrpSpPr/>
          <p:nvPr/>
        </p:nvGrpSpPr>
        <p:grpSpPr>
          <a:xfrm>
            <a:off x="5937648" y="3210583"/>
            <a:ext cx="553232" cy="553232"/>
            <a:chOff x="5486361" y="3039373"/>
            <a:chExt cx="553232" cy="553232"/>
          </a:xfrm>
        </p:grpSpPr>
        <p:sp>
          <p:nvSpPr>
            <p:cNvPr id="3511" name="Google Shape;3511;p74"/>
            <p:cNvSpPr/>
            <p:nvPr/>
          </p:nvSpPr>
          <p:spPr>
            <a:xfrm>
              <a:off x="5486361" y="3039373"/>
              <a:ext cx="553232" cy="553232"/>
            </a:xfrm>
            <a:custGeom>
              <a:avLst/>
              <a:gdLst/>
              <a:ahLst/>
              <a:cxnLst/>
              <a:rect l="l" t="t" r="r" b="b"/>
              <a:pathLst>
                <a:path w="11764" h="11764" extrusionOk="0">
                  <a:moveTo>
                    <a:pt x="11763" y="5867"/>
                  </a:moveTo>
                  <a:cubicBezTo>
                    <a:pt x="11763" y="9149"/>
                    <a:pt x="9149" y="11764"/>
                    <a:pt x="5897" y="11764"/>
                  </a:cubicBezTo>
                  <a:cubicBezTo>
                    <a:pt x="2614" y="11764"/>
                    <a:pt x="0" y="9149"/>
                    <a:pt x="0" y="5867"/>
                  </a:cubicBezTo>
                  <a:cubicBezTo>
                    <a:pt x="0" y="2614"/>
                    <a:pt x="2614" y="0"/>
                    <a:pt x="5897" y="0"/>
                  </a:cubicBezTo>
                  <a:cubicBezTo>
                    <a:pt x="9149" y="0"/>
                    <a:pt x="11763" y="2614"/>
                    <a:pt x="11763" y="586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12" name="Google Shape;3512;p74"/>
            <p:cNvGrpSpPr/>
            <p:nvPr/>
          </p:nvGrpSpPr>
          <p:grpSpPr>
            <a:xfrm>
              <a:off x="5648679" y="3201691"/>
              <a:ext cx="228595" cy="228595"/>
              <a:chOff x="3228807" y="3115646"/>
              <a:chExt cx="228595" cy="228595"/>
            </a:xfrm>
          </p:grpSpPr>
          <p:sp>
            <p:nvSpPr>
              <p:cNvPr id="3513" name="Google Shape;3513;p74"/>
              <p:cNvSpPr/>
              <p:nvPr/>
            </p:nvSpPr>
            <p:spPr>
              <a:xfrm>
                <a:off x="3228807" y="3115646"/>
                <a:ext cx="228595" cy="228595"/>
              </a:xfrm>
              <a:custGeom>
                <a:avLst/>
                <a:gdLst/>
                <a:ahLst/>
                <a:cxnLst/>
                <a:rect l="l" t="t" r="r" b="b"/>
                <a:pathLst>
                  <a:path w="8720" h="8720" extrusionOk="0">
                    <a:moveTo>
                      <a:pt x="6886" y="448"/>
                    </a:moveTo>
                    <a:cubicBezTo>
                      <a:pt x="7651" y="448"/>
                      <a:pt x="8272" y="1069"/>
                      <a:pt x="8272" y="1834"/>
                    </a:cubicBezTo>
                    <a:lnTo>
                      <a:pt x="8272" y="6872"/>
                    </a:lnTo>
                    <a:lnTo>
                      <a:pt x="8272" y="6886"/>
                    </a:lnTo>
                    <a:cubicBezTo>
                      <a:pt x="8272" y="7652"/>
                      <a:pt x="7651" y="8272"/>
                      <a:pt x="6872" y="8272"/>
                    </a:cubicBezTo>
                    <a:lnTo>
                      <a:pt x="1848" y="8272"/>
                    </a:lnTo>
                    <a:cubicBezTo>
                      <a:pt x="1069" y="8272"/>
                      <a:pt x="448" y="7652"/>
                      <a:pt x="448" y="6886"/>
                    </a:cubicBezTo>
                    <a:lnTo>
                      <a:pt x="448" y="1834"/>
                    </a:lnTo>
                    <a:cubicBezTo>
                      <a:pt x="448" y="1069"/>
                      <a:pt x="1069" y="448"/>
                      <a:pt x="1848" y="448"/>
                    </a:cubicBezTo>
                    <a:close/>
                    <a:moveTo>
                      <a:pt x="1848" y="1"/>
                    </a:moveTo>
                    <a:cubicBezTo>
                      <a:pt x="823" y="1"/>
                      <a:pt x="0" y="824"/>
                      <a:pt x="0" y="1834"/>
                    </a:cubicBezTo>
                    <a:lnTo>
                      <a:pt x="0" y="6872"/>
                    </a:lnTo>
                    <a:cubicBezTo>
                      <a:pt x="0" y="7897"/>
                      <a:pt x="823" y="8720"/>
                      <a:pt x="1848" y="8720"/>
                    </a:cubicBezTo>
                    <a:lnTo>
                      <a:pt x="6886" y="8720"/>
                    </a:lnTo>
                    <a:cubicBezTo>
                      <a:pt x="7897" y="8720"/>
                      <a:pt x="8719" y="7897"/>
                      <a:pt x="8719" y="6886"/>
                    </a:cubicBezTo>
                    <a:lnTo>
                      <a:pt x="8719" y="1834"/>
                    </a:lnTo>
                    <a:cubicBezTo>
                      <a:pt x="8719" y="824"/>
                      <a:pt x="7897" y="1"/>
                      <a:pt x="6872"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74"/>
              <p:cNvSpPr/>
              <p:nvPr/>
            </p:nvSpPr>
            <p:spPr>
              <a:xfrm>
                <a:off x="3262493" y="3169780"/>
                <a:ext cx="140408" cy="120274"/>
              </a:xfrm>
              <a:custGeom>
                <a:avLst/>
                <a:gdLst/>
                <a:ahLst/>
                <a:cxnLst/>
                <a:rect l="l" t="t" r="r" b="b"/>
                <a:pathLst>
                  <a:path w="5356" h="4588" extrusionOk="0">
                    <a:moveTo>
                      <a:pt x="3063" y="447"/>
                    </a:moveTo>
                    <a:cubicBezTo>
                      <a:pt x="4013" y="447"/>
                      <a:pt x="4923" y="1183"/>
                      <a:pt x="4923" y="2295"/>
                    </a:cubicBezTo>
                    <a:cubicBezTo>
                      <a:pt x="4908" y="3320"/>
                      <a:pt x="4085" y="4143"/>
                      <a:pt x="3075" y="4143"/>
                    </a:cubicBezTo>
                    <a:cubicBezTo>
                      <a:pt x="1429" y="4143"/>
                      <a:pt x="592" y="2151"/>
                      <a:pt x="1761" y="996"/>
                    </a:cubicBezTo>
                    <a:cubicBezTo>
                      <a:pt x="2140" y="617"/>
                      <a:pt x="2606" y="447"/>
                      <a:pt x="3063" y="447"/>
                    </a:cubicBezTo>
                    <a:close/>
                    <a:moveTo>
                      <a:pt x="3075" y="0"/>
                    </a:moveTo>
                    <a:cubicBezTo>
                      <a:pt x="1025" y="0"/>
                      <a:pt x="0" y="2468"/>
                      <a:pt x="1444" y="3912"/>
                    </a:cubicBezTo>
                    <a:cubicBezTo>
                      <a:pt x="1910" y="4379"/>
                      <a:pt x="2484" y="4587"/>
                      <a:pt x="3047" y="4587"/>
                    </a:cubicBezTo>
                    <a:cubicBezTo>
                      <a:pt x="4225" y="4587"/>
                      <a:pt x="5356" y="3673"/>
                      <a:pt x="5356" y="2295"/>
                    </a:cubicBezTo>
                    <a:cubicBezTo>
                      <a:pt x="5356" y="1025"/>
                      <a:pt x="4331" y="0"/>
                      <a:pt x="3075"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74"/>
              <p:cNvSpPr/>
              <p:nvPr/>
            </p:nvSpPr>
            <p:spPr>
              <a:xfrm>
                <a:off x="3389243" y="3144797"/>
                <a:ext cx="31065" cy="31039"/>
              </a:xfrm>
              <a:custGeom>
                <a:avLst/>
                <a:gdLst/>
                <a:ahLst/>
                <a:cxnLst/>
                <a:rect l="l" t="t" r="r" b="b"/>
                <a:pathLst>
                  <a:path w="1185" h="1184" extrusionOk="0">
                    <a:moveTo>
                      <a:pt x="593" y="0"/>
                    </a:moveTo>
                    <a:cubicBezTo>
                      <a:pt x="275" y="0"/>
                      <a:pt x="1" y="260"/>
                      <a:pt x="1" y="592"/>
                    </a:cubicBezTo>
                    <a:cubicBezTo>
                      <a:pt x="1" y="910"/>
                      <a:pt x="275" y="1184"/>
                      <a:pt x="593" y="1184"/>
                    </a:cubicBezTo>
                    <a:cubicBezTo>
                      <a:pt x="925" y="1184"/>
                      <a:pt x="1185" y="910"/>
                      <a:pt x="1185" y="592"/>
                    </a:cubicBezTo>
                    <a:cubicBezTo>
                      <a:pt x="1185" y="260"/>
                      <a:pt x="925" y="0"/>
                      <a:pt x="59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16" name="Google Shape;3516;p74"/>
          <p:cNvGrpSpPr/>
          <p:nvPr/>
        </p:nvGrpSpPr>
        <p:grpSpPr>
          <a:xfrm>
            <a:off x="6767653" y="3210583"/>
            <a:ext cx="553232" cy="553232"/>
            <a:chOff x="6322561" y="3039373"/>
            <a:chExt cx="553232" cy="553232"/>
          </a:xfrm>
        </p:grpSpPr>
        <p:sp>
          <p:nvSpPr>
            <p:cNvPr id="3517" name="Google Shape;3517;p74"/>
            <p:cNvSpPr/>
            <p:nvPr/>
          </p:nvSpPr>
          <p:spPr>
            <a:xfrm>
              <a:off x="6322561" y="3039373"/>
              <a:ext cx="553232" cy="553232"/>
            </a:xfrm>
            <a:custGeom>
              <a:avLst/>
              <a:gdLst/>
              <a:ahLst/>
              <a:cxnLst/>
              <a:rect l="l" t="t" r="r" b="b"/>
              <a:pathLst>
                <a:path w="11764" h="11764" extrusionOk="0">
                  <a:moveTo>
                    <a:pt x="11763" y="5867"/>
                  </a:moveTo>
                  <a:cubicBezTo>
                    <a:pt x="11763" y="9149"/>
                    <a:pt x="9149" y="11764"/>
                    <a:pt x="5897" y="11764"/>
                  </a:cubicBezTo>
                  <a:cubicBezTo>
                    <a:pt x="2614" y="11764"/>
                    <a:pt x="0" y="9149"/>
                    <a:pt x="0" y="5867"/>
                  </a:cubicBezTo>
                  <a:cubicBezTo>
                    <a:pt x="0" y="2614"/>
                    <a:pt x="2614" y="0"/>
                    <a:pt x="5897" y="0"/>
                  </a:cubicBezTo>
                  <a:cubicBezTo>
                    <a:pt x="9149" y="0"/>
                    <a:pt x="11763" y="2614"/>
                    <a:pt x="11763" y="586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18" name="Google Shape;3518;p74"/>
            <p:cNvGrpSpPr/>
            <p:nvPr/>
          </p:nvGrpSpPr>
          <p:grpSpPr>
            <a:xfrm>
              <a:off x="6489978" y="3222427"/>
              <a:ext cx="218397" cy="187123"/>
              <a:chOff x="3209868" y="3682541"/>
              <a:chExt cx="218397" cy="187123"/>
            </a:xfrm>
          </p:grpSpPr>
          <p:sp>
            <p:nvSpPr>
              <p:cNvPr id="3519" name="Google Shape;3519;p74"/>
              <p:cNvSpPr/>
              <p:nvPr/>
            </p:nvSpPr>
            <p:spPr>
              <a:xfrm>
                <a:off x="3225780" y="3752325"/>
                <a:ext cx="39375" cy="116945"/>
              </a:xfrm>
              <a:custGeom>
                <a:avLst/>
                <a:gdLst/>
                <a:ahLst/>
                <a:cxnLst/>
                <a:rect l="l" t="t" r="r" b="b"/>
                <a:pathLst>
                  <a:path w="1502" h="4461" extrusionOk="0">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74"/>
              <p:cNvSpPr/>
              <p:nvPr/>
            </p:nvSpPr>
            <p:spPr>
              <a:xfrm>
                <a:off x="3209868" y="3682541"/>
                <a:ext cx="55287" cy="47475"/>
              </a:xfrm>
              <a:custGeom>
                <a:avLst/>
                <a:gdLst/>
                <a:ahLst/>
                <a:cxnLst/>
                <a:rect l="l" t="t" r="r" b="b"/>
                <a:pathLst>
                  <a:path w="2109" h="1811" extrusionOk="0">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74"/>
              <p:cNvSpPr/>
              <p:nvPr/>
            </p:nvSpPr>
            <p:spPr>
              <a:xfrm>
                <a:off x="3303351" y="3752299"/>
                <a:ext cx="124914" cy="117365"/>
              </a:xfrm>
              <a:custGeom>
                <a:avLst/>
                <a:gdLst/>
                <a:ahLst/>
                <a:cxnLst/>
                <a:rect l="l" t="t" r="r" b="b"/>
                <a:pathLst>
                  <a:path w="4765" h="4477" extrusionOk="0">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22" name="Google Shape;3522;p74"/>
          <p:cNvGrpSpPr/>
          <p:nvPr/>
        </p:nvGrpSpPr>
        <p:grpSpPr>
          <a:xfrm>
            <a:off x="7597657" y="3210583"/>
            <a:ext cx="553232" cy="553232"/>
            <a:chOff x="7146361" y="3039373"/>
            <a:chExt cx="553232" cy="553232"/>
          </a:xfrm>
        </p:grpSpPr>
        <p:sp>
          <p:nvSpPr>
            <p:cNvPr id="3523" name="Google Shape;3523;p74"/>
            <p:cNvSpPr/>
            <p:nvPr/>
          </p:nvSpPr>
          <p:spPr>
            <a:xfrm>
              <a:off x="7146361" y="3039373"/>
              <a:ext cx="553232" cy="553232"/>
            </a:xfrm>
            <a:custGeom>
              <a:avLst/>
              <a:gdLst/>
              <a:ahLst/>
              <a:cxnLst/>
              <a:rect l="l" t="t" r="r" b="b"/>
              <a:pathLst>
                <a:path w="11764" h="11764" extrusionOk="0">
                  <a:moveTo>
                    <a:pt x="11763" y="5867"/>
                  </a:moveTo>
                  <a:cubicBezTo>
                    <a:pt x="11763" y="9149"/>
                    <a:pt x="9149" y="11764"/>
                    <a:pt x="5897" y="11764"/>
                  </a:cubicBezTo>
                  <a:cubicBezTo>
                    <a:pt x="2614" y="11764"/>
                    <a:pt x="0" y="9149"/>
                    <a:pt x="0" y="5867"/>
                  </a:cubicBezTo>
                  <a:cubicBezTo>
                    <a:pt x="0" y="2614"/>
                    <a:pt x="2614" y="0"/>
                    <a:pt x="5897" y="0"/>
                  </a:cubicBezTo>
                  <a:cubicBezTo>
                    <a:pt x="9149" y="0"/>
                    <a:pt x="11763" y="2614"/>
                    <a:pt x="11763" y="586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74"/>
            <p:cNvSpPr/>
            <p:nvPr/>
          </p:nvSpPr>
          <p:spPr>
            <a:xfrm>
              <a:off x="7309098" y="3222257"/>
              <a:ext cx="227756" cy="187463"/>
            </a:xfrm>
            <a:custGeom>
              <a:avLst/>
              <a:gdLst/>
              <a:ahLst/>
              <a:cxnLst/>
              <a:rect l="l" t="t" r="r" b="b"/>
              <a:pathLst>
                <a:path w="8688" h="7151" extrusionOk="0">
                  <a:moveTo>
                    <a:pt x="5678" y="0"/>
                  </a:moveTo>
                  <a:cubicBezTo>
                    <a:pt x="4639" y="0"/>
                    <a:pt x="3643" y="810"/>
                    <a:pt x="3652" y="2026"/>
                  </a:cubicBezTo>
                  <a:lnTo>
                    <a:pt x="3652" y="2070"/>
                  </a:lnTo>
                  <a:lnTo>
                    <a:pt x="3551" y="2070"/>
                  </a:lnTo>
                  <a:cubicBezTo>
                    <a:pt x="3219" y="2012"/>
                    <a:pt x="2887" y="1940"/>
                    <a:pt x="2570" y="1839"/>
                  </a:cubicBezTo>
                  <a:cubicBezTo>
                    <a:pt x="1819" y="1579"/>
                    <a:pt x="1155" y="1160"/>
                    <a:pt x="592" y="612"/>
                  </a:cubicBezTo>
                  <a:lnTo>
                    <a:pt x="390" y="410"/>
                  </a:lnTo>
                  <a:cubicBezTo>
                    <a:pt x="375" y="395"/>
                    <a:pt x="358" y="388"/>
                    <a:pt x="342" y="388"/>
                  </a:cubicBezTo>
                  <a:cubicBezTo>
                    <a:pt x="312" y="388"/>
                    <a:pt x="284" y="410"/>
                    <a:pt x="275" y="438"/>
                  </a:cubicBezTo>
                  <a:lnTo>
                    <a:pt x="202" y="727"/>
                  </a:lnTo>
                  <a:cubicBezTo>
                    <a:pt x="0" y="1492"/>
                    <a:pt x="318" y="2301"/>
                    <a:pt x="982" y="2734"/>
                  </a:cubicBezTo>
                  <a:cubicBezTo>
                    <a:pt x="852" y="2734"/>
                    <a:pt x="708" y="2719"/>
                    <a:pt x="578" y="2690"/>
                  </a:cubicBezTo>
                  <a:lnTo>
                    <a:pt x="332" y="2633"/>
                  </a:lnTo>
                  <a:cubicBezTo>
                    <a:pt x="327" y="2631"/>
                    <a:pt x="321" y="2630"/>
                    <a:pt x="315" y="2630"/>
                  </a:cubicBezTo>
                  <a:cubicBezTo>
                    <a:pt x="278" y="2630"/>
                    <a:pt x="246" y="2667"/>
                    <a:pt x="246" y="2705"/>
                  </a:cubicBezTo>
                  <a:lnTo>
                    <a:pt x="289" y="2950"/>
                  </a:lnTo>
                  <a:cubicBezTo>
                    <a:pt x="390" y="3513"/>
                    <a:pt x="751" y="3990"/>
                    <a:pt x="1256" y="4221"/>
                  </a:cubicBezTo>
                  <a:cubicBezTo>
                    <a:pt x="1314" y="4249"/>
                    <a:pt x="1299" y="4336"/>
                    <a:pt x="1242" y="4350"/>
                  </a:cubicBezTo>
                  <a:lnTo>
                    <a:pt x="967" y="4350"/>
                  </a:lnTo>
                  <a:cubicBezTo>
                    <a:pt x="910" y="4365"/>
                    <a:pt x="881" y="4408"/>
                    <a:pt x="910" y="4452"/>
                  </a:cubicBezTo>
                  <a:lnTo>
                    <a:pt x="1040" y="4697"/>
                  </a:lnTo>
                  <a:cubicBezTo>
                    <a:pt x="1314" y="5173"/>
                    <a:pt x="1790" y="5491"/>
                    <a:pt x="2324" y="5563"/>
                  </a:cubicBezTo>
                  <a:cubicBezTo>
                    <a:pt x="2382" y="5577"/>
                    <a:pt x="2397" y="5650"/>
                    <a:pt x="2353" y="5693"/>
                  </a:cubicBezTo>
                  <a:cubicBezTo>
                    <a:pt x="1891" y="6025"/>
                    <a:pt x="1357" y="6256"/>
                    <a:pt x="794" y="6357"/>
                  </a:cubicBezTo>
                  <a:lnTo>
                    <a:pt x="188" y="6458"/>
                  </a:lnTo>
                  <a:cubicBezTo>
                    <a:pt x="116" y="6472"/>
                    <a:pt x="116" y="6559"/>
                    <a:pt x="174" y="6588"/>
                  </a:cubicBezTo>
                  <a:lnTo>
                    <a:pt x="751" y="6804"/>
                  </a:lnTo>
                  <a:cubicBezTo>
                    <a:pt x="1328" y="7035"/>
                    <a:pt x="1949" y="7151"/>
                    <a:pt x="2570" y="7151"/>
                  </a:cubicBezTo>
                  <a:cubicBezTo>
                    <a:pt x="5385" y="7136"/>
                    <a:pt x="7680" y="4870"/>
                    <a:pt x="7694" y="2055"/>
                  </a:cubicBezTo>
                  <a:lnTo>
                    <a:pt x="7694" y="2026"/>
                  </a:lnTo>
                  <a:lnTo>
                    <a:pt x="7694" y="1983"/>
                  </a:lnTo>
                  <a:lnTo>
                    <a:pt x="7694" y="1969"/>
                  </a:lnTo>
                  <a:cubicBezTo>
                    <a:pt x="7896" y="1839"/>
                    <a:pt x="8070" y="1680"/>
                    <a:pt x="8243" y="1507"/>
                  </a:cubicBezTo>
                  <a:lnTo>
                    <a:pt x="8647" y="1088"/>
                  </a:lnTo>
                  <a:cubicBezTo>
                    <a:pt x="8687" y="1048"/>
                    <a:pt x="8653" y="971"/>
                    <a:pt x="8591" y="971"/>
                  </a:cubicBezTo>
                  <a:cubicBezTo>
                    <a:pt x="8586" y="971"/>
                    <a:pt x="8580" y="971"/>
                    <a:pt x="8575" y="973"/>
                  </a:cubicBezTo>
                  <a:lnTo>
                    <a:pt x="8012" y="1117"/>
                  </a:lnTo>
                  <a:lnTo>
                    <a:pt x="7824" y="1146"/>
                  </a:lnTo>
                  <a:cubicBezTo>
                    <a:pt x="7820" y="1147"/>
                    <a:pt x="7816" y="1147"/>
                    <a:pt x="7812" y="1147"/>
                  </a:cubicBezTo>
                  <a:cubicBezTo>
                    <a:pt x="7761" y="1147"/>
                    <a:pt x="7728" y="1070"/>
                    <a:pt x="7781" y="1030"/>
                  </a:cubicBezTo>
                  <a:cubicBezTo>
                    <a:pt x="7839" y="973"/>
                    <a:pt x="7896" y="915"/>
                    <a:pt x="7954" y="857"/>
                  </a:cubicBezTo>
                  <a:lnTo>
                    <a:pt x="8402" y="366"/>
                  </a:lnTo>
                  <a:cubicBezTo>
                    <a:pt x="8439" y="329"/>
                    <a:pt x="8401" y="259"/>
                    <a:pt x="8353" y="259"/>
                  </a:cubicBezTo>
                  <a:cubicBezTo>
                    <a:pt x="8346" y="259"/>
                    <a:pt x="8338" y="261"/>
                    <a:pt x="8330" y="265"/>
                  </a:cubicBezTo>
                  <a:lnTo>
                    <a:pt x="7709" y="467"/>
                  </a:lnTo>
                  <a:cubicBezTo>
                    <a:pt x="7521" y="525"/>
                    <a:pt x="7334" y="583"/>
                    <a:pt x="7131" y="612"/>
                  </a:cubicBezTo>
                  <a:cubicBezTo>
                    <a:pt x="7117" y="612"/>
                    <a:pt x="7088" y="597"/>
                    <a:pt x="7074" y="583"/>
                  </a:cubicBezTo>
                  <a:cubicBezTo>
                    <a:pt x="6667" y="180"/>
                    <a:pt x="6168" y="0"/>
                    <a:pt x="56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25" name="Google Shape;3525;p74"/>
          <p:cNvGrpSpPr/>
          <p:nvPr/>
        </p:nvGrpSpPr>
        <p:grpSpPr>
          <a:xfrm>
            <a:off x="2860498" y="605292"/>
            <a:ext cx="771644" cy="644488"/>
            <a:chOff x="2860498" y="605292"/>
            <a:chExt cx="771644" cy="644488"/>
          </a:xfrm>
        </p:grpSpPr>
        <p:sp>
          <p:nvSpPr>
            <p:cNvPr id="3526" name="Google Shape;3526;p74"/>
            <p:cNvSpPr/>
            <p:nvPr/>
          </p:nvSpPr>
          <p:spPr>
            <a:xfrm>
              <a:off x="2860498" y="688271"/>
              <a:ext cx="419627" cy="418965"/>
            </a:xfrm>
            <a:custGeom>
              <a:avLst/>
              <a:gdLst/>
              <a:ahLst/>
              <a:cxnLst/>
              <a:rect l="l" t="t" r="r" b="b"/>
              <a:pathLst>
                <a:path w="20916" h="20883" extrusionOk="0">
                  <a:moveTo>
                    <a:pt x="10475" y="6205"/>
                  </a:moveTo>
                  <a:cubicBezTo>
                    <a:pt x="11009" y="6205"/>
                    <a:pt x="11576" y="6338"/>
                    <a:pt x="12076" y="6505"/>
                  </a:cubicBezTo>
                  <a:lnTo>
                    <a:pt x="12143" y="6438"/>
                  </a:lnTo>
                  <a:lnTo>
                    <a:pt x="12143" y="6505"/>
                  </a:lnTo>
                  <a:cubicBezTo>
                    <a:pt x="13144" y="6939"/>
                    <a:pt x="13944" y="7706"/>
                    <a:pt x="14344" y="8773"/>
                  </a:cubicBezTo>
                  <a:lnTo>
                    <a:pt x="14445" y="8773"/>
                  </a:lnTo>
                  <a:lnTo>
                    <a:pt x="14344" y="8840"/>
                  </a:lnTo>
                  <a:cubicBezTo>
                    <a:pt x="14578" y="9340"/>
                    <a:pt x="14645" y="9841"/>
                    <a:pt x="14645" y="10441"/>
                  </a:cubicBezTo>
                  <a:cubicBezTo>
                    <a:pt x="14645" y="10975"/>
                    <a:pt x="14511" y="11509"/>
                    <a:pt x="14344" y="12009"/>
                  </a:cubicBezTo>
                  <a:lnTo>
                    <a:pt x="14445" y="12109"/>
                  </a:lnTo>
                  <a:lnTo>
                    <a:pt x="14344" y="12109"/>
                  </a:lnTo>
                  <a:cubicBezTo>
                    <a:pt x="13944" y="13110"/>
                    <a:pt x="13144" y="13910"/>
                    <a:pt x="12143" y="14344"/>
                  </a:cubicBezTo>
                  <a:lnTo>
                    <a:pt x="12143" y="14444"/>
                  </a:lnTo>
                  <a:lnTo>
                    <a:pt x="12076" y="14344"/>
                  </a:lnTo>
                  <a:cubicBezTo>
                    <a:pt x="11576" y="14578"/>
                    <a:pt x="11075" y="14644"/>
                    <a:pt x="10475" y="14644"/>
                  </a:cubicBezTo>
                  <a:cubicBezTo>
                    <a:pt x="9941" y="14644"/>
                    <a:pt x="9408" y="14511"/>
                    <a:pt x="8907" y="14344"/>
                  </a:cubicBezTo>
                  <a:lnTo>
                    <a:pt x="8807" y="14444"/>
                  </a:lnTo>
                  <a:lnTo>
                    <a:pt x="8807" y="14344"/>
                  </a:lnTo>
                  <a:cubicBezTo>
                    <a:pt x="7806" y="13944"/>
                    <a:pt x="7006" y="13143"/>
                    <a:pt x="6572" y="12109"/>
                  </a:cubicBezTo>
                  <a:lnTo>
                    <a:pt x="6472" y="12109"/>
                  </a:lnTo>
                  <a:lnTo>
                    <a:pt x="6572" y="12009"/>
                  </a:lnTo>
                  <a:cubicBezTo>
                    <a:pt x="6339" y="11509"/>
                    <a:pt x="6272" y="11008"/>
                    <a:pt x="6272" y="10441"/>
                  </a:cubicBezTo>
                  <a:cubicBezTo>
                    <a:pt x="6272" y="9907"/>
                    <a:pt x="6405" y="9340"/>
                    <a:pt x="6572" y="8840"/>
                  </a:cubicBezTo>
                  <a:lnTo>
                    <a:pt x="6472" y="8773"/>
                  </a:lnTo>
                  <a:lnTo>
                    <a:pt x="6572" y="8773"/>
                  </a:lnTo>
                  <a:cubicBezTo>
                    <a:pt x="6973" y="7773"/>
                    <a:pt x="7773" y="6972"/>
                    <a:pt x="8807" y="6505"/>
                  </a:cubicBezTo>
                  <a:lnTo>
                    <a:pt x="8807" y="6438"/>
                  </a:lnTo>
                  <a:lnTo>
                    <a:pt x="8874" y="6505"/>
                  </a:lnTo>
                  <a:cubicBezTo>
                    <a:pt x="9374" y="6305"/>
                    <a:pt x="9875" y="6205"/>
                    <a:pt x="10475" y="6205"/>
                  </a:cubicBezTo>
                  <a:close/>
                  <a:moveTo>
                    <a:pt x="8807" y="0"/>
                  </a:moveTo>
                  <a:lnTo>
                    <a:pt x="8807" y="2636"/>
                  </a:lnTo>
                  <a:cubicBezTo>
                    <a:pt x="7840" y="2836"/>
                    <a:pt x="6939" y="3203"/>
                    <a:pt x="6105" y="3770"/>
                  </a:cubicBezTo>
                  <a:lnTo>
                    <a:pt x="4237" y="1868"/>
                  </a:lnTo>
                  <a:lnTo>
                    <a:pt x="1902" y="4203"/>
                  </a:lnTo>
                  <a:lnTo>
                    <a:pt x="3770" y="6105"/>
                  </a:lnTo>
                  <a:cubicBezTo>
                    <a:pt x="3237" y="6872"/>
                    <a:pt x="2836" y="7806"/>
                    <a:pt x="2636" y="8807"/>
                  </a:cubicBezTo>
                  <a:lnTo>
                    <a:pt x="1" y="8807"/>
                  </a:lnTo>
                  <a:lnTo>
                    <a:pt x="1" y="12109"/>
                  </a:lnTo>
                  <a:lnTo>
                    <a:pt x="2636" y="12109"/>
                  </a:lnTo>
                  <a:cubicBezTo>
                    <a:pt x="2836" y="13076"/>
                    <a:pt x="3237" y="13977"/>
                    <a:pt x="3770" y="14811"/>
                  </a:cubicBezTo>
                  <a:lnTo>
                    <a:pt x="1902" y="16679"/>
                  </a:lnTo>
                  <a:lnTo>
                    <a:pt x="4237" y="19014"/>
                  </a:lnTo>
                  <a:lnTo>
                    <a:pt x="6105" y="17146"/>
                  </a:lnTo>
                  <a:cubicBezTo>
                    <a:pt x="6906" y="17680"/>
                    <a:pt x="7806" y="18080"/>
                    <a:pt x="8807" y="18280"/>
                  </a:cubicBezTo>
                  <a:lnTo>
                    <a:pt x="8807" y="20882"/>
                  </a:lnTo>
                  <a:lnTo>
                    <a:pt x="12110" y="20882"/>
                  </a:lnTo>
                  <a:lnTo>
                    <a:pt x="12110" y="18280"/>
                  </a:lnTo>
                  <a:cubicBezTo>
                    <a:pt x="13077" y="18080"/>
                    <a:pt x="13978" y="17680"/>
                    <a:pt x="14811" y="17146"/>
                  </a:cubicBezTo>
                  <a:lnTo>
                    <a:pt x="16679" y="19014"/>
                  </a:lnTo>
                  <a:lnTo>
                    <a:pt x="19014" y="16679"/>
                  </a:lnTo>
                  <a:lnTo>
                    <a:pt x="17146" y="14811"/>
                  </a:lnTo>
                  <a:cubicBezTo>
                    <a:pt x="17680" y="14010"/>
                    <a:pt x="18080" y="13110"/>
                    <a:pt x="18281" y="12109"/>
                  </a:cubicBezTo>
                  <a:lnTo>
                    <a:pt x="20916" y="12109"/>
                  </a:lnTo>
                  <a:lnTo>
                    <a:pt x="20916" y="8807"/>
                  </a:lnTo>
                  <a:lnTo>
                    <a:pt x="18281" y="8807"/>
                  </a:lnTo>
                  <a:cubicBezTo>
                    <a:pt x="18080" y="7839"/>
                    <a:pt x="17680" y="6939"/>
                    <a:pt x="17146" y="6105"/>
                  </a:cubicBezTo>
                  <a:lnTo>
                    <a:pt x="19014" y="4203"/>
                  </a:lnTo>
                  <a:lnTo>
                    <a:pt x="16679" y="1868"/>
                  </a:lnTo>
                  <a:lnTo>
                    <a:pt x="14811" y="3770"/>
                  </a:lnTo>
                  <a:cubicBezTo>
                    <a:pt x="14011" y="3236"/>
                    <a:pt x="13110" y="2836"/>
                    <a:pt x="12110" y="2636"/>
                  </a:cubicBezTo>
                  <a:lnTo>
                    <a:pt x="12110"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74"/>
            <p:cNvSpPr/>
            <p:nvPr/>
          </p:nvSpPr>
          <p:spPr>
            <a:xfrm>
              <a:off x="3281449" y="605292"/>
              <a:ext cx="239606" cy="241613"/>
            </a:xfrm>
            <a:custGeom>
              <a:avLst/>
              <a:gdLst/>
              <a:ahLst/>
              <a:cxnLst/>
              <a:rect l="l" t="t" r="r" b="b"/>
              <a:pathLst>
                <a:path w="11943" h="12043" extrusionOk="0">
                  <a:moveTo>
                    <a:pt x="5905" y="3569"/>
                  </a:moveTo>
                  <a:cubicBezTo>
                    <a:pt x="6238" y="3569"/>
                    <a:pt x="6539" y="3636"/>
                    <a:pt x="6839" y="3736"/>
                  </a:cubicBezTo>
                  <a:lnTo>
                    <a:pt x="6872" y="3703"/>
                  </a:lnTo>
                  <a:lnTo>
                    <a:pt x="6872" y="3736"/>
                  </a:lnTo>
                  <a:cubicBezTo>
                    <a:pt x="7473" y="3970"/>
                    <a:pt x="7906" y="4437"/>
                    <a:pt x="8173" y="5037"/>
                  </a:cubicBezTo>
                  <a:lnTo>
                    <a:pt x="8206" y="5037"/>
                  </a:lnTo>
                  <a:lnTo>
                    <a:pt x="8173" y="5070"/>
                  </a:lnTo>
                  <a:cubicBezTo>
                    <a:pt x="8306" y="5371"/>
                    <a:pt x="8340" y="5637"/>
                    <a:pt x="8340" y="5971"/>
                  </a:cubicBezTo>
                  <a:cubicBezTo>
                    <a:pt x="8340" y="6305"/>
                    <a:pt x="8306" y="6605"/>
                    <a:pt x="8206" y="6938"/>
                  </a:cubicBezTo>
                  <a:lnTo>
                    <a:pt x="8173" y="6938"/>
                  </a:lnTo>
                  <a:cubicBezTo>
                    <a:pt x="7906" y="7539"/>
                    <a:pt x="7473" y="7972"/>
                    <a:pt x="6872" y="8239"/>
                  </a:cubicBezTo>
                  <a:lnTo>
                    <a:pt x="6872" y="8273"/>
                  </a:lnTo>
                  <a:lnTo>
                    <a:pt x="6839" y="8239"/>
                  </a:lnTo>
                  <a:cubicBezTo>
                    <a:pt x="6539" y="8373"/>
                    <a:pt x="6238" y="8406"/>
                    <a:pt x="5905" y="8406"/>
                  </a:cubicBezTo>
                  <a:cubicBezTo>
                    <a:pt x="5571" y="8406"/>
                    <a:pt x="5304" y="8306"/>
                    <a:pt x="5004" y="8239"/>
                  </a:cubicBezTo>
                  <a:lnTo>
                    <a:pt x="4971" y="8273"/>
                  </a:lnTo>
                  <a:lnTo>
                    <a:pt x="4971" y="8239"/>
                  </a:lnTo>
                  <a:cubicBezTo>
                    <a:pt x="4370" y="7972"/>
                    <a:pt x="3903" y="7539"/>
                    <a:pt x="3670" y="6938"/>
                  </a:cubicBezTo>
                  <a:lnTo>
                    <a:pt x="3636" y="6938"/>
                  </a:lnTo>
                  <a:lnTo>
                    <a:pt x="3670" y="6905"/>
                  </a:lnTo>
                  <a:cubicBezTo>
                    <a:pt x="3536" y="6605"/>
                    <a:pt x="3503" y="6305"/>
                    <a:pt x="3503" y="5971"/>
                  </a:cubicBezTo>
                  <a:cubicBezTo>
                    <a:pt x="3503" y="5637"/>
                    <a:pt x="3536" y="5371"/>
                    <a:pt x="3670" y="5070"/>
                  </a:cubicBezTo>
                  <a:lnTo>
                    <a:pt x="3636" y="5037"/>
                  </a:lnTo>
                  <a:lnTo>
                    <a:pt x="3670" y="5037"/>
                  </a:lnTo>
                  <a:cubicBezTo>
                    <a:pt x="3903" y="4437"/>
                    <a:pt x="4370" y="3970"/>
                    <a:pt x="4971" y="3736"/>
                  </a:cubicBezTo>
                  <a:lnTo>
                    <a:pt x="4971" y="3703"/>
                  </a:lnTo>
                  <a:lnTo>
                    <a:pt x="5004" y="3736"/>
                  </a:lnTo>
                  <a:cubicBezTo>
                    <a:pt x="5304" y="3603"/>
                    <a:pt x="5571" y="3569"/>
                    <a:pt x="5905" y="3569"/>
                  </a:cubicBezTo>
                  <a:close/>
                  <a:moveTo>
                    <a:pt x="5004" y="0"/>
                  </a:moveTo>
                  <a:lnTo>
                    <a:pt x="5004" y="1501"/>
                  </a:lnTo>
                  <a:cubicBezTo>
                    <a:pt x="4437" y="1635"/>
                    <a:pt x="3903" y="1835"/>
                    <a:pt x="3470" y="2135"/>
                  </a:cubicBezTo>
                  <a:lnTo>
                    <a:pt x="2369" y="1068"/>
                  </a:lnTo>
                  <a:lnTo>
                    <a:pt x="1035" y="2402"/>
                  </a:lnTo>
                  <a:lnTo>
                    <a:pt x="2135" y="3469"/>
                  </a:lnTo>
                  <a:cubicBezTo>
                    <a:pt x="1835" y="3936"/>
                    <a:pt x="1602" y="4470"/>
                    <a:pt x="1502" y="5037"/>
                  </a:cubicBezTo>
                  <a:lnTo>
                    <a:pt x="1" y="5037"/>
                  </a:lnTo>
                  <a:lnTo>
                    <a:pt x="1" y="6938"/>
                  </a:lnTo>
                  <a:lnTo>
                    <a:pt x="1502" y="6938"/>
                  </a:lnTo>
                  <a:cubicBezTo>
                    <a:pt x="1635" y="7539"/>
                    <a:pt x="1835" y="8006"/>
                    <a:pt x="2135" y="8473"/>
                  </a:cubicBezTo>
                  <a:lnTo>
                    <a:pt x="1035" y="9574"/>
                  </a:lnTo>
                  <a:lnTo>
                    <a:pt x="2369" y="10908"/>
                  </a:lnTo>
                  <a:lnTo>
                    <a:pt x="3470" y="9807"/>
                  </a:lnTo>
                  <a:cubicBezTo>
                    <a:pt x="3937" y="10107"/>
                    <a:pt x="4470" y="10374"/>
                    <a:pt x="5004" y="10441"/>
                  </a:cubicBezTo>
                  <a:lnTo>
                    <a:pt x="5004" y="12042"/>
                  </a:lnTo>
                  <a:lnTo>
                    <a:pt x="6939" y="12042"/>
                  </a:lnTo>
                  <a:lnTo>
                    <a:pt x="6939" y="10541"/>
                  </a:lnTo>
                  <a:cubicBezTo>
                    <a:pt x="7506" y="10408"/>
                    <a:pt x="8006" y="10207"/>
                    <a:pt x="8473" y="9907"/>
                  </a:cubicBezTo>
                  <a:lnTo>
                    <a:pt x="9541" y="10975"/>
                  </a:lnTo>
                  <a:lnTo>
                    <a:pt x="10875" y="9640"/>
                  </a:lnTo>
                  <a:lnTo>
                    <a:pt x="9808" y="8573"/>
                  </a:lnTo>
                  <a:cubicBezTo>
                    <a:pt x="10074" y="8106"/>
                    <a:pt x="10341" y="7572"/>
                    <a:pt x="10408" y="7038"/>
                  </a:cubicBezTo>
                  <a:lnTo>
                    <a:pt x="11942" y="7038"/>
                  </a:lnTo>
                  <a:lnTo>
                    <a:pt x="11942" y="6938"/>
                  </a:lnTo>
                  <a:lnTo>
                    <a:pt x="11942" y="5037"/>
                  </a:lnTo>
                  <a:lnTo>
                    <a:pt x="10408" y="5037"/>
                  </a:lnTo>
                  <a:cubicBezTo>
                    <a:pt x="10308" y="4437"/>
                    <a:pt x="10074" y="3936"/>
                    <a:pt x="9808" y="3469"/>
                  </a:cubicBezTo>
                  <a:lnTo>
                    <a:pt x="10875" y="2402"/>
                  </a:lnTo>
                  <a:lnTo>
                    <a:pt x="9541" y="1068"/>
                  </a:lnTo>
                  <a:lnTo>
                    <a:pt x="8473" y="2135"/>
                  </a:lnTo>
                  <a:cubicBezTo>
                    <a:pt x="8006" y="1835"/>
                    <a:pt x="7473" y="1601"/>
                    <a:pt x="6939" y="1501"/>
                  </a:cubicBezTo>
                  <a:lnTo>
                    <a:pt x="6939" y="0"/>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74"/>
            <p:cNvSpPr/>
            <p:nvPr/>
          </p:nvSpPr>
          <p:spPr>
            <a:xfrm>
              <a:off x="3280787" y="898405"/>
              <a:ext cx="351355" cy="351375"/>
            </a:xfrm>
            <a:custGeom>
              <a:avLst/>
              <a:gdLst/>
              <a:ahLst/>
              <a:cxnLst/>
              <a:rect l="l" t="t" r="r" b="b"/>
              <a:pathLst>
                <a:path w="17513" h="17514" extrusionOk="0">
                  <a:moveTo>
                    <a:pt x="8740" y="5204"/>
                  </a:moveTo>
                  <a:cubicBezTo>
                    <a:pt x="9207" y="5204"/>
                    <a:pt x="9674" y="5304"/>
                    <a:pt x="10074" y="5471"/>
                  </a:cubicBezTo>
                  <a:lnTo>
                    <a:pt x="10141" y="5438"/>
                  </a:lnTo>
                  <a:lnTo>
                    <a:pt x="10141" y="5505"/>
                  </a:lnTo>
                  <a:cubicBezTo>
                    <a:pt x="10975" y="5871"/>
                    <a:pt x="11642" y="6539"/>
                    <a:pt x="12009" y="7373"/>
                  </a:cubicBezTo>
                  <a:lnTo>
                    <a:pt x="12075" y="7373"/>
                  </a:lnTo>
                  <a:lnTo>
                    <a:pt x="12042" y="7439"/>
                  </a:lnTo>
                  <a:cubicBezTo>
                    <a:pt x="12209" y="7840"/>
                    <a:pt x="12309" y="8307"/>
                    <a:pt x="12309" y="8774"/>
                  </a:cubicBezTo>
                  <a:cubicBezTo>
                    <a:pt x="12309" y="9207"/>
                    <a:pt x="12209" y="9674"/>
                    <a:pt x="12042" y="10108"/>
                  </a:cubicBezTo>
                  <a:lnTo>
                    <a:pt x="12075" y="10141"/>
                  </a:lnTo>
                  <a:lnTo>
                    <a:pt x="12009" y="10141"/>
                  </a:lnTo>
                  <a:cubicBezTo>
                    <a:pt x="11642" y="10975"/>
                    <a:pt x="10975" y="11642"/>
                    <a:pt x="10141" y="12009"/>
                  </a:cubicBezTo>
                  <a:lnTo>
                    <a:pt x="10141" y="12109"/>
                  </a:lnTo>
                  <a:lnTo>
                    <a:pt x="10074" y="12043"/>
                  </a:lnTo>
                  <a:cubicBezTo>
                    <a:pt x="9674" y="12209"/>
                    <a:pt x="9207" y="12309"/>
                    <a:pt x="8740" y="12309"/>
                  </a:cubicBezTo>
                  <a:cubicBezTo>
                    <a:pt x="8306" y="12309"/>
                    <a:pt x="7839" y="12209"/>
                    <a:pt x="7405" y="12043"/>
                  </a:cubicBezTo>
                  <a:lnTo>
                    <a:pt x="7372" y="12109"/>
                  </a:lnTo>
                  <a:lnTo>
                    <a:pt x="7372" y="12009"/>
                  </a:lnTo>
                  <a:cubicBezTo>
                    <a:pt x="6538" y="11642"/>
                    <a:pt x="5871" y="10975"/>
                    <a:pt x="5504" y="10141"/>
                  </a:cubicBezTo>
                  <a:lnTo>
                    <a:pt x="5404" y="10141"/>
                  </a:lnTo>
                  <a:lnTo>
                    <a:pt x="5471" y="10108"/>
                  </a:lnTo>
                  <a:cubicBezTo>
                    <a:pt x="5304" y="9674"/>
                    <a:pt x="5204" y="9207"/>
                    <a:pt x="5204" y="8774"/>
                  </a:cubicBezTo>
                  <a:cubicBezTo>
                    <a:pt x="5204" y="8307"/>
                    <a:pt x="5304" y="7840"/>
                    <a:pt x="5471" y="7439"/>
                  </a:cubicBezTo>
                  <a:lnTo>
                    <a:pt x="5404" y="7373"/>
                  </a:lnTo>
                  <a:lnTo>
                    <a:pt x="5504" y="7373"/>
                  </a:lnTo>
                  <a:cubicBezTo>
                    <a:pt x="5871" y="6539"/>
                    <a:pt x="6538" y="5871"/>
                    <a:pt x="7372" y="5505"/>
                  </a:cubicBezTo>
                  <a:lnTo>
                    <a:pt x="7372" y="5438"/>
                  </a:lnTo>
                  <a:lnTo>
                    <a:pt x="7405" y="5471"/>
                  </a:lnTo>
                  <a:cubicBezTo>
                    <a:pt x="7839" y="5304"/>
                    <a:pt x="8306" y="5204"/>
                    <a:pt x="8740" y="5204"/>
                  </a:cubicBezTo>
                  <a:close/>
                  <a:moveTo>
                    <a:pt x="7372" y="1"/>
                  </a:moveTo>
                  <a:lnTo>
                    <a:pt x="7372" y="2202"/>
                  </a:lnTo>
                  <a:cubicBezTo>
                    <a:pt x="6538" y="2369"/>
                    <a:pt x="5804" y="2703"/>
                    <a:pt x="5137" y="3170"/>
                  </a:cubicBezTo>
                  <a:lnTo>
                    <a:pt x="3536" y="1602"/>
                  </a:lnTo>
                  <a:lnTo>
                    <a:pt x="1568" y="3536"/>
                  </a:lnTo>
                  <a:lnTo>
                    <a:pt x="3169" y="5138"/>
                  </a:lnTo>
                  <a:cubicBezTo>
                    <a:pt x="2702" y="5805"/>
                    <a:pt x="2402" y="6605"/>
                    <a:pt x="2202" y="7373"/>
                  </a:cubicBezTo>
                  <a:lnTo>
                    <a:pt x="0" y="7373"/>
                  </a:lnTo>
                  <a:lnTo>
                    <a:pt x="0" y="10141"/>
                  </a:lnTo>
                  <a:lnTo>
                    <a:pt x="2202" y="10141"/>
                  </a:lnTo>
                  <a:cubicBezTo>
                    <a:pt x="2369" y="10975"/>
                    <a:pt x="2702" y="11709"/>
                    <a:pt x="3169" y="12376"/>
                  </a:cubicBezTo>
                  <a:lnTo>
                    <a:pt x="1568" y="13977"/>
                  </a:lnTo>
                  <a:lnTo>
                    <a:pt x="3536" y="15945"/>
                  </a:lnTo>
                  <a:lnTo>
                    <a:pt x="5137" y="14344"/>
                  </a:lnTo>
                  <a:cubicBezTo>
                    <a:pt x="5804" y="14811"/>
                    <a:pt x="6572" y="15111"/>
                    <a:pt x="7372" y="15312"/>
                  </a:cubicBezTo>
                  <a:lnTo>
                    <a:pt x="7372" y="17513"/>
                  </a:lnTo>
                  <a:lnTo>
                    <a:pt x="10141" y="17513"/>
                  </a:lnTo>
                  <a:lnTo>
                    <a:pt x="10141" y="15312"/>
                  </a:lnTo>
                  <a:cubicBezTo>
                    <a:pt x="10975" y="15145"/>
                    <a:pt x="11709" y="14811"/>
                    <a:pt x="12376" y="14344"/>
                  </a:cubicBezTo>
                  <a:lnTo>
                    <a:pt x="13977" y="15945"/>
                  </a:lnTo>
                  <a:lnTo>
                    <a:pt x="15912" y="13977"/>
                  </a:lnTo>
                  <a:lnTo>
                    <a:pt x="14344" y="12376"/>
                  </a:lnTo>
                  <a:cubicBezTo>
                    <a:pt x="14811" y="11709"/>
                    <a:pt x="15078" y="10942"/>
                    <a:pt x="15311" y="10141"/>
                  </a:cubicBezTo>
                  <a:lnTo>
                    <a:pt x="17513" y="10141"/>
                  </a:lnTo>
                  <a:lnTo>
                    <a:pt x="17513" y="7373"/>
                  </a:lnTo>
                  <a:lnTo>
                    <a:pt x="15311" y="7373"/>
                  </a:lnTo>
                  <a:cubicBezTo>
                    <a:pt x="15144" y="6539"/>
                    <a:pt x="14811" y="5805"/>
                    <a:pt x="14344" y="5138"/>
                  </a:cubicBezTo>
                  <a:lnTo>
                    <a:pt x="15912" y="3536"/>
                  </a:lnTo>
                  <a:lnTo>
                    <a:pt x="13977" y="1602"/>
                  </a:lnTo>
                  <a:lnTo>
                    <a:pt x="12376" y="3170"/>
                  </a:lnTo>
                  <a:cubicBezTo>
                    <a:pt x="11709" y="2703"/>
                    <a:pt x="10908" y="2436"/>
                    <a:pt x="10141" y="2202"/>
                  </a:cubicBezTo>
                  <a:lnTo>
                    <a:pt x="10141" y="1"/>
                  </a:ln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29" name="Google Shape;3529;p74"/>
          <p:cNvGrpSpPr/>
          <p:nvPr/>
        </p:nvGrpSpPr>
        <p:grpSpPr>
          <a:xfrm>
            <a:off x="267239" y="769457"/>
            <a:ext cx="594973" cy="600310"/>
            <a:chOff x="267239" y="769457"/>
            <a:chExt cx="594973" cy="600310"/>
          </a:xfrm>
        </p:grpSpPr>
        <p:sp>
          <p:nvSpPr>
            <p:cNvPr id="3530" name="Google Shape;3530;p74"/>
            <p:cNvSpPr/>
            <p:nvPr/>
          </p:nvSpPr>
          <p:spPr>
            <a:xfrm>
              <a:off x="267239" y="827678"/>
              <a:ext cx="542109" cy="542089"/>
            </a:xfrm>
            <a:custGeom>
              <a:avLst/>
              <a:gdLst/>
              <a:ahLst/>
              <a:cxnLst/>
              <a:rect l="l" t="t" r="r" b="b"/>
              <a:pathLst>
                <a:path w="27021" h="27020" extrusionOk="0">
                  <a:moveTo>
                    <a:pt x="13511" y="3403"/>
                  </a:moveTo>
                  <a:cubicBezTo>
                    <a:pt x="19081" y="3403"/>
                    <a:pt x="23618" y="7906"/>
                    <a:pt x="23618" y="13510"/>
                  </a:cubicBezTo>
                  <a:cubicBezTo>
                    <a:pt x="23618" y="19047"/>
                    <a:pt x="19115" y="23617"/>
                    <a:pt x="13511" y="23617"/>
                  </a:cubicBezTo>
                  <a:cubicBezTo>
                    <a:pt x="7973" y="23617"/>
                    <a:pt x="3437" y="19114"/>
                    <a:pt x="3437" y="13510"/>
                  </a:cubicBezTo>
                  <a:cubicBezTo>
                    <a:pt x="3437" y="7973"/>
                    <a:pt x="7940" y="3403"/>
                    <a:pt x="13511" y="3403"/>
                  </a:cubicBezTo>
                  <a:close/>
                  <a:moveTo>
                    <a:pt x="13511" y="0"/>
                  </a:moveTo>
                  <a:cubicBezTo>
                    <a:pt x="6072" y="0"/>
                    <a:pt x="1" y="6038"/>
                    <a:pt x="1" y="13510"/>
                  </a:cubicBezTo>
                  <a:cubicBezTo>
                    <a:pt x="1" y="20982"/>
                    <a:pt x="6072" y="27020"/>
                    <a:pt x="13511" y="27020"/>
                  </a:cubicBezTo>
                  <a:cubicBezTo>
                    <a:pt x="20983" y="27020"/>
                    <a:pt x="27020" y="20982"/>
                    <a:pt x="27020" y="13510"/>
                  </a:cubicBezTo>
                  <a:cubicBezTo>
                    <a:pt x="27020" y="6038"/>
                    <a:pt x="20983" y="0"/>
                    <a:pt x="13511"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74"/>
            <p:cNvSpPr/>
            <p:nvPr/>
          </p:nvSpPr>
          <p:spPr>
            <a:xfrm>
              <a:off x="401096" y="961515"/>
              <a:ext cx="275739" cy="274415"/>
            </a:xfrm>
            <a:custGeom>
              <a:avLst/>
              <a:gdLst/>
              <a:ahLst/>
              <a:cxnLst/>
              <a:rect l="l" t="t" r="r" b="b"/>
              <a:pathLst>
                <a:path w="13744" h="13678" extrusionOk="0">
                  <a:moveTo>
                    <a:pt x="6839" y="3837"/>
                  </a:moveTo>
                  <a:cubicBezTo>
                    <a:pt x="8506" y="3837"/>
                    <a:pt x="9907" y="5171"/>
                    <a:pt x="9907" y="6872"/>
                  </a:cubicBezTo>
                  <a:cubicBezTo>
                    <a:pt x="9907" y="8507"/>
                    <a:pt x="8506" y="9875"/>
                    <a:pt x="6839" y="9875"/>
                  </a:cubicBezTo>
                  <a:cubicBezTo>
                    <a:pt x="5171" y="9875"/>
                    <a:pt x="3836" y="8540"/>
                    <a:pt x="3836" y="6872"/>
                  </a:cubicBezTo>
                  <a:cubicBezTo>
                    <a:pt x="3836" y="5205"/>
                    <a:pt x="5171" y="3837"/>
                    <a:pt x="6839" y="3837"/>
                  </a:cubicBezTo>
                  <a:close/>
                  <a:moveTo>
                    <a:pt x="6839" y="1"/>
                  </a:moveTo>
                  <a:cubicBezTo>
                    <a:pt x="3069" y="1"/>
                    <a:pt x="0" y="3103"/>
                    <a:pt x="0" y="6839"/>
                  </a:cubicBezTo>
                  <a:cubicBezTo>
                    <a:pt x="0" y="10642"/>
                    <a:pt x="3069" y="13677"/>
                    <a:pt x="6839" y="13677"/>
                  </a:cubicBezTo>
                  <a:cubicBezTo>
                    <a:pt x="10641" y="13677"/>
                    <a:pt x="13677" y="10575"/>
                    <a:pt x="13677" y="6839"/>
                  </a:cubicBezTo>
                  <a:cubicBezTo>
                    <a:pt x="13744" y="3036"/>
                    <a:pt x="10641" y="1"/>
                    <a:pt x="6839" y="1"/>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74"/>
            <p:cNvSpPr/>
            <p:nvPr/>
          </p:nvSpPr>
          <p:spPr>
            <a:xfrm>
              <a:off x="530259" y="812792"/>
              <a:ext cx="290465" cy="291970"/>
            </a:xfrm>
            <a:custGeom>
              <a:avLst/>
              <a:gdLst/>
              <a:ahLst/>
              <a:cxnLst/>
              <a:rect l="l" t="t" r="r" b="b"/>
              <a:pathLst>
                <a:path w="14478" h="14553" extrusionOk="0">
                  <a:moveTo>
                    <a:pt x="14227" y="0"/>
                  </a:moveTo>
                  <a:cubicBezTo>
                    <a:pt x="14177" y="0"/>
                    <a:pt x="14127" y="25"/>
                    <a:pt x="14077" y="75"/>
                  </a:cubicBezTo>
                  <a:lnTo>
                    <a:pt x="67" y="14219"/>
                  </a:lnTo>
                  <a:cubicBezTo>
                    <a:pt x="0" y="14285"/>
                    <a:pt x="0" y="14419"/>
                    <a:pt x="67" y="14519"/>
                  </a:cubicBezTo>
                  <a:cubicBezTo>
                    <a:pt x="134" y="14552"/>
                    <a:pt x="200" y="14552"/>
                    <a:pt x="234" y="14552"/>
                  </a:cubicBezTo>
                  <a:cubicBezTo>
                    <a:pt x="267" y="14552"/>
                    <a:pt x="334" y="14552"/>
                    <a:pt x="367" y="14519"/>
                  </a:cubicBezTo>
                  <a:lnTo>
                    <a:pt x="14377" y="376"/>
                  </a:lnTo>
                  <a:cubicBezTo>
                    <a:pt x="14477" y="275"/>
                    <a:pt x="14477" y="142"/>
                    <a:pt x="14377" y="75"/>
                  </a:cubicBezTo>
                  <a:cubicBezTo>
                    <a:pt x="14327" y="25"/>
                    <a:pt x="14277" y="0"/>
                    <a:pt x="14227"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74"/>
            <p:cNvSpPr/>
            <p:nvPr/>
          </p:nvSpPr>
          <p:spPr>
            <a:xfrm>
              <a:off x="779214" y="794876"/>
              <a:ext cx="59566" cy="59586"/>
            </a:xfrm>
            <a:custGeom>
              <a:avLst/>
              <a:gdLst/>
              <a:ahLst/>
              <a:cxnLst/>
              <a:rect l="l" t="t" r="r" b="b"/>
              <a:pathLst>
                <a:path w="2969" h="2970" extrusionOk="0">
                  <a:moveTo>
                    <a:pt x="234" y="1"/>
                  </a:moveTo>
                  <a:cubicBezTo>
                    <a:pt x="100" y="1"/>
                    <a:pt x="0" y="101"/>
                    <a:pt x="0" y="201"/>
                  </a:cubicBezTo>
                  <a:lnTo>
                    <a:pt x="0" y="2970"/>
                  </a:lnTo>
                  <a:lnTo>
                    <a:pt x="2769" y="2836"/>
                  </a:lnTo>
                  <a:cubicBezTo>
                    <a:pt x="2902" y="2836"/>
                    <a:pt x="2969" y="2770"/>
                    <a:pt x="2969" y="2636"/>
                  </a:cubicBezTo>
                  <a:cubicBezTo>
                    <a:pt x="2969" y="2503"/>
                    <a:pt x="2902" y="2436"/>
                    <a:pt x="2769" y="2436"/>
                  </a:cubicBezTo>
                  <a:lnTo>
                    <a:pt x="434" y="2569"/>
                  </a:lnTo>
                  <a:lnTo>
                    <a:pt x="434" y="201"/>
                  </a:lnTo>
                  <a:cubicBezTo>
                    <a:pt x="434" y="101"/>
                    <a:pt x="334" y="1"/>
                    <a:pt x="234" y="1"/>
                  </a:cubicBezTo>
                  <a:close/>
                </a:path>
              </a:pathLst>
            </a:custGeom>
            <a:solidFill>
              <a:srgbClr val="CDDE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74"/>
            <p:cNvSpPr/>
            <p:nvPr/>
          </p:nvSpPr>
          <p:spPr>
            <a:xfrm>
              <a:off x="805316" y="769457"/>
              <a:ext cx="56897" cy="58241"/>
            </a:xfrm>
            <a:custGeom>
              <a:avLst/>
              <a:gdLst/>
              <a:ahLst/>
              <a:cxnLst/>
              <a:rect l="l" t="t" r="r" b="b"/>
              <a:pathLst>
                <a:path w="2836" h="2903" extrusionOk="0">
                  <a:moveTo>
                    <a:pt x="434" y="0"/>
                  </a:moveTo>
                  <a:cubicBezTo>
                    <a:pt x="334" y="0"/>
                    <a:pt x="200" y="67"/>
                    <a:pt x="200" y="201"/>
                  </a:cubicBezTo>
                  <a:lnTo>
                    <a:pt x="0" y="2902"/>
                  </a:lnTo>
                  <a:lnTo>
                    <a:pt x="0" y="2902"/>
                  </a:lnTo>
                  <a:lnTo>
                    <a:pt x="2635" y="2702"/>
                  </a:lnTo>
                  <a:cubicBezTo>
                    <a:pt x="2769" y="2702"/>
                    <a:pt x="2835" y="2602"/>
                    <a:pt x="2835" y="2502"/>
                  </a:cubicBezTo>
                  <a:cubicBezTo>
                    <a:pt x="2835" y="2369"/>
                    <a:pt x="2769" y="2269"/>
                    <a:pt x="2635" y="2269"/>
                  </a:cubicBezTo>
                  <a:lnTo>
                    <a:pt x="434" y="2402"/>
                  </a:lnTo>
                  <a:lnTo>
                    <a:pt x="634" y="201"/>
                  </a:lnTo>
                  <a:cubicBezTo>
                    <a:pt x="634" y="100"/>
                    <a:pt x="534" y="0"/>
                    <a:pt x="434" y="0"/>
                  </a:cubicBezTo>
                  <a:close/>
                </a:path>
              </a:pathLst>
            </a:custGeom>
            <a:solidFill>
              <a:srgbClr val="6E9BD3">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5" name="Google Shape;3535;p74"/>
          <p:cNvGrpSpPr/>
          <p:nvPr/>
        </p:nvGrpSpPr>
        <p:grpSpPr>
          <a:xfrm>
            <a:off x="692203" y="1111048"/>
            <a:ext cx="2100724" cy="3150467"/>
            <a:chOff x="692203" y="1111048"/>
            <a:chExt cx="2100724" cy="3150467"/>
          </a:xfrm>
        </p:grpSpPr>
        <p:grpSp>
          <p:nvGrpSpPr>
            <p:cNvPr id="3536" name="Google Shape;3536;p74"/>
            <p:cNvGrpSpPr/>
            <p:nvPr/>
          </p:nvGrpSpPr>
          <p:grpSpPr>
            <a:xfrm>
              <a:off x="1696879" y="1378548"/>
              <a:ext cx="410258" cy="410679"/>
              <a:chOff x="2677794" y="1562270"/>
              <a:chExt cx="410258" cy="410679"/>
            </a:xfrm>
          </p:grpSpPr>
          <p:sp>
            <p:nvSpPr>
              <p:cNvPr id="3537" name="Google Shape;3537;p74"/>
              <p:cNvSpPr/>
              <p:nvPr/>
            </p:nvSpPr>
            <p:spPr>
              <a:xfrm>
                <a:off x="2916719" y="1874142"/>
                <a:ext cx="92368" cy="98808"/>
              </a:xfrm>
              <a:custGeom>
                <a:avLst/>
                <a:gdLst/>
                <a:ahLst/>
                <a:cxnLst/>
                <a:rect l="l" t="t" r="r" b="b"/>
                <a:pathLst>
                  <a:path w="4604" h="4925" extrusionOk="0">
                    <a:moveTo>
                      <a:pt x="0" y="0"/>
                    </a:moveTo>
                    <a:cubicBezTo>
                      <a:pt x="0" y="0"/>
                      <a:pt x="367" y="1902"/>
                      <a:pt x="0" y="3803"/>
                    </a:cubicBezTo>
                    <a:cubicBezTo>
                      <a:pt x="0" y="3803"/>
                      <a:pt x="1237" y="4925"/>
                      <a:pt x="2615" y="4925"/>
                    </a:cubicBezTo>
                    <a:cubicBezTo>
                      <a:pt x="2721" y="4925"/>
                      <a:pt x="2828" y="4918"/>
                      <a:pt x="2935" y="4904"/>
                    </a:cubicBezTo>
                    <a:cubicBezTo>
                      <a:pt x="4437" y="4704"/>
                      <a:pt x="4603" y="3536"/>
                      <a:pt x="4603" y="3536"/>
                    </a:cubicBezTo>
                    <a:lnTo>
                      <a:pt x="4437" y="0"/>
                    </a:ln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74"/>
              <p:cNvSpPr/>
              <p:nvPr/>
            </p:nvSpPr>
            <p:spPr>
              <a:xfrm>
                <a:off x="2916719" y="1873459"/>
                <a:ext cx="89679" cy="49233"/>
              </a:xfrm>
              <a:custGeom>
                <a:avLst/>
                <a:gdLst/>
                <a:ahLst/>
                <a:cxnLst/>
                <a:rect l="l" t="t" r="r" b="b"/>
                <a:pathLst>
                  <a:path w="4470" h="2454" extrusionOk="0">
                    <a:moveTo>
                      <a:pt x="0" y="1"/>
                    </a:moveTo>
                    <a:cubicBezTo>
                      <a:pt x="0" y="1"/>
                      <a:pt x="100" y="535"/>
                      <a:pt x="133" y="1335"/>
                    </a:cubicBezTo>
                    <a:cubicBezTo>
                      <a:pt x="864" y="1853"/>
                      <a:pt x="1816" y="2453"/>
                      <a:pt x="2636" y="2453"/>
                    </a:cubicBezTo>
                    <a:cubicBezTo>
                      <a:pt x="2715" y="2453"/>
                      <a:pt x="2793" y="2448"/>
                      <a:pt x="2869" y="2436"/>
                    </a:cubicBezTo>
                    <a:cubicBezTo>
                      <a:pt x="3636" y="2369"/>
                      <a:pt x="4136" y="1936"/>
                      <a:pt x="4470" y="1502"/>
                    </a:cubicBezTo>
                    <a:lnTo>
                      <a:pt x="4370" y="1"/>
                    </a:lnTo>
                    <a:close/>
                  </a:path>
                </a:pathLst>
              </a:custGeom>
              <a:solidFill>
                <a:srgbClr val="CE6D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74"/>
              <p:cNvSpPr/>
              <p:nvPr/>
            </p:nvSpPr>
            <p:spPr>
              <a:xfrm>
                <a:off x="2677794" y="1608695"/>
                <a:ext cx="167321" cy="159276"/>
              </a:xfrm>
              <a:custGeom>
                <a:avLst/>
                <a:gdLst/>
                <a:ahLst/>
                <a:cxnLst/>
                <a:rect l="l" t="t" r="r" b="b"/>
                <a:pathLst>
                  <a:path w="8340" h="7939" extrusionOk="0">
                    <a:moveTo>
                      <a:pt x="4097" y="0"/>
                    </a:moveTo>
                    <a:cubicBezTo>
                      <a:pt x="1898" y="0"/>
                      <a:pt x="508" y="1991"/>
                      <a:pt x="234" y="3424"/>
                    </a:cubicBezTo>
                    <a:cubicBezTo>
                      <a:pt x="1" y="4959"/>
                      <a:pt x="901" y="6927"/>
                      <a:pt x="2536" y="7627"/>
                    </a:cubicBezTo>
                    <a:cubicBezTo>
                      <a:pt x="2987" y="7826"/>
                      <a:pt x="3496" y="7939"/>
                      <a:pt x="4020" y="7939"/>
                    </a:cubicBezTo>
                    <a:cubicBezTo>
                      <a:pt x="5434" y="7939"/>
                      <a:pt x="6952" y="7116"/>
                      <a:pt x="7706" y="4925"/>
                    </a:cubicBezTo>
                    <a:cubicBezTo>
                      <a:pt x="8340" y="3224"/>
                      <a:pt x="7339" y="456"/>
                      <a:pt x="4737" y="55"/>
                    </a:cubicBezTo>
                    <a:cubicBezTo>
                      <a:pt x="4517" y="18"/>
                      <a:pt x="4303" y="0"/>
                      <a:pt x="4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74"/>
              <p:cNvSpPr/>
              <p:nvPr/>
            </p:nvSpPr>
            <p:spPr>
              <a:xfrm>
                <a:off x="2681807" y="1688102"/>
                <a:ext cx="153940" cy="72947"/>
              </a:xfrm>
              <a:custGeom>
                <a:avLst/>
                <a:gdLst/>
                <a:ahLst/>
                <a:cxnLst/>
                <a:rect l="l" t="t" r="r" b="b"/>
                <a:pathLst>
                  <a:path w="7673" h="3636" fill="none" extrusionOk="0">
                    <a:moveTo>
                      <a:pt x="1" y="400"/>
                    </a:moveTo>
                    <a:cubicBezTo>
                      <a:pt x="1" y="400"/>
                      <a:pt x="2236" y="2602"/>
                      <a:pt x="7673" y="0"/>
                    </a:cubicBezTo>
                    <a:cubicBezTo>
                      <a:pt x="7673" y="0"/>
                      <a:pt x="5538" y="3636"/>
                      <a:pt x="901" y="2602"/>
                    </a:cubicBezTo>
                  </a:path>
                </a:pathLst>
              </a:custGeom>
              <a:noFill/>
              <a:ln w="75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74"/>
              <p:cNvSpPr/>
              <p:nvPr/>
            </p:nvSpPr>
            <p:spPr>
              <a:xfrm>
                <a:off x="2758767" y="1607792"/>
                <a:ext cx="40185" cy="99731"/>
              </a:xfrm>
              <a:custGeom>
                <a:avLst/>
                <a:gdLst/>
                <a:ahLst/>
                <a:cxnLst/>
                <a:rect l="l" t="t" r="r" b="b"/>
                <a:pathLst>
                  <a:path w="2003" h="4971" fill="none" extrusionOk="0">
                    <a:moveTo>
                      <a:pt x="1" y="0"/>
                    </a:moveTo>
                    <a:cubicBezTo>
                      <a:pt x="1" y="0"/>
                      <a:pt x="2002" y="2002"/>
                      <a:pt x="1135" y="4970"/>
                    </a:cubicBezTo>
                  </a:path>
                </a:pathLst>
              </a:custGeom>
              <a:noFill/>
              <a:ln w="75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74"/>
              <p:cNvSpPr/>
              <p:nvPr/>
            </p:nvSpPr>
            <p:spPr>
              <a:xfrm>
                <a:off x="2731341" y="1614473"/>
                <a:ext cx="50196" cy="96400"/>
              </a:xfrm>
              <a:custGeom>
                <a:avLst/>
                <a:gdLst/>
                <a:ahLst/>
                <a:cxnLst/>
                <a:rect l="l" t="t" r="r" b="b"/>
                <a:pathLst>
                  <a:path w="2502" h="4805" fill="none" extrusionOk="0">
                    <a:moveTo>
                      <a:pt x="0" y="1"/>
                    </a:moveTo>
                    <a:cubicBezTo>
                      <a:pt x="0" y="1"/>
                      <a:pt x="2502" y="1935"/>
                      <a:pt x="2035" y="4804"/>
                    </a:cubicBezTo>
                  </a:path>
                </a:pathLst>
              </a:custGeom>
              <a:noFill/>
              <a:ln w="75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74"/>
              <p:cNvSpPr/>
              <p:nvPr/>
            </p:nvSpPr>
            <p:spPr>
              <a:xfrm>
                <a:off x="2796925" y="1562270"/>
                <a:ext cx="291127" cy="266390"/>
              </a:xfrm>
              <a:custGeom>
                <a:avLst/>
                <a:gdLst/>
                <a:ahLst/>
                <a:cxnLst/>
                <a:rect l="l" t="t" r="r" b="b"/>
                <a:pathLst>
                  <a:path w="14511" h="13278" extrusionOk="0">
                    <a:moveTo>
                      <a:pt x="9912" y="1"/>
                    </a:moveTo>
                    <a:cubicBezTo>
                      <a:pt x="9070" y="1"/>
                      <a:pt x="7988" y="807"/>
                      <a:pt x="7172" y="1569"/>
                    </a:cubicBezTo>
                    <a:cubicBezTo>
                      <a:pt x="6171" y="2469"/>
                      <a:pt x="3769" y="3937"/>
                      <a:pt x="2402" y="4704"/>
                    </a:cubicBezTo>
                    <a:cubicBezTo>
                      <a:pt x="1001" y="5438"/>
                      <a:pt x="601" y="5938"/>
                      <a:pt x="300" y="6706"/>
                    </a:cubicBezTo>
                    <a:cubicBezTo>
                      <a:pt x="0" y="7440"/>
                      <a:pt x="2769" y="13277"/>
                      <a:pt x="2769" y="13277"/>
                    </a:cubicBezTo>
                    <a:lnTo>
                      <a:pt x="12309" y="8140"/>
                    </a:lnTo>
                    <a:cubicBezTo>
                      <a:pt x="13677" y="6539"/>
                      <a:pt x="14510" y="5105"/>
                      <a:pt x="13643" y="3937"/>
                    </a:cubicBezTo>
                    <a:cubicBezTo>
                      <a:pt x="13254" y="3392"/>
                      <a:pt x="12582" y="3247"/>
                      <a:pt x="11975" y="3247"/>
                    </a:cubicBezTo>
                    <a:cubicBezTo>
                      <a:pt x="11282" y="3247"/>
                      <a:pt x="10674" y="3437"/>
                      <a:pt x="10674" y="3437"/>
                    </a:cubicBezTo>
                    <a:cubicBezTo>
                      <a:pt x="11241" y="2202"/>
                      <a:pt x="11308" y="635"/>
                      <a:pt x="10441" y="134"/>
                    </a:cubicBezTo>
                    <a:cubicBezTo>
                      <a:pt x="10281" y="42"/>
                      <a:pt x="10103" y="1"/>
                      <a:pt x="99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74"/>
              <p:cNvSpPr/>
              <p:nvPr/>
            </p:nvSpPr>
            <p:spPr>
              <a:xfrm>
                <a:off x="2832396" y="1631024"/>
                <a:ext cx="245625" cy="250882"/>
              </a:xfrm>
              <a:custGeom>
                <a:avLst/>
                <a:gdLst/>
                <a:ahLst/>
                <a:cxnLst/>
                <a:rect l="l" t="t" r="r" b="b"/>
                <a:pathLst>
                  <a:path w="12243" h="12505" extrusionOk="0">
                    <a:moveTo>
                      <a:pt x="5999" y="0"/>
                    </a:moveTo>
                    <a:cubicBezTo>
                      <a:pt x="5628" y="0"/>
                      <a:pt x="5241" y="36"/>
                      <a:pt x="4837" y="110"/>
                    </a:cubicBezTo>
                    <a:cubicBezTo>
                      <a:pt x="0" y="1010"/>
                      <a:pt x="0" y="5447"/>
                      <a:pt x="801" y="8149"/>
                    </a:cubicBezTo>
                    <a:cubicBezTo>
                      <a:pt x="1454" y="10644"/>
                      <a:pt x="3722" y="12505"/>
                      <a:pt x="6472" y="12505"/>
                    </a:cubicBezTo>
                    <a:cubicBezTo>
                      <a:pt x="6810" y="12505"/>
                      <a:pt x="7155" y="12477"/>
                      <a:pt x="7505" y="12419"/>
                    </a:cubicBezTo>
                    <a:cubicBezTo>
                      <a:pt x="10708" y="11851"/>
                      <a:pt x="12242" y="8249"/>
                      <a:pt x="11508" y="5080"/>
                    </a:cubicBezTo>
                    <a:cubicBezTo>
                      <a:pt x="10826" y="2263"/>
                      <a:pt x="8959" y="0"/>
                      <a:pt x="5999" y="0"/>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74"/>
              <p:cNvSpPr/>
              <p:nvPr/>
            </p:nvSpPr>
            <p:spPr>
              <a:xfrm>
                <a:off x="2978952" y="1710171"/>
                <a:ext cx="42171" cy="81012"/>
              </a:xfrm>
              <a:custGeom>
                <a:avLst/>
                <a:gdLst/>
                <a:ahLst/>
                <a:cxnLst/>
                <a:rect l="l" t="t" r="r" b="b"/>
                <a:pathLst>
                  <a:path w="2102" h="4038" fill="none" extrusionOk="0">
                    <a:moveTo>
                      <a:pt x="0" y="1"/>
                    </a:moveTo>
                    <a:cubicBezTo>
                      <a:pt x="0" y="1"/>
                      <a:pt x="0" y="1368"/>
                      <a:pt x="501" y="2469"/>
                    </a:cubicBezTo>
                    <a:cubicBezTo>
                      <a:pt x="501" y="2469"/>
                      <a:pt x="1668" y="2036"/>
                      <a:pt x="1868" y="2202"/>
                    </a:cubicBezTo>
                    <a:cubicBezTo>
                      <a:pt x="2102" y="2336"/>
                      <a:pt x="1535" y="3570"/>
                      <a:pt x="1101" y="4037"/>
                    </a:cubicBezTo>
                  </a:path>
                </a:pathLst>
              </a:custGeom>
              <a:noFill/>
              <a:ln w="7500"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74"/>
              <p:cNvSpPr/>
              <p:nvPr/>
            </p:nvSpPr>
            <p:spPr>
              <a:xfrm>
                <a:off x="2946832" y="1805207"/>
                <a:ext cx="56897" cy="25459"/>
              </a:xfrm>
              <a:custGeom>
                <a:avLst/>
                <a:gdLst/>
                <a:ahLst/>
                <a:cxnLst/>
                <a:rect l="l" t="t" r="r" b="b"/>
                <a:pathLst>
                  <a:path w="2836" h="1269" fill="none" extrusionOk="0">
                    <a:moveTo>
                      <a:pt x="2835" y="468"/>
                    </a:moveTo>
                    <a:cubicBezTo>
                      <a:pt x="2835" y="468"/>
                      <a:pt x="1168" y="1268"/>
                      <a:pt x="0" y="1"/>
                    </a:cubicBezTo>
                  </a:path>
                </a:pathLst>
              </a:custGeom>
              <a:noFill/>
              <a:ln w="7500"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74"/>
              <p:cNvSpPr/>
              <p:nvPr/>
            </p:nvSpPr>
            <p:spPr>
              <a:xfrm>
                <a:off x="2925406" y="1734206"/>
                <a:ext cx="16752" cy="21066"/>
              </a:xfrm>
              <a:custGeom>
                <a:avLst/>
                <a:gdLst/>
                <a:ahLst/>
                <a:cxnLst/>
                <a:rect l="l" t="t" r="r" b="b"/>
                <a:pathLst>
                  <a:path w="835" h="1050" extrusionOk="0">
                    <a:moveTo>
                      <a:pt x="378" y="0"/>
                    </a:moveTo>
                    <a:cubicBezTo>
                      <a:pt x="363" y="0"/>
                      <a:pt x="349" y="1"/>
                      <a:pt x="334" y="4"/>
                    </a:cubicBezTo>
                    <a:cubicBezTo>
                      <a:pt x="101" y="37"/>
                      <a:pt x="1" y="337"/>
                      <a:pt x="34" y="604"/>
                    </a:cubicBezTo>
                    <a:cubicBezTo>
                      <a:pt x="63" y="840"/>
                      <a:pt x="223" y="1049"/>
                      <a:pt x="420" y="1049"/>
                    </a:cubicBezTo>
                    <a:cubicBezTo>
                      <a:pt x="447" y="1049"/>
                      <a:pt x="474" y="1046"/>
                      <a:pt x="501" y="1038"/>
                    </a:cubicBezTo>
                    <a:cubicBezTo>
                      <a:pt x="701" y="1004"/>
                      <a:pt x="835" y="771"/>
                      <a:pt x="768" y="471"/>
                    </a:cubicBezTo>
                    <a:cubicBezTo>
                      <a:pt x="737" y="192"/>
                      <a:pt x="563" y="0"/>
                      <a:pt x="378" y="0"/>
                    </a:cubicBezTo>
                    <a:close/>
                  </a:path>
                </a:pathLst>
              </a:custGeom>
              <a:solidFill>
                <a:srgbClr val="1323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74"/>
              <p:cNvSpPr/>
              <p:nvPr/>
            </p:nvSpPr>
            <p:spPr>
              <a:xfrm>
                <a:off x="2933431" y="1724897"/>
                <a:ext cx="15428" cy="18096"/>
              </a:xfrm>
              <a:custGeom>
                <a:avLst/>
                <a:gdLst/>
                <a:ahLst/>
                <a:cxnLst/>
                <a:rect l="l" t="t" r="r" b="b"/>
                <a:pathLst>
                  <a:path w="769" h="902" fill="none" extrusionOk="0">
                    <a:moveTo>
                      <a:pt x="768" y="1"/>
                    </a:moveTo>
                    <a:cubicBezTo>
                      <a:pt x="768" y="1"/>
                      <a:pt x="535" y="668"/>
                      <a:pt x="1" y="901"/>
                    </a:cubicBezTo>
                  </a:path>
                </a:pathLst>
              </a:custGeom>
              <a:noFill/>
              <a:ln w="5850"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74"/>
              <p:cNvSpPr/>
              <p:nvPr/>
            </p:nvSpPr>
            <p:spPr>
              <a:xfrm>
                <a:off x="2999697" y="1723492"/>
                <a:ext cx="17414" cy="20905"/>
              </a:xfrm>
              <a:custGeom>
                <a:avLst/>
                <a:gdLst/>
                <a:ahLst/>
                <a:cxnLst/>
                <a:rect l="l" t="t" r="r" b="b"/>
                <a:pathLst>
                  <a:path w="868" h="1042" extrusionOk="0">
                    <a:moveTo>
                      <a:pt x="411" y="0"/>
                    </a:moveTo>
                    <a:cubicBezTo>
                      <a:pt x="397" y="0"/>
                      <a:pt x="382" y="2"/>
                      <a:pt x="367" y="4"/>
                    </a:cubicBezTo>
                    <a:cubicBezTo>
                      <a:pt x="134" y="37"/>
                      <a:pt x="0" y="304"/>
                      <a:pt x="67" y="571"/>
                    </a:cubicBezTo>
                    <a:cubicBezTo>
                      <a:pt x="129" y="849"/>
                      <a:pt x="305" y="1042"/>
                      <a:pt x="490" y="1042"/>
                    </a:cubicBezTo>
                    <a:cubicBezTo>
                      <a:pt x="505" y="1042"/>
                      <a:pt x="519" y="1040"/>
                      <a:pt x="534" y="1038"/>
                    </a:cubicBezTo>
                    <a:cubicBezTo>
                      <a:pt x="734" y="1005"/>
                      <a:pt x="868" y="738"/>
                      <a:pt x="834" y="471"/>
                    </a:cubicBezTo>
                    <a:cubicBezTo>
                      <a:pt x="803" y="193"/>
                      <a:pt x="600" y="0"/>
                      <a:pt x="411" y="0"/>
                    </a:cubicBezTo>
                    <a:close/>
                  </a:path>
                </a:pathLst>
              </a:custGeom>
              <a:solidFill>
                <a:srgbClr val="1323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74"/>
              <p:cNvSpPr/>
              <p:nvPr/>
            </p:nvSpPr>
            <p:spPr>
              <a:xfrm>
                <a:off x="3009066" y="1714183"/>
                <a:ext cx="14746" cy="17434"/>
              </a:xfrm>
              <a:custGeom>
                <a:avLst/>
                <a:gdLst/>
                <a:ahLst/>
                <a:cxnLst/>
                <a:rect l="l" t="t" r="r" b="b"/>
                <a:pathLst>
                  <a:path w="735" h="869" fill="none" extrusionOk="0">
                    <a:moveTo>
                      <a:pt x="734" y="1"/>
                    </a:moveTo>
                    <a:cubicBezTo>
                      <a:pt x="734" y="1"/>
                      <a:pt x="534" y="668"/>
                      <a:pt x="0" y="868"/>
                    </a:cubicBezTo>
                  </a:path>
                </a:pathLst>
              </a:custGeom>
              <a:noFill/>
              <a:ln w="5850"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74"/>
              <p:cNvSpPr/>
              <p:nvPr/>
            </p:nvSpPr>
            <p:spPr>
              <a:xfrm>
                <a:off x="2890698" y="1674780"/>
                <a:ext cx="52122" cy="38921"/>
              </a:xfrm>
              <a:custGeom>
                <a:avLst/>
                <a:gdLst/>
                <a:ahLst/>
                <a:cxnLst/>
                <a:rect l="l" t="t" r="r" b="b"/>
                <a:pathLst>
                  <a:path w="2598" h="1940" extrusionOk="0">
                    <a:moveTo>
                      <a:pt x="1818" y="0"/>
                    </a:moveTo>
                    <a:cubicBezTo>
                      <a:pt x="920" y="0"/>
                      <a:pt x="0" y="1008"/>
                      <a:pt x="396" y="1932"/>
                    </a:cubicBezTo>
                    <a:cubicBezTo>
                      <a:pt x="402" y="1937"/>
                      <a:pt x="408" y="1940"/>
                      <a:pt x="414" y="1940"/>
                    </a:cubicBezTo>
                    <a:cubicBezTo>
                      <a:pt x="484" y="1940"/>
                      <a:pt x="597" y="1629"/>
                      <a:pt x="597" y="1598"/>
                    </a:cubicBezTo>
                    <a:cubicBezTo>
                      <a:pt x="763" y="1298"/>
                      <a:pt x="963" y="1064"/>
                      <a:pt x="1230" y="831"/>
                    </a:cubicBezTo>
                    <a:cubicBezTo>
                      <a:pt x="1430" y="664"/>
                      <a:pt x="1731" y="497"/>
                      <a:pt x="1964" y="431"/>
                    </a:cubicBezTo>
                    <a:cubicBezTo>
                      <a:pt x="2098" y="397"/>
                      <a:pt x="2264" y="330"/>
                      <a:pt x="2398" y="297"/>
                    </a:cubicBezTo>
                    <a:cubicBezTo>
                      <a:pt x="2398" y="297"/>
                      <a:pt x="2598" y="264"/>
                      <a:pt x="2498" y="230"/>
                    </a:cubicBezTo>
                    <a:cubicBezTo>
                      <a:pt x="2289" y="70"/>
                      <a:pt x="2054" y="0"/>
                      <a:pt x="18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74"/>
              <p:cNvSpPr/>
              <p:nvPr/>
            </p:nvSpPr>
            <p:spPr>
              <a:xfrm>
                <a:off x="2976465" y="1671229"/>
                <a:ext cx="35290" cy="25680"/>
              </a:xfrm>
              <a:custGeom>
                <a:avLst/>
                <a:gdLst/>
                <a:ahLst/>
                <a:cxnLst/>
                <a:rect l="l" t="t" r="r" b="b"/>
                <a:pathLst>
                  <a:path w="1759" h="1280" extrusionOk="0">
                    <a:moveTo>
                      <a:pt x="1192" y="0"/>
                    </a:moveTo>
                    <a:cubicBezTo>
                      <a:pt x="639" y="0"/>
                      <a:pt x="0" y="672"/>
                      <a:pt x="458" y="1275"/>
                    </a:cubicBezTo>
                    <a:cubicBezTo>
                      <a:pt x="464" y="1278"/>
                      <a:pt x="469" y="1279"/>
                      <a:pt x="475" y="1279"/>
                    </a:cubicBezTo>
                    <a:cubicBezTo>
                      <a:pt x="530" y="1279"/>
                      <a:pt x="561" y="1135"/>
                      <a:pt x="591" y="1075"/>
                    </a:cubicBezTo>
                    <a:cubicBezTo>
                      <a:pt x="725" y="908"/>
                      <a:pt x="891" y="741"/>
                      <a:pt x="1058" y="608"/>
                    </a:cubicBezTo>
                    <a:cubicBezTo>
                      <a:pt x="1225" y="474"/>
                      <a:pt x="1425" y="441"/>
                      <a:pt x="1659" y="441"/>
                    </a:cubicBezTo>
                    <a:cubicBezTo>
                      <a:pt x="1725" y="441"/>
                      <a:pt x="1759" y="441"/>
                      <a:pt x="1725" y="341"/>
                    </a:cubicBezTo>
                    <a:cubicBezTo>
                      <a:pt x="1605" y="100"/>
                      <a:pt x="1405" y="0"/>
                      <a:pt x="1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74"/>
              <p:cNvSpPr/>
              <p:nvPr/>
            </p:nvSpPr>
            <p:spPr>
              <a:xfrm>
                <a:off x="2800256" y="1640574"/>
                <a:ext cx="119151" cy="157290"/>
              </a:xfrm>
              <a:custGeom>
                <a:avLst/>
                <a:gdLst/>
                <a:ahLst/>
                <a:cxnLst/>
                <a:rect l="l" t="t" r="r" b="b"/>
                <a:pathLst>
                  <a:path w="5939" h="7840" extrusionOk="0">
                    <a:moveTo>
                      <a:pt x="3670" y="1"/>
                    </a:moveTo>
                    <a:lnTo>
                      <a:pt x="3670" y="1"/>
                    </a:lnTo>
                    <a:cubicBezTo>
                      <a:pt x="3136" y="334"/>
                      <a:pt x="2636" y="601"/>
                      <a:pt x="2269" y="835"/>
                    </a:cubicBezTo>
                    <a:cubicBezTo>
                      <a:pt x="902" y="1602"/>
                      <a:pt x="468" y="2102"/>
                      <a:pt x="168" y="2836"/>
                    </a:cubicBezTo>
                    <a:cubicBezTo>
                      <a:pt x="1" y="3336"/>
                      <a:pt x="1135" y="6038"/>
                      <a:pt x="1936" y="7840"/>
                    </a:cubicBezTo>
                    <a:cubicBezTo>
                      <a:pt x="5938" y="4771"/>
                      <a:pt x="3670" y="1"/>
                      <a:pt x="36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74"/>
              <p:cNvSpPr/>
              <p:nvPr/>
            </p:nvSpPr>
            <p:spPr>
              <a:xfrm>
                <a:off x="2802262" y="1700802"/>
                <a:ext cx="81674" cy="50216"/>
              </a:xfrm>
              <a:custGeom>
                <a:avLst/>
                <a:gdLst/>
                <a:ahLst/>
                <a:cxnLst/>
                <a:rect l="l" t="t" r="r" b="b"/>
                <a:pathLst>
                  <a:path w="4071" h="2503" fill="none" extrusionOk="0">
                    <a:moveTo>
                      <a:pt x="3804" y="2202"/>
                    </a:moveTo>
                    <a:cubicBezTo>
                      <a:pt x="3804" y="2202"/>
                      <a:pt x="1702" y="2503"/>
                      <a:pt x="1" y="1"/>
                    </a:cubicBezTo>
                    <a:cubicBezTo>
                      <a:pt x="1" y="1"/>
                      <a:pt x="1569" y="1335"/>
                      <a:pt x="4071" y="1202"/>
                    </a:cubicBezTo>
                  </a:path>
                </a:pathLst>
              </a:custGeom>
              <a:noFill/>
              <a:ln w="75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74"/>
              <p:cNvSpPr/>
              <p:nvPr/>
            </p:nvSpPr>
            <p:spPr>
              <a:xfrm>
                <a:off x="2779953" y="1754228"/>
                <a:ext cx="88596" cy="83540"/>
              </a:xfrm>
              <a:custGeom>
                <a:avLst/>
                <a:gdLst/>
                <a:ahLst/>
                <a:cxnLst/>
                <a:rect l="l" t="t" r="r" b="b"/>
                <a:pathLst>
                  <a:path w="4416" h="4164" extrusionOk="0">
                    <a:moveTo>
                      <a:pt x="1850" y="0"/>
                    </a:moveTo>
                    <a:cubicBezTo>
                      <a:pt x="1623" y="0"/>
                      <a:pt x="1384" y="85"/>
                      <a:pt x="1146" y="307"/>
                    </a:cubicBezTo>
                    <a:cubicBezTo>
                      <a:pt x="1" y="1325"/>
                      <a:pt x="1374" y="4163"/>
                      <a:pt x="4021" y="4163"/>
                    </a:cubicBezTo>
                    <a:cubicBezTo>
                      <a:pt x="4150" y="4163"/>
                      <a:pt x="4281" y="4157"/>
                      <a:pt x="4415" y="4143"/>
                    </a:cubicBezTo>
                    <a:lnTo>
                      <a:pt x="3181" y="874"/>
                    </a:lnTo>
                    <a:cubicBezTo>
                      <a:pt x="3181" y="874"/>
                      <a:pt x="2580" y="0"/>
                      <a:pt x="1850" y="0"/>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74"/>
              <p:cNvSpPr/>
              <p:nvPr/>
            </p:nvSpPr>
            <p:spPr>
              <a:xfrm>
                <a:off x="2802944" y="1781794"/>
                <a:ext cx="65604" cy="55994"/>
              </a:xfrm>
              <a:custGeom>
                <a:avLst/>
                <a:gdLst/>
                <a:ahLst/>
                <a:cxnLst/>
                <a:rect l="l" t="t" r="r" b="b"/>
                <a:pathLst>
                  <a:path w="3270" h="2791" extrusionOk="0">
                    <a:moveTo>
                      <a:pt x="1491" y="0"/>
                    </a:moveTo>
                    <a:cubicBezTo>
                      <a:pt x="837" y="0"/>
                      <a:pt x="116" y="243"/>
                      <a:pt x="0" y="1234"/>
                    </a:cubicBezTo>
                    <a:cubicBezTo>
                      <a:pt x="547" y="2054"/>
                      <a:pt x="1508" y="2791"/>
                      <a:pt x="2858" y="2791"/>
                    </a:cubicBezTo>
                    <a:cubicBezTo>
                      <a:pt x="2991" y="2791"/>
                      <a:pt x="3128" y="2784"/>
                      <a:pt x="3269" y="2769"/>
                    </a:cubicBezTo>
                    <a:lnTo>
                      <a:pt x="2269" y="100"/>
                    </a:lnTo>
                    <a:cubicBezTo>
                      <a:pt x="2063" y="49"/>
                      <a:pt x="1784" y="0"/>
                      <a:pt x="1491" y="0"/>
                    </a:cubicBezTo>
                    <a:close/>
                  </a:path>
                </a:pathLst>
              </a:custGeom>
              <a:solidFill>
                <a:srgbClr val="CE6D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57" name="Google Shape;3557;p74"/>
            <p:cNvSpPr/>
            <p:nvPr/>
          </p:nvSpPr>
          <p:spPr>
            <a:xfrm>
              <a:off x="1347384" y="3537379"/>
              <a:ext cx="1445543" cy="724136"/>
            </a:xfrm>
            <a:custGeom>
              <a:avLst/>
              <a:gdLst/>
              <a:ahLst/>
              <a:cxnLst/>
              <a:rect l="l" t="t" r="r" b="b"/>
              <a:pathLst>
                <a:path w="72052" h="36094" extrusionOk="0">
                  <a:moveTo>
                    <a:pt x="0" y="1"/>
                  </a:moveTo>
                  <a:lnTo>
                    <a:pt x="0" y="31423"/>
                  </a:lnTo>
                  <a:cubicBezTo>
                    <a:pt x="0" y="34025"/>
                    <a:pt x="16145" y="36093"/>
                    <a:pt x="36026" y="36093"/>
                  </a:cubicBezTo>
                  <a:cubicBezTo>
                    <a:pt x="55907" y="36093"/>
                    <a:pt x="72052" y="34025"/>
                    <a:pt x="72052" y="31423"/>
                  </a:cubicBezTo>
                  <a:lnTo>
                    <a:pt x="7205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74"/>
            <p:cNvSpPr/>
            <p:nvPr/>
          </p:nvSpPr>
          <p:spPr>
            <a:xfrm>
              <a:off x="1347384" y="3443687"/>
              <a:ext cx="1445543" cy="187404"/>
            </a:xfrm>
            <a:custGeom>
              <a:avLst/>
              <a:gdLst/>
              <a:ahLst/>
              <a:cxnLst/>
              <a:rect l="l" t="t" r="r" b="b"/>
              <a:pathLst>
                <a:path w="72052" h="9341" extrusionOk="0">
                  <a:moveTo>
                    <a:pt x="36026" y="1"/>
                  </a:moveTo>
                  <a:cubicBezTo>
                    <a:pt x="16145" y="1"/>
                    <a:pt x="0" y="2069"/>
                    <a:pt x="0" y="4671"/>
                  </a:cubicBezTo>
                  <a:cubicBezTo>
                    <a:pt x="0" y="7239"/>
                    <a:pt x="16145" y="9341"/>
                    <a:pt x="36026" y="9341"/>
                  </a:cubicBezTo>
                  <a:cubicBezTo>
                    <a:pt x="55907" y="9341"/>
                    <a:pt x="72052" y="7239"/>
                    <a:pt x="72052" y="4671"/>
                  </a:cubicBezTo>
                  <a:cubicBezTo>
                    <a:pt x="72052" y="2069"/>
                    <a:pt x="55907" y="1"/>
                    <a:pt x="360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74"/>
            <p:cNvSpPr/>
            <p:nvPr/>
          </p:nvSpPr>
          <p:spPr>
            <a:xfrm>
              <a:off x="692203" y="1292787"/>
              <a:ext cx="490568" cy="229936"/>
            </a:xfrm>
            <a:custGeom>
              <a:avLst/>
              <a:gdLst/>
              <a:ahLst/>
              <a:cxnLst/>
              <a:rect l="l" t="t" r="r" b="b"/>
              <a:pathLst>
                <a:path w="24452" h="11461" extrusionOk="0">
                  <a:moveTo>
                    <a:pt x="21516" y="1"/>
                  </a:moveTo>
                  <a:cubicBezTo>
                    <a:pt x="20749" y="1135"/>
                    <a:pt x="19281" y="468"/>
                    <a:pt x="12576" y="1835"/>
                  </a:cubicBezTo>
                  <a:cubicBezTo>
                    <a:pt x="5905" y="3270"/>
                    <a:pt x="1" y="8874"/>
                    <a:pt x="1" y="8874"/>
                  </a:cubicBezTo>
                  <a:cubicBezTo>
                    <a:pt x="1049" y="8463"/>
                    <a:pt x="2373" y="8296"/>
                    <a:pt x="3842" y="8296"/>
                  </a:cubicBezTo>
                  <a:cubicBezTo>
                    <a:pt x="9526" y="8296"/>
                    <a:pt x="17383" y="10785"/>
                    <a:pt x="19848" y="11209"/>
                  </a:cubicBezTo>
                  <a:cubicBezTo>
                    <a:pt x="20893" y="11398"/>
                    <a:pt x="21753" y="11461"/>
                    <a:pt x="22435" y="11461"/>
                  </a:cubicBezTo>
                  <a:cubicBezTo>
                    <a:pt x="23799" y="11461"/>
                    <a:pt x="24452" y="11209"/>
                    <a:pt x="24452" y="11209"/>
                  </a:cubicBezTo>
                  <a:cubicBezTo>
                    <a:pt x="23684" y="5838"/>
                    <a:pt x="21516" y="1"/>
                    <a:pt x="215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74"/>
            <p:cNvSpPr/>
            <p:nvPr/>
          </p:nvSpPr>
          <p:spPr>
            <a:xfrm>
              <a:off x="1059608" y="1292787"/>
              <a:ext cx="123164" cy="224881"/>
            </a:xfrm>
            <a:custGeom>
              <a:avLst/>
              <a:gdLst/>
              <a:ahLst/>
              <a:cxnLst/>
              <a:rect l="l" t="t" r="r" b="b"/>
              <a:pathLst>
                <a:path w="6139" h="11209" extrusionOk="0">
                  <a:moveTo>
                    <a:pt x="3203" y="1"/>
                  </a:moveTo>
                  <a:cubicBezTo>
                    <a:pt x="2703" y="668"/>
                    <a:pt x="2002" y="701"/>
                    <a:pt x="1" y="935"/>
                  </a:cubicBezTo>
                  <a:lnTo>
                    <a:pt x="2369" y="9474"/>
                  </a:lnTo>
                  <a:cubicBezTo>
                    <a:pt x="2403" y="10175"/>
                    <a:pt x="5471" y="10041"/>
                    <a:pt x="6139" y="11209"/>
                  </a:cubicBezTo>
                  <a:cubicBezTo>
                    <a:pt x="5371" y="5838"/>
                    <a:pt x="3203" y="1"/>
                    <a:pt x="3203" y="1"/>
                  </a:cubicBezTo>
                  <a:close/>
                </a:path>
              </a:pathLst>
            </a:custGeom>
            <a:solidFill>
              <a:srgbClr val="AA2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74"/>
            <p:cNvSpPr/>
            <p:nvPr/>
          </p:nvSpPr>
          <p:spPr>
            <a:xfrm>
              <a:off x="1034189" y="1134694"/>
              <a:ext cx="370775" cy="347623"/>
            </a:xfrm>
            <a:custGeom>
              <a:avLst/>
              <a:gdLst/>
              <a:ahLst/>
              <a:cxnLst/>
              <a:rect l="l" t="t" r="r" b="b"/>
              <a:pathLst>
                <a:path w="18481" h="17327" extrusionOk="0">
                  <a:moveTo>
                    <a:pt x="12823" y="0"/>
                  </a:moveTo>
                  <a:cubicBezTo>
                    <a:pt x="11663" y="0"/>
                    <a:pt x="10358" y="75"/>
                    <a:pt x="8940" y="275"/>
                  </a:cubicBezTo>
                  <a:cubicBezTo>
                    <a:pt x="3269" y="1109"/>
                    <a:pt x="0" y="3611"/>
                    <a:pt x="0" y="3945"/>
                  </a:cubicBezTo>
                  <a:cubicBezTo>
                    <a:pt x="0" y="4278"/>
                    <a:pt x="3469" y="17187"/>
                    <a:pt x="3603" y="17321"/>
                  </a:cubicBezTo>
                  <a:cubicBezTo>
                    <a:pt x="3608" y="17325"/>
                    <a:pt x="3613" y="17326"/>
                    <a:pt x="3619" y="17326"/>
                  </a:cubicBezTo>
                  <a:cubicBezTo>
                    <a:pt x="3750" y="17326"/>
                    <a:pt x="4094" y="16358"/>
                    <a:pt x="7196" y="16358"/>
                  </a:cubicBezTo>
                  <a:cubicBezTo>
                    <a:pt x="7495" y="16358"/>
                    <a:pt x="7820" y="16367"/>
                    <a:pt x="8173" y="16387"/>
                  </a:cubicBezTo>
                  <a:cubicBezTo>
                    <a:pt x="10800" y="16550"/>
                    <a:pt x="12846" y="16603"/>
                    <a:pt x="14397" y="16603"/>
                  </a:cubicBezTo>
                  <a:cubicBezTo>
                    <a:pt x="17277" y="16603"/>
                    <a:pt x="18447" y="16420"/>
                    <a:pt x="18447" y="16420"/>
                  </a:cubicBezTo>
                  <a:lnTo>
                    <a:pt x="18447" y="676"/>
                  </a:lnTo>
                  <a:lnTo>
                    <a:pt x="18480" y="676"/>
                  </a:lnTo>
                  <a:cubicBezTo>
                    <a:pt x="18480" y="676"/>
                    <a:pt x="16304" y="0"/>
                    <a:pt x="128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74"/>
            <p:cNvSpPr/>
            <p:nvPr/>
          </p:nvSpPr>
          <p:spPr>
            <a:xfrm>
              <a:off x="1715531" y="2777813"/>
              <a:ext cx="240870" cy="784845"/>
            </a:xfrm>
            <a:custGeom>
              <a:avLst/>
              <a:gdLst/>
              <a:ahLst/>
              <a:cxnLst/>
              <a:rect l="l" t="t" r="r" b="b"/>
              <a:pathLst>
                <a:path w="12006" h="39120" extrusionOk="0">
                  <a:moveTo>
                    <a:pt x="3666" y="0"/>
                  </a:moveTo>
                  <a:lnTo>
                    <a:pt x="3666" y="67"/>
                  </a:lnTo>
                  <a:lnTo>
                    <a:pt x="3669" y="67"/>
                  </a:lnTo>
                  <a:cubicBezTo>
                    <a:pt x="3667" y="23"/>
                    <a:pt x="3666" y="0"/>
                    <a:pt x="3666" y="0"/>
                  </a:cubicBezTo>
                  <a:close/>
                  <a:moveTo>
                    <a:pt x="3669" y="67"/>
                  </a:moveTo>
                  <a:lnTo>
                    <a:pt x="3669" y="67"/>
                  </a:lnTo>
                  <a:cubicBezTo>
                    <a:pt x="3735" y="1624"/>
                    <a:pt x="4934" y="29920"/>
                    <a:pt x="4934" y="31023"/>
                  </a:cubicBezTo>
                  <a:cubicBezTo>
                    <a:pt x="4934" y="32157"/>
                    <a:pt x="2999" y="37194"/>
                    <a:pt x="2999" y="37194"/>
                  </a:cubicBezTo>
                  <a:cubicBezTo>
                    <a:pt x="2999" y="37194"/>
                    <a:pt x="1164" y="37861"/>
                    <a:pt x="430" y="38595"/>
                  </a:cubicBezTo>
                  <a:cubicBezTo>
                    <a:pt x="0" y="39025"/>
                    <a:pt x="556" y="39120"/>
                    <a:pt x="1446" y="39120"/>
                  </a:cubicBezTo>
                  <a:cubicBezTo>
                    <a:pt x="2142" y="39120"/>
                    <a:pt x="3042" y="39062"/>
                    <a:pt x="3833" y="39062"/>
                  </a:cubicBezTo>
                  <a:cubicBezTo>
                    <a:pt x="4433" y="39062"/>
                    <a:pt x="4997" y="39073"/>
                    <a:pt x="5495" y="39073"/>
                  </a:cubicBezTo>
                  <a:cubicBezTo>
                    <a:pt x="6490" y="39073"/>
                    <a:pt x="7224" y="39028"/>
                    <a:pt x="7469" y="38761"/>
                  </a:cubicBezTo>
                  <a:cubicBezTo>
                    <a:pt x="7836" y="38395"/>
                    <a:pt x="7602" y="37160"/>
                    <a:pt x="7802" y="36426"/>
                  </a:cubicBezTo>
                  <a:cubicBezTo>
                    <a:pt x="8003" y="35693"/>
                    <a:pt x="9103" y="35025"/>
                    <a:pt x="9137" y="34258"/>
                  </a:cubicBezTo>
                  <a:cubicBezTo>
                    <a:pt x="9170" y="33491"/>
                    <a:pt x="8269" y="31323"/>
                    <a:pt x="8203" y="30656"/>
                  </a:cubicBezTo>
                  <a:cubicBezTo>
                    <a:pt x="8169" y="29922"/>
                    <a:pt x="12005" y="67"/>
                    <a:pt x="12005" y="67"/>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74"/>
            <p:cNvSpPr/>
            <p:nvPr/>
          </p:nvSpPr>
          <p:spPr>
            <a:xfrm>
              <a:off x="1875409" y="3475145"/>
              <a:ext cx="19421" cy="80330"/>
            </a:xfrm>
            <a:custGeom>
              <a:avLst/>
              <a:gdLst/>
              <a:ahLst/>
              <a:cxnLst/>
              <a:rect l="l" t="t" r="r" b="b"/>
              <a:pathLst>
                <a:path w="968" h="4004" extrusionOk="0">
                  <a:moveTo>
                    <a:pt x="968" y="1"/>
                  </a:moveTo>
                  <a:lnTo>
                    <a:pt x="0" y="501"/>
                  </a:lnTo>
                  <a:lnTo>
                    <a:pt x="0" y="4003"/>
                  </a:lnTo>
                  <a:lnTo>
                    <a:pt x="567" y="4003"/>
                  </a:lnTo>
                  <a:lnTo>
                    <a:pt x="968" y="1"/>
                  </a:lnTo>
                  <a:close/>
                </a:path>
              </a:pathLst>
            </a:custGeom>
            <a:solidFill>
              <a:srgbClr val="0A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74"/>
            <p:cNvSpPr/>
            <p:nvPr/>
          </p:nvSpPr>
          <p:spPr>
            <a:xfrm>
              <a:off x="1715692" y="3408217"/>
              <a:ext cx="183833" cy="153839"/>
            </a:xfrm>
            <a:custGeom>
              <a:avLst/>
              <a:gdLst/>
              <a:ahLst/>
              <a:cxnLst/>
              <a:rect l="l" t="t" r="r" b="b"/>
              <a:pathLst>
                <a:path w="9163" h="7668" extrusionOk="0">
                  <a:moveTo>
                    <a:pt x="8428" y="1"/>
                  </a:moveTo>
                  <a:cubicBezTo>
                    <a:pt x="8161" y="168"/>
                    <a:pt x="7961" y="501"/>
                    <a:pt x="7928" y="1135"/>
                  </a:cubicBezTo>
                  <a:cubicBezTo>
                    <a:pt x="7828" y="2636"/>
                    <a:pt x="7461" y="5605"/>
                    <a:pt x="7127" y="5938"/>
                  </a:cubicBezTo>
                  <a:cubicBezTo>
                    <a:pt x="7127" y="5938"/>
                    <a:pt x="6878" y="5600"/>
                    <a:pt x="5312" y="5600"/>
                  </a:cubicBezTo>
                  <a:cubicBezTo>
                    <a:pt x="4735" y="5600"/>
                    <a:pt x="3979" y="5646"/>
                    <a:pt x="2991" y="5772"/>
                  </a:cubicBezTo>
                  <a:cubicBezTo>
                    <a:pt x="2991" y="5772"/>
                    <a:pt x="1156" y="6439"/>
                    <a:pt x="422" y="7173"/>
                  </a:cubicBezTo>
                  <a:cubicBezTo>
                    <a:pt x="0" y="7576"/>
                    <a:pt x="527" y="7667"/>
                    <a:pt x="1386" y="7667"/>
                  </a:cubicBezTo>
                  <a:cubicBezTo>
                    <a:pt x="2089" y="7667"/>
                    <a:pt x="3014" y="7606"/>
                    <a:pt x="3825" y="7606"/>
                  </a:cubicBezTo>
                  <a:cubicBezTo>
                    <a:pt x="4305" y="7606"/>
                    <a:pt x="4762" y="7611"/>
                    <a:pt x="5180" y="7611"/>
                  </a:cubicBezTo>
                  <a:cubicBezTo>
                    <a:pt x="6331" y="7611"/>
                    <a:pt x="7192" y="7575"/>
                    <a:pt x="7461" y="7306"/>
                  </a:cubicBezTo>
                  <a:cubicBezTo>
                    <a:pt x="7828" y="6939"/>
                    <a:pt x="7594" y="5672"/>
                    <a:pt x="7794" y="4971"/>
                  </a:cubicBezTo>
                  <a:cubicBezTo>
                    <a:pt x="7995" y="4204"/>
                    <a:pt x="9095" y="3570"/>
                    <a:pt x="9129" y="2803"/>
                  </a:cubicBezTo>
                  <a:cubicBezTo>
                    <a:pt x="9162" y="2269"/>
                    <a:pt x="8662" y="968"/>
                    <a:pt x="8428" y="1"/>
                  </a:cubicBezTo>
                  <a:close/>
                </a:path>
              </a:pathLst>
            </a:custGeom>
            <a:solidFill>
              <a:srgbClr val="0A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74"/>
            <p:cNvSpPr/>
            <p:nvPr/>
          </p:nvSpPr>
          <p:spPr>
            <a:xfrm>
              <a:off x="2088894" y="2777151"/>
              <a:ext cx="435677" cy="766287"/>
            </a:xfrm>
            <a:custGeom>
              <a:avLst/>
              <a:gdLst/>
              <a:ahLst/>
              <a:cxnLst/>
              <a:rect l="l" t="t" r="r" b="b"/>
              <a:pathLst>
                <a:path w="21716" h="38195" extrusionOk="0">
                  <a:moveTo>
                    <a:pt x="0" y="0"/>
                  </a:moveTo>
                  <a:lnTo>
                    <a:pt x="9774" y="29088"/>
                  </a:lnTo>
                  <a:cubicBezTo>
                    <a:pt x="9774" y="29088"/>
                    <a:pt x="9273" y="31056"/>
                    <a:pt x="8940" y="32290"/>
                  </a:cubicBezTo>
                  <a:cubicBezTo>
                    <a:pt x="8673" y="33557"/>
                    <a:pt x="9173" y="34124"/>
                    <a:pt x="10241" y="34391"/>
                  </a:cubicBezTo>
                  <a:cubicBezTo>
                    <a:pt x="11342" y="34625"/>
                    <a:pt x="12542" y="36093"/>
                    <a:pt x="13009" y="36960"/>
                  </a:cubicBezTo>
                  <a:cubicBezTo>
                    <a:pt x="13443" y="37860"/>
                    <a:pt x="14377" y="38194"/>
                    <a:pt x="15044" y="38194"/>
                  </a:cubicBezTo>
                  <a:lnTo>
                    <a:pt x="19848" y="38194"/>
                  </a:lnTo>
                  <a:cubicBezTo>
                    <a:pt x="20548" y="38194"/>
                    <a:pt x="21716" y="37760"/>
                    <a:pt x="20181" y="37260"/>
                  </a:cubicBezTo>
                  <a:cubicBezTo>
                    <a:pt x="18580" y="36760"/>
                    <a:pt x="17012" y="36293"/>
                    <a:pt x="17012" y="36293"/>
                  </a:cubicBezTo>
                  <a:lnTo>
                    <a:pt x="13076" y="29621"/>
                  </a:lnTo>
                  <a:lnTo>
                    <a:pt x="8673" y="33"/>
                  </a:lnTo>
                  <a:lnTo>
                    <a:pt x="8673" y="0"/>
                  </a:ln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74"/>
            <p:cNvSpPr/>
            <p:nvPr/>
          </p:nvSpPr>
          <p:spPr>
            <a:xfrm>
              <a:off x="2262876" y="3370740"/>
              <a:ext cx="261695" cy="172698"/>
            </a:xfrm>
            <a:custGeom>
              <a:avLst/>
              <a:gdLst/>
              <a:ahLst/>
              <a:cxnLst/>
              <a:rect l="l" t="t" r="r" b="b"/>
              <a:pathLst>
                <a:path w="13044" h="8608" extrusionOk="0">
                  <a:moveTo>
                    <a:pt x="968" y="1"/>
                  </a:moveTo>
                  <a:cubicBezTo>
                    <a:pt x="835" y="668"/>
                    <a:pt x="501" y="1869"/>
                    <a:pt x="268" y="2703"/>
                  </a:cubicBezTo>
                  <a:cubicBezTo>
                    <a:pt x="1" y="3970"/>
                    <a:pt x="501" y="4537"/>
                    <a:pt x="1569" y="4804"/>
                  </a:cubicBezTo>
                  <a:cubicBezTo>
                    <a:pt x="2670" y="5038"/>
                    <a:pt x="3870" y="6506"/>
                    <a:pt x="4337" y="7373"/>
                  </a:cubicBezTo>
                  <a:cubicBezTo>
                    <a:pt x="4771" y="8273"/>
                    <a:pt x="5705" y="8607"/>
                    <a:pt x="6372" y="8607"/>
                  </a:cubicBezTo>
                  <a:lnTo>
                    <a:pt x="11176" y="8607"/>
                  </a:lnTo>
                  <a:cubicBezTo>
                    <a:pt x="11809" y="8607"/>
                    <a:pt x="13044" y="8207"/>
                    <a:pt x="11509" y="7606"/>
                  </a:cubicBezTo>
                  <a:cubicBezTo>
                    <a:pt x="9908" y="7106"/>
                    <a:pt x="8340" y="6639"/>
                    <a:pt x="8340" y="6639"/>
                  </a:cubicBezTo>
                  <a:cubicBezTo>
                    <a:pt x="8340" y="6639"/>
                    <a:pt x="8280" y="6635"/>
                    <a:pt x="8170" y="6635"/>
                  </a:cubicBezTo>
                  <a:cubicBezTo>
                    <a:pt x="7748" y="6635"/>
                    <a:pt x="6587" y="6698"/>
                    <a:pt x="5238" y="7306"/>
                  </a:cubicBezTo>
                  <a:cubicBezTo>
                    <a:pt x="5238" y="7306"/>
                    <a:pt x="4371" y="5872"/>
                    <a:pt x="3337" y="5004"/>
                  </a:cubicBezTo>
                  <a:cubicBezTo>
                    <a:pt x="2403" y="4271"/>
                    <a:pt x="2569" y="101"/>
                    <a:pt x="968" y="1"/>
                  </a:cubicBezTo>
                  <a:close/>
                </a:path>
              </a:pathLst>
            </a:custGeom>
            <a:solidFill>
              <a:srgbClr val="0A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74"/>
            <p:cNvSpPr/>
            <p:nvPr/>
          </p:nvSpPr>
          <p:spPr>
            <a:xfrm>
              <a:off x="2270239" y="3455063"/>
              <a:ext cx="31478" cy="88375"/>
            </a:xfrm>
            <a:custGeom>
              <a:avLst/>
              <a:gdLst/>
              <a:ahLst/>
              <a:cxnLst/>
              <a:rect l="l" t="t" r="r" b="b"/>
              <a:pathLst>
                <a:path w="1569" h="4405" extrusionOk="0">
                  <a:moveTo>
                    <a:pt x="1" y="1"/>
                  </a:moveTo>
                  <a:lnTo>
                    <a:pt x="701" y="4404"/>
                  </a:lnTo>
                  <a:lnTo>
                    <a:pt x="1402" y="4404"/>
                  </a:lnTo>
                  <a:lnTo>
                    <a:pt x="1569" y="101"/>
                  </a:lnTo>
                  <a:lnTo>
                    <a:pt x="1" y="1"/>
                  </a:lnTo>
                  <a:close/>
                </a:path>
              </a:pathLst>
            </a:custGeom>
            <a:solidFill>
              <a:srgbClr val="0A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74"/>
            <p:cNvSpPr/>
            <p:nvPr/>
          </p:nvSpPr>
          <p:spPr>
            <a:xfrm>
              <a:off x="1767653" y="2173490"/>
              <a:ext cx="570196" cy="715429"/>
            </a:xfrm>
            <a:custGeom>
              <a:avLst/>
              <a:gdLst/>
              <a:ahLst/>
              <a:cxnLst/>
              <a:rect l="l" t="t" r="r" b="b"/>
              <a:pathLst>
                <a:path w="28421" h="35660" extrusionOk="0">
                  <a:moveTo>
                    <a:pt x="17680" y="1"/>
                  </a:moveTo>
                  <a:lnTo>
                    <a:pt x="10708" y="268"/>
                  </a:lnTo>
                  <a:lnTo>
                    <a:pt x="3870" y="268"/>
                  </a:lnTo>
                  <a:cubicBezTo>
                    <a:pt x="3870" y="268"/>
                    <a:pt x="1335" y="7439"/>
                    <a:pt x="868" y="11509"/>
                  </a:cubicBezTo>
                  <a:cubicBezTo>
                    <a:pt x="401" y="15612"/>
                    <a:pt x="1" y="32691"/>
                    <a:pt x="234" y="33291"/>
                  </a:cubicBezTo>
                  <a:cubicBezTo>
                    <a:pt x="501" y="33858"/>
                    <a:pt x="7006" y="35660"/>
                    <a:pt x="14411" y="35660"/>
                  </a:cubicBezTo>
                  <a:cubicBezTo>
                    <a:pt x="21850" y="35660"/>
                    <a:pt x="27320" y="31657"/>
                    <a:pt x="27887" y="31156"/>
                  </a:cubicBezTo>
                  <a:cubicBezTo>
                    <a:pt x="28421" y="30656"/>
                    <a:pt x="21049" y="9875"/>
                    <a:pt x="20549" y="8373"/>
                  </a:cubicBezTo>
                  <a:cubicBezTo>
                    <a:pt x="20048" y="6939"/>
                    <a:pt x="17680" y="1"/>
                    <a:pt x="176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74"/>
            <p:cNvSpPr/>
            <p:nvPr/>
          </p:nvSpPr>
          <p:spPr>
            <a:xfrm>
              <a:off x="1785730" y="1780667"/>
              <a:ext cx="386825" cy="475160"/>
            </a:xfrm>
            <a:custGeom>
              <a:avLst/>
              <a:gdLst/>
              <a:ahLst/>
              <a:cxnLst/>
              <a:rect l="l" t="t" r="r" b="b"/>
              <a:pathLst>
                <a:path w="19281" h="23684" extrusionOk="0">
                  <a:moveTo>
                    <a:pt x="4237" y="0"/>
                  </a:moveTo>
                  <a:cubicBezTo>
                    <a:pt x="4237" y="0"/>
                    <a:pt x="234" y="1368"/>
                    <a:pt x="134" y="2702"/>
                  </a:cubicBezTo>
                  <a:cubicBezTo>
                    <a:pt x="0" y="4036"/>
                    <a:pt x="3870" y="13543"/>
                    <a:pt x="4003" y="14511"/>
                  </a:cubicBezTo>
                  <a:cubicBezTo>
                    <a:pt x="4137" y="15411"/>
                    <a:pt x="2369" y="21749"/>
                    <a:pt x="2469" y="22216"/>
                  </a:cubicBezTo>
                  <a:cubicBezTo>
                    <a:pt x="2535" y="22683"/>
                    <a:pt x="5671" y="23684"/>
                    <a:pt x="9641" y="23684"/>
                  </a:cubicBezTo>
                  <a:cubicBezTo>
                    <a:pt x="13543" y="23684"/>
                    <a:pt x="16712" y="22683"/>
                    <a:pt x="16812" y="22216"/>
                  </a:cubicBezTo>
                  <a:cubicBezTo>
                    <a:pt x="16879" y="21816"/>
                    <a:pt x="15144" y="15478"/>
                    <a:pt x="15245" y="14511"/>
                  </a:cubicBezTo>
                  <a:cubicBezTo>
                    <a:pt x="15411" y="13543"/>
                    <a:pt x="19281" y="4036"/>
                    <a:pt x="19147" y="2702"/>
                  </a:cubicBezTo>
                  <a:cubicBezTo>
                    <a:pt x="19014" y="1401"/>
                    <a:pt x="15011" y="0"/>
                    <a:pt x="150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74"/>
            <p:cNvSpPr/>
            <p:nvPr/>
          </p:nvSpPr>
          <p:spPr>
            <a:xfrm>
              <a:off x="2019277" y="1934586"/>
              <a:ext cx="16752" cy="16752"/>
            </a:xfrm>
            <a:custGeom>
              <a:avLst/>
              <a:gdLst/>
              <a:ahLst/>
              <a:cxnLst/>
              <a:rect l="l" t="t" r="r" b="b"/>
              <a:pathLst>
                <a:path w="835" h="835" extrusionOk="0">
                  <a:moveTo>
                    <a:pt x="401" y="0"/>
                  </a:moveTo>
                  <a:cubicBezTo>
                    <a:pt x="168" y="0"/>
                    <a:pt x="1" y="167"/>
                    <a:pt x="1" y="401"/>
                  </a:cubicBezTo>
                  <a:cubicBezTo>
                    <a:pt x="1" y="634"/>
                    <a:pt x="168" y="834"/>
                    <a:pt x="401" y="834"/>
                  </a:cubicBezTo>
                  <a:cubicBezTo>
                    <a:pt x="635" y="834"/>
                    <a:pt x="835" y="634"/>
                    <a:pt x="835" y="401"/>
                  </a:cubicBezTo>
                  <a:cubicBezTo>
                    <a:pt x="835" y="167"/>
                    <a:pt x="635"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74"/>
            <p:cNvSpPr/>
            <p:nvPr/>
          </p:nvSpPr>
          <p:spPr>
            <a:xfrm>
              <a:off x="2084200" y="1934586"/>
              <a:ext cx="16752" cy="16752"/>
            </a:xfrm>
            <a:custGeom>
              <a:avLst/>
              <a:gdLst/>
              <a:ahLst/>
              <a:cxnLst/>
              <a:rect l="l" t="t" r="r" b="b"/>
              <a:pathLst>
                <a:path w="835" h="835" extrusionOk="0">
                  <a:moveTo>
                    <a:pt x="434" y="0"/>
                  </a:moveTo>
                  <a:cubicBezTo>
                    <a:pt x="201" y="0"/>
                    <a:pt x="1" y="167"/>
                    <a:pt x="1" y="401"/>
                  </a:cubicBezTo>
                  <a:cubicBezTo>
                    <a:pt x="1" y="634"/>
                    <a:pt x="201" y="834"/>
                    <a:pt x="434" y="834"/>
                  </a:cubicBezTo>
                  <a:cubicBezTo>
                    <a:pt x="668" y="834"/>
                    <a:pt x="835" y="634"/>
                    <a:pt x="835" y="401"/>
                  </a:cubicBezTo>
                  <a:cubicBezTo>
                    <a:pt x="835" y="167"/>
                    <a:pt x="668"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74"/>
            <p:cNvSpPr/>
            <p:nvPr/>
          </p:nvSpPr>
          <p:spPr>
            <a:xfrm>
              <a:off x="2149784" y="1934586"/>
              <a:ext cx="16752" cy="16752"/>
            </a:xfrm>
            <a:custGeom>
              <a:avLst/>
              <a:gdLst/>
              <a:ahLst/>
              <a:cxnLst/>
              <a:rect l="l" t="t" r="r" b="b"/>
              <a:pathLst>
                <a:path w="835" h="835" extrusionOk="0">
                  <a:moveTo>
                    <a:pt x="401" y="0"/>
                  </a:moveTo>
                  <a:cubicBezTo>
                    <a:pt x="167" y="0"/>
                    <a:pt x="1" y="200"/>
                    <a:pt x="1" y="401"/>
                  </a:cubicBezTo>
                  <a:cubicBezTo>
                    <a:pt x="1" y="667"/>
                    <a:pt x="201" y="834"/>
                    <a:pt x="401" y="834"/>
                  </a:cubicBezTo>
                  <a:cubicBezTo>
                    <a:pt x="668" y="834"/>
                    <a:pt x="835" y="634"/>
                    <a:pt x="835" y="401"/>
                  </a:cubicBezTo>
                  <a:cubicBezTo>
                    <a:pt x="835" y="200"/>
                    <a:pt x="634"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74"/>
            <p:cNvSpPr/>
            <p:nvPr/>
          </p:nvSpPr>
          <p:spPr>
            <a:xfrm>
              <a:off x="2214024" y="1934586"/>
              <a:ext cx="16752" cy="16752"/>
            </a:xfrm>
            <a:custGeom>
              <a:avLst/>
              <a:gdLst/>
              <a:ahLst/>
              <a:cxnLst/>
              <a:rect l="l" t="t" r="r" b="b"/>
              <a:pathLst>
                <a:path w="835" h="835" extrusionOk="0">
                  <a:moveTo>
                    <a:pt x="435" y="0"/>
                  </a:moveTo>
                  <a:cubicBezTo>
                    <a:pt x="168" y="0"/>
                    <a:pt x="1" y="200"/>
                    <a:pt x="1" y="401"/>
                  </a:cubicBezTo>
                  <a:cubicBezTo>
                    <a:pt x="1" y="667"/>
                    <a:pt x="201" y="834"/>
                    <a:pt x="435" y="834"/>
                  </a:cubicBezTo>
                  <a:cubicBezTo>
                    <a:pt x="668" y="834"/>
                    <a:pt x="835" y="634"/>
                    <a:pt x="835" y="401"/>
                  </a:cubicBezTo>
                  <a:cubicBezTo>
                    <a:pt x="835" y="200"/>
                    <a:pt x="668" y="0"/>
                    <a:pt x="435"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74"/>
            <p:cNvSpPr/>
            <p:nvPr/>
          </p:nvSpPr>
          <p:spPr>
            <a:xfrm>
              <a:off x="1759628" y="1934586"/>
              <a:ext cx="16752" cy="16752"/>
            </a:xfrm>
            <a:custGeom>
              <a:avLst/>
              <a:gdLst/>
              <a:ahLst/>
              <a:cxnLst/>
              <a:rect l="l" t="t" r="r" b="b"/>
              <a:pathLst>
                <a:path w="835" h="835" extrusionOk="0">
                  <a:moveTo>
                    <a:pt x="434" y="0"/>
                  </a:moveTo>
                  <a:cubicBezTo>
                    <a:pt x="167" y="0"/>
                    <a:pt x="0" y="200"/>
                    <a:pt x="0" y="401"/>
                  </a:cubicBezTo>
                  <a:cubicBezTo>
                    <a:pt x="0" y="667"/>
                    <a:pt x="234" y="834"/>
                    <a:pt x="434" y="834"/>
                  </a:cubicBezTo>
                  <a:cubicBezTo>
                    <a:pt x="668" y="834"/>
                    <a:pt x="834" y="634"/>
                    <a:pt x="834" y="401"/>
                  </a:cubicBezTo>
                  <a:cubicBezTo>
                    <a:pt x="834" y="200"/>
                    <a:pt x="634"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74"/>
            <p:cNvSpPr/>
            <p:nvPr/>
          </p:nvSpPr>
          <p:spPr>
            <a:xfrm>
              <a:off x="1824551" y="1934586"/>
              <a:ext cx="16732" cy="16752"/>
            </a:xfrm>
            <a:custGeom>
              <a:avLst/>
              <a:gdLst/>
              <a:ahLst/>
              <a:cxnLst/>
              <a:rect l="l" t="t" r="r" b="b"/>
              <a:pathLst>
                <a:path w="834" h="835" extrusionOk="0">
                  <a:moveTo>
                    <a:pt x="400" y="0"/>
                  </a:moveTo>
                  <a:cubicBezTo>
                    <a:pt x="167" y="0"/>
                    <a:pt x="0" y="200"/>
                    <a:pt x="0" y="401"/>
                  </a:cubicBezTo>
                  <a:cubicBezTo>
                    <a:pt x="0" y="667"/>
                    <a:pt x="200" y="834"/>
                    <a:pt x="400" y="834"/>
                  </a:cubicBezTo>
                  <a:cubicBezTo>
                    <a:pt x="667" y="834"/>
                    <a:pt x="834" y="634"/>
                    <a:pt x="834" y="401"/>
                  </a:cubicBezTo>
                  <a:cubicBezTo>
                    <a:pt x="834" y="200"/>
                    <a:pt x="667" y="0"/>
                    <a:pt x="400"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74"/>
            <p:cNvSpPr/>
            <p:nvPr/>
          </p:nvSpPr>
          <p:spPr>
            <a:xfrm>
              <a:off x="1889453" y="1934586"/>
              <a:ext cx="16752" cy="16752"/>
            </a:xfrm>
            <a:custGeom>
              <a:avLst/>
              <a:gdLst/>
              <a:ahLst/>
              <a:cxnLst/>
              <a:rect l="l" t="t" r="r" b="b"/>
              <a:pathLst>
                <a:path w="835" h="835" extrusionOk="0">
                  <a:moveTo>
                    <a:pt x="434" y="0"/>
                  </a:moveTo>
                  <a:cubicBezTo>
                    <a:pt x="167" y="0"/>
                    <a:pt x="1" y="200"/>
                    <a:pt x="1" y="401"/>
                  </a:cubicBezTo>
                  <a:cubicBezTo>
                    <a:pt x="1" y="667"/>
                    <a:pt x="201" y="834"/>
                    <a:pt x="434" y="834"/>
                  </a:cubicBezTo>
                  <a:cubicBezTo>
                    <a:pt x="668" y="834"/>
                    <a:pt x="835" y="634"/>
                    <a:pt x="835" y="401"/>
                  </a:cubicBezTo>
                  <a:cubicBezTo>
                    <a:pt x="835" y="200"/>
                    <a:pt x="634"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74"/>
            <p:cNvSpPr/>
            <p:nvPr/>
          </p:nvSpPr>
          <p:spPr>
            <a:xfrm>
              <a:off x="2052080" y="1884390"/>
              <a:ext cx="16752" cy="16752"/>
            </a:xfrm>
            <a:custGeom>
              <a:avLst/>
              <a:gdLst/>
              <a:ahLst/>
              <a:cxnLst/>
              <a:rect l="l" t="t" r="r" b="b"/>
              <a:pathLst>
                <a:path w="835" h="835" extrusionOk="0">
                  <a:moveTo>
                    <a:pt x="401" y="0"/>
                  </a:moveTo>
                  <a:cubicBezTo>
                    <a:pt x="167" y="0"/>
                    <a:pt x="0" y="201"/>
                    <a:pt x="0" y="401"/>
                  </a:cubicBezTo>
                  <a:cubicBezTo>
                    <a:pt x="0" y="668"/>
                    <a:pt x="201" y="834"/>
                    <a:pt x="401" y="834"/>
                  </a:cubicBezTo>
                  <a:cubicBezTo>
                    <a:pt x="668" y="834"/>
                    <a:pt x="834" y="634"/>
                    <a:pt x="834" y="401"/>
                  </a:cubicBezTo>
                  <a:cubicBezTo>
                    <a:pt x="834" y="201"/>
                    <a:pt x="668"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74"/>
            <p:cNvSpPr/>
            <p:nvPr/>
          </p:nvSpPr>
          <p:spPr>
            <a:xfrm>
              <a:off x="2117002" y="1884390"/>
              <a:ext cx="16752" cy="16752"/>
            </a:xfrm>
            <a:custGeom>
              <a:avLst/>
              <a:gdLst/>
              <a:ahLst/>
              <a:cxnLst/>
              <a:rect l="l" t="t" r="r" b="b"/>
              <a:pathLst>
                <a:path w="835" h="835" extrusionOk="0">
                  <a:moveTo>
                    <a:pt x="434" y="0"/>
                  </a:moveTo>
                  <a:cubicBezTo>
                    <a:pt x="167" y="0"/>
                    <a:pt x="0" y="201"/>
                    <a:pt x="0" y="401"/>
                  </a:cubicBezTo>
                  <a:cubicBezTo>
                    <a:pt x="0" y="668"/>
                    <a:pt x="167" y="834"/>
                    <a:pt x="434" y="834"/>
                  </a:cubicBezTo>
                  <a:cubicBezTo>
                    <a:pt x="667" y="834"/>
                    <a:pt x="834" y="634"/>
                    <a:pt x="834" y="401"/>
                  </a:cubicBezTo>
                  <a:cubicBezTo>
                    <a:pt x="834" y="201"/>
                    <a:pt x="667"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74"/>
            <p:cNvSpPr/>
            <p:nvPr/>
          </p:nvSpPr>
          <p:spPr>
            <a:xfrm>
              <a:off x="2181242" y="1884390"/>
              <a:ext cx="16752" cy="16752"/>
            </a:xfrm>
            <a:custGeom>
              <a:avLst/>
              <a:gdLst/>
              <a:ahLst/>
              <a:cxnLst/>
              <a:rect l="l" t="t" r="r" b="b"/>
              <a:pathLst>
                <a:path w="835" h="835" extrusionOk="0">
                  <a:moveTo>
                    <a:pt x="434" y="0"/>
                  </a:moveTo>
                  <a:cubicBezTo>
                    <a:pt x="167" y="0"/>
                    <a:pt x="0" y="201"/>
                    <a:pt x="0" y="401"/>
                  </a:cubicBezTo>
                  <a:cubicBezTo>
                    <a:pt x="0" y="668"/>
                    <a:pt x="234" y="834"/>
                    <a:pt x="434" y="834"/>
                  </a:cubicBezTo>
                  <a:cubicBezTo>
                    <a:pt x="668" y="834"/>
                    <a:pt x="834" y="634"/>
                    <a:pt x="834" y="401"/>
                  </a:cubicBezTo>
                  <a:cubicBezTo>
                    <a:pt x="834" y="201"/>
                    <a:pt x="668"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74"/>
            <p:cNvSpPr/>
            <p:nvPr/>
          </p:nvSpPr>
          <p:spPr>
            <a:xfrm>
              <a:off x="1791749" y="1884390"/>
              <a:ext cx="16752" cy="16752"/>
            </a:xfrm>
            <a:custGeom>
              <a:avLst/>
              <a:gdLst/>
              <a:ahLst/>
              <a:cxnLst/>
              <a:rect l="l" t="t" r="r" b="b"/>
              <a:pathLst>
                <a:path w="835" h="835" extrusionOk="0">
                  <a:moveTo>
                    <a:pt x="401" y="0"/>
                  </a:moveTo>
                  <a:cubicBezTo>
                    <a:pt x="167" y="0"/>
                    <a:pt x="1" y="201"/>
                    <a:pt x="1" y="401"/>
                  </a:cubicBezTo>
                  <a:cubicBezTo>
                    <a:pt x="1" y="668"/>
                    <a:pt x="201" y="834"/>
                    <a:pt x="401" y="834"/>
                  </a:cubicBezTo>
                  <a:cubicBezTo>
                    <a:pt x="668" y="834"/>
                    <a:pt x="834" y="634"/>
                    <a:pt x="834" y="401"/>
                  </a:cubicBezTo>
                  <a:cubicBezTo>
                    <a:pt x="834" y="201"/>
                    <a:pt x="668"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74"/>
            <p:cNvSpPr/>
            <p:nvPr/>
          </p:nvSpPr>
          <p:spPr>
            <a:xfrm>
              <a:off x="1856671" y="1884390"/>
              <a:ext cx="16752" cy="16752"/>
            </a:xfrm>
            <a:custGeom>
              <a:avLst/>
              <a:gdLst/>
              <a:ahLst/>
              <a:cxnLst/>
              <a:rect l="l" t="t" r="r" b="b"/>
              <a:pathLst>
                <a:path w="835" h="835" extrusionOk="0">
                  <a:moveTo>
                    <a:pt x="434" y="0"/>
                  </a:moveTo>
                  <a:cubicBezTo>
                    <a:pt x="167" y="0"/>
                    <a:pt x="0" y="201"/>
                    <a:pt x="0" y="401"/>
                  </a:cubicBezTo>
                  <a:cubicBezTo>
                    <a:pt x="0" y="668"/>
                    <a:pt x="234" y="834"/>
                    <a:pt x="434" y="834"/>
                  </a:cubicBezTo>
                  <a:cubicBezTo>
                    <a:pt x="667" y="834"/>
                    <a:pt x="834" y="634"/>
                    <a:pt x="834" y="401"/>
                  </a:cubicBezTo>
                  <a:cubicBezTo>
                    <a:pt x="834" y="201"/>
                    <a:pt x="667"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74"/>
            <p:cNvSpPr/>
            <p:nvPr/>
          </p:nvSpPr>
          <p:spPr>
            <a:xfrm>
              <a:off x="1922255" y="1884390"/>
              <a:ext cx="16752" cy="16752"/>
            </a:xfrm>
            <a:custGeom>
              <a:avLst/>
              <a:gdLst/>
              <a:ahLst/>
              <a:cxnLst/>
              <a:rect l="l" t="t" r="r" b="b"/>
              <a:pathLst>
                <a:path w="835" h="835" extrusionOk="0">
                  <a:moveTo>
                    <a:pt x="400" y="0"/>
                  </a:moveTo>
                  <a:cubicBezTo>
                    <a:pt x="167" y="0"/>
                    <a:pt x="0" y="201"/>
                    <a:pt x="0" y="401"/>
                  </a:cubicBezTo>
                  <a:cubicBezTo>
                    <a:pt x="0" y="668"/>
                    <a:pt x="200" y="834"/>
                    <a:pt x="400" y="834"/>
                  </a:cubicBezTo>
                  <a:cubicBezTo>
                    <a:pt x="667" y="834"/>
                    <a:pt x="834" y="634"/>
                    <a:pt x="834" y="401"/>
                  </a:cubicBezTo>
                  <a:cubicBezTo>
                    <a:pt x="834" y="201"/>
                    <a:pt x="634" y="0"/>
                    <a:pt x="400"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74"/>
            <p:cNvSpPr/>
            <p:nvPr/>
          </p:nvSpPr>
          <p:spPr>
            <a:xfrm>
              <a:off x="2084200" y="1834193"/>
              <a:ext cx="16752" cy="16752"/>
            </a:xfrm>
            <a:custGeom>
              <a:avLst/>
              <a:gdLst/>
              <a:ahLst/>
              <a:cxnLst/>
              <a:rect l="l" t="t" r="r" b="b"/>
              <a:pathLst>
                <a:path w="835" h="835" extrusionOk="0">
                  <a:moveTo>
                    <a:pt x="434" y="1"/>
                  </a:moveTo>
                  <a:cubicBezTo>
                    <a:pt x="201" y="1"/>
                    <a:pt x="1" y="167"/>
                    <a:pt x="1" y="401"/>
                  </a:cubicBezTo>
                  <a:cubicBezTo>
                    <a:pt x="1" y="634"/>
                    <a:pt x="201" y="835"/>
                    <a:pt x="434" y="835"/>
                  </a:cubicBezTo>
                  <a:cubicBezTo>
                    <a:pt x="668" y="835"/>
                    <a:pt x="835" y="634"/>
                    <a:pt x="835" y="401"/>
                  </a:cubicBezTo>
                  <a:cubicBezTo>
                    <a:pt x="835" y="167"/>
                    <a:pt x="668"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74"/>
            <p:cNvSpPr/>
            <p:nvPr/>
          </p:nvSpPr>
          <p:spPr>
            <a:xfrm>
              <a:off x="2149784" y="1834193"/>
              <a:ext cx="16752" cy="16752"/>
            </a:xfrm>
            <a:custGeom>
              <a:avLst/>
              <a:gdLst/>
              <a:ahLst/>
              <a:cxnLst/>
              <a:rect l="l" t="t" r="r" b="b"/>
              <a:pathLst>
                <a:path w="835" h="835" extrusionOk="0">
                  <a:moveTo>
                    <a:pt x="401" y="1"/>
                  </a:moveTo>
                  <a:cubicBezTo>
                    <a:pt x="167" y="1"/>
                    <a:pt x="1" y="167"/>
                    <a:pt x="1" y="401"/>
                  </a:cubicBezTo>
                  <a:cubicBezTo>
                    <a:pt x="1" y="668"/>
                    <a:pt x="201" y="835"/>
                    <a:pt x="401" y="835"/>
                  </a:cubicBezTo>
                  <a:cubicBezTo>
                    <a:pt x="668" y="835"/>
                    <a:pt x="835" y="634"/>
                    <a:pt x="835" y="401"/>
                  </a:cubicBezTo>
                  <a:cubicBezTo>
                    <a:pt x="835" y="201"/>
                    <a:pt x="634" y="1"/>
                    <a:pt x="401"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74"/>
            <p:cNvSpPr/>
            <p:nvPr/>
          </p:nvSpPr>
          <p:spPr>
            <a:xfrm>
              <a:off x="1824551" y="1834193"/>
              <a:ext cx="16732" cy="16752"/>
            </a:xfrm>
            <a:custGeom>
              <a:avLst/>
              <a:gdLst/>
              <a:ahLst/>
              <a:cxnLst/>
              <a:rect l="l" t="t" r="r" b="b"/>
              <a:pathLst>
                <a:path w="834" h="835" extrusionOk="0">
                  <a:moveTo>
                    <a:pt x="400" y="1"/>
                  </a:moveTo>
                  <a:cubicBezTo>
                    <a:pt x="167" y="1"/>
                    <a:pt x="0" y="167"/>
                    <a:pt x="0" y="401"/>
                  </a:cubicBezTo>
                  <a:cubicBezTo>
                    <a:pt x="0" y="668"/>
                    <a:pt x="200" y="835"/>
                    <a:pt x="400" y="835"/>
                  </a:cubicBezTo>
                  <a:cubicBezTo>
                    <a:pt x="667" y="835"/>
                    <a:pt x="834" y="634"/>
                    <a:pt x="834" y="401"/>
                  </a:cubicBezTo>
                  <a:cubicBezTo>
                    <a:pt x="834" y="201"/>
                    <a:pt x="667" y="1"/>
                    <a:pt x="400"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74"/>
            <p:cNvSpPr/>
            <p:nvPr/>
          </p:nvSpPr>
          <p:spPr>
            <a:xfrm>
              <a:off x="1889453" y="1834193"/>
              <a:ext cx="16752" cy="16752"/>
            </a:xfrm>
            <a:custGeom>
              <a:avLst/>
              <a:gdLst/>
              <a:ahLst/>
              <a:cxnLst/>
              <a:rect l="l" t="t" r="r" b="b"/>
              <a:pathLst>
                <a:path w="835" h="835" extrusionOk="0">
                  <a:moveTo>
                    <a:pt x="434" y="1"/>
                  </a:moveTo>
                  <a:cubicBezTo>
                    <a:pt x="167" y="1"/>
                    <a:pt x="1" y="167"/>
                    <a:pt x="1" y="401"/>
                  </a:cubicBezTo>
                  <a:cubicBezTo>
                    <a:pt x="1" y="668"/>
                    <a:pt x="201" y="835"/>
                    <a:pt x="434" y="835"/>
                  </a:cubicBezTo>
                  <a:cubicBezTo>
                    <a:pt x="668" y="835"/>
                    <a:pt x="835" y="634"/>
                    <a:pt x="835" y="401"/>
                  </a:cubicBezTo>
                  <a:cubicBezTo>
                    <a:pt x="835" y="201"/>
                    <a:pt x="634"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74"/>
            <p:cNvSpPr/>
            <p:nvPr/>
          </p:nvSpPr>
          <p:spPr>
            <a:xfrm>
              <a:off x="2052080" y="1783997"/>
              <a:ext cx="16752" cy="16752"/>
            </a:xfrm>
            <a:custGeom>
              <a:avLst/>
              <a:gdLst/>
              <a:ahLst/>
              <a:cxnLst/>
              <a:rect l="l" t="t" r="r" b="b"/>
              <a:pathLst>
                <a:path w="835" h="835" extrusionOk="0">
                  <a:moveTo>
                    <a:pt x="401" y="1"/>
                  </a:moveTo>
                  <a:cubicBezTo>
                    <a:pt x="167" y="1"/>
                    <a:pt x="0" y="201"/>
                    <a:pt x="0" y="401"/>
                  </a:cubicBezTo>
                  <a:cubicBezTo>
                    <a:pt x="0" y="668"/>
                    <a:pt x="201" y="835"/>
                    <a:pt x="401" y="835"/>
                  </a:cubicBezTo>
                  <a:cubicBezTo>
                    <a:pt x="668" y="835"/>
                    <a:pt x="834" y="635"/>
                    <a:pt x="834" y="401"/>
                  </a:cubicBezTo>
                  <a:cubicBezTo>
                    <a:pt x="834" y="168"/>
                    <a:pt x="668" y="1"/>
                    <a:pt x="401"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74"/>
            <p:cNvSpPr/>
            <p:nvPr/>
          </p:nvSpPr>
          <p:spPr>
            <a:xfrm>
              <a:off x="2117002" y="1783997"/>
              <a:ext cx="16752" cy="16752"/>
            </a:xfrm>
            <a:custGeom>
              <a:avLst/>
              <a:gdLst/>
              <a:ahLst/>
              <a:cxnLst/>
              <a:rect l="l" t="t" r="r" b="b"/>
              <a:pathLst>
                <a:path w="835" h="835" extrusionOk="0">
                  <a:moveTo>
                    <a:pt x="434" y="1"/>
                  </a:moveTo>
                  <a:cubicBezTo>
                    <a:pt x="167" y="1"/>
                    <a:pt x="0" y="201"/>
                    <a:pt x="0" y="401"/>
                  </a:cubicBezTo>
                  <a:cubicBezTo>
                    <a:pt x="0" y="668"/>
                    <a:pt x="167" y="835"/>
                    <a:pt x="434" y="835"/>
                  </a:cubicBezTo>
                  <a:cubicBezTo>
                    <a:pt x="667" y="835"/>
                    <a:pt x="834" y="635"/>
                    <a:pt x="834" y="401"/>
                  </a:cubicBezTo>
                  <a:cubicBezTo>
                    <a:pt x="834" y="168"/>
                    <a:pt x="667"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74"/>
            <p:cNvSpPr/>
            <p:nvPr/>
          </p:nvSpPr>
          <p:spPr>
            <a:xfrm>
              <a:off x="1856671" y="1783997"/>
              <a:ext cx="16752" cy="16752"/>
            </a:xfrm>
            <a:custGeom>
              <a:avLst/>
              <a:gdLst/>
              <a:ahLst/>
              <a:cxnLst/>
              <a:rect l="l" t="t" r="r" b="b"/>
              <a:pathLst>
                <a:path w="835" h="835" extrusionOk="0">
                  <a:moveTo>
                    <a:pt x="434" y="1"/>
                  </a:moveTo>
                  <a:cubicBezTo>
                    <a:pt x="167" y="1"/>
                    <a:pt x="0" y="201"/>
                    <a:pt x="0" y="401"/>
                  </a:cubicBezTo>
                  <a:cubicBezTo>
                    <a:pt x="0" y="668"/>
                    <a:pt x="234" y="835"/>
                    <a:pt x="434" y="835"/>
                  </a:cubicBezTo>
                  <a:cubicBezTo>
                    <a:pt x="667" y="835"/>
                    <a:pt x="834" y="635"/>
                    <a:pt x="834" y="401"/>
                  </a:cubicBezTo>
                  <a:cubicBezTo>
                    <a:pt x="834" y="168"/>
                    <a:pt x="667"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74"/>
            <p:cNvSpPr/>
            <p:nvPr/>
          </p:nvSpPr>
          <p:spPr>
            <a:xfrm>
              <a:off x="1922255" y="1783997"/>
              <a:ext cx="16752" cy="16752"/>
            </a:xfrm>
            <a:custGeom>
              <a:avLst/>
              <a:gdLst/>
              <a:ahLst/>
              <a:cxnLst/>
              <a:rect l="l" t="t" r="r" b="b"/>
              <a:pathLst>
                <a:path w="835" h="835" extrusionOk="0">
                  <a:moveTo>
                    <a:pt x="400" y="1"/>
                  </a:moveTo>
                  <a:cubicBezTo>
                    <a:pt x="167" y="1"/>
                    <a:pt x="0" y="201"/>
                    <a:pt x="0" y="401"/>
                  </a:cubicBezTo>
                  <a:cubicBezTo>
                    <a:pt x="0" y="668"/>
                    <a:pt x="200" y="835"/>
                    <a:pt x="400" y="835"/>
                  </a:cubicBezTo>
                  <a:cubicBezTo>
                    <a:pt x="667" y="835"/>
                    <a:pt x="834" y="635"/>
                    <a:pt x="834" y="401"/>
                  </a:cubicBezTo>
                  <a:cubicBezTo>
                    <a:pt x="834" y="168"/>
                    <a:pt x="634" y="1"/>
                    <a:pt x="400"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74"/>
            <p:cNvSpPr/>
            <p:nvPr/>
          </p:nvSpPr>
          <p:spPr>
            <a:xfrm>
              <a:off x="2019277" y="2136014"/>
              <a:ext cx="16752" cy="16752"/>
            </a:xfrm>
            <a:custGeom>
              <a:avLst/>
              <a:gdLst/>
              <a:ahLst/>
              <a:cxnLst/>
              <a:rect l="l" t="t" r="r" b="b"/>
              <a:pathLst>
                <a:path w="835" h="835" extrusionOk="0">
                  <a:moveTo>
                    <a:pt x="401" y="1"/>
                  </a:moveTo>
                  <a:cubicBezTo>
                    <a:pt x="168" y="1"/>
                    <a:pt x="1" y="201"/>
                    <a:pt x="1" y="434"/>
                  </a:cubicBezTo>
                  <a:cubicBezTo>
                    <a:pt x="1" y="668"/>
                    <a:pt x="168" y="835"/>
                    <a:pt x="401" y="835"/>
                  </a:cubicBezTo>
                  <a:cubicBezTo>
                    <a:pt x="668" y="835"/>
                    <a:pt x="835" y="635"/>
                    <a:pt x="835" y="434"/>
                  </a:cubicBezTo>
                  <a:cubicBezTo>
                    <a:pt x="835" y="168"/>
                    <a:pt x="668" y="1"/>
                    <a:pt x="401"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74"/>
            <p:cNvSpPr/>
            <p:nvPr/>
          </p:nvSpPr>
          <p:spPr>
            <a:xfrm>
              <a:off x="2084200" y="2136014"/>
              <a:ext cx="16752" cy="16752"/>
            </a:xfrm>
            <a:custGeom>
              <a:avLst/>
              <a:gdLst/>
              <a:ahLst/>
              <a:cxnLst/>
              <a:rect l="l" t="t" r="r" b="b"/>
              <a:pathLst>
                <a:path w="835" h="835" extrusionOk="0">
                  <a:moveTo>
                    <a:pt x="434" y="1"/>
                  </a:moveTo>
                  <a:cubicBezTo>
                    <a:pt x="167" y="1"/>
                    <a:pt x="1" y="201"/>
                    <a:pt x="1" y="434"/>
                  </a:cubicBezTo>
                  <a:cubicBezTo>
                    <a:pt x="1" y="668"/>
                    <a:pt x="167" y="835"/>
                    <a:pt x="434" y="835"/>
                  </a:cubicBezTo>
                  <a:cubicBezTo>
                    <a:pt x="668" y="835"/>
                    <a:pt x="835" y="635"/>
                    <a:pt x="835" y="434"/>
                  </a:cubicBezTo>
                  <a:cubicBezTo>
                    <a:pt x="835" y="168"/>
                    <a:pt x="668"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74"/>
            <p:cNvSpPr/>
            <p:nvPr/>
          </p:nvSpPr>
          <p:spPr>
            <a:xfrm>
              <a:off x="2214024" y="2136014"/>
              <a:ext cx="16752" cy="16752"/>
            </a:xfrm>
            <a:custGeom>
              <a:avLst/>
              <a:gdLst/>
              <a:ahLst/>
              <a:cxnLst/>
              <a:rect l="l" t="t" r="r" b="b"/>
              <a:pathLst>
                <a:path w="835" h="835" extrusionOk="0">
                  <a:moveTo>
                    <a:pt x="435" y="1"/>
                  </a:moveTo>
                  <a:cubicBezTo>
                    <a:pt x="168" y="1"/>
                    <a:pt x="1" y="201"/>
                    <a:pt x="1" y="434"/>
                  </a:cubicBezTo>
                  <a:cubicBezTo>
                    <a:pt x="1" y="668"/>
                    <a:pt x="201" y="835"/>
                    <a:pt x="435" y="835"/>
                  </a:cubicBezTo>
                  <a:cubicBezTo>
                    <a:pt x="668" y="835"/>
                    <a:pt x="835" y="635"/>
                    <a:pt x="835" y="434"/>
                  </a:cubicBezTo>
                  <a:cubicBezTo>
                    <a:pt x="835" y="168"/>
                    <a:pt x="668" y="1"/>
                    <a:pt x="435"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74"/>
            <p:cNvSpPr/>
            <p:nvPr/>
          </p:nvSpPr>
          <p:spPr>
            <a:xfrm>
              <a:off x="1759628" y="2136014"/>
              <a:ext cx="16752" cy="16752"/>
            </a:xfrm>
            <a:custGeom>
              <a:avLst/>
              <a:gdLst/>
              <a:ahLst/>
              <a:cxnLst/>
              <a:rect l="l" t="t" r="r" b="b"/>
              <a:pathLst>
                <a:path w="835" h="835" extrusionOk="0">
                  <a:moveTo>
                    <a:pt x="434" y="1"/>
                  </a:moveTo>
                  <a:cubicBezTo>
                    <a:pt x="167" y="1"/>
                    <a:pt x="0" y="201"/>
                    <a:pt x="0" y="434"/>
                  </a:cubicBezTo>
                  <a:cubicBezTo>
                    <a:pt x="0" y="668"/>
                    <a:pt x="234" y="835"/>
                    <a:pt x="434" y="835"/>
                  </a:cubicBezTo>
                  <a:cubicBezTo>
                    <a:pt x="668" y="835"/>
                    <a:pt x="834" y="635"/>
                    <a:pt x="834" y="434"/>
                  </a:cubicBezTo>
                  <a:cubicBezTo>
                    <a:pt x="834" y="168"/>
                    <a:pt x="634"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74"/>
            <p:cNvSpPr/>
            <p:nvPr/>
          </p:nvSpPr>
          <p:spPr>
            <a:xfrm>
              <a:off x="1889453" y="2136014"/>
              <a:ext cx="16752" cy="16752"/>
            </a:xfrm>
            <a:custGeom>
              <a:avLst/>
              <a:gdLst/>
              <a:ahLst/>
              <a:cxnLst/>
              <a:rect l="l" t="t" r="r" b="b"/>
              <a:pathLst>
                <a:path w="835" h="835" extrusionOk="0">
                  <a:moveTo>
                    <a:pt x="434" y="1"/>
                  </a:moveTo>
                  <a:cubicBezTo>
                    <a:pt x="167" y="1"/>
                    <a:pt x="1" y="201"/>
                    <a:pt x="1" y="434"/>
                  </a:cubicBezTo>
                  <a:cubicBezTo>
                    <a:pt x="1" y="668"/>
                    <a:pt x="201" y="835"/>
                    <a:pt x="434" y="835"/>
                  </a:cubicBezTo>
                  <a:cubicBezTo>
                    <a:pt x="668" y="835"/>
                    <a:pt x="835" y="635"/>
                    <a:pt x="835" y="434"/>
                  </a:cubicBezTo>
                  <a:cubicBezTo>
                    <a:pt x="835" y="168"/>
                    <a:pt x="634"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74"/>
            <p:cNvSpPr/>
            <p:nvPr/>
          </p:nvSpPr>
          <p:spPr>
            <a:xfrm>
              <a:off x="2052080" y="2085837"/>
              <a:ext cx="16752" cy="16732"/>
            </a:xfrm>
            <a:custGeom>
              <a:avLst/>
              <a:gdLst/>
              <a:ahLst/>
              <a:cxnLst/>
              <a:rect l="l" t="t" r="r" b="b"/>
              <a:pathLst>
                <a:path w="835" h="834" extrusionOk="0">
                  <a:moveTo>
                    <a:pt x="401" y="0"/>
                  </a:moveTo>
                  <a:cubicBezTo>
                    <a:pt x="167" y="0"/>
                    <a:pt x="0" y="200"/>
                    <a:pt x="0" y="434"/>
                  </a:cubicBezTo>
                  <a:cubicBezTo>
                    <a:pt x="0" y="667"/>
                    <a:pt x="201" y="834"/>
                    <a:pt x="401" y="834"/>
                  </a:cubicBezTo>
                  <a:cubicBezTo>
                    <a:pt x="668" y="834"/>
                    <a:pt x="834" y="634"/>
                    <a:pt x="834" y="434"/>
                  </a:cubicBezTo>
                  <a:cubicBezTo>
                    <a:pt x="834" y="167"/>
                    <a:pt x="668"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74"/>
            <p:cNvSpPr/>
            <p:nvPr/>
          </p:nvSpPr>
          <p:spPr>
            <a:xfrm>
              <a:off x="1727508" y="2085837"/>
              <a:ext cx="16752" cy="16732"/>
            </a:xfrm>
            <a:custGeom>
              <a:avLst/>
              <a:gdLst/>
              <a:ahLst/>
              <a:cxnLst/>
              <a:rect l="l" t="t" r="r" b="b"/>
              <a:pathLst>
                <a:path w="835" h="834" extrusionOk="0">
                  <a:moveTo>
                    <a:pt x="401" y="0"/>
                  </a:moveTo>
                  <a:cubicBezTo>
                    <a:pt x="167" y="0"/>
                    <a:pt x="0" y="200"/>
                    <a:pt x="0" y="434"/>
                  </a:cubicBezTo>
                  <a:cubicBezTo>
                    <a:pt x="0" y="634"/>
                    <a:pt x="167" y="834"/>
                    <a:pt x="401" y="834"/>
                  </a:cubicBezTo>
                  <a:cubicBezTo>
                    <a:pt x="634" y="834"/>
                    <a:pt x="834" y="634"/>
                    <a:pt x="834" y="434"/>
                  </a:cubicBezTo>
                  <a:cubicBezTo>
                    <a:pt x="834" y="200"/>
                    <a:pt x="634"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74"/>
            <p:cNvSpPr/>
            <p:nvPr/>
          </p:nvSpPr>
          <p:spPr>
            <a:xfrm>
              <a:off x="1792411" y="2085837"/>
              <a:ext cx="16752" cy="16732"/>
            </a:xfrm>
            <a:custGeom>
              <a:avLst/>
              <a:gdLst/>
              <a:ahLst/>
              <a:cxnLst/>
              <a:rect l="l" t="t" r="r" b="b"/>
              <a:pathLst>
                <a:path w="835" h="834" extrusionOk="0">
                  <a:moveTo>
                    <a:pt x="435" y="0"/>
                  </a:moveTo>
                  <a:cubicBezTo>
                    <a:pt x="201" y="0"/>
                    <a:pt x="1" y="200"/>
                    <a:pt x="1" y="434"/>
                  </a:cubicBezTo>
                  <a:cubicBezTo>
                    <a:pt x="1" y="634"/>
                    <a:pt x="201" y="834"/>
                    <a:pt x="435" y="834"/>
                  </a:cubicBezTo>
                  <a:cubicBezTo>
                    <a:pt x="635" y="834"/>
                    <a:pt x="835" y="634"/>
                    <a:pt x="835" y="434"/>
                  </a:cubicBezTo>
                  <a:cubicBezTo>
                    <a:pt x="835" y="200"/>
                    <a:pt x="635" y="0"/>
                    <a:pt x="435"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74"/>
            <p:cNvSpPr/>
            <p:nvPr/>
          </p:nvSpPr>
          <p:spPr>
            <a:xfrm>
              <a:off x="1856671" y="2085837"/>
              <a:ext cx="16752" cy="16732"/>
            </a:xfrm>
            <a:custGeom>
              <a:avLst/>
              <a:gdLst/>
              <a:ahLst/>
              <a:cxnLst/>
              <a:rect l="l" t="t" r="r" b="b"/>
              <a:pathLst>
                <a:path w="835" h="834" extrusionOk="0">
                  <a:moveTo>
                    <a:pt x="434" y="0"/>
                  </a:moveTo>
                  <a:cubicBezTo>
                    <a:pt x="167" y="0"/>
                    <a:pt x="0" y="200"/>
                    <a:pt x="0" y="434"/>
                  </a:cubicBezTo>
                  <a:cubicBezTo>
                    <a:pt x="0" y="667"/>
                    <a:pt x="234" y="834"/>
                    <a:pt x="434" y="834"/>
                  </a:cubicBezTo>
                  <a:cubicBezTo>
                    <a:pt x="667" y="834"/>
                    <a:pt x="834" y="634"/>
                    <a:pt x="834" y="434"/>
                  </a:cubicBezTo>
                  <a:cubicBezTo>
                    <a:pt x="834" y="167"/>
                    <a:pt x="667"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74"/>
            <p:cNvSpPr/>
            <p:nvPr/>
          </p:nvSpPr>
          <p:spPr>
            <a:xfrm>
              <a:off x="1922255" y="2085837"/>
              <a:ext cx="16752" cy="16732"/>
            </a:xfrm>
            <a:custGeom>
              <a:avLst/>
              <a:gdLst/>
              <a:ahLst/>
              <a:cxnLst/>
              <a:rect l="l" t="t" r="r" b="b"/>
              <a:pathLst>
                <a:path w="835" h="834" extrusionOk="0">
                  <a:moveTo>
                    <a:pt x="400" y="0"/>
                  </a:moveTo>
                  <a:cubicBezTo>
                    <a:pt x="167" y="0"/>
                    <a:pt x="0" y="200"/>
                    <a:pt x="0" y="434"/>
                  </a:cubicBezTo>
                  <a:cubicBezTo>
                    <a:pt x="0" y="667"/>
                    <a:pt x="200" y="834"/>
                    <a:pt x="400" y="834"/>
                  </a:cubicBezTo>
                  <a:cubicBezTo>
                    <a:pt x="667" y="834"/>
                    <a:pt x="834" y="634"/>
                    <a:pt x="834" y="434"/>
                  </a:cubicBezTo>
                  <a:cubicBezTo>
                    <a:pt x="834" y="167"/>
                    <a:pt x="634" y="0"/>
                    <a:pt x="400"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74"/>
            <p:cNvSpPr/>
            <p:nvPr/>
          </p:nvSpPr>
          <p:spPr>
            <a:xfrm>
              <a:off x="2019277" y="2236406"/>
              <a:ext cx="16752" cy="16752"/>
            </a:xfrm>
            <a:custGeom>
              <a:avLst/>
              <a:gdLst/>
              <a:ahLst/>
              <a:cxnLst/>
              <a:rect l="l" t="t" r="r" b="b"/>
              <a:pathLst>
                <a:path w="835" h="835" extrusionOk="0">
                  <a:moveTo>
                    <a:pt x="401" y="0"/>
                  </a:moveTo>
                  <a:cubicBezTo>
                    <a:pt x="168" y="0"/>
                    <a:pt x="1" y="201"/>
                    <a:pt x="1" y="434"/>
                  </a:cubicBezTo>
                  <a:cubicBezTo>
                    <a:pt x="1" y="634"/>
                    <a:pt x="168" y="834"/>
                    <a:pt x="401" y="834"/>
                  </a:cubicBezTo>
                  <a:cubicBezTo>
                    <a:pt x="635" y="834"/>
                    <a:pt x="835" y="634"/>
                    <a:pt x="835" y="434"/>
                  </a:cubicBezTo>
                  <a:cubicBezTo>
                    <a:pt x="835" y="201"/>
                    <a:pt x="635"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74"/>
            <p:cNvSpPr/>
            <p:nvPr/>
          </p:nvSpPr>
          <p:spPr>
            <a:xfrm>
              <a:off x="2084200" y="2236406"/>
              <a:ext cx="16752" cy="16752"/>
            </a:xfrm>
            <a:custGeom>
              <a:avLst/>
              <a:gdLst/>
              <a:ahLst/>
              <a:cxnLst/>
              <a:rect l="l" t="t" r="r" b="b"/>
              <a:pathLst>
                <a:path w="835" h="835" extrusionOk="0">
                  <a:moveTo>
                    <a:pt x="434" y="0"/>
                  </a:moveTo>
                  <a:cubicBezTo>
                    <a:pt x="201" y="0"/>
                    <a:pt x="1" y="201"/>
                    <a:pt x="1" y="434"/>
                  </a:cubicBezTo>
                  <a:cubicBezTo>
                    <a:pt x="1" y="634"/>
                    <a:pt x="201" y="834"/>
                    <a:pt x="434" y="834"/>
                  </a:cubicBezTo>
                  <a:cubicBezTo>
                    <a:pt x="668" y="834"/>
                    <a:pt x="835" y="634"/>
                    <a:pt x="835" y="434"/>
                  </a:cubicBezTo>
                  <a:cubicBezTo>
                    <a:pt x="835" y="201"/>
                    <a:pt x="668"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74"/>
            <p:cNvSpPr/>
            <p:nvPr/>
          </p:nvSpPr>
          <p:spPr>
            <a:xfrm>
              <a:off x="2149784" y="2236406"/>
              <a:ext cx="16752" cy="16752"/>
            </a:xfrm>
            <a:custGeom>
              <a:avLst/>
              <a:gdLst/>
              <a:ahLst/>
              <a:cxnLst/>
              <a:rect l="l" t="t" r="r" b="b"/>
              <a:pathLst>
                <a:path w="835" h="835" extrusionOk="0">
                  <a:moveTo>
                    <a:pt x="401" y="0"/>
                  </a:moveTo>
                  <a:cubicBezTo>
                    <a:pt x="167" y="0"/>
                    <a:pt x="1" y="201"/>
                    <a:pt x="1" y="434"/>
                  </a:cubicBezTo>
                  <a:cubicBezTo>
                    <a:pt x="1" y="668"/>
                    <a:pt x="201" y="834"/>
                    <a:pt x="401" y="834"/>
                  </a:cubicBezTo>
                  <a:cubicBezTo>
                    <a:pt x="668" y="834"/>
                    <a:pt x="835" y="634"/>
                    <a:pt x="835" y="434"/>
                  </a:cubicBezTo>
                  <a:cubicBezTo>
                    <a:pt x="835" y="201"/>
                    <a:pt x="634"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74"/>
            <p:cNvSpPr/>
            <p:nvPr/>
          </p:nvSpPr>
          <p:spPr>
            <a:xfrm>
              <a:off x="1824551" y="2236406"/>
              <a:ext cx="16732" cy="16752"/>
            </a:xfrm>
            <a:custGeom>
              <a:avLst/>
              <a:gdLst/>
              <a:ahLst/>
              <a:cxnLst/>
              <a:rect l="l" t="t" r="r" b="b"/>
              <a:pathLst>
                <a:path w="834" h="835" extrusionOk="0">
                  <a:moveTo>
                    <a:pt x="400" y="0"/>
                  </a:moveTo>
                  <a:cubicBezTo>
                    <a:pt x="167" y="0"/>
                    <a:pt x="0" y="201"/>
                    <a:pt x="0" y="434"/>
                  </a:cubicBezTo>
                  <a:cubicBezTo>
                    <a:pt x="0" y="668"/>
                    <a:pt x="200" y="834"/>
                    <a:pt x="400" y="834"/>
                  </a:cubicBezTo>
                  <a:cubicBezTo>
                    <a:pt x="667" y="834"/>
                    <a:pt x="834" y="634"/>
                    <a:pt x="834" y="434"/>
                  </a:cubicBezTo>
                  <a:cubicBezTo>
                    <a:pt x="834" y="201"/>
                    <a:pt x="667" y="0"/>
                    <a:pt x="400"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74"/>
            <p:cNvSpPr/>
            <p:nvPr/>
          </p:nvSpPr>
          <p:spPr>
            <a:xfrm>
              <a:off x="1889453" y="2236406"/>
              <a:ext cx="16752" cy="16752"/>
            </a:xfrm>
            <a:custGeom>
              <a:avLst/>
              <a:gdLst/>
              <a:ahLst/>
              <a:cxnLst/>
              <a:rect l="l" t="t" r="r" b="b"/>
              <a:pathLst>
                <a:path w="835" h="835" extrusionOk="0">
                  <a:moveTo>
                    <a:pt x="434" y="0"/>
                  </a:moveTo>
                  <a:cubicBezTo>
                    <a:pt x="167" y="0"/>
                    <a:pt x="1" y="201"/>
                    <a:pt x="1" y="434"/>
                  </a:cubicBezTo>
                  <a:cubicBezTo>
                    <a:pt x="1" y="668"/>
                    <a:pt x="201" y="834"/>
                    <a:pt x="434" y="834"/>
                  </a:cubicBezTo>
                  <a:cubicBezTo>
                    <a:pt x="668" y="834"/>
                    <a:pt x="835" y="634"/>
                    <a:pt x="835" y="434"/>
                  </a:cubicBezTo>
                  <a:cubicBezTo>
                    <a:pt x="835" y="201"/>
                    <a:pt x="634"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74"/>
            <p:cNvSpPr/>
            <p:nvPr/>
          </p:nvSpPr>
          <p:spPr>
            <a:xfrm>
              <a:off x="2052080" y="2186210"/>
              <a:ext cx="16752" cy="16752"/>
            </a:xfrm>
            <a:custGeom>
              <a:avLst/>
              <a:gdLst/>
              <a:ahLst/>
              <a:cxnLst/>
              <a:rect l="l" t="t" r="r" b="b"/>
              <a:pathLst>
                <a:path w="835" h="835" extrusionOk="0">
                  <a:moveTo>
                    <a:pt x="401" y="1"/>
                  </a:moveTo>
                  <a:cubicBezTo>
                    <a:pt x="167" y="1"/>
                    <a:pt x="0" y="201"/>
                    <a:pt x="0" y="434"/>
                  </a:cubicBezTo>
                  <a:cubicBezTo>
                    <a:pt x="0" y="668"/>
                    <a:pt x="201" y="835"/>
                    <a:pt x="401" y="835"/>
                  </a:cubicBezTo>
                  <a:cubicBezTo>
                    <a:pt x="668" y="835"/>
                    <a:pt x="834" y="634"/>
                    <a:pt x="834" y="434"/>
                  </a:cubicBezTo>
                  <a:cubicBezTo>
                    <a:pt x="834" y="201"/>
                    <a:pt x="668" y="1"/>
                    <a:pt x="401"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74"/>
            <p:cNvSpPr/>
            <p:nvPr/>
          </p:nvSpPr>
          <p:spPr>
            <a:xfrm>
              <a:off x="2117002" y="2186210"/>
              <a:ext cx="16752" cy="16752"/>
            </a:xfrm>
            <a:custGeom>
              <a:avLst/>
              <a:gdLst/>
              <a:ahLst/>
              <a:cxnLst/>
              <a:rect l="l" t="t" r="r" b="b"/>
              <a:pathLst>
                <a:path w="835" h="835" extrusionOk="0">
                  <a:moveTo>
                    <a:pt x="434" y="1"/>
                  </a:moveTo>
                  <a:cubicBezTo>
                    <a:pt x="167" y="1"/>
                    <a:pt x="0" y="201"/>
                    <a:pt x="0" y="434"/>
                  </a:cubicBezTo>
                  <a:cubicBezTo>
                    <a:pt x="0" y="668"/>
                    <a:pt x="167" y="835"/>
                    <a:pt x="434" y="835"/>
                  </a:cubicBezTo>
                  <a:cubicBezTo>
                    <a:pt x="667" y="835"/>
                    <a:pt x="834" y="634"/>
                    <a:pt x="834" y="434"/>
                  </a:cubicBezTo>
                  <a:cubicBezTo>
                    <a:pt x="834" y="201"/>
                    <a:pt x="667"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74"/>
            <p:cNvSpPr/>
            <p:nvPr/>
          </p:nvSpPr>
          <p:spPr>
            <a:xfrm>
              <a:off x="2181242" y="2186210"/>
              <a:ext cx="16752" cy="16752"/>
            </a:xfrm>
            <a:custGeom>
              <a:avLst/>
              <a:gdLst/>
              <a:ahLst/>
              <a:cxnLst/>
              <a:rect l="l" t="t" r="r" b="b"/>
              <a:pathLst>
                <a:path w="835" h="835" extrusionOk="0">
                  <a:moveTo>
                    <a:pt x="434" y="1"/>
                  </a:moveTo>
                  <a:cubicBezTo>
                    <a:pt x="167" y="1"/>
                    <a:pt x="0" y="201"/>
                    <a:pt x="0" y="434"/>
                  </a:cubicBezTo>
                  <a:cubicBezTo>
                    <a:pt x="0" y="668"/>
                    <a:pt x="234" y="835"/>
                    <a:pt x="434" y="835"/>
                  </a:cubicBezTo>
                  <a:cubicBezTo>
                    <a:pt x="668" y="835"/>
                    <a:pt x="834" y="634"/>
                    <a:pt x="834" y="434"/>
                  </a:cubicBezTo>
                  <a:cubicBezTo>
                    <a:pt x="834" y="201"/>
                    <a:pt x="668"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74"/>
            <p:cNvSpPr/>
            <p:nvPr/>
          </p:nvSpPr>
          <p:spPr>
            <a:xfrm>
              <a:off x="1727508" y="2186210"/>
              <a:ext cx="16752" cy="16752"/>
            </a:xfrm>
            <a:custGeom>
              <a:avLst/>
              <a:gdLst/>
              <a:ahLst/>
              <a:cxnLst/>
              <a:rect l="l" t="t" r="r" b="b"/>
              <a:pathLst>
                <a:path w="835" h="835" extrusionOk="0">
                  <a:moveTo>
                    <a:pt x="401" y="1"/>
                  </a:moveTo>
                  <a:cubicBezTo>
                    <a:pt x="167" y="1"/>
                    <a:pt x="0" y="201"/>
                    <a:pt x="0" y="434"/>
                  </a:cubicBezTo>
                  <a:cubicBezTo>
                    <a:pt x="0" y="668"/>
                    <a:pt x="167" y="835"/>
                    <a:pt x="401" y="835"/>
                  </a:cubicBezTo>
                  <a:cubicBezTo>
                    <a:pt x="667" y="835"/>
                    <a:pt x="834" y="634"/>
                    <a:pt x="834" y="434"/>
                  </a:cubicBezTo>
                  <a:cubicBezTo>
                    <a:pt x="834" y="201"/>
                    <a:pt x="667" y="1"/>
                    <a:pt x="401"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74"/>
            <p:cNvSpPr/>
            <p:nvPr/>
          </p:nvSpPr>
          <p:spPr>
            <a:xfrm>
              <a:off x="1856671" y="2186210"/>
              <a:ext cx="16752" cy="16752"/>
            </a:xfrm>
            <a:custGeom>
              <a:avLst/>
              <a:gdLst/>
              <a:ahLst/>
              <a:cxnLst/>
              <a:rect l="l" t="t" r="r" b="b"/>
              <a:pathLst>
                <a:path w="835" h="835" extrusionOk="0">
                  <a:moveTo>
                    <a:pt x="434" y="1"/>
                  </a:moveTo>
                  <a:cubicBezTo>
                    <a:pt x="167" y="1"/>
                    <a:pt x="0" y="201"/>
                    <a:pt x="0" y="434"/>
                  </a:cubicBezTo>
                  <a:cubicBezTo>
                    <a:pt x="0" y="668"/>
                    <a:pt x="234" y="835"/>
                    <a:pt x="434" y="835"/>
                  </a:cubicBezTo>
                  <a:cubicBezTo>
                    <a:pt x="667" y="835"/>
                    <a:pt x="834" y="634"/>
                    <a:pt x="834" y="434"/>
                  </a:cubicBezTo>
                  <a:cubicBezTo>
                    <a:pt x="834" y="201"/>
                    <a:pt x="667" y="1"/>
                    <a:pt x="434"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74"/>
            <p:cNvSpPr/>
            <p:nvPr/>
          </p:nvSpPr>
          <p:spPr>
            <a:xfrm>
              <a:off x="1922255" y="2186210"/>
              <a:ext cx="16752" cy="16752"/>
            </a:xfrm>
            <a:custGeom>
              <a:avLst/>
              <a:gdLst/>
              <a:ahLst/>
              <a:cxnLst/>
              <a:rect l="l" t="t" r="r" b="b"/>
              <a:pathLst>
                <a:path w="835" h="835" extrusionOk="0">
                  <a:moveTo>
                    <a:pt x="400" y="1"/>
                  </a:moveTo>
                  <a:cubicBezTo>
                    <a:pt x="167" y="1"/>
                    <a:pt x="0" y="201"/>
                    <a:pt x="0" y="434"/>
                  </a:cubicBezTo>
                  <a:cubicBezTo>
                    <a:pt x="0" y="668"/>
                    <a:pt x="200" y="835"/>
                    <a:pt x="400" y="835"/>
                  </a:cubicBezTo>
                  <a:cubicBezTo>
                    <a:pt x="667" y="835"/>
                    <a:pt x="834" y="634"/>
                    <a:pt x="834" y="434"/>
                  </a:cubicBezTo>
                  <a:cubicBezTo>
                    <a:pt x="834" y="201"/>
                    <a:pt x="634" y="1"/>
                    <a:pt x="400" y="1"/>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74"/>
            <p:cNvSpPr/>
            <p:nvPr/>
          </p:nvSpPr>
          <p:spPr>
            <a:xfrm>
              <a:off x="2019277" y="2035641"/>
              <a:ext cx="16752" cy="16752"/>
            </a:xfrm>
            <a:custGeom>
              <a:avLst/>
              <a:gdLst/>
              <a:ahLst/>
              <a:cxnLst/>
              <a:rect l="l" t="t" r="r" b="b"/>
              <a:pathLst>
                <a:path w="835" h="835" extrusionOk="0">
                  <a:moveTo>
                    <a:pt x="401" y="0"/>
                  </a:moveTo>
                  <a:cubicBezTo>
                    <a:pt x="168" y="0"/>
                    <a:pt x="1" y="167"/>
                    <a:pt x="1" y="434"/>
                  </a:cubicBezTo>
                  <a:cubicBezTo>
                    <a:pt x="1" y="667"/>
                    <a:pt x="168" y="834"/>
                    <a:pt x="401" y="834"/>
                  </a:cubicBezTo>
                  <a:cubicBezTo>
                    <a:pt x="668" y="834"/>
                    <a:pt x="835" y="634"/>
                    <a:pt x="835" y="434"/>
                  </a:cubicBezTo>
                  <a:cubicBezTo>
                    <a:pt x="835" y="167"/>
                    <a:pt x="668" y="0"/>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74"/>
            <p:cNvSpPr/>
            <p:nvPr/>
          </p:nvSpPr>
          <p:spPr>
            <a:xfrm>
              <a:off x="2084200" y="2035641"/>
              <a:ext cx="16752" cy="16752"/>
            </a:xfrm>
            <a:custGeom>
              <a:avLst/>
              <a:gdLst/>
              <a:ahLst/>
              <a:cxnLst/>
              <a:rect l="l" t="t" r="r" b="b"/>
              <a:pathLst>
                <a:path w="835" h="835" extrusionOk="0">
                  <a:moveTo>
                    <a:pt x="434" y="0"/>
                  </a:moveTo>
                  <a:cubicBezTo>
                    <a:pt x="167" y="0"/>
                    <a:pt x="1" y="167"/>
                    <a:pt x="1" y="434"/>
                  </a:cubicBezTo>
                  <a:cubicBezTo>
                    <a:pt x="1" y="667"/>
                    <a:pt x="167" y="834"/>
                    <a:pt x="434" y="834"/>
                  </a:cubicBezTo>
                  <a:cubicBezTo>
                    <a:pt x="668" y="834"/>
                    <a:pt x="835" y="634"/>
                    <a:pt x="835" y="434"/>
                  </a:cubicBezTo>
                  <a:cubicBezTo>
                    <a:pt x="835" y="167"/>
                    <a:pt x="668"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74"/>
            <p:cNvSpPr/>
            <p:nvPr/>
          </p:nvSpPr>
          <p:spPr>
            <a:xfrm>
              <a:off x="1759628" y="2035641"/>
              <a:ext cx="16752" cy="16752"/>
            </a:xfrm>
            <a:custGeom>
              <a:avLst/>
              <a:gdLst/>
              <a:ahLst/>
              <a:cxnLst/>
              <a:rect l="l" t="t" r="r" b="b"/>
              <a:pathLst>
                <a:path w="835" h="835" extrusionOk="0">
                  <a:moveTo>
                    <a:pt x="434" y="0"/>
                  </a:moveTo>
                  <a:cubicBezTo>
                    <a:pt x="167" y="0"/>
                    <a:pt x="0" y="167"/>
                    <a:pt x="0" y="434"/>
                  </a:cubicBezTo>
                  <a:cubicBezTo>
                    <a:pt x="0" y="667"/>
                    <a:pt x="234" y="834"/>
                    <a:pt x="434" y="834"/>
                  </a:cubicBezTo>
                  <a:cubicBezTo>
                    <a:pt x="668" y="834"/>
                    <a:pt x="834" y="634"/>
                    <a:pt x="834" y="434"/>
                  </a:cubicBezTo>
                  <a:cubicBezTo>
                    <a:pt x="834" y="167"/>
                    <a:pt x="634"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74"/>
            <p:cNvSpPr/>
            <p:nvPr/>
          </p:nvSpPr>
          <p:spPr>
            <a:xfrm>
              <a:off x="1824551" y="2035641"/>
              <a:ext cx="16732" cy="16752"/>
            </a:xfrm>
            <a:custGeom>
              <a:avLst/>
              <a:gdLst/>
              <a:ahLst/>
              <a:cxnLst/>
              <a:rect l="l" t="t" r="r" b="b"/>
              <a:pathLst>
                <a:path w="834" h="835" extrusionOk="0">
                  <a:moveTo>
                    <a:pt x="400" y="0"/>
                  </a:moveTo>
                  <a:cubicBezTo>
                    <a:pt x="167" y="0"/>
                    <a:pt x="0" y="167"/>
                    <a:pt x="0" y="434"/>
                  </a:cubicBezTo>
                  <a:cubicBezTo>
                    <a:pt x="0" y="667"/>
                    <a:pt x="200" y="834"/>
                    <a:pt x="400" y="834"/>
                  </a:cubicBezTo>
                  <a:cubicBezTo>
                    <a:pt x="667" y="834"/>
                    <a:pt x="834" y="634"/>
                    <a:pt x="834" y="434"/>
                  </a:cubicBezTo>
                  <a:cubicBezTo>
                    <a:pt x="834" y="167"/>
                    <a:pt x="667" y="0"/>
                    <a:pt x="400"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74"/>
            <p:cNvSpPr/>
            <p:nvPr/>
          </p:nvSpPr>
          <p:spPr>
            <a:xfrm>
              <a:off x="1889453" y="2035641"/>
              <a:ext cx="16752" cy="16752"/>
            </a:xfrm>
            <a:custGeom>
              <a:avLst/>
              <a:gdLst/>
              <a:ahLst/>
              <a:cxnLst/>
              <a:rect l="l" t="t" r="r" b="b"/>
              <a:pathLst>
                <a:path w="835" h="835" extrusionOk="0">
                  <a:moveTo>
                    <a:pt x="434" y="0"/>
                  </a:moveTo>
                  <a:cubicBezTo>
                    <a:pt x="167" y="0"/>
                    <a:pt x="1" y="167"/>
                    <a:pt x="1" y="434"/>
                  </a:cubicBezTo>
                  <a:cubicBezTo>
                    <a:pt x="1" y="667"/>
                    <a:pt x="201" y="834"/>
                    <a:pt x="434" y="834"/>
                  </a:cubicBezTo>
                  <a:cubicBezTo>
                    <a:pt x="668" y="834"/>
                    <a:pt x="835" y="634"/>
                    <a:pt x="835" y="434"/>
                  </a:cubicBezTo>
                  <a:cubicBezTo>
                    <a:pt x="835" y="167"/>
                    <a:pt x="634"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74"/>
            <p:cNvSpPr/>
            <p:nvPr/>
          </p:nvSpPr>
          <p:spPr>
            <a:xfrm>
              <a:off x="2052080" y="1984783"/>
              <a:ext cx="16752" cy="16732"/>
            </a:xfrm>
            <a:custGeom>
              <a:avLst/>
              <a:gdLst/>
              <a:ahLst/>
              <a:cxnLst/>
              <a:rect l="l" t="t" r="r" b="b"/>
              <a:pathLst>
                <a:path w="835" h="834" extrusionOk="0">
                  <a:moveTo>
                    <a:pt x="401" y="0"/>
                  </a:moveTo>
                  <a:cubicBezTo>
                    <a:pt x="167" y="0"/>
                    <a:pt x="0" y="167"/>
                    <a:pt x="0" y="400"/>
                  </a:cubicBezTo>
                  <a:cubicBezTo>
                    <a:pt x="0" y="667"/>
                    <a:pt x="201" y="834"/>
                    <a:pt x="401" y="834"/>
                  </a:cubicBezTo>
                  <a:cubicBezTo>
                    <a:pt x="668" y="834"/>
                    <a:pt x="834" y="634"/>
                    <a:pt x="834" y="400"/>
                  </a:cubicBezTo>
                  <a:cubicBezTo>
                    <a:pt x="834" y="200"/>
                    <a:pt x="668" y="33"/>
                    <a:pt x="401"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74"/>
            <p:cNvSpPr/>
            <p:nvPr/>
          </p:nvSpPr>
          <p:spPr>
            <a:xfrm>
              <a:off x="2117002" y="1984783"/>
              <a:ext cx="16752" cy="16732"/>
            </a:xfrm>
            <a:custGeom>
              <a:avLst/>
              <a:gdLst/>
              <a:ahLst/>
              <a:cxnLst/>
              <a:rect l="l" t="t" r="r" b="b"/>
              <a:pathLst>
                <a:path w="835" h="834" extrusionOk="0">
                  <a:moveTo>
                    <a:pt x="434" y="0"/>
                  </a:moveTo>
                  <a:cubicBezTo>
                    <a:pt x="200" y="0"/>
                    <a:pt x="0" y="167"/>
                    <a:pt x="0" y="400"/>
                  </a:cubicBezTo>
                  <a:cubicBezTo>
                    <a:pt x="0" y="634"/>
                    <a:pt x="200" y="834"/>
                    <a:pt x="434" y="834"/>
                  </a:cubicBezTo>
                  <a:cubicBezTo>
                    <a:pt x="634" y="834"/>
                    <a:pt x="834" y="634"/>
                    <a:pt x="834" y="400"/>
                  </a:cubicBezTo>
                  <a:cubicBezTo>
                    <a:pt x="834" y="167"/>
                    <a:pt x="634" y="0"/>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74"/>
            <p:cNvSpPr/>
            <p:nvPr/>
          </p:nvSpPr>
          <p:spPr>
            <a:xfrm>
              <a:off x="1792411" y="1984783"/>
              <a:ext cx="16752" cy="16732"/>
            </a:xfrm>
            <a:custGeom>
              <a:avLst/>
              <a:gdLst/>
              <a:ahLst/>
              <a:cxnLst/>
              <a:rect l="l" t="t" r="r" b="b"/>
              <a:pathLst>
                <a:path w="835" h="834" extrusionOk="0">
                  <a:moveTo>
                    <a:pt x="435" y="0"/>
                  </a:moveTo>
                  <a:cubicBezTo>
                    <a:pt x="201" y="0"/>
                    <a:pt x="1" y="167"/>
                    <a:pt x="1" y="400"/>
                  </a:cubicBezTo>
                  <a:cubicBezTo>
                    <a:pt x="1" y="634"/>
                    <a:pt x="201" y="834"/>
                    <a:pt x="435" y="834"/>
                  </a:cubicBezTo>
                  <a:cubicBezTo>
                    <a:pt x="635" y="834"/>
                    <a:pt x="835" y="634"/>
                    <a:pt x="835" y="400"/>
                  </a:cubicBezTo>
                  <a:cubicBezTo>
                    <a:pt x="835" y="167"/>
                    <a:pt x="635" y="0"/>
                    <a:pt x="435"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74"/>
            <p:cNvSpPr/>
            <p:nvPr/>
          </p:nvSpPr>
          <p:spPr>
            <a:xfrm>
              <a:off x="1856671" y="1984783"/>
              <a:ext cx="16752" cy="16732"/>
            </a:xfrm>
            <a:custGeom>
              <a:avLst/>
              <a:gdLst/>
              <a:ahLst/>
              <a:cxnLst/>
              <a:rect l="l" t="t" r="r" b="b"/>
              <a:pathLst>
                <a:path w="835" h="834" extrusionOk="0">
                  <a:moveTo>
                    <a:pt x="434" y="0"/>
                  </a:moveTo>
                  <a:cubicBezTo>
                    <a:pt x="167" y="0"/>
                    <a:pt x="0" y="167"/>
                    <a:pt x="0" y="400"/>
                  </a:cubicBezTo>
                  <a:cubicBezTo>
                    <a:pt x="0" y="667"/>
                    <a:pt x="234" y="834"/>
                    <a:pt x="434" y="834"/>
                  </a:cubicBezTo>
                  <a:cubicBezTo>
                    <a:pt x="667" y="834"/>
                    <a:pt x="834" y="634"/>
                    <a:pt x="834" y="400"/>
                  </a:cubicBezTo>
                  <a:cubicBezTo>
                    <a:pt x="834" y="200"/>
                    <a:pt x="667" y="33"/>
                    <a:pt x="434"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74"/>
            <p:cNvSpPr/>
            <p:nvPr/>
          </p:nvSpPr>
          <p:spPr>
            <a:xfrm>
              <a:off x="1922255" y="1984783"/>
              <a:ext cx="16752" cy="16732"/>
            </a:xfrm>
            <a:custGeom>
              <a:avLst/>
              <a:gdLst/>
              <a:ahLst/>
              <a:cxnLst/>
              <a:rect l="l" t="t" r="r" b="b"/>
              <a:pathLst>
                <a:path w="835" h="834" extrusionOk="0">
                  <a:moveTo>
                    <a:pt x="400" y="0"/>
                  </a:moveTo>
                  <a:cubicBezTo>
                    <a:pt x="167" y="0"/>
                    <a:pt x="0" y="167"/>
                    <a:pt x="0" y="400"/>
                  </a:cubicBezTo>
                  <a:cubicBezTo>
                    <a:pt x="0" y="667"/>
                    <a:pt x="200" y="834"/>
                    <a:pt x="400" y="834"/>
                  </a:cubicBezTo>
                  <a:cubicBezTo>
                    <a:pt x="667" y="834"/>
                    <a:pt x="834" y="634"/>
                    <a:pt x="834" y="400"/>
                  </a:cubicBezTo>
                  <a:cubicBezTo>
                    <a:pt x="834" y="200"/>
                    <a:pt x="634" y="33"/>
                    <a:pt x="400" y="0"/>
                  </a:cubicBezTo>
                  <a:close/>
                </a:path>
              </a:pathLst>
            </a:custGeom>
            <a:solidFill>
              <a:srgbClr val="125E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74"/>
            <p:cNvSpPr/>
            <p:nvPr/>
          </p:nvSpPr>
          <p:spPr>
            <a:xfrm>
              <a:off x="1769660" y="1754606"/>
              <a:ext cx="185398" cy="567929"/>
            </a:xfrm>
            <a:custGeom>
              <a:avLst/>
              <a:gdLst/>
              <a:ahLst/>
              <a:cxnLst/>
              <a:rect l="l" t="t" r="r" b="b"/>
              <a:pathLst>
                <a:path w="9241" h="28308" extrusionOk="0">
                  <a:moveTo>
                    <a:pt x="7375" y="1"/>
                  </a:moveTo>
                  <a:cubicBezTo>
                    <a:pt x="6110" y="1"/>
                    <a:pt x="607" y="2541"/>
                    <a:pt x="301" y="3367"/>
                  </a:cubicBezTo>
                  <a:cubicBezTo>
                    <a:pt x="1" y="4235"/>
                    <a:pt x="3603" y="15976"/>
                    <a:pt x="3670" y="16777"/>
                  </a:cubicBezTo>
                  <a:cubicBezTo>
                    <a:pt x="3803" y="17611"/>
                    <a:pt x="968" y="26350"/>
                    <a:pt x="1302" y="26784"/>
                  </a:cubicBezTo>
                  <a:cubicBezTo>
                    <a:pt x="1591" y="27131"/>
                    <a:pt x="6376" y="28308"/>
                    <a:pt x="7877" y="28308"/>
                  </a:cubicBezTo>
                  <a:cubicBezTo>
                    <a:pt x="8106" y="28308"/>
                    <a:pt x="8258" y="28280"/>
                    <a:pt x="8307" y="28218"/>
                  </a:cubicBezTo>
                  <a:cubicBezTo>
                    <a:pt x="8674" y="27751"/>
                    <a:pt x="9241" y="12674"/>
                    <a:pt x="9007" y="10572"/>
                  </a:cubicBezTo>
                  <a:cubicBezTo>
                    <a:pt x="8840" y="8504"/>
                    <a:pt x="8140" y="732"/>
                    <a:pt x="7606" y="65"/>
                  </a:cubicBezTo>
                  <a:cubicBezTo>
                    <a:pt x="7568" y="21"/>
                    <a:pt x="7488" y="1"/>
                    <a:pt x="73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74"/>
            <p:cNvSpPr/>
            <p:nvPr/>
          </p:nvSpPr>
          <p:spPr>
            <a:xfrm>
              <a:off x="1863352" y="1754124"/>
              <a:ext cx="88355" cy="238704"/>
            </a:xfrm>
            <a:custGeom>
              <a:avLst/>
              <a:gdLst/>
              <a:ahLst/>
              <a:cxnLst/>
              <a:rect l="l" t="t" r="r" b="b"/>
              <a:pathLst>
                <a:path w="4404" h="11898" extrusionOk="0">
                  <a:moveTo>
                    <a:pt x="2746" y="0"/>
                  </a:moveTo>
                  <a:cubicBezTo>
                    <a:pt x="2426" y="0"/>
                    <a:pt x="1767" y="198"/>
                    <a:pt x="968" y="456"/>
                  </a:cubicBezTo>
                  <a:lnTo>
                    <a:pt x="1" y="4659"/>
                  </a:lnTo>
                  <a:lnTo>
                    <a:pt x="1669" y="5326"/>
                  </a:lnTo>
                  <a:lnTo>
                    <a:pt x="835" y="6827"/>
                  </a:lnTo>
                  <a:lnTo>
                    <a:pt x="4404" y="11897"/>
                  </a:lnTo>
                  <a:cubicBezTo>
                    <a:pt x="4404" y="11297"/>
                    <a:pt x="4404" y="10830"/>
                    <a:pt x="4337" y="10563"/>
                  </a:cubicBezTo>
                  <a:cubicBezTo>
                    <a:pt x="4137" y="8495"/>
                    <a:pt x="3470" y="723"/>
                    <a:pt x="2936" y="56"/>
                  </a:cubicBezTo>
                  <a:cubicBezTo>
                    <a:pt x="2906" y="18"/>
                    <a:pt x="2841" y="0"/>
                    <a:pt x="27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74"/>
            <p:cNvSpPr/>
            <p:nvPr/>
          </p:nvSpPr>
          <p:spPr>
            <a:xfrm>
              <a:off x="1798449" y="1965362"/>
              <a:ext cx="133857" cy="341323"/>
            </a:xfrm>
            <a:custGeom>
              <a:avLst/>
              <a:gdLst/>
              <a:ahLst/>
              <a:cxnLst/>
              <a:rect l="l" t="t" r="r" b="b"/>
              <a:pathLst>
                <a:path w="6672" h="17013" fill="none" extrusionOk="0">
                  <a:moveTo>
                    <a:pt x="6672" y="1"/>
                  </a:moveTo>
                  <a:cubicBezTo>
                    <a:pt x="6672" y="1"/>
                    <a:pt x="6538" y="16179"/>
                    <a:pt x="6238" y="16613"/>
                  </a:cubicBezTo>
                  <a:cubicBezTo>
                    <a:pt x="5971" y="17013"/>
                    <a:pt x="0" y="15378"/>
                    <a:pt x="0" y="15378"/>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74"/>
            <p:cNvSpPr/>
            <p:nvPr/>
          </p:nvSpPr>
          <p:spPr>
            <a:xfrm>
              <a:off x="2010590" y="1754606"/>
              <a:ext cx="184053" cy="567929"/>
            </a:xfrm>
            <a:custGeom>
              <a:avLst/>
              <a:gdLst/>
              <a:ahLst/>
              <a:cxnLst/>
              <a:rect l="l" t="t" r="r" b="b"/>
              <a:pathLst>
                <a:path w="9174" h="28308" extrusionOk="0">
                  <a:moveTo>
                    <a:pt x="1833" y="1"/>
                  </a:moveTo>
                  <a:cubicBezTo>
                    <a:pt x="1719" y="1"/>
                    <a:pt x="1640" y="21"/>
                    <a:pt x="1601" y="65"/>
                  </a:cubicBezTo>
                  <a:cubicBezTo>
                    <a:pt x="1034" y="732"/>
                    <a:pt x="334" y="8504"/>
                    <a:pt x="167" y="10572"/>
                  </a:cubicBezTo>
                  <a:cubicBezTo>
                    <a:pt x="0" y="12674"/>
                    <a:pt x="501" y="27751"/>
                    <a:pt x="868" y="28218"/>
                  </a:cubicBezTo>
                  <a:cubicBezTo>
                    <a:pt x="921" y="28280"/>
                    <a:pt x="1077" y="28308"/>
                    <a:pt x="1309" y="28308"/>
                  </a:cubicBezTo>
                  <a:cubicBezTo>
                    <a:pt x="2831" y="28308"/>
                    <a:pt x="7612" y="27131"/>
                    <a:pt x="7873" y="26784"/>
                  </a:cubicBezTo>
                  <a:cubicBezTo>
                    <a:pt x="8206" y="26350"/>
                    <a:pt x="5371" y="17611"/>
                    <a:pt x="5504" y="16777"/>
                  </a:cubicBezTo>
                  <a:cubicBezTo>
                    <a:pt x="5604" y="15976"/>
                    <a:pt x="9174" y="4235"/>
                    <a:pt x="8907" y="3367"/>
                  </a:cubicBezTo>
                  <a:cubicBezTo>
                    <a:pt x="8631" y="2541"/>
                    <a:pt x="3102" y="1"/>
                    <a:pt x="18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74"/>
            <p:cNvSpPr/>
            <p:nvPr/>
          </p:nvSpPr>
          <p:spPr>
            <a:xfrm>
              <a:off x="2013259" y="1754124"/>
              <a:ext cx="87693" cy="238704"/>
            </a:xfrm>
            <a:custGeom>
              <a:avLst/>
              <a:gdLst/>
              <a:ahLst/>
              <a:cxnLst/>
              <a:rect l="l" t="t" r="r" b="b"/>
              <a:pathLst>
                <a:path w="4371" h="11898" extrusionOk="0">
                  <a:moveTo>
                    <a:pt x="1654" y="0"/>
                  </a:moveTo>
                  <a:cubicBezTo>
                    <a:pt x="1562" y="0"/>
                    <a:pt x="1499" y="18"/>
                    <a:pt x="1468" y="56"/>
                  </a:cubicBezTo>
                  <a:cubicBezTo>
                    <a:pt x="901" y="723"/>
                    <a:pt x="268" y="8495"/>
                    <a:pt x="34" y="10563"/>
                  </a:cubicBezTo>
                  <a:cubicBezTo>
                    <a:pt x="1" y="10830"/>
                    <a:pt x="1" y="11297"/>
                    <a:pt x="1" y="11897"/>
                  </a:cubicBezTo>
                  <a:lnTo>
                    <a:pt x="3537" y="6827"/>
                  </a:lnTo>
                  <a:lnTo>
                    <a:pt x="2703" y="5326"/>
                  </a:lnTo>
                  <a:lnTo>
                    <a:pt x="4371" y="4659"/>
                  </a:lnTo>
                  <a:lnTo>
                    <a:pt x="3403" y="456"/>
                  </a:lnTo>
                  <a:cubicBezTo>
                    <a:pt x="2605" y="198"/>
                    <a:pt x="1965" y="0"/>
                    <a:pt x="1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74"/>
            <p:cNvSpPr/>
            <p:nvPr/>
          </p:nvSpPr>
          <p:spPr>
            <a:xfrm>
              <a:off x="2026640" y="1974069"/>
              <a:ext cx="139896" cy="328604"/>
            </a:xfrm>
            <a:custGeom>
              <a:avLst/>
              <a:gdLst/>
              <a:ahLst/>
              <a:cxnLst/>
              <a:rect l="l" t="t" r="r" b="b"/>
              <a:pathLst>
                <a:path w="6973" h="16379" fill="none" extrusionOk="0">
                  <a:moveTo>
                    <a:pt x="1" y="0"/>
                  </a:moveTo>
                  <a:cubicBezTo>
                    <a:pt x="1" y="0"/>
                    <a:pt x="1002" y="16045"/>
                    <a:pt x="1202" y="16212"/>
                  </a:cubicBezTo>
                  <a:cubicBezTo>
                    <a:pt x="1469" y="16379"/>
                    <a:pt x="6973" y="14911"/>
                    <a:pt x="6973" y="14911"/>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74"/>
            <p:cNvSpPr/>
            <p:nvPr/>
          </p:nvSpPr>
          <p:spPr>
            <a:xfrm>
              <a:off x="1358098" y="2011446"/>
              <a:ext cx="273733" cy="160199"/>
            </a:xfrm>
            <a:custGeom>
              <a:avLst/>
              <a:gdLst/>
              <a:ahLst/>
              <a:cxnLst/>
              <a:rect l="l" t="t" r="r" b="b"/>
              <a:pathLst>
                <a:path w="13644" h="7985" extrusionOk="0">
                  <a:moveTo>
                    <a:pt x="4156" y="1"/>
                  </a:moveTo>
                  <a:cubicBezTo>
                    <a:pt x="3293" y="1"/>
                    <a:pt x="2300" y="307"/>
                    <a:pt x="1402" y="307"/>
                  </a:cubicBezTo>
                  <a:cubicBezTo>
                    <a:pt x="1369" y="307"/>
                    <a:pt x="1335" y="306"/>
                    <a:pt x="1301" y="306"/>
                  </a:cubicBezTo>
                  <a:cubicBezTo>
                    <a:pt x="1245" y="301"/>
                    <a:pt x="1194" y="298"/>
                    <a:pt x="1148" y="298"/>
                  </a:cubicBezTo>
                  <a:cubicBezTo>
                    <a:pt x="570" y="298"/>
                    <a:pt x="806" y="678"/>
                    <a:pt x="1301" y="1173"/>
                  </a:cubicBezTo>
                  <a:cubicBezTo>
                    <a:pt x="1301" y="1173"/>
                    <a:pt x="33" y="1306"/>
                    <a:pt x="33" y="1707"/>
                  </a:cubicBezTo>
                  <a:cubicBezTo>
                    <a:pt x="33" y="2140"/>
                    <a:pt x="434" y="2374"/>
                    <a:pt x="434" y="2507"/>
                  </a:cubicBezTo>
                  <a:cubicBezTo>
                    <a:pt x="434" y="2641"/>
                    <a:pt x="0" y="2874"/>
                    <a:pt x="100" y="3141"/>
                  </a:cubicBezTo>
                  <a:cubicBezTo>
                    <a:pt x="167" y="3374"/>
                    <a:pt x="534" y="3508"/>
                    <a:pt x="667" y="3575"/>
                  </a:cubicBezTo>
                  <a:cubicBezTo>
                    <a:pt x="634" y="3808"/>
                    <a:pt x="100" y="4008"/>
                    <a:pt x="267" y="4308"/>
                  </a:cubicBezTo>
                  <a:cubicBezTo>
                    <a:pt x="434" y="4642"/>
                    <a:pt x="667" y="4742"/>
                    <a:pt x="767" y="4909"/>
                  </a:cubicBezTo>
                  <a:cubicBezTo>
                    <a:pt x="834" y="5076"/>
                    <a:pt x="634" y="5509"/>
                    <a:pt x="801" y="5676"/>
                  </a:cubicBezTo>
                  <a:cubicBezTo>
                    <a:pt x="837" y="5713"/>
                    <a:pt x="915" y="5729"/>
                    <a:pt x="1026" y="5729"/>
                  </a:cubicBezTo>
                  <a:cubicBezTo>
                    <a:pt x="1420" y="5729"/>
                    <a:pt x="2240" y="5532"/>
                    <a:pt x="3202" y="5376"/>
                  </a:cubicBezTo>
                  <a:cubicBezTo>
                    <a:pt x="4130" y="5229"/>
                    <a:pt x="4933" y="5136"/>
                    <a:pt x="5428" y="5136"/>
                  </a:cubicBezTo>
                  <a:cubicBezTo>
                    <a:pt x="5609" y="5136"/>
                    <a:pt x="5748" y="5149"/>
                    <a:pt x="5838" y="5176"/>
                  </a:cubicBezTo>
                  <a:cubicBezTo>
                    <a:pt x="6162" y="5241"/>
                    <a:pt x="11183" y="7985"/>
                    <a:pt x="11953" y="7985"/>
                  </a:cubicBezTo>
                  <a:cubicBezTo>
                    <a:pt x="11975" y="7985"/>
                    <a:pt x="11994" y="7982"/>
                    <a:pt x="12009" y="7978"/>
                  </a:cubicBezTo>
                  <a:cubicBezTo>
                    <a:pt x="12576" y="7844"/>
                    <a:pt x="13643" y="5309"/>
                    <a:pt x="13243" y="4976"/>
                  </a:cubicBezTo>
                  <a:cubicBezTo>
                    <a:pt x="12943" y="4709"/>
                    <a:pt x="8840" y="3641"/>
                    <a:pt x="6838" y="3041"/>
                  </a:cubicBezTo>
                  <a:cubicBezTo>
                    <a:pt x="6405" y="2074"/>
                    <a:pt x="5471" y="306"/>
                    <a:pt x="5004" y="139"/>
                  </a:cubicBezTo>
                  <a:cubicBezTo>
                    <a:pt x="4743" y="38"/>
                    <a:pt x="4458" y="1"/>
                    <a:pt x="4156"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74"/>
            <p:cNvSpPr/>
            <p:nvPr/>
          </p:nvSpPr>
          <p:spPr>
            <a:xfrm>
              <a:off x="1372803" y="2099881"/>
              <a:ext cx="60268" cy="18758"/>
            </a:xfrm>
            <a:custGeom>
              <a:avLst/>
              <a:gdLst/>
              <a:ahLst/>
              <a:cxnLst/>
              <a:rect l="l" t="t" r="r" b="b"/>
              <a:pathLst>
                <a:path w="3004" h="935" fill="none" extrusionOk="0">
                  <a:moveTo>
                    <a:pt x="1" y="668"/>
                  </a:moveTo>
                  <a:cubicBezTo>
                    <a:pt x="1" y="668"/>
                    <a:pt x="601" y="134"/>
                    <a:pt x="1535" y="67"/>
                  </a:cubicBezTo>
                  <a:cubicBezTo>
                    <a:pt x="2436" y="1"/>
                    <a:pt x="3003" y="267"/>
                    <a:pt x="2636" y="935"/>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74"/>
            <p:cNvSpPr/>
            <p:nvPr/>
          </p:nvSpPr>
          <p:spPr>
            <a:xfrm>
              <a:off x="1370797" y="2077792"/>
              <a:ext cx="57579" cy="25459"/>
            </a:xfrm>
            <a:custGeom>
              <a:avLst/>
              <a:gdLst/>
              <a:ahLst/>
              <a:cxnLst/>
              <a:rect l="l" t="t" r="r" b="b"/>
              <a:pathLst>
                <a:path w="2870" h="1269" fill="none" extrusionOk="0">
                  <a:moveTo>
                    <a:pt x="1" y="334"/>
                  </a:moveTo>
                  <a:cubicBezTo>
                    <a:pt x="535" y="67"/>
                    <a:pt x="1669" y="1"/>
                    <a:pt x="2036" y="34"/>
                  </a:cubicBezTo>
                  <a:cubicBezTo>
                    <a:pt x="2436" y="67"/>
                    <a:pt x="2870" y="601"/>
                    <a:pt x="2436" y="1268"/>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74"/>
            <p:cNvSpPr/>
            <p:nvPr/>
          </p:nvSpPr>
          <p:spPr>
            <a:xfrm>
              <a:off x="1366123" y="2054379"/>
              <a:ext cx="62254" cy="24777"/>
            </a:xfrm>
            <a:custGeom>
              <a:avLst/>
              <a:gdLst/>
              <a:ahLst/>
              <a:cxnLst/>
              <a:rect l="l" t="t" r="r" b="b"/>
              <a:pathLst>
                <a:path w="3103" h="1235" fill="none" extrusionOk="0">
                  <a:moveTo>
                    <a:pt x="0" y="434"/>
                  </a:moveTo>
                  <a:cubicBezTo>
                    <a:pt x="0" y="434"/>
                    <a:pt x="834" y="0"/>
                    <a:pt x="1568" y="0"/>
                  </a:cubicBezTo>
                  <a:cubicBezTo>
                    <a:pt x="2335" y="0"/>
                    <a:pt x="3103" y="601"/>
                    <a:pt x="2536" y="1234"/>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74"/>
            <p:cNvSpPr/>
            <p:nvPr/>
          </p:nvSpPr>
          <p:spPr>
            <a:xfrm>
              <a:off x="1384861" y="2031629"/>
              <a:ext cx="36835" cy="30796"/>
            </a:xfrm>
            <a:custGeom>
              <a:avLst/>
              <a:gdLst/>
              <a:ahLst/>
              <a:cxnLst/>
              <a:rect l="l" t="t" r="r" b="b"/>
              <a:pathLst>
                <a:path w="1836" h="1535" fill="none" extrusionOk="0">
                  <a:moveTo>
                    <a:pt x="0" y="167"/>
                  </a:moveTo>
                  <a:cubicBezTo>
                    <a:pt x="834" y="0"/>
                    <a:pt x="1835" y="367"/>
                    <a:pt x="1802" y="701"/>
                  </a:cubicBezTo>
                  <a:cubicBezTo>
                    <a:pt x="1802" y="1034"/>
                    <a:pt x="1635" y="1535"/>
                    <a:pt x="1635" y="1535"/>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74"/>
            <p:cNvSpPr/>
            <p:nvPr/>
          </p:nvSpPr>
          <p:spPr>
            <a:xfrm>
              <a:off x="1409618" y="2033635"/>
              <a:ext cx="55573" cy="45522"/>
            </a:xfrm>
            <a:custGeom>
              <a:avLst/>
              <a:gdLst/>
              <a:ahLst/>
              <a:cxnLst/>
              <a:rect l="l" t="t" r="r" b="b"/>
              <a:pathLst>
                <a:path w="2770" h="2269" fill="none" extrusionOk="0">
                  <a:moveTo>
                    <a:pt x="1" y="134"/>
                  </a:moveTo>
                  <a:cubicBezTo>
                    <a:pt x="368" y="134"/>
                    <a:pt x="901" y="0"/>
                    <a:pt x="901" y="0"/>
                  </a:cubicBezTo>
                  <a:cubicBezTo>
                    <a:pt x="901" y="0"/>
                    <a:pt x="1335" y="1768"/>
                    <a:pt x="2769" y="2268"/>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74"/>
            <p:cNvSpPr/>
            <p:nvPr/>
          </p:nvSpPr>
          <p:spPr>
            <a:xfrm>
              <a:off x="1534768" y="1827513"/>
              <a:ext cx="307197" cy="408372"/>
            </a:xfrm>
            <a:custGeom>
              <a:avLst/>
              <a:gdLst/>
              <a:ahLst/>
              <a:cxnLst/>
              <a:rect l="l" t="t" r="r" b="b"/>
              <a:pathLst>
                <a:path w="15312" h="20355" extrusionOk="0">
                  <a:moveTo>
                    <a:pt x="12042" y="0"/>
                  </a:moveTo>
                  <a:cubicBezTo>
                    <a:pt x="12042" y="0"/>
                    <a:pt x="9140" y="12176"/>
                    <a:pt x="9007" y="12643"/>
                  </a:cubicBezTo>
                  <a:cubicBezTo>
                    <a:pt x="8873" y="13076"/>
                    <a:pt x="8273" y="13210"/>
                    <a:pt x="8140" y="13376"/>
                  </a:cubicBezTo>
                  <a:cubicBezTo>
                    <a:pt x="8006" y="13577"/>
                    <a:pt x="7773" y="14410"/>
                    <a:pt x="7773" y="14410"/>
                  </a:cubicBezTo>
                  <a:cubicBezTo>
                    <a:pt x="7773" y="14410"/>
                    <a:pt x="1995" y="12909"/>
                    <a:pt x="1612" y="12909"/>
                  </a:cubicBezTo>
                  <a:cubicBezTo>
                    <a:pt x="1608" y="12909"/>
                    <a:pt x="1604" y="12909"/>
                    <a:pt x="1602" y="12909"/>
                  </a:cubicBezTo>
                  <a:cubicBezTo>
                    <a:pt x="1301" y="12976"/>
                    <a:pt x="0" y="15878"/>
                    <a:pt x="201" y="16579"/>
                  </a:cubicBezTo>
                  <a:cubicBezTo>
                    <a:pt x="461" y="17326"/>
                    <a:pt x="9653" y="20354"/>
                    <a:pt x="10956" y="20354"/>
                  </a:cubicBezTo>
                  <a:cubicBezTo>
                    <a:pt x="10990" y="20354"/>
                    <a:pt x="11019" y="20352"/>
                    <a:pt x="11042" y="20348"/>
                  </a:cubicBezTo>
                  <a:cubicBezTo>
                    <a:pt x="11976" y="20148"/>
                    <a:pt x="15311" y="10541"/>
                    <a:pt x="15311" y="10541"/>
                  </a:cubicBezTo>
                  <a:cubicBezTo>
                    <a:pt x="15311" y="10541"/>
                    <a:pt x="14311" y="1901"/>
                    <a:pt x="120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74"/>
            <p:cNvSpPr/>
            <p:nvPr/>
          </p:nvSpPr>
          <p:spPr>
            <a:xfrm>
              <a:off x="1701407" y="2121970"/>
              <a:ext cx="56897" cy="62916"/>
            </a:xfrm>
            <a:custGeom>
              <a:avLst/>
              <a:gdLst/>
              <a:ahLst/>
              <a:cxnLst/>
              <a:rect l="l" t="t" r="r" b="b"/>
              <a:pathLst>
                <a:path w="2836" h="3136" fill="none" extrusionOk="0">
                  <a:moveTo>
                    <a:pt x="0" y="0"/>
                  </a:moveTo>
                  <a:cubicBezTo>
                    <a:pt x="0" y="0"/>
                    <a:pt x="2169" y="868"/>
                    <a:pt x="2836" y="3136"/>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74"/>
            <p:cNvSpPr/>
            <p:nvPr/>
          </p:nvSpPr>
          <p:spPr>
            <a:xfrm>
              <a:off x="1722152" y="2099219"/>
              <a:ext cx="36153" cy="67611"/>
            </a:xfrm>
            <a:custGeom>
              <a:avLst/>
              <a:gdLst/>
              <a:ahLst/>
              <a:cxnLst/>
              <a:rect l="l" t="t" r="r" b="b"/>
              <a:pathLst>
                <a:path w="1802" h="3370" fill="none" extrusionOk="0">
                  <a:moveTo>
                    <a:pt x="0" y="0"/>
                  </a:moveTo>
                  <a:cubicBezTo>
                    <a:pt x="0" y="0"/>
                    <a:pt x="1501" y="1835"/>
                    <a:pt x="1802" y="3369"/>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74"/>
            <p:cNvSpPr/>
            <p:nvPr/>
          </p:nvSpPr>
          <p:spPr>
            <a:xfrm>
              <a:off x="1541449" y="1987451"/>
              <a:ext cx="291147" cy="217518"/>
            </a:xfrm>
            <a:custGeom>
              <a:avLst/>
              <a:gdLst/>
              <a:ahLst/>
              <a:cxnLst/>
              <a:rect l="l" t="t" r="r" b="b"/>
              <a:pathLst>
                <a:path w="14512" h="10842" fill="none" extrusionOk="0">
                  <a:moveTo>
                    <a:pt x="1" y="7439"/>
                  </a:moveTo>
                  <a:cubicBezTo>
                    <a:pt x="1" y="7439"/>
                    <a:pt x="10442" y="10742"/>
                    <a:pt x="10775" y="10775"/>
                  </a:cubicBezTo>
                  <a:cubicBezTo>
                    <a:pt x="11109" y="10842"/>
                    <a:pt x="10342" y="9808"/>
                    <a:pt x="10642" y="9574"/>
                  </a:cubicBezTo>
                  <a:cubicBezTo>
                    <a:pt x="10942" y="9341"/>
                    <a:pt x="11176" y="9641"/>
                    <a:pt x="11476" y="9441"/>
                  </a:cubicBezTo>
                  <a:cubicBezTo>
                    <a:pt x="11776" y="9240"/>
                    <a:pt x="11376" y="8273"/>
                    <a:pt x="11643" y="7973"/>
                  </a:cubicBezTo>
                  <a:cubicBezTo>
                    <a:pt x="11876" y="7706"/>
                    <a:pt x="14511" y="1"/>
                    <a:pt x="14511" y="1"/>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74"/>
            <p:cNvSpPr/>
            <p:nvPr/>
          </p:nvSpPr>
          <p:spPr>
            <a:xfrm>
              <a:off x="2056092" y="2166790"/>
              <a:ext cx="141220" cy="89659"/>
            </a:xfrm>
            <a:custGeom>
              <a:avLst/>
              <a:gdLst/>
              <a:ahLst/>
              <a:cxnLst/>
              <a:rect l="l" t="t" r="r" b="b"/>
              <a:pathLst>
                <a:path w="7039" h="4469" extrusionOk="0">
                  <a:moveTo>
                    <a:pt x="2891" y="0"/>
                  </a:moveTo>
                  <a:cubicBezTo>
                    <a:pt x="2683" y="0"/>
                    <a:pt x="1465" y="739"/>
                    <a:pt x="1302" y="902"/>
                  </a:cubicBezTo>
                  <a:cubicBezTo>
                    <a:pt x="1135" y="1002"/>
                    <a:pt x="1" y="2169"/>
                    <a:pt x="67" y="2236"/>
                  </a:cubicBezTo>
                  <a:cubicBezTo>
                    <a:pt x="102" y="2248"/>
                    <a:pt x="165" y="2263"/>
                    <a:pt x="255" y="2263"/>
                  </a:cubicBezTo>
                  <a:cubicBezTo>
                    <a:pt x="424" y="2263"/>
                    <a:pt x="687" y="2209"/>
                    <a:pt x="1035" y="1969"/>
                  </a:cubicBezTo>
                  <a:cubicBezTo>
                    <a:pt x="1635" y="1569"/>
                    <a:pt x="1835" y="1336"/>
                    <a:pt x="2236" y="1269"/>
                  </a:cubicBezTo>
                  <a:cubicBezTo>
                    <a:pt x="2702" y="1135"/>
                    <a:pt x="3036" y="1102"/>
                    <a:pt x="3036" y="1102"/>
                  </a:cubicBezTo>
                  <a:lnTo>
                    <a:pt x="3036" y="1102"/>
                  </a:lnTo>
                  <a:cubicBezTo>
                    <a:pt x="3036" y="1102"/>
                    <a:pt x="1902" y="1669"/>
                    <a:pt x="1668" y="2003"/>
                  </a:cubicBezTo>
                  <a:cubicBezTo>
                    <a:pt x="1402" y="2303"/>
                    <a:pt x="301" y="3270"/>
                    <a:pt x="301" y="3470"/>
                  </a:cubicBezTo>
                  <a:cubicBezTo>
                    <a:pt x="301" y="3671"/>
                    <a:pt x="468" y="3737"/>
                    <a:pt x="634" y="3737"/>
                  </a:cubicBezTo>
                  <a:cubicBezTo>
                    <a:pt x="647" y="3740"/>
                    <a:pt x="661" y="3741"/>
                    <a:pt x="676" y="3741"/>
                  </a:cubicBezTo>
                  <a:cubicBezTo>
                    <a:pt x="850" y="3741"/>
                    <a:pt x="1135" y="3571"/>
                    <a:pt x="1135" y="3570"/>
                  </a:cubicBezTo>
                  <a:lnTo>
                    <a:pt x="1135" y="3570"/>
                  </a:lnTo>
                  <a:cubicBezTo>
                    <a:pt x="1135" y="3571"/>
                    <a:pt x="968" y="3771"/>
                    <a:pt x="1035" y="3937"/>
                  </a:cubicBezTo>
                  <a:cubicBezTo>
                    <a:pt x="1112" y="4035"/>
                    <a:pt x="1247" y="4086"/>
                    <a:pt x="1398" y="4086"/>
                  </a:cubicBezTo>
                  <a:cubicBezTo>
                    <a:pt x="1507" y="4086"/>
                    <a:pt x="1624" y="4060"/>
                    <a:pt x="1735" y="4004"/>
                  </a:cubicBezTo>
                  <a:cubicBezTo>
                    <a:pt x="2016" y="3942"/>
                    <a:pt x="2063" y="3879"/>
                    <a:pt x="2068" y="3871"/>
                  </a:cubicBezTo>
                  <a:lnTo>
                    <a:pt x="2068" y="3871"/>
                  </a:lnTo>
                  <a:cubicBezTo>
                    <a:pt x="2058" y="3889"/>
                    <a:pt x="1878" y="4211"/>
                    <a:pt x="2202" y="4438"/>
                  </a:cubicBezTo>
                  <a:cubicBezTo>
                    <a:pt x="2248" y="4459"/>
                    <a:pt x="2306" y="4468"/>
                    <a:pt x="2373" y="4468"/>
                  </a:cubicBezTo>
                  <a:cubicBezTo>
                    <a:pt x="2941" y="4468"/>
                    <a:pt x="4183" y="3779"/>
                    <a:pt x="4571" y="3570"/>
                  </a:cubicBezTo>
                  <a:cubicBezTo>
                    <a:pt x="4625" y="3542"/>
                    <a:pt x="4677" y="3529"/>
                    <a:pt x="4728" y="3529"/>
                  </a:cubicBezTo>
                  <a:cubicBezTo>
                    <a:pt x="5134" y="3529"/>
                    <a:pt x="5462" y="4341"/>
                    <a:pt x="6074" y="4341"/>
                  </a:cubicBezTo>
                  <a:cubicBezTo>
                    <a:pt x="6095" y="4341"/>
                    <a:pt x="6117" y="4340"/>
                    <a:pt x="6138" y="4338"/>
                  </a:cubicBezTo>
                  <a:cubicBezTo>
                    <a:pt x="7006" y="4271"/>
                    <a:pt x="7039" y="2403"/>
                    <a:pt x="5838" y="1669"/>
                  </a:cubicBezTo>
                  <a:cubicBezTo>
                    <a:pt x="5838" y="1669"/>
                    <a:pt x="3069" y="68"/>
                    <a:pt x="2903" y="1"/>
                  </a:cubicBezTo>
                  <a:cubicBezTo>
                    <a:pt x="2899" y="1"/>
                    <a:pt x="2895" y="0"/>
                    <a:pt x="2891" y="0"/>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74"/>
            <p:cNvSpPr/>
            <p:nvPr/>
          </p:nvSpPr>
          <p:spPr>
            <a:xfrm>
              <a:off x="2171211" y="2077030"/>
              <a:ext cx="149145" cy="176129"/>
            </a:xfrm>
            <a:custGeom>
              <a:avLst/>
              <a:gdLst/>
              <a:ahLst/>
              <a:cxnLst/>
              <a:rect l="l" t="t" r="r" b="b"/>
              <a:pathLst>
                <a:path w="7434" h="8779" extrusionOk="0">
                  <a:moveTo>
                    <a:pt x="4737" y="1"/>
                  </a:moveTo>
                  <a:cubicBezTo>
                    <a:pt x="4642" y="1"/>
                    <a:pt x="4563" y="23"/>
                    <a:pt x="4503" y="72"/>
                  </a:cubicBezTo>
                  <a:cubicBezTo>
                    <a:pt x="3970" y="572"/>
                    <a:pt x="0" y="6410"/>
                    <a:pt x="0" y="6410"/>
                  </a:cubicBezTo>
                  <a:lnTo>
                    <a:pt x="567" y="8778"/>
                  </a:lnTo>
                  <a:cubicBezTo>
                    <a:pt x="567" y="8778"/>
                    <a:pt x="6772" y="3608"/>
                    <a:pt x="7105" y="2574"/>
                  </a:cubicBezTo>
                  <a:cubicBezTo>
                    <a:pt x="7434" y="1648"/>
                    <a:pt x="5543" y="1"/>
                    <a:pt x="4737"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74"/>
            <p:cNvSpPr/>
            <p:nvPr/>
          </p:nvSpPr>
          <p:spPr>
            <a:xfrm>
              <a:off x="2079525" y="2198930"/>
              <a:ext cx="56235" cy="39503"/>
            </a:xfrm>
            <a:custGeom>
              <a:avLst/>
              <a:gdLst/>
              <a:ahLst/>
              <a:cxnLst/>
              <a:rect l="l" t="t" r="r" b="b"/>
              <a:pathLst>
                <a:path w="2803" h="1969" fill="none" extrusionOk="0">
                  <a:moveTo>
                    <a:pt x="0" y="1968"/>
                  </a:moveTo>
                  <a:cubicBezTo>
                    <a:pt x="300" y="1702"/>
                    <a:pt x="1234" y="901"/>
                    <a:pt x="1501" y="701"/>
                  </a:cubicBezTo>
                  <a:cubicBezTo>
                    <a:pt x="1735" y="501"/>
                    <a:pt x="2802" y="0"/>
                    <a:pt x="2802" y="0"/>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74"/>
            <p:cNvSpPr/>
            <p:nvPr/>
          </p:nvSpPr>
          <p:spPr>
            <a:xfrm>
              <a:off x="2098925" y="2217006"/>
              <a:ext cx="44860" cy="28128"/>
            </a:xfrm>
            <a:custGeom>
              <a:avLst/>
              <a:gdLst/>
              <a:ahLst/>
              <a:cxnLst/>
              <a:rect l="l" t="t" r="r" b="b"/>
              <a:pathLst>
                <a:path w="2236" h="1402" fill="none" extrusionOk="0">
                  <a:moveTo>
                    <a:pt x="0" y="1401"/>
                  </a:moveTo>
                  <a:cubicBezTo>
                    <a:pt x="401" y="1101"/>
                    <a:pt x="1735" y="167"/>
                    <a:pt x="2235" y="0"/>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74"/>
            <p:cNvSpPr/>
            <p:nvPr/>
          </p:nvSpPr>
          <p:spPr>
            <a:xfrm>
              <a:off x="2151790" y="1827513"/>
              <a:ext cx="247631" cy="368207"/>
            </a:xfrm>
            <a:custGeom>
              <a:avLst/>
              <a:gdLst/>
              <a:ahLst/>
              <a:cxnLst/>
              <a:rect l="l" t="t" r="r" b="b"/>
              <a:pathLst>
                <a:path w="12343" h="18353" extrusionOk="0">
                  <a:moveTo>
                    <a:pt x="1869" y="0"/>
                  </a:moveTo>
                  <a:cubicBezTo>
                    <a:pt x="234" y="2335"/>
                    <a:pt x="1" y="7372"/>
                    <a:pt x="1" y="7372"/>
                  </a:cubicBezTo>
                  <a:cubicBezTo>
                    <a:pt x="1" y="7372"/>
                    <a:pt x="4971" y="10141"/>
                    <a:pt x="5071" y="10207"/>
                  </a:cubicBezTo>
                  <a:cubicBezTo>
                    <a:pt x="5138" y="10308"/>
                    <a:pt x="5004" y="10741"/>
                    <a:pt x="5004" y="10875"/>
                  </a:cubicBezTo>
                  <a:cubicBezTo>
                    <a:pt x="5004" y="11008"/>
                    <a:pt x="5638" y="11208"/>
                    <a:pt x="5638" y="11542"/>
                  </a:cubicBezTo>
                  <a:cubicBezTo>
                    <a:pt x="5638" y="11875"/>
                    <a:pt x="2736" y="15078"/>
                    <a:pt x="2836" y="15745"/>
                  </a:cubicBezTo>
                  <a:cubicBezTo>
                    <a:pt x="2965" y="16391"/>
                    <a:pt x="4723" y="18353"/>
                    <a:pt x="5105" y="18353"/>
                  </a:cubicBezTo>
                  <a:cubicBezTo>
                    <a:pt x="5118" y="18353"/>
                    <a:pt x="5128" y="18351"/>
                    <a:pt x="5138" y="18347"/>
                  </a:cubicBezTo>
                  <a:cubicBezTo>
                    <a:pt x="5438" y="18213"/>
                    <a:pt x="12343" y="12142"/>
                    <a:pt x="12076" y="11308"/>
                  </a:cubicBezTo>
                  <a:cubicBezTo>
                    <a:pt x="11776" y="10474"/>
                    <a:pt x="9241" y="6705"/>
                    <a:pt x="6972" y="4603"/>
                  </a:cubicBezTo>
                  <a:cubicBezTo>
                    <a:pt x="4737" y="2569"/>
                    <a:pt x="1869" y="0"/>
                    <a:pt x="1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74"/>
            <p:cNvSpPr/>
            <p:nvPr/>
          </p:nvSpPr>
          <p:spPr>
            <a:xfrm>
              <a:off x="2273590" y="2030946"/>
              <a:ext cx="69617" cy="23453"/>
            </a:xfrm>
            <a:custGeom>
              <a:avLst/>
              <a:gdLst/>
              <a:ahLst/>
              <a:cxnLst/>
              <a:rect l="l" t="t" r="r" b="b"/>
              <a:pathLst>
                <a:path w="3470" h="1169" fill="none" extrusionOk="0">
                  <a:moveTo>
                    <a:pt x="1" y="1168"/>
                  </a:moveTo>
                  <a:cubicBezTo>
                    <a:pt x="1" y="1168"/>
                    <a:pt x="1735" y="1"/>
                    <a:pt x="3470" y="401"/>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74"/>
            <p:cNvSpPr/>
            <p:nvPr/>
          </p:nvSpPr>
          <p:spPr>
            <a:xfrm>
              <a:off x="2261552" y="2011546"/>
              <a:ext cx="73629" cy="17414"/>
            </a:xfrm>
            <a:custGeom>
              <a:avLst/>
              <a:gdLst/>
              <a:ahLst/>
              <a:cxnLst/>
              <a:rect l="l" t="t" r="r" b="b"/>
              <a:pathLst>
                <a:path w="3670" h="868" fill="none" extrusionOk="0">
                  <a:moveTo>
                    <a:pt x="0" y="868"/>
                  </a:moveTo>
                  <a:cubicBezTo>
                    <a:pt x="0" y="868"/>
                    <a:pt x="1335" y="0"/>
                    <a:pt x="3670" y="501"/>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74"/>
            <p:cNvSpPr/>
            <p:nvPr/>
          </p:nvSpPr>
          <p:spPr>
            <a:xfrm>
              <a:off x="2157147" y="1928567"/>
              <a:ext cx="143908" cy="227549"/>
            </a:xfrm>
            <a:custGeom>
              <a:avLst/>
              <a:gdLst/>
              <a:ahLst/>
              <a:cxnLst/>
              <a:rect l="l" t="t" r="r" b="b"/>
              <a:pathLst>
                <a:path w="7173" h="11342" fill="none" extrusionOk="0">
                  <a:moveTo>
                    <a:pt x="1" y="0"/>
                  </a:moveTo>
                  <a:cubicBezTo>
                    <a:pt x="1" y="0"/>
                    <a:pt x="5138" y="4036"/>
                    <a:pt x="5805" y="4637"/>
                  </a:cubicBezTo>
                  <a:cubicBezTo>
                    <a:pt x="6405" y="5204"/>
                    <a:pt x="5538" y="5271"/>
                    <a:pt x="6372" y="5938"/>
                  </a:cubicBezTo>
                  <a:cubicBezTo>
                    <a:pt x="7172" y="6605"/>
                    <a:pt x="2969" y="11342"/>
                    <a:pt x="2969" y="11342"/>
                  </a:cubicBezTo>
                </a:path>
              </a:pathLst>
            </a:custGeom>
            <a:noFill/>
            <a:ln w="66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74"/>
            <p:cNvSpPr/>
            <p:nvPr/>
          </p:nvSpPr>
          <p:spPr>
            <a:xfrm>
              <a:off x="1407281" y="1111048"/>
              <a:ext cx="20" cy="2108087"/>
            </a:xfrm>
            <a:custGeom>
              <a:avLst/>
              <a:gdLst/>
              <a:ahLst/>
              <a:cxnLst/>
              <a:rect l="l" t="t" r="r" b="b"/>
              <a:pathLst>
                <a:path w="1" h="105076" fill="none" extrusionOk="0">
                  <a:moveTo>
                    <a:pt x="0" y="1"/>
                  </a:moveTo>
                  <a:lnTo>
                    <a:pt x="0" y="105076"/>
                  </a:lnTo>
                </a:path>
              </a:pathLst>
            </a:custGeom>
            <a:noFill/>
            <a:ln w="14175"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47" name="Google Shape;3647;p74"/>
          <p:cNvGrpSpPr/>
          <p:nvPr/>
        </p:nvGrpSpPr>
        <p:grpSpPr>
          <a:xfrm flipH="1">
            <a:off x="549908" y="2051291"/>
            <a:ext cx="848484" cy="2210241"/>
            <a:chOff x="7393801" y="1841978"/>
            <a:chExt cx="1110872" cy="2893365"/>
          </a:xfrm>
        </p:grpSpPr>
        <p:grpSp>
          <p:nvGrpSpPr>
            <p:cNvPr id="3648" name="Google Shape;3648;p74"/>
            <p:cNvGrpSpPr/>
            <p:nvPr/>
          </p:nvGrpSpPr>
          <p:grpSpPr>
            <a:xfrm>
              <a:off x="7861510" y="1841978"/>
              <a:ext cx="577575" cy="600334"/>
              <a:chOff x="7833070" y="1794300"/>
              <a:chExt cx="612747" cy="636891"/>
            </a:xfrm>
          </p:grpSpPr>
          <p:sp>
            <p:nvSpPr>
              <p:cNvPr id="3649" name="Google Shape;3649;p74"/>
              <p:cNvSpPr/>
              <p:nvPr/>
            </p:nvSpPr>
            <p:spPr>
              <a:xfrm>
                <a:off x="7833070" y="1794300"/>
                <a:ext cx="607145" cy="636891"/>
              </a:xfrm>
              <a:custGeom>
                <a:avLst/>
                <a:gdLst/>
                <a:ahLst/>
                <a:cxnLst/>
                <a:rect l="l" t="t" r="r" b="b"/>
                <a:pathLst>
                  <a:path w="21676" h="22738" extrusionOk="0">
                    <a:moveTo>
                      <a:pt x="12131" y="1"/>
                    </a:moveTo>
                    <a:cubicBezTo>
                      <a:pt x="10119" y="1"/>
                      <a:pt x="7532" y="1176"/>
                      <a:pt x="5864" y="4209"/>
                    </a:cubicBezTo>
                    <a:cubicBezTo>
                      <a:pt x="5864" y="4209"/>
                      <a:pt x="3496" y="4609"/>
                      <a:pt x="3196" y="5343"/>
                    </a:cubicBezTo>
                    <a:cubicBezTo>
                      <a:pt x="2962" y="6110"/>
                      <a:pt x="3963" y="10013"/>
                      <a:pt x="3663" y="11481"/>
                    </a:cubicBezTo>
                    <a:cubicBezTo>
                      <a:pt x="3396" y="12948"/>
                      <a:pt x="360" y="15850"/>
                      <a:pt x="160" y="18152"/>
                    </a:cubicBezTo>
                    <a:cubicBezTo>
                      <a:pt x="1" y="20353"/>
                      <a:pt x="1458" y="22737"/>
                      <a:pt x="3978" y="22737"/>
                    </a:cubicBezTo>
                    <a:cubicBezTo>
                      <a:pt x="4093" y="22737"/>
                      <a:pt x="4210" y="22732"/>
                      <a:pt x="4330" y="22722"/>
                    </a:cubicBezTo>
                    <a:cubicBezTo>
                      <a:pt x="6564" y="22557"/>
                      <a:pt x="7886" y="21615"/>
                      <a:pt x="9729" y="21615"/>
                    </a:cubicBezTo>
                    <a:cubicBezTo>
                      <a:pt x="10115" y="21615"/>
                      <a:pt x="10523" y="21657"/>
                      <a:pt x="10968" y="21755"/>
                    </a:cubicBezTo>
                    <a:cubicBezTo>
                      <a:pt x="12437" y="22098"/>
                      <a:pt x="14146" y="22572"/>
                      <a:pt x="15701" y="22572"/>
                    </a:cubicBezTo>
                    <a:cubicBezTo>
                      <a:pt x="16866" y="22572"/>
                      <a:pt x="17945" y="22307"/>
                      <a:pt x="18773" y="21521"/>
                    </a:cubicBezTo>
                    <a:cubicBezTo>
                      <a:pt x="20741" y="19687"/>
                      <a:pt x="20208" y="16684"/>
                      <a:pt x="19507" y="15450"/>
                    </a:cubicBezTo>
                    <a:cubicBezTo>
                      <a:pt x="18740" y="14183"/>
                      <a:pt x="18206" y="13015"/>
                      <a:pt x="19507" y="11481"/>
                    </a:cubicBezTo>
                    <a:cubicBezTo>
                      <a:pt x="20775" y="9946"/>
                      <a:pt x="21675" y="8045"/>
                      <a:pt x="20841" y="6377"/>
                    </a:cubicBezTo>
                    <a:cubicBezTo>
                      <a:pt x="20008" y="4776"/>
                      <a:pt x="18240" y="4943"/>
                      <a:pt x="17039" y="4209"/>
                    </a:cubicBezTo>
                    <a:cubicBezTo>
                      <a:pt x="15771" y="3508"/>
                      <a:pt x="15871" y="1273"/>
                      <a:pt x="13836" y="339"/>
                    </a:cubicBezTo>
                    <a:cubicBezTo>
                      <a:pt x="13359" y="121"/>
                      <a:pt x="12775" y="1"/>
                      <a:pt x="12131" y="1"/>
                    </a:cubicBezTo>
                    <a:close/>
                  </a:path>
                </a:pathLst>
              </a:custGeom>
              <a:solidFill>
                <a:srgbClr val="1516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74"/>
              <p:cNvSpPr/>
              <p:nvPr/>
            </p:nvSpPr>
            <p:spPr>
              <a:xfrm>
                <a:off x="7872116" y="2130813"/>
                <a:ext cx="128958" cy="299959"/>
              </a:xfrm>
              <a:custGeom>
                <a:avLst/>
                <a:gdLst/>
                <a:ahLst/>
                <a:cxnLst/>
                <a:rect l="l" t="t" r="r" b="b"/>
                <a:pathLst>
                  <a:path w="4604" h="10709" fill="none" extrusionOk="0">
                    <a:moveTo>
                      <a:pt x="2602" y="10708"/>
                    </a:moveTo>
                    <a:cubicBezTo>
                      <a:pt x="2602" y="10708"/>
                      <a:pt x="0" y="9541"/>
                      <a:pt x="1068" y="6872"/>
                    </a:cubicBezTo>
                    <a:cubicBezTo>
                      <a:pt x="1802" y="4971"/>
                      <a:pt x="4604" y="3770"/>
                      <a:pt x="4303" y="0"/>
                    </a:cubicBezTo>
                  </a:path>
                </a:pathLst>
              </a:custGeom>
              <a:noFill/>
              <a:ln w="6675" cap="rnd" cmpd="sng">
                <a:solidFill>
                  <a:srgbClr val="2C2F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74"/>
              <p:cNvSpPr/>
              <p:nvPr/>
            </p:nvSpPr>
            <p:spPr>
              <a:xfrm>
                <a:off x="8257057" y="2129888"/>
                <a:ext cx="117754" cy="295253"/>
              </a:xfrm>
              <a:custGeom>
                <a:avLst/>
                <a:gdLst/>
                <a:ahLst/>
                <a:cxnLst/>
                <a:rect l="l" t="t" r="r" b="b"/>
                <a:pathLst>
                  <a:path w="4204" h="10541" fill="none" extrusionOk="0">
                    <a:moveTo>
                      <a:pt x="4037" y="0"/>
                    </a:moveTo>
                    <a:cubicBezTo>
                      <a:pt x="2936" y="1401"/>
                      <a:pt x="1668" y="2368"/>
                      <a:pt x="2035" y="3369"/>
                    </a:cubicBezTo>
                    <a:cubicBezTo>
                      <a:pt x="2702" y="5070"/>
                      <a:pt x="4203" y="9173"/>
                      <a:pt x="0" y="10541"/>
                    </a:cubicBezTo>
                  </a:path>
                </a:pathLst>
              </a:custGeom>
              <a:noFill/>
              <a:ln w="6675" cap="rnd" cmpd="sng">
                <a:solidFill>
                  <a:srgbClr val="2C2F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74"/>
              <p:cNvSpPr/>
              <p:nvPr/>
            </p:nvSpPr>
            <p:spPr>
              <a:xfrm>
                <a:off x="8339267" y="1956086"/>
                <a:ext cx="106550" cy="439169"/>
              </a:xfrm>
              <a:custGeom>
                <a:avLst/>
                <a:gdLst/>
                <a:ahLst/>
                <a:cxnLst/>
                <a:rect l="l" t="t" r="r" b="b"/>
                <a:pathLst>
                  <a:path w="3804" h="15679" fill="none" extrusionOk="0">
                    <a:moveTo>
                      <a:pt x="1802" y="1"/>
                    </a:moveTo>
                    <a:cubicBezTo>
                      <a:pt x="1802" y="1"/>
                      <a:pt x="3804" y="1502"/>
                      <a:pt x="3136" y="4204"/>
                    </a:cubicBezTo>
                    <a:cubicBezTo>
                      <a:pt x="2469" y="6939"/>
                      <a:pt x="1302" y="7339"/>
                      <a:pt x="2169" y="9174"/>
                    </a:cubicBezTo>
                    <a:cubicBezTo>
                      <a:pt x="3070" y="10975"/>
                      <a:pt x="3770" y="15211"/>
                      <a:pt x="1" y="15678"/>
                    </a:cubicBezTo>
                  </a:path>
                </a:pathLst>
              </a:custGeom>
              <a:noFill/>
              <a:ln w="6675" cap="rnd" cmpd="sng">
                <a:solidFill>
                  <a:srgbClr val="2C2F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74"/>
              <p:cNvSpPr/>
              <p:nvPr/>
            </p:nvSpPr>
            <p:spPr>
              <a:xfrm>
                <a:off x="7969282" y="1890683"/>
                <a:ext cx="320490" cy="356007"/>
              </a:xfrm>
              <a:custGeom>
                <a:avLst/>
                <a:gdLst/>
                <a:ahLst/>
                <a:cxnLst/>
                <a:rect l="l" t="t" r="r" b="b"/>
                <a:pathLst>
                  <a:path w="11442" h="12710" extrusionOk="0">
                    <a:moveTo>
                      <a:pt x="5704" y="1"/>
                    </a:moveTo>
                    <a:cubicBezTo>
                      <a:pt x="1101" y="1"/>
                      <a:pt x="0" y="3570"/>
                      <a:pt x="0" y="6605"/>
                    </a:cubicBezTo>
                    <a:cubicBezTo>
                      <a:pt x="0" y="9541"/>
                      <a:pt x="1768" y="12710"/>
                      <a:pt x="5704" y="12710"/>
                    </a:cubicBezTo>
                    <a:cubicBezTo>
                      <a:pt x="9674" y="12710"/>
                      <a:pt x="11442" y="9541"/>
                      <a:pt x="11442" y="6605"/>
                    </a:cubicBezTo>
                    <a:cubicBezTo>
                      <a:pt x="11442" y="3570"/>
                      <a:pt x="10341" y="1"/>
                      <a:pt x="5704"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74"/>
              <p:cNvSpPr/>
              <p:nvPr/>
            </p:nvSpPr>
            <p:spPr>
              <a:xfrm>
                <a:off x="8058970" y="2042049"/>
                <a:ext cx="25265" cy="32716"/>
              </a:xfrm>
              <a:custGeom>
                <a:avLst/>
                <a:gdLst/>
                <a:ahLst/>
                <a:cxnLst/>
                <a:rect l="l" t="t" r="r" b="b"/>
                <a:pathLst>
                  <a:path w="902" h="1168" extrusionOk="0">
                    <a:moveTo>
                      <a:pt x="434" y="0"/>
                    </a:moveTo>
                    <a:cubicBezTo>
                      <a:pt x="167" y="0"/>
                      <a:pt x="1" y="301"/>
                      <a:pt x="67" y="634"/>
                    </a:cubicBezTo>
                    <a:cubicBezTo>
                      <a:pt x="101" y="968"/>
                      <a:pt x="301" y="1168"/>
                      <a:pt x="501" y="1168"/>
                    </a:cubicBezTo>
                    <a:cubicBezTo>
                      <a:pt x="768" y="1135"/>
                      <a:pt x="901" y="868"/>
                      <a:pt x="901" y="534"/>
                    </a:cubicBezTo>
                    <a:cubicBezTo>
                      <a:pt x="835" y="201"/>
                      <a:pt x="634" y="0"/>
                      <a:pt x="434" y="0"/>
                    </a:cubicBezTo>
                    <a:close/>
                  </a:path>
                </a:pathLst>
              </a:custGeom>
              <a:solidFill>
                <a:srgbClr val="1323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74"/>
              <p:cNvSpPr/>
              <p:nvPr/>
            </p:nvSpPr>
            <p:spPr>
              <a:xfrm>
                <a:off x="8072051" y="2028968"/>
                <a:ext cx="26189" cy="24313"/>
              </a:xfrm>
              <a:custGeom>
                <a:avLst/>
                <a:gdLst/>
                <a:ahLst/>
                <a:cxnLst/>
                <a:rect l="l" t="t" r="r" b="b"/>
                <a:pathLst>
                  <a:path w="935" h="868" fill="none" extrusionOk="0">
                    <a:moveTo>
                      <a:pt x="935" y="0"/>
                    </a:moveTo>
                    <a:cubicBezTo>
                      <a:pt x="935" y="0"/>
                      <a:pt x="634" y="734"/>
                      <a:pt x="1" y="868"/>
                    </a:cubicBezTo>
                  </a:path>
                </a:pathLst>
              </a:custGeom>
              <a:noFill/>
              <a:ln w="5000"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74"/>
              <p:cNvSpPr/>
              <p:nvPr/>
            </p:nvSpPr>
            <p:spPr>
              <a:xfrm>
                <a:off x="8175772" y="2042049"/>
                <a:ext cx="25237" cy="32716"/>
              </a:xfrm>
              <a:custGeom>
                <a:avLst/>
                <a:gdLst/>
                <a:ahLst/>
                <a:cxnLst/>
                <a:rect l="l" t="t" r="r" b="b"/>
                <a:pathLst>
                  <a:path w="901" h="1168" extrusionOk="0">
                    <a:moveTo>
                      <a:pt x="434" y="0"/>
                    </a:moveTo>
                    <a:cubicBezTo>
                      <a:pt x="167" y="0"/>
                      <a:pt x="0" y="301"/>
                      <a:pt x="67" y="634"/>
                    </a:cubicBezTo>
                    <a:cubicBezTo>
                      <a:pt x="100" y="968"/>
                      <a:pt x="301" y="1168"/>
                      <a:pt x="501" y="1168"/>
                    </a:cubicBezTo>
                    <a:cubicBezTo>
                      <a:pt x="768" y="1135"/>
                      <a:pt x="901" y="868"/>
                      <a:pt x="901" y="534"/>
                    </a:cubicBezTo>
                    <a:cubicBezTo>
                      <a:pt x="834" y="201"/>
                      <a:pt x="634" y="0"/>
                      <a:pt x="434" y="0"/>
                    </a:cubicBezTo>
                    <a:close/>
                  </a:path>
                </a:pathLst>
              </a:custGeom>
              <a:solidFill>
                <a:srgbClr val="1323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74"/>
              <p:cNvSpPr/>
              <p:nvPr/>
            </p:nvSpPr>
            <p:spPr>
              <a:xfrm>
                <a:off x="8188853" y="2028968"/>
                <a:ext cx="26189" cy="24313"/>
              </a:xfrm>
              <a:custGeom>
                <a:avLst/>
                <a:gdLst/>
                <a:ahLst/>
                <a:cxnLst/>
                <a:rect l="l" t="t" r="r" b="b"/>
                <a:pathLst>
                  <a:path w="935" h="868" fill="none" extrusionOk="0">
                    <a:moveTo>
                      <a:pt x="934" y="0"/>
                    </a:moveTo>
                    <a:cubicBezTo>
                      <a:pt x="934" y="0"/>
                      <a:pt x="634" y="734"/>
                      <a:pt x="0" y="868"/>
                    </a:cubicBezTo>
                  </a:path>
                </a:pathLst>
              </a:custGeom>
              <a:noFill/>
              <a:ln w="5000" cap="rnd" cmpd="sng">
                <a:solidFill>
                  <a:srgbClr val="1222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74"/>
              <p:cNvSpPr/>
              <p:nvPr/>
            </p:nvSpPr>
            <p:spPr>
              <a:xfrm>
                <a:off x="8266385" y="2023058"/>
                <a:ext cx="116017" cy="147081"/>
              </a:xfrm>
              <a:custGeom>
                <a:avLst/>
                <a:gdLst/>
                <a:ahLst/>
                <a:cxnLst/>
                <a:rect l="l" t="t" r="r" b="b"/>
                <a:pathLst>
                  <a:path w="4142" h="5251" extrusionOk="0">
                    <a:moveTo>
                      <a:pt x="2343" y="1"/>
                    </a:moveTo>
                    <a:cubicBezTo>
                      <a:pt x="1359" y="1"/>
                      <a:pt x="735" y="1346"/>
                      <a:pt x="735" y="1346"/>
                    </a:cubicBezTo>
                    <a:lnTo>
                      <a:pt x="1" y="5215"/>
                    </a:lnTo>
                    <a:cubicBezTo>
                      <a:pt x="130" y="5239"/>
                      <a:pt x="257" y="5251"/>
                      <a:pt x="380" y="5251"/>
                    </a:cubicBezTo>
                    <a:cubicBezTo>
                      <a:pt x="2811" y="5251"/>
                      <a:pt x="4141" y="780"/>
                      <a:pt x="2903" y="145"/>
                    </a:cubicBezTo>
                    <a:cubicBezTo>
                      <a:pt x="2706" y="44"/>
                      <a:pt x="2519" y="1"/>
                      <a:pt x="2343"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74"/>
              <p:cNvSpPr/>
              <p:nvPr/>
            </p:nvSpPr>
            <p:spPr>
              <a:xfrm>
                <a:off x="8265460" y="2066502"/>
                <a:ext cx="91593" cy="103805"/>
              </a:xfrm>
              <a:custGeom>
                <a:avLst/>
                <a:gdLst/>
                <a:ahLst/>
                <a:cxnLst/>
                <a:rect l="l" t="t" r="r" b="b"/>
                <a:pathLst>
                  <a:path w="3270" h="3706" extrusionOk="0">
                    <a:moveTo>
                      <a:pt x="2020" y="1"/>
                    </a:moveTo>
                    <a:cubicBezTo>
                      <a:pt x="1496" y="1"/>
                      <a:pt x="971" y="233"/>
                      <a:pt x="634" y="428"/>
                    </a:cubicBezTo>
                    <a:lnTo>
                      <a:pt x="1" y="3664"/>
                    </a:lnTo>
                    <a:cubicBezTo>
                      <a:pt x="139" y="3692"/>
                      <a:pt x="274" y="3706"/>
                      <a:pt x="406" y="3706"/>
                    </a:cubicBezTo>
                    <a:cubicBezTo>
                      <a:pt x="1833" y="3706"/>
                      <a:pt x="2873" y="2133"/>
                      <a:pt x="3270" y="729"/>
                    </a:cubicBezTo>
                    <a:cubicBezTo>
                      <a:pt x="2941" y="182"/>
                      <a:pt x="2481" y="1"/>
                      <a:pt x="2020" y="1"/>
                    </a:cubicBezTo>
                    <a:close/>
                  </a:path>
                </a:pathLst>
              </a:custGeom>
              <a:solidFill>
                <a:srgbClr val="CE6D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74"/>
              <p:cNvSpPr/>
              <p:nvPr/>
            </p:nvSpPr>
            <p:spPr>
              <a:xfrm>
                <a:off x="8129051" y="2007485"/>
                <a:ext cx="40194" cy="122432"/>
              </a:xfrm>
              <a:custGeom>
                <a:avLst/>
                <a:gdLst/>
                <a:ahLst/>
                <a:cxnLst/>
                <a:rect l="l" t="t" r="r" b="b"/>
                <a:pathLst>
                  <a:path w="1435" h="4371" fill="none" extrusionOk="0">
                    <a:moveTo>
                      <a:pt x="434" y="0"/>
                    </a:moveTo>
                    <a:cubicBezTo>
                      <a:pt x="434" y="0"/>
                      <a:pt x="0" y="834"/>
                      <a:pt x="101" y="2402"/>
                    </a:cubicBezTo>
                    <a:cubicBezTo>
                      <a:pt x="101" y="2402"/>
                      <a:pt x="1101" y="2702"/>
                      <a:pt x="1268" y="2836"/>
                    </a:cubicBezTo>
                    <a:cubicBezTo>
                      <a:pt x="1435" y="2936"/>
                      <a:pt x="267" y="4370"/>
                      <a:pt x="267" y="4370"/>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74"/>
              <p:cNvSpPr/>
              <p:nvPr/>
            </p:nvSpPr>
            <p:spPr>
              <a:xfrm>
                <a:off x="8085132" y="2141092"/>
                <a:ext cx="92545" cy="44872"/>
              </a:xfrm>
              <a:custGeom>
                <a:avLst/>
                <a:gdLst/>
                <a:ahLst/>
                <a:cxnLst/>
                <a:rect l="l" t="t" r="r" b="b"/>
                <a:pathLst>
                  <a:path w="3304" h="1602" fill="none" extrusionOk="0">
                    <a:moveTo>
                      <a:pt x="1" y="0"/>
                    </a:moveTo>
                    <a:cubicBezTo>
                      <a:pt x="1" y="0"/>
                      <a:pt x="1302" y="1601"/>
                      <a:pt x="3303" y="234"/>
                    </a:cubicBezTo>
                  </a:path>
                </a:pathLst>
              </a:custGeom>
              <a:noFill/>
              <a:ln w="6675" cap="rnd" cmpd="sng">
                <a:solidFill>
                  <a:srgbClr val="CE6D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74"/>
              <p:cNvSpPr/>
              <p:nvPr/>
            </p:nvSpPr>
            <p:spPr>
              <a:xfrm>
                <a:off x="8026283" y="1971660"/>
                <a:ext cx="72910" cy="42911"/>
              </a:xfrm>
              <a:custGeom>
                <a:avLst/>
                <a:gdLst/>
                <a:ahLst/>
                <a:cxnLst/>
                <a:rect l="l" t="t" r="r" b="b"/>
                <a:pathLst>
                  <a:path w="2603" h="1532" extrusionOk="0">
                    <a:moveTo>
                      <a:pt x="1673" y="0"/>
                    </a:moveTo>
                    <a:cubicBezTo>
                      <a:pt x="1408" y="0"/>
                      <a:pt x="1141" y="49"/>
                      <a:pt x="934" y="178"/>
                    </a:cubicBezTo>
                    <a:cubicBezTo>
                      <a:pt x="467" y="445"/>
                      <a:pt x="0" y="946"/>
                      <a:pt x="67" y="1513"/>
                    </a:cubicBezTo>
                    <a:cubicBezTo>
                      <a:pt x="71" y="1526"/>
                      <a:pt x="79" y="1531"/>
                      <a:pt x="89" y="1531"/>
                    </a:cubicBezTo>
                    <a:cubicBezTo>
                      <a:pt x="158" y="1531"/>
                      <a:pt x="342" y="1279"/>
                      <a:pt x="400" y="1279"/>
                    </a:cubicBezTo>
                    <a:cubicBezTo>
                      <a:pt x="634" y="1012"/>
                      <a:pt x="901" y="812"/>
                      <a:pt x="1168" y="679"/>
                    </a:cubicBezTo>
                    <a:cubicBezTo>
                      <a:pt x="1468" y="512"/>
                      <a:pt x="1768" y="412"/>
                      <a:pt x="2068" y="379"/>
                    </a:cubicBezTo>
                    <a:cubicBezTo>
                      <a:pt x="2135" y="379"/>
                      <a:pt x="2602" y="379"/>
                      <a:pt x="2569" y="312"/>
                    </a:cubicBezTo>
                    <a:cubicBezTo>
                      <a:pt x="2502" y="145"/>
                      <a:pt x="2068" y="12"/>
                      <a:pt x="1902" y="12"/>
                    </a:cubicBezTo>
                    <a:cubicBezTo>
                      <a:pt x="1827" y="4"/>
                      <a:pt x="1750" y="0"/>
                      <a:pt x="1673" y="0"/>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74"/>
              <p:cNvSpPr/>
              <p:nvPr/>
            </p:nvSpPr>
            <p:spPr>
              <a:xfrm>
                <a:off x="8164232" y="1974489"/>
                <a:ext cx="67616" cy="39998"/>
              </a:xfrm>
              <a:custGeom>
                <a:avLst/>
                <a:gdLst/>
                <a:ahLst/>
                <a:cxnLst/>
                <a:rect l="l" t="t" r="r" b="b"/>
                <a:pathLst>
                  <a:path w="2414" h="1428" extrusionOk="0">
                    <a:moveTo>
                      <a:pt x="898" y="0"/>
                    </a:moveTo>
                    <a:cubicBezTo>
                      <a:pt x="552" y="0"/>
                      <a:pt x="214" y="107"/>
                      <a:pt x="12" y="411"/>
                    </a:cubicBezTo>
                    <a:cubicBezTo>
                      <a:pt x="1" y="444"/>
                      <a:pt x="23" y="455"/>
                      <a:pt x="63" y="455"/>
                    </a:cubicBezTo>
                    <a:cubicBezTo>
                      <a:pt x="142" y="455"/>
                      <a:pt x="290" y="411"/>
                      <a:pt x="379" y="411"/>
                    </a:cubicBezTo>
                    <a:cubicBezTo>
                      <a:pt x="679" y="411"/>
                      <a:pt x="979" y="444"/>
                      <a:pt x="1246" y="578"/>
                    </a:cubicBezTo>
                    <a:cubicBezTo>
                      <a:pt x="1546" y="711"/>
                      <a:pt x="1813" y="878"/>
                      <a:pt x="2013" y="1078"/>
                    </a:cubicBezTo>
                    <a:cubicBezTo>
                      <a:pt x="2043" y="1108"/>
                      <a:pt x="2310" y="1428"/>
                      <a:pt x="2369" y="1428"/>
                    </a:cubicBezTo>
                    <a:cubicBezTo>
                      <a:pt x="2376" y="1428"/>
                      <a:pt x="2380" y="1423"/>
                      <a:pt x="2380" y="1412"/>
                    </a:cubicBezTo>
                    <a:cubicBezTo>
                      <a:pt x="2414" y="878"/>
                      <a:pt x="2047" y="378"/>
                      <a:pt x="1546" y="111"/>
                    </a:cubicBezTo>
                    <a:cubicBezTo>
                      <a:pt x="1350" y="45"/>
                      <a:pt x="1122" y="0"/>
                      <a:pt x="898" y="0"/>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74"/>
              <p:cNvSpPr/>
              <p:nvPr/>
            </p:nvSpPr>
            <p:spPr>
              <a:xfrm>
                <a:off x="7917884" y="1794300"/>
                <a:ext cx="354158" cy="273938"/>
              </a:xfrm>
              <a:custGeom>
                <a:avLst/>
                <a:gdLst/>
                <a:ahLst/>
                <a:cxnLst/>
                <a:rect l="l" t="t" r="r" b="b"/>
                <a:pathLst>
                  <a:path w="12644" h="9780" extrusionOk="0">
                    <a:moveTo>
                      <a:pt x="9099" y="1"/>
                    </a:moveTo>
                    <a:cubicBezTo>
                      <a:pt x="7060" y="1"/>
                      <a:pt x="4479" y="1176"/>
                      <a:pt x="2836" y="4209"/>
                    </a:cubicBezTo>
                    <a:cubicBezTo>
                      <a:pt x="2836" y="4209"/>
                      <a:pt x="468" y="4609"/>
                      <a:pt x="168" y="5343"/>
                    </a:cubicBezTo>
                    <a:cubicBezTo>
                      <a:pt x="1" y="5877"/>
                      <a:pt x="468" y="8045"/>
                      <a:pt x="635" y="9779"/>
                    </a:cubicBezTo>
                    <a:cubicBezTo>
                      <a:pt x="1502" y="9713"/>
                      <a:pt x="3703" y="9179"/>
                      <a:pt x="4838" y="5176"/>
                    </a:cubicBezTo>
                    <a:cubicBezTo>
                      <a:pt x="4838" y="5176"/>
                      <a:pt x="5551" y="5327"/>
                      <a:pt x="6571" y="5327"/>
                    </a:cubicBezTo>
                    <a:cubicBezTo>
                      <a:pt x="8392" y="5327"/>
                      <a:pt x="11189" y="4847"/>
                      <a:pt x="12643" y="2174"/>
                    </a:cubicBezTo>
                    <a:cubicBezTo>
                      <a:pt x="12276" y="1474"/>
                      <a:pt x="11776" y="773"/>
                      <a:pt x="10842" y="339"/>
                    </a:cubicBezTo>
                    <a:cubicBezTo>
                      <a:pt x="10349" y="121"/>
                      <a:pt x="9752" y="1"/>
                      <a:pt x="9099" y="1"/>
                    </a:cubicBezTo>
                    <a:close/>
                  </a:path>
                </a:pathLst>
              </a:custGeom>
              <a:solidFill>
                <a:srgbClr val="202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74"/>
              <p:cNvSpPr/>
              <p:nvPr/>
            </p:nvSpPr>
            <p:spPr>
              <a:xfrm>
                <a:off x="8072051" y="1801919"/>
                <a:ext cx="157948" cy="123356"/>
              </a:xfrm>
              <a:custGeom>
                <a:avLst/>
                <a:gdLst/>
                <a:ahLst/>
                <a:cxnLst/>
                <a:rect l="l" t="t" r="r" b="b"/>
                <a:pathLst>
                  <a:path w="5639" h="4404" fill="none" extrusionOk="0">
                    <a:moveTo>
                      <a:pt x="4471" y="4404"/>
                    </a:moveTo>
                    <a:cubicBezTo>
                      <a:pt x="4471" y="4404"/>
                      <a:pt x="4604" y="1202"/>
                      <a:pt x="1" y="901"/>
                    </a:cubicBezTo>
                    <a:cubicBezTo>
                      <a:pt x="1" y="901"/>
                      <a:pt x="3703" y="1"/>
                      <a:pt x="5638" y="3703"/>
                    </a:cubicBezTo>
                  </a:path>
                </a:pathLst>
              </a:custGeom>
              <a:noFill/>
              <a:ln w="6675" cap="rnd" cmpd="sng">
                <a:solidFill>
                  <a:srgbClr val="2C2F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74"/>
              <p:cNvSpPr/>
              <p:nvPr/>
            </p:nvSpPr>
            <p:spPr>
              <a:xfrm>
                <a:off x="7922562" y="1948608"/>
                <a:ext cx="73834" cy="93469"/>
              </a:xfrm>
              <a:custGeom>
                <a:avLst/>
                <a:gdLst/>
                <a:ahLst/>
                <a:cxnLst/>
                <a:rect l="l" t="t" r="r" b="b"/>
                <a:pathLst>
                  <a:path w="2636" h="3337" fill="none" extrusionOk="0">
                    <a:moveTo>
                      <a:pt x="1" y="1"/>
                    </a:moveTo>
                    <a:cubicBezTo>
                      <a:pt x="1" y="1"/>
                      <a:pt x="534" y="2336"/>
                      <a:pt x="2636" y="3336"/>
                    </a:cubicBezTo>
                  </a:path>
                </a:pathLst>
              </a:custGeom>
              <a:noFill/>
              <a:ln w="6675" cap="rnd" cmpd="sng">
                <a:solidFill>
                  <a:srgbClr val="2C2F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74"/>
              <p:cNvSpPr/>
              <p:nvPr/>
            </p:nvSpPr>
            <p:spPr>
              <a:xfrm>
                <a:off x="7875785" y="2023058"/>
                <a:ext cx="116886" cy="147081"/>
              </a:xfrm>
              <a:custGeom>
                <a:avLst/>
                <a:gdLst/>
                <a:ahLst/>
                <a:cxnLst/>
                <a:rect l="l" t="t" r="r" b="b"/>
                <a:pathLst>
                  <a:path w="4173" h="5251" extrusionOk="0">
                    <a:moveTo>
                      <a:pt x="1817" y="1"/>
                    </a:moveTo>
                    <a:cubicBezTo>
                      <a:pt x="1645" y="1"/>
                      <a:pt x="1462" y="44"/>
                      <a:pt x="1270" y="145"/>
                    </a:cubicBezTo>
                    <a:cubicBezTo>
                      <a:pt x="1" y="780"/>
                      <a:pt x="1359" y="5251"/>
                      <a:pt x="3793" y="5251"/>
                    </a:cubicBezTo>
                    <a:cubicBezTo>
                      <a:pt x="3917" y="5251"/>
                      <a:pt x="4043" y="5239"/>
                      <a:pt x="4172" y="5215"/>
                    </a:cubicBezTo>
                    <a:lnTo>
                      <a:pt x="3405" y="1346"/>
                    </a:lnTo>
                    <a:cubicBezTo>
                      <a:pt x="3405" y="1346"/>
                      <a:pt x="2781" y="1"/>
                      <a:pt x="1817" y="1"/>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74"/>
              <p:cNvSpPr/>
              <p:nvPr/>
            </p:nvSpPr>
            <p:spPr>
              <a:xfrm>
                <a:off x="7900126" y="2066502"/>
                <a:ext cx="91593" cy="103805"/>
              </a:xfrm>
              <a:custGeom>
                <a:avLst/>
                <a:gdLst/>
                <a:ahLst/>
                <a:cxnLst/>
                <a:rect l="l" t="t" r="r" b="b"/>
                <a:pathLst>
                  <a:path w="3270" h="3706" extrusionOk="0">
                    <a:moveTo>
                      <a:pt x="1264" y="1"/>
                    </a:moveTo>
                    <a:cubicBezTo>
                      <a:pt x="806" y="1"/>
                      <a:pt x="345" y="182"/>
                      <a:pt x="1" y="729"/>
                    </a:cubicBezTo>
                    <a:cubicBezTo>
                      <a:pt x="398" y="2133"/>
                      <a:pt x="1438" y="3706"/>
                      <a:pt x="2865" y="3706"/>
                    </a:cubicBezTo>
                    <a:cubicBezTo>
                      <a:pt x="2997" y="3706"/>
                      <a:pt x="3132" y="3692"/>
                      <a:pt x="3270" y="3664"/>
                    </a:cubicBezTo>
                    <a:lnTo>
                      <a:pt x="2636" y="428"/>
                    </a:lnTo>
                    <a:cubicBezTo>
                      <a:pt x="2299" y="233"/>
                      <a:pt x="1784" y="1"/>
                      <a:pt x="1264" y="1"/>
                    </a:cubicBezTo>
                    <a:close/>
                  </a:path>
                </a:pathLst>
              </a:custGeom>
              <a:solidFill>
                <a:srgbClr val="CE6D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69" name="Google Shape;3669;p74"/>
            <p:cNvSpPr/>
            <p:nvPr/>
          </p:nvSpPr>
          <p:spPr>
            <a:xfrm flipH="1">
              <a:off x="7527347" y="4519436"/>
              <a:ext cx="396807" cy="176188"/>
            </a:xfrm>
            <a:custGeom>
              <a:avLst/>
              <a:gdLst/>
              <a:ahLst/>
              <a:cxnLst/>
              <a:rect l="l" t="t" r="r" b="b"/>
              <a:pathLst>
                <a:path w="13977" h="6206" extrusionOk="0">
                  <a:moveTo>
                    <a:pt x="4504" y="1"/>
                  </a:moveTo>
                  <a:lnTo>
                    <a:pt x="1468" y="701"/>
                  </a:lnTo>
                  <a:cubicBezTo>
                    <a:pt x="0" y="4804"/>
                    <a:pt x="1902" y="6038"/>
                    <a:pt x="1902" y="6038"/>
                  </a:cubicBezTo>
                  <a:lnTo>
                    <a:pt x="13643" y="6205"/>
                  </a:lnTo>
                  <a:cubicBezTo>
                    <a:pt x="13643" y="6205"/>
                    <a:pt x="13977" y="5038"/>
                    <a:pt x="13443" y="4370"/>
                  </a:cubicBezTo>
                  <a:cubicBezTo>
                    <a:pt x="12943" y="3703"/>
                    <a:pt x="10141" y="3470"/>
                    <a:pt x="10141" y="3470"/>
                  </a:cubicBezTo>
                  <a:lnTo>
                    <a:pt x="45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74"/>
            <p:cNvSpPr/>
            <p:nvPr/>
          </p:nvSpPr>
          <p:spPr>
            <a:xfrm flipH="1">
              <a:off x="8152353" y="4528919"/>
              <a:ext cx="214997" cy="206424"/>
            </a:xfrm>
            <a:custGeom>
              <a:avLst/>
              <a:gdLst/>
              <a:ahLst/>
              <a:cxnLst/>
              <a:rect l="l" t="t" r="r" b="b"/>
              <a:pathLst>
                <a:path w="7573" h="7271" extrusionOk="0">
                  <a:moveTo>
                    <a:pt x="667" y="0"/>
                  </a:moveTo>
                  <a:cubicBezTo>
                    <a:pt x="667" y="0"/>
                    <a:pt x="0" y="5704"/>
                    <a:pt x="100" y="6572"/>
                  </a:cubicBezTo>
                  <a:cubicBezTo>
                    <a:pt x="181" y="7116"/>
                    <a:pt x="932" y="7271"/>
                    <a:pt x="1964" y="7271"/>
                  </a:cubicBezTo>
                  <a:cubicBezTo>
                    <a:pt x="2638" y="7271"/>
                    <a:pt x="3432" y="7205"/>
                    <a:pt x="4237" y="7139"/>
                  </a:cubicBezTo>
                  <a:cubicBezTo>
                    <a:pt x="6271" y="6972"/>
                    <a:pt x="7572" y="7139"/>
                    <a:pt x="6872" y="6005"/>
                  </a:cubicBezTo>
                  <a:cubicBezTo>
                    <a:pt x="6205" y="4870"/>
                    <a:pt x="3903" y="200"/>
                    <a:pt x="3903" y="200"/>
                  </a:cubicBezTo>
                  <a:lnTo>
                    <a:pt x="6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74"/>
            <p:cNvSpPr/>
            <p:nvPr/>
          </p:nvSpPr>
          <p:spPr>
            <a:xfrm flipH="1">
              <a:off x="7754609" y="2978654"/>
              <a:ext cx="630741" cy="1585156"/>
            </a:xfrm>
            <a:custGeom>
              <a:avLst/>
              <a:gdLst/>
              <a:ahLst/>
              <a:cxnLst/>
              <a:rect l="l" t="t" r="r" b="b"/>
              <a:pathLst>
                <a:path w="22217" h="55835" extrusionOk="0">
                  <a:moveTo>
                    <a:pt x="4003" y="0"/>
                  </a:moveTo>
                  <a:cubicBezTo>
                    <a:pt x="4003" y="0"/>
                    <a:pt x="1301" y="7573"/>
                    <a:pt x="1301" y="9274"/>
                  </a:cubicBezTo>
                  <a:cubicBezTo>
                    <a:pt x="1301" y="12009"/>
                    <a:pt x="1168" y="46200"/>
                    <a:pt x="1034" y="47534"/>
                  </a:cubicBezTo>
                  <a:cubicBezTo>
                    <a:pt x="868" y="48869"/>
                    <a:pt x="501" y="49102"/>
                    <a:pt x="501" y="49769"/>
                  </a:cubicBezTo>
                  <a:cubicBezTo>
                    <a:pt x="501" y="50437"/>
                    <a:pt x="868" y="51771"/>
                    <a:pt x="734" y="52271"/>
                  </a:cubicBezTo>
                  <a:cubicBezTo>
                    <a:pt x="634" y="52805"/>
                    <a:pt x="0" y="54473"/>
                    <a:pt x="467" y="54940"/>
                  </a:cubicBezTo>
                  <a:cubicBezTo>
                    <a:pt x="852" y="55295"/>
                    <a:pt x="2131" y="55834"/>
                    <a:pt x="3277" y="55834"/>
                  </a:cubicBezTo>
                  <a:cubicBezTo>
                    <a:pt x="3422" y="55834"/>
                    <a:pt x="3564" y="55826"/>
                    <a:pt x="3703" y="55807"/>
                  </a:cubicBezTo>
                  <a:cubicBezTo>
                    <a:pt x="4971" y="55674"/>
                    <a:pt x="5538" y="54773"/>
                    <a:pt x="5738" y="54273"/>
                  </a:cubicBezTo>
                  <a:cubicBezTo>
                    <a:pt x="5971" y="53772"/>
                    <a:pt x="5538" y="53139"/>
                    <a:pt x="5738" y="52638"/>
                  </a:cubicBezTo>
                  <a:cubicBezTo>
                    <a:pt x="5971" y="52104"/>
                    <a:pt x="6572" y="51671"/>
                    <a:pt x="6372" y="51004"/>
                  </a:cubicBezTo>
                  <a:cubicBezTo>
                    <a:pt x="6171" y="50370"/>
                    <a:pt x="6038" y="48669"/>
                    <a:pt x="6538" y="43865"/>
                  </a:cubicBezTo>
                  <a:cubicBezTo>
                    <a:pt x="6972" y="39862"/>
                    <a:pt x="7406" y="34192"/>
                    <a:pt x="7873" y="32157"/>
                  </a:cubicBezTo>
                  <a:cubicBezTo>
                    <a:pt x="8306" y="30122"/>
                    <a:pt x="10575" y="14010"/>
                    <a:pt x="10575" y="14010"/>
                  </a:cubicBezTo>
                  <a:cubicBezTo>
                    <a:pt x="10575" y="14010"/>
                    <a:pt x="12576" y="25819"/>
                    <a:pt x="12810" y="27854"/>
                  </a:cubicBezTo>
                  <a:cubicBezTo>
                    <a:pt x="13010" y="29922"/>
                    <a:pt x="13010" y="33825"/>
                    <a:pt x="13477" y="36427"/>
                  </a:cubicBezTo>
                  <a:cubicBezTo>
                    <a:pt x="13910" y="38962"/>
                    <a:pt x="15912" y="46434"/>
                    <a:pt x="16145" y="47368"/>
                  </a:cubicBezTo>
                  <a:cubicBezTo>
                    <a:pt x="16345" y="48335"/>
                    <a:pt x="15845" y="50103"/>
                    <a:pt x="16145" y="50837"/>
                  </a:cubicBezTo>
                  <a:cubicBezTo>
                    <a:pt x="16412" y="51537"/>
                    <a:pt x="17046" y="52471"/>
                    <a:pt x="16879" y="52972"/>
                  </a:cubicBezTo>
                  <a:cubicBezTo>
                    <a:pt x="16746" y="53472"/>
                    <a:pt x="16846" y="54873"/>
                    <a:pt x="17246" y="55173"/>
                  </a:cubicBezTo>
                  <a:cubicBezTo>
                    <a:pt x="17463" y="55323"/>
                    <a:pt x="18022" y="55398"/>
                    <a:pt x="18660" y="55398"/>
                  </a:cubicBezTo>
                  <a:cubicBezTo>
                    <a:pt x="19297" y="55398"/>
                    <a:pt x="20015" y="55323"/>
                    <a:pt x="20548" y="55173"/>
                  </a:cubicBezTo>
                  <a:cubicBezTo>
                    <a:pt x="21683" y="54873"/>
                    <a:pt x="22049" y="54039"/>
                    <a:pt x="22150" y="53539"/>
                  </a:cubicBezTo>
                  <a:cubicBezTo>
                    <a:pt x="22216" y="53038"/>
                    <a:pt x="21482" y="52405"/>
                    <a:pt x="21582" y="51938"/>
                  </a:cubicBezTo>
                  <a:cubicBezTo>
                    <a:pt x="21683" y="51504"/>
                    <a:pt x="22150" y="50970"/>
                    <a:pt x="22150" y="50403"/>
                  </a:cubicBezTo>
                  <a:cubicBezTo>
                    <a:pt x="22150" y="49769"/>
                    <a:pt x="21349" y="49569"/>
                    <a:pt x="21216" y="48302"/>
                  </a:cubicBezTo>
                  <a:cubicBezTo>
                    <a:pt x="21082" y="47067"/>
                    <a:pt x="20315" y="30289"/>
                    <a:pt x="20248" y="28154"/>
                  </a:cubicBezTo>
                  <a:cubicBezTo>
                    <a:pt x="20215" y="25986"/>
                    <a:pt x="19681" y="7372"/>
                    <a:pt x="19481" y="6105"/>
                  </a:cubicBezTo>
                  <a:cubicBezTo>
                    <a:pt x="19214" y="4871"/>
                    <a:pt x="18347" y="201"/>
                    <a:pt x="18347" y="201"/>
                  </a:cubicBezTo>
                  <a:lnTo>
                    <a:pt x="40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74"/>
            <p:cNvSpPr/>
            <p:nvPr/>
          </p:nvSpPr>
          <p:spPr>
            <a:xfrm flipH="1">
              <a:off x="7772608" y="4359402"/>
              <a:ext cx="123127" cy="43579"/>
            </a:xfrm>
            <a:custGeom>
              <a:avLst/>
              <a:gdLst/>
              <a:ahLst/>
              <a:cxnLst/>
              <a:rect l="l" t="t" r="r" b="b"/>
              <a:pathLst>
                <a:path w="4337" h="1535" fill="none" extrusionOk="0">
                  <a:moveTo>
                    <a:pt x="0" y="0"/>
                  </a:moveTo>
                  <a:cubicBezTo>
                    <a:pt x="0" y="0"/>
                    <a:pt x="867" y="1468"/>
                    <a:pt x="4336" y="1535"/>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74"/>
            <p:cNvSpPr/>
            <p:nvPr/>
          </p:nvSpPr>
          <p:spPr>
            <a:xfrm flipH="1">
              <a:off x="7783028" y="4447468"/>
              <a:ext cx="104191" cy="31286"/>
            </a:xfrm>
            <a:custGeom>
              <a:avLst/>
              <a:gdLst/>
              <a:ahLst/>
              <a:cxnLst/>
              <a:rect l="l" t="t" r="r" b="b"/>
              <a:pathLst>
                <a:path w="3670" h="1102" fill="none" extrusionOk="0">
                  <a:moveTo>
                    <a:pt x="3670" y="1"/>
                  </a:moveTo>
                  <a:cubicBezTo>
                    <a:pt x="3670" y="1"/>
                    <a:pt x="1201" y="167"/>
                    <a:pt x="0" y="1101"/>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74"/>
            <p:cNvSpPr/>
            <p:nvPr/>
          </p:nvSpPr>
          <p:spPr>
            <a:xfrm flipH="1">
              <a:off x="8219609" y="4381177"/>
              <a:ext cx="128805" cy="63480"/>
            </a:xfrm>
            <a:custGeom>
              <a:avLst/>
              <a:gdLst/>
              <a:ahLst/>
              <a:cxnLst/>
              <a:rect l="l" t="t" r="r" b="b"/>
              <a:pathLst>
                <a:path w="4537" h="2236" fill="none" extrusionOk="0">
                  <a:moveTo>
                    <a:pt x="4537" y="1668"/>
                  </a:moveTo>
                  <a:cubicBezTo>
                    <a:pt x="4537" y="1668"/>
                    <a:pt x="1768" y="2235"/>
                    <a:pt x="0" y="0"/>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74"/>
            <p:cNvSpPr/>
            <p:nvPr/>
          </p:nvSpPr>
          <p:spPr>
            <a:xfrm flipH="1">
              <a:off x="8247062" y="4448405"/>
              <a:ext cx="101352" cy="52124"/>
            </a:xfrm>
            <a:custGeom>
              <a:avLst/>
              <a:gdLst/>
              <a:ahLst/>
              <a:cxnLst/>
              <a:rect l="l" t="t" r="r" b="b"/>
              <a:pathLst>
                <a:path w="3570" h="1836" fill="none" extrusionOk="0">
                  <a:moveTo>
                    <a:pt x="3570" y="1735"/>
                  </a:moveTo>
                  <a:cubicBezTo>
                    <a:pt x="3570" y="1735"/>
                    <a:pt x="1501" y="1836"/>
                    <a:pt x="0" y="1"/>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74"/>
            <p:cNvSpPr/>
            <p:nvPr/>
          </p:nvSpPr>
          <p:spPr>
            <a:xfrm flipH="1">
              <a:off x="7911833" y="3197399"/>
              <a:ext cx="171419" cy="176188"/>
            </a:xfrm>
            <a:custGeom>
              <a:avLst/>
              <a:gdLst/>
              <a:ahLst/>
              <a:cxnLst/>
              <a:rect l="l" t="t" r="r" b="b"/>
              <a:pathLst>
                <a:path w="6038" h="6206" fill="none" extrusionOk="0">
                  <a:moveTo>
                    <a:pt x="0" y="6205"/>
                  </a:moveTo>
                  <a:lnTo>
                    <a:pt x="0" y="3837"/>
                  </a:lnTo>
                  <a:cubicBezTo>
                    <a:pt x="0" y="3837"/>
                    <a:pt x="4604" y="1769"/>
                    <a:pt x="6038" y="1"/>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74"/>
            <p:cNvSpPr/>
            <p:nvPr/>
          </p:nvSpPr>
          <p:spPr>
            <a:xfrm flipH="1">
              <a:off x="8004640" y="2984332"/>
              <a:ext cx="17999" cy="291707"/>
            </a:xfrm>
            <a:custGeom>
              <a:avLst/>
              <a:gdLst/>
              <a:ahLst/>
              <a:cxnLst/>
              <a:rect l="l" t="t" r="r" b="b"/>
              <a:pathLst>
                <a:path w="634" h="10275" fill="none" extrusionOk="0">
                  <a:moveTo>
                    <a:pt x="0" y="1"/>
                  </a:moveTo>
                  <a:cubicBezTo>
                    <a:pt x="0" y="1"/>
                    <a:pt x="634" y="5605"/>
                    <a:pt x="0" y="10275"/>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74"/>
            <p:cNvSpPr/>
            <p:nvPr/>
          </p:nvSpPr>
          <p:spPr>
            <a:xfrm flipH="1">
              <a:off x="8016933" y="2984332"/>
              <a:ext cx="53061" cy="239612"/>
            </a:xfrm>
            <a:custGeom>
              <a:avLst/>
              <a:gdLst/>
              <a:ahLst/>
              <a:cxnLst/>
              <a:rect l="l" t="t" r="r" b="b"/>
              <a:pathLst>
                <a:path w="1869" h="8440" fill="none" extrusionOk="0">
                  <a:moveTo>
                    <a:pt x="100" y="1"/>
                  </a:moveTo>
                  <a:cubicBezTo>
                    <a:pt x="100" y="1"/>
                    <a:pt x="0" y="6505"/>
                    <a:pt x="100" y="7039"/>
                  </a:cubicBezTo>
                  <a:cubicBezTo>
                    <a:pt x="200" y="7539"/>
                    <a:pt x="1868" y="8440"/>
                    <a:pt x="1868" y="8440"/>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74"/>
            <p:cNvSpPr/>
            <p:nvPr/>
          </p:nvSpPr>
          <p:spPr>
            <a:xfrm flipH="1">
              <a:off x="8247062" y="2977717"/>
              <a:ext cx="123127" cy="1404425"/>
            </a:xfrm>
            <a:custGeom>
              <a:avLst/>
              <a:gdLst/>
              <a:ahLst/>
              <a:cxnLst/>
              <a:rect l="l" t="t" r="r" b="b"/>
              <a:pathLst>
                <a:path w="4337" h="49469" fill="none" extrusionOk="0">
                  <a:moveTo>
                    <a:pt x="4337" y="0"/>
                  </a:moveTo>
                  <a:cubicBezTo>
                    <a:pt x="4337" y="0"/>
                    <a:pt x="1868" y="6605"/>
                    <a:pt x="1635" y="9474"/>
                  </a:cubicBezTo>
                  <a:cubicBezTo>
                    <a:pt x="1368" y="12342"/>
                    <a:pt x="1268" y="40496"/>
                    <a:pt x="1268" y="42497"/>
                  </a:cubicBezTo>
                  <a:cubicBezTo>
                    <a:pt x="1268" y="44499"/>
                    <a:pt x="0" y="49469"/>
                    <a:pt x="0" y="49469"/>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74"/>
            <p:cNvSpPr/>
            <p:nvPr/>
          </p:nvSpPr>
          <p:spPr>
            <a:xfrm flipH="1">
              <a:off x="8190254" y="2977717"/>
              <a:ext cx="118386" cy="189418"/>
            </a:xfrm>
            <a:custGeom>
              <a:avLst/>
              <a:gdLst/>
              <a:ahLst/>
              <a:cxnLst/>
              <a:rect l="l" t="t" r="r" b="b"/>
              <a:pathLst>
                <a:path w="4170" h="6672" fill="none" extrusionOk="0">
                  <a:moveTo>
                    <a:pt x="4170" y="0"/>
                  </a:moveTo>
                  <a:cubicBezTo>
                    <a:pt x="4170" y="0"/>
                    <a:pt x="3603" y="5471"/>
                    <a:pt x="3136" y="5904"/>
                  </a:cubicBezTo>
                  <a:cubicBezTo>
                    <a:pt x="2669" y="6338"/>
                    <a:pt x="0" y="6672"/>
                    <a:pt x="0" y="6672"/>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74"/>
            <p:cNvSpPr/>
            <p:nvPr/>
          </p:nvSpPr>
          <p:spPr>
            <a:xfrm flipH="1">
              <a:off x="7834158" y="2984332"/>
              <a:ext cx="77703" cy="182803"/>
            </a:xfrm>
            <a:custGeom>
              <a:avLst/>
              <a:gdLst/>
              <a:ahLst/>
              <a:cxnLst/>
              <a:rect l="l" t="t" r="r" b="b"/>
              <a:pathLst>
                <a:path w="2737" h="6439" fill="none" extrusionOk="0">
                  <a:moveTo>
                    <a:pt x="1" y="1"/>
                  </a:moveTo>
                  <a:cubicBezTo>
                    <a:pt x="1" y="1"/>
                    <a:pt x="201" y="4671"/>
                    <a:pt x="568" y="5104"/>
                  </a:cubicBezTo>
                  <a:cubicBezTo>
                    <a:pt x="968" y="5605"/>
                    <a:pt x="2736" y="6439"/>
                    <a:pt x="2736" y="6439"/>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74"/>
            <p:cNvSpPr/>
            <p:nvPr/>
          </p:nvSpPr>
          <p:spPr>
            <a:xfrm flipH="1">
              <a:off x="7867317" y="3287367"/>
              <a:ext cx="176160" cy="1261453"/>
            </a:xfrm>
            <a:custGeom>
              <a:avLst/>
              <a:gdLst/>
              <a:ahLst/>
              <a:cxnLst/>
              <a:rect l="l" t="t" r="r" b="b"/>
              <a:pathLst>
                <a:path w="6205" h="44433" fill="none" extrusionOk="0">
                  <a:moveTo>
                    <a:pt x="0" y="1"/>
                  </a:moveTo>
                  <a:cubicBezTo>
                    <a:pt x="0" y="1"/>
                    <a:pt x="2302" y="15345"/>
                    <a:pt x="2369" y="16946"/>
                  </a:cubicBezTo>
                  <a:cubicBezTo>
                    <a:pt x="2469" y="18581"/>
                    <a:pt x="2302" y="22250"/>
                    <a:pt x="2836" y="25586"/>
                  </a:cubicBezTo>
                  <a:cubicBezTo>
                    <a:pt x="3336" y="28922"/>
                    <a:pt x="5638" y="37761"/>
                    <a:pt x="5171" y="38528"/>
                  </a:cubicBezTo>
                  <a:cubicBezTo>
                    <a:pt x="4737" y="39296"/>
                    <a:pt x="5538" y="39629"/>
                    <a:pt x="5871" y="40230"/>
                  </a:cubicBezTo>
                  <a:cubicBezTo>
                    <a:pt x="6205" y="40797"/>
                    <a:pt x="6171" y="41931"/>
                    <a:pt x="5971" y="42598"/>
                  </a:cubicBezTo>
                  <a:cubicBezTo>
                    <a:pt x="5738" y="43265"/>
                    <a:pt x="6138" y="44433"/>
                    <a:pt x="6138" y="44433"/>
                  </a:cubicBezTo>
                </a:path>
              </a:pathLst>
            </a:custGeom>
            <a:noFill/>
            <a:ln w="7500" cap="rnd" cmpd="sng">
              <a:solidFill>
                <a:srgbClr val="3847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74"/>
            <p:cNvSpPr/>
            <p:nvPr/>
          </p:nvSpPr>
          <p:spPr>
            <a:xfrm flipH="1">
              <a:off x="8314290" y="3289269"/>
              <a:ext cx="69158" cy="68221"/>
            </a:xfrm>
            <a:custGeom>
              <a:avLst/>
              <a:gdLst/>
              <a:ahLst/>
              <a:cxnLst/>
              <a:rect l="l" t="t" r="r" b="b"/>
              <a:pathLst>
                <a:path w="2436" h="2403" extrusionOk="0">
                  <a:moveTo>
                    <a:pt x="1234" y="1"/>
                  </a:moveTo>
                  <a:cubicBezTo>
                    <a:pt x="567" y="1"/>
                    <a:pt x="0" y="534"/>
                    <a:pt x="0" y="1201"/>
                  </a:cubicBezTo>
                  <a:cubicBezTo>
                    <a:pt x="0" y="1869"/>
                    <a:pt x="567" y="2402"/>
                    <a:pt x="1234" y="2402"/>
                  </a:cubicBezTo>
                  <a:cubicBezTo>
                    <a:pt x="1901" y="2402"/>
                    <a:pt x="2435" y="1869"/>
                    <a:pt x="2435" y="1201"/>
                  </a:cubicBezTo>
                  <a:cubicBezTo>
                    <a:pt x="2435" y="534"/>
                    <a:pt x="1901" y="1"/>
                    <a:pt x="1234" y="1"/>
                  </a:cubicBezTo>
                  <a:close/>
                </a:path>
              </a:pathLst>
            </a:custGeom>
            <a:solidFill>
              <a:srgbClr val="C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74"/>
            <p:cNvSpPr/>
            <p:nvPr/>
          </p:nvSpPr>
          <p:spPr>
            <a:xfrm flipH="1">
              <a:off x="8087965" y="2186006"/>
              <a:ext cx="117449" cy="183314"/>
            </a:xfrm>
            <a:custGeom>
              <a:avLst/>
              <a:gdLst/>
              <a:ahLst/>
              <a:cxnLst/>
              <a:rect l="l" t="t" r="r" b="b"/>
              <a:pathLst>
                <a:path w="4137" h="6457" extrusionOk="0">
                  <a:moveTo>
                    <a:pt x="0" y="0"/>
                  </a:moveTo>
                  <a:lnTo>
                    <a:pt x="0" y="0"/>
                  </a:lnTo>
                  <a:cubicBezTo>
                    <a:pt x="334" y="2302"/>
                    <a:pt x="0" y="5104"/>
                    <a:pt x="0" y="5104"/>
                  </a:cubicBezTo>
                  <a:cubicBezTo>
                    <a:pt x="923" y="6152"/>
                    <a:pt x="1798" y="6457"/>
                    <a:pt x="2504" y="6457"/>
                  </a:cubicBezTo>
                  <a:cubicBezTo>
                    <a:pt x="3483" y="6457"/>
                    <a:pt x="4137" y="5871"/>
                    <a:pt x="4137" y="5871"/>
                  </a:cubicBezTo>
                  <a:cubicBezTo>
                    <a:pt x="3736" y="4337"/>
                    <a:pt x="4137" y="2602"/>
                    <a:pt x="4137" y="2602"/>
                  </a:cubicBezTo>
                  <a:lnTo>
                    <a:pt x="0" y="0"/>
                  </a:ln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74"/>
            <p:cNvSpPr/>
            <p:nvPr/>
          </p:nvSpPr>
          <p:spPr>
            <a:xfrm flipH="1">
              <a:off x="8087965" y="2186006"/>
              <a:ext cx="116513" cy="120487"/>
            </a:xfrm>
            <a:custGeom>
              <a:avLst/>
              <a:gdLst/>
              <a:ahLst/>
              <a:cxnLst/>
              <a:rect l="l" t="t" r="r" b="b"/>
              <a:pathLst>
                <a:path w="4104" h="4244" extrusionOk="0">
                  <a:moveTo>
                    <a:pt x="1" y="0"/>
                  </a:moveTo>
                  <a:lnTo>
                    <a:pt x="1" y="0"/>
                  </a:lnTo>
                  <a:cubicBezTo>
                    <a:pt x="101" y="634"/>
                    <a:pt x="134" y="1268"/>
                    <a:pt x="134" y="1868"/>
                  </a:cubicBezTo>
                  <a:cubicBezTo>
                    <a:pt x="835" y="2836"/>
                    <a:pt x="1969" y="4103"/>
                    <a:pt x="2803" y="4203"/>
                  </a:cubicBezTo>
                  <a:cubicBezTo>
                    <a:pt x="2913" y="4231"/>
                    <a:pt x="3023" y="4243"/>
                    <a:pt x="3132" y="4243"/>
                  </a:cubicBezTo>
                  <a:cubicBezTo>
                    <a:pt x="3418" y="4243"/>
                    <a:pt x="3695" y="4158"/>
                    <a:pt x="3937" y="4037"/>
                  </a:cubicBezTo>
                  <a:cubicBezTo>
                    <a:pt x="3970" y="3203"/>
                    <a:pt x="4104" y="2602"/>
                    <a:pt x="4104" y="2602"/>
                  </a:cubicBezTo>
                  <a:lnTo>
                    <a:pt x="1" y="0"/>
                  </a:ln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74"/>
            <p:cNvSpPr/>
            <p:nvPr/>
          </p:nvSpPr>
          <p:spPr>
            <a:xfrm flipH="1">
              <a:off x="8304836" y="3266557"/>
              <a:ext cx="143966" cy="279528"/>
            </a:xfrm>
            <a:custGeom>
              <a:avLst/>
              <a:gdLst/>
              <a:ahLst/>
              <a:cxnLst/>
              <a:rect l="l" t="t" r="r" b="b"/>
              <a:pathLst>
                <a:path w="5071" h="9846" extrusionOk="0">
                  <a:moveTo>
                    <a:pt x="0" y="0"/>
                  </a:moveTo>
                  <a:lnTo>
                    <a:pt x="0" y="4803"/>
                  </a:lnTo>
                  <a:cubicBezTo>
                    <a:pt x="67" y="5471"/>
                    <a:pt x="134" y="9340"/>
                    <a:pt x="267" y="9540"/>
                  </a:cubicBezTo>
                  <a:cubicBezTo>
                    <a:pt x="298" y="9586"/>
                    <a:pt x="336" y="9604"/>
                    <a:pt x="378" y="9604"/>
                  </a:cubicBezTo>
                  <a:cubicBezTo>
                    <a:pt x="517" y="9604"/>
                    <a:pt x="698" y="9407"/>
                    <a:pt x="801" y="9407"/>
                  </a:cubicBezTo>
                  <a:cubicBezTo>
                    <a:pt x="934" y="9407"/>
                    <a:pt x="1068" y="9640"/>
                    <a:pt x="1268" y="9740"/>
                  </a:cubicBezTo>
                  <a:cubicBezTo>
                    <a:pt x="1285" y="9746"/>
                    <a:pt x="1302" y="9748"/>
                    <a:pt x="1321" y="9748"/>
                  </a:cubicBezTo>
                  <a:cubicBezTo>
                    <a:pt x="1522" y="9748"/>
                    <a:pt x="1813" y="9440"/>
                    <a:pt x="1935" y="9440"/>
                  </a:cubicBezTo>
                  <a:cubicBezTo>
                    <a:pt x="2069" y="9440"/>
                    <a:pt x="2335" y="9807"/>
                    <a:pt x="2602" y="9840"/>
                  </a:cubicBezTo>
                  <a:cubicBezTo>
                    <a:pt x="2617" y="9844"/>
                    <a:pt x="2632" y="9846"/>
                    <a:pt x="2645" y="9846"/>
                  </a:cubicBezTo>
                  <a:cubicBezTo>
                    <a:pt x="2861" y="9846"/>
                    <a:pt x="2965" y="9428"/>
                    <a:pt x="3174" y="9428"/>
                  </a:cubicBezTo>
                  <a:cubicBezTo>
                    <a:pt x="3194" y="9428"/>
                    <a:pt x="3214" y="9432"/>
                    <a:pt x="3236" y="9440"/>
                  </a:cubicBezTo>
                  <a:cubicBezTo>
                    <a:pt x="3440" y="9498"/>
                    <a:pt x="3542" y="9759"/>
                    <a:pt x="3741" y="9759"/>
                  </a:cubicBezTo>
                  <a:cubicBezTo>
                    <a:pt x="3771" y="9759"/>
                    <a:pt x="3802" y="9753"/>
                    <a:pt x="3837" y="9740"/>
                  </a:cubicBezTo>
                  <a:cubicBezTo>
                    <a:pt x="4058" y="9602"/>
                    <a:pt x="4096" y="8242"/>
                    <a:pt x="4102" y="7787"/>
                  </a:cubicBezTo>
                  <a:lnTo>
                    <a:pt x="4102" y="7787"/>
                  </a:lnTo>
                  <a:cubicBezTo>
                    <a:pt x="4124" y="8088"/>
                    <a:pt x="4289" y="8347"/>
                    <a:pt x="4404" y="8606"/>
                  </a:cubicBezTo>
                  <a:cubicBezTo>
                    <a:pt x="4463" y="8741"/>
                    <a:pt x="4597" y="8822"/>
                    <a:pt x="4718" y="8822"/>
                  </a:cubicBezTo>
                  <a:cubicBezTo>
                    <a:pt x="4865" y="8822"/>
                    <a:pt x="4992" y="8700"/>
                    <a:pt x="4937" y="8406"/>
                  </a:cubicBezTo>
                  <a:cubicBezTo>
                    <a:pt x="4904" y="7839"/>
                    <a:pt x="5071" y="6638"/>
                    <a:pt x="4971" y="6505"/>
                  </a:cubicBezTo>
                  <a:cubicBezTo>
                    <a:pt x="4871" y="6338"/>
                    <a:pt x="4570" y="5170"/>
                    <a:pt x="4270" y="4837"/>
                  </a:cubicBezTo>
                  <a:cubicBezTo>
                    <a:pt x="3970" y="4503"/>
                    <a:pt x="2769" y="4737"/>
                    <a:pt x="2569" y="4370"/>
                  </a:cubicBezTo>
                  <a:cubicBezTo>
                    <a:pt x="2302" y="4003"/>
                    <a:pt x="3003" y="634"/>
                    <a:pt x="3003" y="634"/>
                  </a:cubicBezTo>
                  <a:lnTo>
                    <a:pt x="0" y="0"/>
                  </a:ln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74"/>
            <p:cNvSpPr/>
            <p:nvPr/>
          </p:nvSpPr>
          <p:spPr>
            <a:xfrm flipH="1">
              <a:off x="8345547" y="3279986"/>
              <a:ext cx="119352" cy="99706"/>
            </a:xfrm>
            <a:custGeom>
              <a:avLst/>
              <a:gdLst/>
              <a:ahLst/>
              <a:cxnLst/>
              <a:rect l="l" t="t" r="r" b="b"/>
              <a:pathLst>
                <a:path w="4204" h="3512" extrusionOk="0">
                  <a:moveTo>
                    <a:pt x="2383" y="0"/>
                  </a:moveTo>
                  <a:cubicBezTo>
                    <a:pt x="1425" y="0"/>
                    <a:pt x="301" y="94"/>
                    <a:pt x="301" y="94"/>
                  </a:cubicBezTo>
                  <a:cubicBezTo>
                    <a:pt x="301" y="94"/>
                    <a:pt x="0" y="2996"/>
                    <a:pt x="167" y="3330"/>
                  </a:cubicBezTo>
                  <a:cubicBezTo>
                    <a:pt x="231" y="3457"/>
                    <a:pt x="776" y="3512"/>
                    <a:pt x="1437" y="3512"/>
                  </a:cubicBezTo>
                  <a:cubicBezTo>
                    <a:pt x="2507" y="3512"/>
                    <a:pt x="3880" y="3369"/>
                    <a:pt x="4003" y="3163"/>
                  </a:cubicBezTo>
                  <a:cubicBezTo>
                    <a:pt x="4203" y="2796"/>
                    <a:pt x="3970" y="528"/>
                    <a:pt x="3703" y="194"/>
                  </a:cubicBezTo>
                  <a:cubicBezTo>
                    <a:pt x="3621" y="45"/>
                    <a:pt x="3042" y="0"/>
                    <a:pt x="238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74"/>
            <p:cNvSpPr/>
            <p:nvPr/>
          </p:nvSpPr>
          <p:spPr>
            <a:xfrm flipH="1">
              <a:off x="7393801" y="2262715"/>
              <a:ext cx="229221" cy="234615"/>
            </a:xfrm>
            <a:custGeom>
              <a:avLst/>
              <a:gdLst/>
              <a:ahLst/>
              <a:cxnLst/>
              <a:rect l="l" t="t" r="r" b="b"/>
              <a:pathLst>
                <a:path w="8074" h="8264" extrusionOk="0">
                  <a:moveTo>
                    <a:pt x="5471" y="0"/>
                  </a:moveTo>
                  <a:cubicBezTo>
                    <a:pt x="4638" y="0"/>
                    <a:pt x="2403" y="3369"/>
                    <a:pt x="1869" y="4003"/>
                  </a:cubicBezTo>
                  <a:cubicBezTo>
                    <a:pt x="1754" y="4149"/>
                    <a:pt x="1694" y="4210"/>
                    <a:pt x="1668" y="4210"/>
                  </a:cubicBezTo>
                  <a:cubicBezTo>
                    <a:pt x="1580" y="4210"/>
                    <a:pt x="1879" y="3524"/>
                    <a:pt x="1802" y="3036"/>
                  </a:cubicBezTo>
                  <a:cubicBezTo>
                    <a:pt x="1702" y="2369"/>
                    <a:pt x="1669" y="2169"/>
                    <a:pt x="1202" y="1435"/>
                  </a:cubicBezTo>
                  <a:cubicBezTo>
                    <a:pt x="1060" y="1328"/>
                    <a:pt x="948" y="1278"/>
                    <a:pt x="865" y="1278"/>
                  </a:cubicBezTo>
                  <a:cubicBezTo>
                    <a:pt x="634" y="1278"/>
                    <a:pt x="612" y="1657"/>
                    <a:pt x="735" y="2269"/>
                  </a:cubicBezTo>
                  <a:cubicBezTo>
                    <a:pt x="568" y="4103"/>
                    <a:pt x="234" y="4137"/>
                    <a:pt x="134" y="5538"/>
                  </a:cubicBezTo>
                  <a:cubicBezTo>
                    <a:pt x="1" y="6839"/>
                    <a:pt x="568" y="7472"/>
                    <a:pt x="568" y="7472"/>
                  </a:cubicBezTo>
                  <a:cubicBezTo>
                    <a:pt x="886" y="7985"/>
                    <a:pt x="1232" y="8263"/>
                    <a:pt x="1680" y="8263"/>
                  </a:cubicBezTo>
                  <a:cubicBezTo>
                    <a:pt x="2079" y="8263"/>
                    <a:pt x="2558" y="8043"/>
                    <a:pt x="3170" y="7572"/>
                  </a:cubicBezTo>
                  <a:cubicBezTo>
                    <a:pt x="3670" y="7172"/>
                    <a:pt x="4471" y="6605"/>
                    <a:pt x="4804" y="6272"/>
                  </a:cubicBezTo>
                  <a:cubicBezTo>
                    <a:pt x="5371" y="5738"/>
                    <a:pt x="8007" y="4437"/>
                    <a:pt x="7840" y="4070"/>
                  </a:cubicBezTo>
                  <a:cubicBezTo>
                    <a:pt x="7821" y="4028"/>
                    <a:pt x="7771" y="4009"/>
                    <a:pt x="7699" y="4009"/>
                  </a:cubicBezTo>
                  <a:cubicBezTo>
                    <a:pt x="7201" y="4009"/>
                    <a:pt x="5617" y="4879"/>
                    <a:pt x="5342" y="4879"/>
                  </a:cubicBezTo>
                  <a:cubicBezTo>
                    <a:pt x="5309" y="4879"/>
                    <a:pt x="5295" y="4866"/>
                    <a:pt x="5305" y="4837"/>
                  </a:cubicBezTo>
                  <a:cubicBezTo>
                    <a:pt x="5371" y="4570"/>
                    <a:pt x="8073" y="1968"/>
                    <a:pt x="7740" y="1768"/>
                  </a:cubicBezTo>
                  <a:cubicBezTo>
                    <a:pt x="7710" y="1746"/>
                    <a:pt x="7673" y="1736"/>
                    <a:pt x="7629" y="1736"/>
                  </a:cubicBezTo>
                  <a:cubicBezTo>
                    <a:pt x="6973" y="1736"/>
                    <a:pt x="4835" y="4077"/>
                    <a:pt x="4613" y="4077"/>
                  </a:cubicBezTo>
                  <a:cubicBezTo>
                    <a:pt x="4583" y="4077"/>
                    <a:pt x="4589" y="4034"/>
                    <a:pt x="4638" y="3937"/>
                  </a:cubicBezTo>
                  <a:cubicBezTo>
                    <a:pt x="5038" y="3074"/>
                    <a:pt x="7286" y="137"/>
                    <a:pt x="6763" y="137"/>
                  </a:cubicBezTo>
                  <a:cubicBezTo>
                    <a:pt x="6719" y="137"/>
                    <a:pt x="6657" y="157"/>
                    <a:pt x="6572" y="201"/>
                  </a:cubicBezTo>
                  <a:cubicBezTo>
                    <a:pt x="5596" y="768"/>
                    <a:pt x="4054" y="3061"/>
                    <a:pt x="3998" y="3061"/>
                  </a:cubicBezTo>
                  <a:cubicBezTo>
                    <a:pt x="3994" y="3061"/>
                    <a:pt x="3996" y="3053"/>
                    <a:pt x="4004" y="3036"/>
                  </a:cubicBezTo>
                  <a:cubicBezTo>
                    <a:pt x="4337" y="2335"/>
                    <a:pt x="6005" y="0"/>
                    <a:pt x="5471" y="0"/>
                  </a:cubicBezTo>
                  <a:close/>
                </a:path>
              </a:pathLst>
            </a:custGeom>
            <a:solidFill>
              <a:srgbClr val="FF9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74"/>
            <p:cNvSpPr/>
            <p:nvPr/>
          </p:nvSpPr>
          <p:spPr>
            <a:xfrm flipH="1">
              <a:off x="7538703" y="2444752"/>
              <a:ext cx="131644" cy="125768"/>
            </a:xfrm>
            <a:custGeom>
              <a:avLst/>
              <a:gdLst/>
              <a:ahLst/>
              <a:cxnLst/>
              <a:rect l="l" t="t" r="r" b="b"/>
              <a:pathLst>
                <a:path w="4637" h="4430" extrusionOk="0">
                  <a:moveTo>
                    <a:pt x="1234" y="1"/>
                  </a:moveTo>
                  <a:cubicBezTo>
                    <a:pt x="1176" y="1"/>
                    <a:pt x="1131" y="9"/>
                    <a:pt x="1101" y="26"/>
                  </a:cubicBezTo>
                  <a:cubicBezTo>
                    <a:pt x="734" y="226"/>
                    <a:pt x="0" y="2395"/>
                    <a:pt x="0" y="2762"/>
                  </a:cubicBezTo>
                  <a:cubicBezTo>
                    <a:pt x="67" y="3195"/>
                    <a:pt x="3036" y="4430"/>
                    <a:pt x="3036" y="4430"/>
                  </a:cubicBezTo>
                  <a:cubicBezTo>
                    <a:pt x="3036" y="4430"/>
                    <a:pt x="4637" y="1994"/>
                    <a:pt x="4637" y="1594"/>
                  </a:cubicBezTo>
                  <a:cubicBezTo>
                    <a:pt x="4637" y="1255"/>
                    <a:pt x="1951" y="1"/>
                    <a:pt x="12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74"/>
            <p:cNvSpPr/>
            <p:nvPr/>
          </p:nvSpPr>
          <p:spPr>
            <a:xfrm flipH="1">
              <a:off x="7540605" y="2330908"/>
              <a:ext cx="964068" cy="969774"/>
            </a:xfrm>
            <a:custGeom>
              <a:avLst/>
              <a:gdLst/>
              <a:ahLst/>
              <a:cxnLst/>
              <a:rect l="l" t="t" r="r" b="b"/>
              <a:pathLst>
                <a:path w="33958" h="34159" extrusionOk="0">
                  <a:moveTo>
                    <a:pt x="10708" y="0"/>
                  </a:moveTo>
                  <a:cubicBezTo>
                    <a:pt x="7539" y="867"/>
                    <a:pt x="4070" y="2669"/>
                    <a:pt x="3336" y="4003"/>
                  </a:cubicBezTo>
                  <a:cubicBezTo>
                    <a:pt x="2069" y="6205"/>
                    <a:pt x="834" y="13743"/>
                    <a:pt x="501" y="15845"/>
                  </a:cubicBezTo>
                  <a:cubicBezTo>
                    <a:pt x="34" y="17946"/>
                    <a:pt x="0" y="22917"/>
                    <a:pt x="367" y="25285"/>
                  </a:cubicBezTo>
                  <a:cubicBezTo>
                    <a:pt x="734" y="27687"/>
                    <a:pt x="501" y="31389"/>
                    <a:pt x="401" y="32190"/>
                  </a:cubicBezTo>
                  <a:cubicBezTo>
                    <a:pt x="267" y="32957"/>
                    <a:pt x="567" y="33958"/>
                    <a:pt x="1501" y="34091"/>
                  </a:cubicBezTo>
                  <a:cubicBezTo>
                    <a:pt x="1841" y="34142"/>
                    <a:pt x="2247" y="34159"/>
                    <a:pt x="2679" y="34159"/>
                  </a:cubicBezTo>
                  <a:cubicBezTo>
                    <a:pt x="3391" y="34159"/>
                    <a:pt x="4172" y="34112"/>
                    <a:pt x="4837" y="34091"/>
                  </a:cubicBezTo>
                  <a:cubicBezTo>
                    <a:pt x="5871" y="34058"/>
                    <a:pt x="6105" y="33858"/>
                    <a:pt x="6372" y="31923"/>
                  </a:cubicBezTo>
                  <a:cubicBezTo>
                    <a:pt x="6605" y="30022"/>
                    <a:pt x="6238" y="22416"/>
                    <a:pt x="6171" y="21582"/>
                  </a:cubicBezTo>
                  <a:cubicBezTo>
                    <a:pt x="6071" y="20748"/>
                    <a:pt x="6872" y="17713"/>
                    <a:pt x="6872" y="17713"/>
                  </a:cubicBezTo>
                  <a:cubicBezTo>
                    <a:pt x="6872" y="17713"/>
                    <a:pt x="7072" y="18380"/>
                    <a:pt x="7239" y="19281"/>
                  </a:cubicBezTo>
                  <a:cubicBezTo>
                    <a:pt x="7406" y="20215"/>
                    <a:pt x="7206" y="22550"/>
                    <a:pt x="7239" y="23217"/>
                  </a:cubicBezTo>
                  <a:cubicBezTo>
                    <a:pt x="7272" y="23884"/>
                    <a:pt x="8240" y="24217"/>
                    <a:pt x="10841" y="25885"/>
                  </a:cubicBezTo>
                  <a:lnTo>
                    <a:pt x="11208" y="26119"/>
                  </a:lnTo>
                  <a:cubicBezTo>
                    <a:pt x="14377" y="26085"/>
                    <a:pt x="20749" y="25952"/>
                    <a:pt x="23117" y="25919"/>
                  </a:cubicBezTo>
                  <a:cubicBezTo>
                    <a:pt x="23184" y="25885"/>
                    <a:pt x="23217" y="25885"/>
                    <a:pt x="23284" y="25852"/>
                  </a:cubicBezTo>
                  <a:cubicBezTo>
                    <a:pt x="24051" y="25418"/>
                    <a:pt x="24284" y="23917"/>
                    <a:pt x="24384" y="23183"/>
                  </a:cubicBezTo>
                  <a:cubicBezTo>
                    <a:pt x="24451" y="22416"/>
                    <a:pt x="23017" y="19748"/>
                    <a:pt x="23017" y="19748"/>
                  </a:cubicBezTo>
                  <a:lnTo>
                    <a:pt x="23017" y="19748"/>
                  </a:lnTo>
                  <a:cubicBezTo>
                    <a:pt x="23017" y="19748"/>
                    <a:pt x="24035" y="20034"/>
                    <a:pt x="24934" y="20034"/>
                  </a:cubicBezTo>
                  <a:cubicBezTo>
                    <a:pt x="25406" y="20034"/>
                    <a:pt x="25845" y="19955"/>
                    <a:pt x="26086" y="19714"/>
                  </a:cubicBezTo>
                  <a:cubicBezTo>
                    <a:pt x="30389" y="15678"/>
                    <a:pt x="30956" y="11608"/>
                    <a:pt x="32924" y="9407"/>
                  </a:cubicBezTo>
                  <a:cubicBezTo>
                    <a:pt x="33958" y="8273"/>
                    <a:pt x="33124" y="7372"/>
                    <a:pt x="32123" y="7039"/>
                  </a:cubicBezTo>
                  <a:cubicBezTo>
                    <a:pt x="31089" y="6672"/>
                    <a:pt x="30022" y="5838"/>
                    <a:pt x="29288" y="5771"/>
                  </a:cubicBezTo>
                  <a:cubicBezTo>
                    <a:pt x="29278" y="5770"/>
                    <a:pt x="29267" y="5770"/>
                    <a:pt x="29257" y="5770"/>
                  </a:cubicBezTo>
                  <a:cubicBezTo>
                    <a:pt x="28591" y="5770"/>
                    <a:pt x="28709" y="6850"/>
                    <a:pt x="27920" y="7606"/>
                  </a:cubicBezTo>
                  <a:cubicBezTo>
                    <a:pt x="26119" y="9407"/>
                    <a:pt x="24451" y="11041"/>
                    <a:pt x="24451" y="11041"/>
                  </a:cubicBezTo>
                  <a:cubicBezTo>
                    <a:pt x="23551" y="8373"/>
                    <a:pt x="21949" y="4537"/>
                    <a:pt x="20582" y="3002"/>
                  </a:cubicBezTo>
                  <a:cubicBezTo>
                    <a:pt x="19214" y="1434"/>
                    <a:pt x="14744" y="367"/>
                    <a:pt x="14744" y="367"/>
                  </a:cubicBezTo>
                  <a:lnTo>
                    <a:pt x="1070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74"/>
            <p:cNvSpPr/>
            <p:nvPr/>
          </p:nvSpPr>
          <p:spPr>
            <a:xfrm flipH="1">
              <a:off x="7783028" y="2644362"/>
              <a:ext cx="35062" cy="209319"/>
            </a:xfrm>
            <a:custGeom>
              <a:avLst/>
              <a:gdLst/>
              <a:ahLst/>
              <a:cxnLst/>
              <a:rect l="l" t="t" r="r" b="b"/>
              <a:pathLst>
                <a:path w="1235" h="7373" fill="none" extrusionOk="0">
                  <a:moveTo>
                    <a:pt x="167" y="0"/>
                  </a:moveTo>
                  <a:cubicBezTo>
                    <a:pt x="167" y="0"/>
                    <a:pt x="1235" y="3336"/>
                    <a:pt x="0" y="7372"/>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74"/>
            <p:cNvSpPr/>
            <p:nvPr/>
          </p:nvSpPr>
          <p:spPr>
            <a:xfrm flipH="1">
              <a:off x="7773545" y="2703073"/>
              <a:ext cx="20867" cy="158189"/>
            </a:xfrm>
            <a:custGeom>
              <a:avLst/>
              <a:gdLst/>
              <a:ahLst/>
              <a:cxnLst/>
              <a:rect l="l" t="t" r="r" b="b"/>
              <a:pathLst>
                <a:path w="735" h="5572" fill="none" extrusionOk="0">
                  <a:moveTo>
                    <a:pt x="734" y="5571"/>
                  </a:moveTo>
                  <a:cubicBezTo>
                    <a:pt x="734" y="5571"/>
                    <a:pt x="601" y="2069"/>
                    <a:pt x="0" y="1"/>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74"/>
            <p:cNvSpPr/>
            <p:nvPr/>
          </p:nvSpPr>
          <p:spPr>
            <a:xfrm flipH="1">
              <a:off x="7874898" y="2882072"/>
              <a:ext cx="292644" cy="90933"/>
            </a:xfrm>
            <a:custGeom>
              <a:avLst/>
              <a:gdLst/>
              <a:ahLst/>
              <a:cxnLst/>
              <a:rect l="l" t="t" r="r" b="b"/>
              <a:pathLst>
                <a:path w="10308" h="3203" fill="none" extrusionOk="0">
                  <a:moveTo>
                    <a:pt x="10308" y="1801"/>
                  </a:moveTo>
                  <a:cubicBezTo>
                    <a:pt x="10308" y="1801"/>
                    <a:pt x="5304" y="3202"/>
                    <a:pt x="1" y="0"/>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74"/>
            <p:cNvSpPr/>
            <p:nvPr/>
          </p:nvSpPr>
          <p:spPr>
            <a:xfrm flipH="1">
              <a:off x="7895707" y="2854590"/>
              <a:ext cx="158189" cy="51159"/>
            </a:xfrm>
            <a:custGeom>
              <a:avLst/>
              <a:gdLst/>
              <a:ahLst/>
              <a:cxnLst/>
              <a:rect l="l" t="t" r="r" b="b"/>
              <a:pathLst>
                <a:path w="5572" h="1802" fill="none" extrusionOk="0">
                  <a:moveTo>
                    <a:pt x="5571" y="1"/>
                  </a:moveTo>
                  <a:cubicBezTo>
                    <a:pt x="5571" y="1"/>
                    <a:pt x="2869" y="1802"/>
                    <a:pt x="0" y="1802"/>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74"/>
            <p:cNvSpPr/>
            <p:nvPr/>
          </p:nvSpPr>
          <p:spPr>
            <a:xfrm flipH="1">
              <a:off x="8365448" y="2940782"/>
              <a:ext cx="95674" cy="36964"/>
            </a:xfrm>
            <a:custGeom>
              <a:avLst/>
              <a:gdLst/>
              <a:ahLst/>
              <a:cxnLst/>
              <a:rect l="l" t="t" r="r" b="b"/>
              <a:pathLst>
                <a:path w="3370" h="1302" fill="none" extrusionOk="0">
                  <a:moveTo>
                    <a:pt x="3370" y="0"/>
                  </a:moveTo>
                  <a:cubicBezTo>
                    <a:pt x="3370" y="0"/>
                    <a:pt x="1669" y="1301"/>
                    <a:pt x="1" y="1101"/>
                  </a:cubicBezTo>
                </a:path>
              </a:pathLst>
            </a:custGeom>
            <a:noFill/>
            <a:ln w="7500" cap="rnd" cmpd="sng">
              <a:solidFill>
                <a:srgbClr val="1D24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74"/>
            <p:cNvSpPr/>
            <p:nvPr/>
          </p:nvSpPr>
          <p:spPr>
            <a:xfrm flipH="1">
              <a:off x="8405223" y="2918979"/>
              <a:ext cx="71032" cy="32251"/>
            </a:xfrm>
            <a:custGeom>
              <a:avLst/>
              <a:gdLst/>
              <a:ahLst/>
              <a:cxnLst/>
              <a:rect l="l" t="t" r="r" b="b"/>
              <a:pathLst>
                <a:path w="2502" h="1136" fill="none" extrusionOk="0">
                  <a:moveTo>
                    <a:pt x="2502" y="1135"/>
                  </a:moveTo>
                  <a:cubicBezTo>
                    <a:pt x="2368" y="1135"/>
                    <a:pt x="601" y="968"/>
                    <a:pt x="0" y="1"/>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74"/>
            <p:cNvSpPr/>
            <p:nvPr/>
          </p:nvSpPr>
          <p:spPr>
            <a:xfrm flipH="1">
              <a:off x="7854996" y="2450231"/>
              <a:ext cx="81479" cy="441323"/>
            </a:xfrm>
            <a:custGeom>
              <a:avLst/>
              <a:gdLst/>
              <a:ahLst/>
              <a:cxnLst/>
              <a:rect l="l" t="t" r="r" b="b"/>
              <a:pathLst>
                <a:path w="2870" h="15545" fill="none" extrusionOk="0">
                  <a:moveTo>
                    <a:pt x="234" y="0"/>
                  </a:moveTo>
                  <a:cubicBezTo>
                    <a:pt x="234" y="0"/>
                    <a:pt x="1" y="2735"/>
                    <a:pt x="34" y="3336"/>
                  </a:cubicBezTo>
                  <a:cubicBezTo>
                    <a:pt x="67" y="3903"/>
                    <a:pt x="1368" y="6371"/>
                    <a:pt x="1568" y="9207"/>
                  </a:cubicBezTo>
                  <a:cubicBezTo>
                    <a:pt x="1769" y="12009"/>
                    <a:pt x="2569" y="13577"/>
                    <a:pt x="2869" y="15545"/>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74"/>
            <p:cNvSpPr/>
            <p:nvPr/>
          </p:nvSpPr>
          <p:spPr>
            <a:xfrm flipH="1">
              <a:off x="8286836" y="2412331"/>
              <a:ext cx="135449" cy="422415"/>
            </a:xfrm>
            <a:custGeom>
              <a:avLst/>
              <a:gdLst/>
              <a:ahLst/>
              <a:cxnLst/>
              <a:rect l="l" t="t" r="r" b="b"/>
              <a:pathLst>
                <a:path w="4771" h="14879" fill="none" extrusionOk="0">
                  <a:moveTo>
                    <a:pt x="3870" y="14878"/>
                  </a:moveTo>
                  <a:cubicBezTo>
                    <a:pt x="4103" y="13010"/>
                    <a:pt x="4771" y="6606"/>
                    <a:pt x="4037" y="4371"/>
                  </a:cubicBezTo>
                  <a:cubicBezTo>
                    <a:pt x="3336" y="2136"/>
                    <a:pt x="1001" y="1"/>
                    <a:pt x="0" y="1669"/>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74"/>
            <p:cNvSpPr/>
            <p:nvPr/>
          </p:nvSpPr>
          <p:spPr>
            <a:xfrm flipH="1">
              <a:off x="8064287" y="2282617"/>
              <a:ext cx="177125" cy="154385"/>
            </a:xfrm>
            <a:custGeom>
              <a:avLst/>
              <a:gdLst/>
              <a:ahLst/>
              <a:cxnLst/>
              <a:rect l="l" t="t" r="r" b="b"/>
              <a:pathLst>
                <a:path w="6239" h="5438" extrusionOk="0">
                  <a:moveTo>
                    <a:pt x="1370" y="1"/>
                  </a:moveTo>
                  <a:cubicBezTo>
                    <a:pt x="1290" y="1"/>
                    <a:pt x="1141" y="438"/>
                    <a:pt x="968" y="901"/>
                  </a:cubicBezTo>
                  <a:cubicBezTo>
                    <a:pt x="768" y="1401"/>
                    <a:pt x="1" y="2135"/>
                    <a:pt x="1" y="2135"/>
                  </a:cubicBezTo>
                  <a:cubicBezTo>
                    <a:pt x="901" y="4136"/>
                    <a:pt x="2936" y="5437"/>
                    <a:pt x="2936" y="5437"/>
                  </a:cubicBezTo>
                  <a:lnTo>
                    <a:pt x="4137" y="3302"/>
                  </a:lnTo>
                  <a:lnTo>
                    <a:pt x="5972" y="5137"/>
                  </a:lnTo>
                  <a:lnTo>
                    <a:pt x="6238" y="2769"/>
                  </a:lnTo>
                  <a:cubicBezTo>
                    <a:pt x="6238" y="2769"/>
                    <a:pt x="5738" y="1434"/>
                    <a:pt x="5671" y="1201"/>
                  </a:cubicBezTo>
                  <a:cubicBezTo>
                    <a:pt x="5638" y="901"/>
                    <a:pt x="5238" y="634"/>
                    <a:pt x="5238" y="634"/>
                  </a:cubicBezTo>
                  <a:cubicBezTo>
                    <a:pt x="5004" y="1368"/>
                    <a:pt x="4137" y="1734"/>
                    <a:pt x="4137" y="1734"/>
                  </a:cubicBezTo>
                  <a:cubicBezTo>
                    <a:pt x="1835" y="1234"/>
                    <a:pt x="1402" y="33"/>
                    <a:pt x="1402" y="33"/>
                  </a:cubicBezTo>
                  <a:cubicBezTo>
                    <a:pt x="1393" y="11"/>
                    <a:pt x="1382" y="1"/>
                    <a:pt x="13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00" name="Google Shape;3700;p74"/>
          <p:cNvGrpSpPr/>
          <p:nvPr/>
        </p:nvGrpSpPr>
        <p:grpSpPr>
          <a:xfrm>
            <a:off x="2137600" y="3333927"/>
            <a:ext cx="1775471" cy="1066101"/>
            <a:chOff x="2599775" y="3210802"/>
            <a:chExt cx="1775471" cy="1066101"/>
          </a:xfrm>
        </p:grpSpPr>
        <p:sp>
          <p:nvSpPr>
            <p:cNvPr id="3701" name="Google Shape;3701;p74"/>
            <p:cNvSpPr/>
            <p:nvPr/>
          </p:nvSpPr>
          <p:spPr>
            <a:xfrm>
              <a:off x="2645939" y="4118951"/>
              <a:ext cx="677290" cy="157952"/>
            </a:xfrm>
            <a:custGeom>
              <a:avLst/>
              <a:gdLst/>
              <a:ahLst/>
              <a:cxnLst/>
              <a:rect l="l" t="t" r="r" b="b"/>
              <a:pathLst>
                <a:path w="33759" h="7873" extrusionOk="0">
                  <a:moveTo>
                    <a:pt x="668" y="0"/>
                  </a:moveTo>
                  <a:cubicBezTo>
                    <a:pt x="301" y="0"/>
                    <a:pt x="1" y="267"/>
                    <a:pt x="1" y="667"/>
                  </a:cubicBezTo>
                  <a:lnTo>
                    <a:pt x="1" y="7205"/>
                  </a:lnTo>
                  <a:cubicBezTo>
                    <a:pt x="1" y="7572"/>
                    <a:pt x="301" y="7873"/>
                    <a:pt x="668"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74"/>
            <p:cNvSpPr/>
            <p:nvPr/>
          </p:nvSpPr>
          <p:spPr>
            <a:xfrm>
              <a:off x="2703499" y="4132995"/>
              <a:ext cx="28790" cy="129182"/>
            </a:xfrm>
            <a:custGeom>
              <a:avLst/>
              <a:gdLst/>
              <a:ahLst/>
              <a:cxnLst/>
              <a:rect l="l" t="t" r="r" b="b"/>
              <a:pathLst>
                <a:path w="1435" h="6439" extrusionOk="0">
                  <a:moveTo>
                    <a:pt x="0" y="1"/>
                  </a:moveTo>
                  <a:lnTo>
                    <a:pt x="0" y="6439"/>
                  </a:lnTo>
                  <a:lnTo>
                    <a:pt x="1435" y="6439"/>
                  </a:lnTo>
                  <a:lnTo>
                    <a:pt x="1435"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74"/>
            <p:cNvSpPr/>
            <p:nvPr/>
          </p:nvSpPr>
          <p:spPr>
            <a:xfrm>
              <a:off x="2792496" y="41329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74"/>
            <p:cNvSpPr/>
            <p:nvPr/>
          </p:nvSpPr>
          <p:spPr>
            <a:xfrm>
              <a:off x="2881513" y="41329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74"/>
            <p:cNvSpPr/>
            <p:nvPr/>
          </p:nvSpPr>
          <p:spPr>
            <a:xfrm>
              <a:off x="2969848" y="41329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74"/>
            <p:cNvSpPr/>
            <p:nvPr/>
          </p:nvSpPr>
          <p:spPr>
            <a:xfrm>
              <a:off x="3058866" y="41329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74"/>
            <p:cNvSpPr/>
            <p:nvPr/>
          </p:nvSpPr>
          <p:spPr>
            <a:xfrm>
              <a:off x="3148525" y="4132995"/>
              <a:ext cx="28810" cy="129182"/>
            </a:xfrm>
            <a:custGeom>
              <a:avLst/>
              <a:gdLst/>
              <a:ahLst/>
              <a:cxnLst/>
              <a:rect l="l" t="t" r="r" b="b"/>
              <a:pathLst>
                <a:path w="1436" h="6439" extrusionOk="0">
                  <a:moveTo>
                    <a:pt x="1" y="1"/>
                  </a:moveTo>
                  <a:lnTo>
                    <a:pt x="1"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74"/>
            <p:cNvSpPr/>
            <p:nvPr/>
          </p:nvSpPr>
          <p:spPr>
            <a:xfrm>
              <a:off x="3236880" y="4132995"/>
              <a:ext cx="29452" cy="129182"/>
            </a:xfrm>
            <a:custGeom>
              <a:avLst/>
              <a:gdLst/>
              <a:ahLst/>
              <a:cxnLst/>
              <a:rect l="l" t="t" r="r" b="b"/>
              <a:pathLst>
                <a:path w="1468"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74"/>
            <p:cNvSpPr/>
            <p:nvPr/>
          </p:nvSpPr>
          <p:spPr>
            <a:xfrm>
              <a:off x="2676053" y="4132995"/>
              <a:ext cx="187404" cy="128520"/>
            </a:xfrm>
            <a:custGeom>
              <a:avLst/>
              <a:gdLst/>
              <a:ahLst/>
              <a:cxnLst/>
              <a:rect l="l" t="t" r="r" b="b"/>
              <a:pathLst>
                <a:path w="9341" h="6406" extrusionOk="0">
                  <a:moveTo>
                    <a:pt x="1" y="1"/>
                  </a:moveTo>
                  <a:lnTo>
                    <a:pt x="1" y="6405"/>
                  </a:lnTo>
                  <a:lnTo>
                    <a:pt x="9341" y="6405"/>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74"/>
            <p:cNvSpPr/>
            <p:nvPr/>
          </p:nvSpPr>
          <p:spPr>
            <a:xfrm>
              <a:off x="2645939" y="4118951"/>
              <a:ext cx="677290" cy="14064"/>
            </a:xfrm>
            <a:custGeom>
              <a:avLst/>
              <a:gdLst/>
              <a:ahLst/>
              <a:cxnLst/>
              <a:rect l="l" t="t" r="r" b="b"/>
              <a:pathLst>
                <a:path w="33759" h="701" extrusionOk="0">
                  <a:moveTo>
                    <a:pt x="668"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74"/>
            <p:cNvSpPr/>
            <p:nvPr/>
          </p:nvSpPr>
          <p:spPr>
            <a:xfrm>
              <a:off x="2599775" y="3959675"/>
              <a:ext cx="676608" cy="157952"/>
            </a:xfrm>
            <a:custGeom>
              <a:avLst/>
              <a:gdLst/>
              <a:ahLst/>
              <a:cxnLst/>
              <a:rect l="l" t="t" r="r" b="b"/>
              <a:pathLst>
                <a:path w="33725" h="7873" extrusionOk="0">
                  <a:moveTo>
                    <a:pt x="667" y="0"/>
                  </a:moveTo>
                  <a:cubicBezTo>
                    <a:pt x="267" y="0"/>
                    <a:pt x="0" y="300"/>
                    <a:pt x="0" y="667"/>
                  </a:cubicBezTo>
                  <a:lnTo>
                    <a:pt x="0" y="7205"/>
                  </a:lnTo>
                  <a:cubicBezTo>
                    <a:pt x="0" y="7606"/>
                    <a:pt x="267" y="7873"/>
                    <a:pt x="667" y="7873"/>
                  </a:cubicBezTo>
                  <a:lnTo>
                    <a:pt x="33057" y="7873"/>
                  </a:lnTo>
                  <a:cubicBezTo>
                    <a:pt x="33424" y="7873"/>
                    <a:pt x="33724" y="7606"/>
                    <a:pt x="33724" y="7205"/>
                  </a:cubicBezTo>
                  <a:lnTo>
                    <a:pt x="33724" y="667"/>
                  </a:lnTo>
                  <a:cubicBezTo>
                    <a:pt x="33724" y="300"/>
                    <a:pt x="33424" y="0"/>
                    <a:pt x="3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74"/>
            <p:cNvSpPr/>
            <p:nvPr/>
          </p:nvSpPr>
          <p:spPr>
            <a:xfrm>
              <a:off x="2744988" y="39737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74"/>
            <p:cNvSpPr/>
            <p:nvPr/>
          </p:nvSpPr>
          <p:spPr>
            <a:xfrm>
              <a:off x="2834667" y="39737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74"/>
            <p:cNvSpPr/>
            <p:nvPr/>
          </p:nvSpPr>
          <p:spPr>
            <a:xfrm>
              <a:off x="2923002" y="39737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74"/>
            <p:cNvSpPr/>
            <p:nvPr/>
          </p:nvSpPr>
          <p:spPr>
            <a:xfrm>
              <a:off x="3012020" y="39737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74"/>
            <p:cNvSpPr/>
            <p:nvPr/>
          </p:nvSpPr>
          <p:spPr>
            <a:xfrm>
              <a:off x="3100355" y="39737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74"/>
            <p:cNvSpPr/>
            <p:nvPr/>
          </p:nvSpPr>
          <p:spPr>
            <a:xfrm>
              <a:off x="3190034" y="39737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74"/>
            <p:cNvSpPr/>
            <p:nvPr/>
          </p:nvSpPr>
          <p:spPr>
            <a:xfrm>
              <a:off x="2629889" y="3973719"/>
              <a:ext cx="187404" cy="129182"/>
            </a:xfrm>
            <a:custGeom>
              <a:avLst/>
              <a:gdLst/>
              <a:ahLst/>
              <a:cxnLst/>
              <a:rect l="l" t="t" r="r" b="b"/>
              <a:pathLst>
                <a:path w="9341" h="6439" extrusionOk="0">
                  <a:moveTo>
                    <a:pt x="0" y="1"/>
                  </a:moveTo>
                  <a:lnTo>
                    <a:pt x="0" y="6439"/>
                  </a:lnTo>
                  <a:lnTo>
                    <a:pt x="9340" y="6439"/>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74"/>
            <p:cNvSpPr/>
            <p:nvPr/>
          </p:nvSpPr>
          <p:spPr>
            <a:xfrm>
              <a:off x="2599775" y="3959675"/>
              <a:ext cx="676608" cy="14064"/>
            </a:xfrm>
            <a:custGeom>
              <a:avLst/>
              <a:gdLst/>
              <a:ahLst/>
              <a:cxnLst/>
              <a:rect l="l" t="t" r="r" b="b"/>
              <a:pathLst>
                <a:path w="33725" h="701" extrusionOk="0">
                  <a:moveTo>
                    <a:pt x="667" y="0"/>
                  </a:moveTo>
                  <a:cubicBezTo>
                    <a:pt x="267" y="0"/>
                    <a:pt x="0" y="300"/>
                    <a:pt x="0" y="667"/>
                  </a:cubicBezTo>
                  <a:lnTo>
                    <a:pt x="0" y="701"/>
                  </a:lnTo>
                  <a:lnTo>
                    <a:pt x="33724" y="701"/>
                  </a:lnTo>
                  <a:lnTo>
                    <a:pt x="33724" y="667"/>
                  </a:lnTo>
                  <a:cubicBezTo>
                    <a:pt x="33724" y="300"/>
                    <a:pt x="33424" y="0"/>
                    <a:pt x="330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74"/>
            <p:cNvSpPr/>
            <p:nvPr/>
          </p:nvSpPr>
          <p:spPr>
            <a:xfrm>
              <a:off x="3673199" y="4118951"/>
              <a:ext cx="677290" cy="157952"/>
            </a:xfrm>
            <a:custGeom>
              <a:avLst/>
              <a:gdLst/>
              <a:ahLst/>
              <a:cxnLst/>
              <a:rect l="l" t="t" r="r" b="b"/>
              <a:pathLst>
                <a:path w="33759" h="7873" extrusionOk="0">
                  <a:moveTo>
                    <a:pt x="701" y="0"/>
                  </a:moveTo>
                  <a:cubicBezTo>
                    <a:pt x="301" y="0"/>
                    <a:pt x="1" y="267"/>
                    <a:pt x="1" y="667"/>
                  </a:cubicBezTo>
                  <a:lnTo>
                    <a:pt x="1" y="7205"/>
                  </a:lnTo>
                  <a:cubicBezTo>
                    <a:pt x="1" y="7572"/>
                    <a:pt x="301" y="7873"/>
                    <a:pt x="701" y="7873"/>
                  </a:cubicBezTo>
                  <a:lnTo>
                    <a:pt x="33091" y="7873"/>
                  </a:lnTo>
                  <a:cubicBezTo>
                    <a:pt x="33458" y="7873"/>
                    <a:pt x="33758" y="7572"/>
                    <a:pt x="33758" y="7205"/>
                  </a:cubicBezTo>
                  <a:lnTo>
                    <a:pt x="33758" y="667"/>
                  </a:lnTo>
                  <a:cubicBezTo>
                    <a:pt x="33758" y="267"/>
                    <a:pt x="33458" y="0"/>
                    <a:pt x="3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74"/>
            <p:cNvSpPr/>
            <p:nvPr/>
          </p:nvSpPr>
          <p:spPr>
            <a:xfrm>
              <a:off x="3730097" y="4132995"/>
              <a:ext cx="29472" cy="129182"/>
            </a:xfrm>
            <a:custGeom>
              <a:avLst/>
              <a:gdLst/>
              <a:ahLst/>
              <a:cxnLst/>
              <a:rect l="l" t="t" r="r" b="b"/>
              <a:pathLst>
                <a:path w="1469" h="6439" extrusionOk="0">
                  <a:moveTo>
                    <a:pt x="0" y="1"/>
                  </a:moveTo>
                  <a:lnTo>
                    <a:pt x="0" y="6439"/>
                  </a:lnTo>
                  <a:lnTo>
                    <a:pt x="1468" y="6439"/>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74"/>
            <p:cNvSpPr/>
            <p:nvPr/>
          </p:nvSpPr>
          <p:spPr>
            <a:xfrm>
              <a:off x="3819094" y="4132995"/>
              <a:ext cx="29472" cy="129182"/>
            </a:xfrm>
            <a:custGeom>
              <a:avLst/>
              <a:gdLst/>
              <a:ahLst/>
              <a:cxnLst/>
              <a:rect l="l" t="t" r="r" b="b"/>
              <a:pathLst>
                <a:path w="1469" h="6439" extrusionOk="0">
                  <a:moveTo>
                    <a:pt x="1" y="1"/>
                  </a:moveTo>
                  <a:lnTo>
                    <a:pt x="1" y="6439"/>
                  </a:lnTo>
                  <a:lnTo>
                    <a:pt x="1469" y="6439"/>
                  </a:lnTo>
                  <a:lnTo>
                    <a:pt x="1469"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74"/>
            <p:cNvSpPr/>
            <p:nvPr/>
          </p:nvSpPr>
          <p:spPr>
            <a:xfrm>
              <a:off x="3908773" y="4132995"/>
              <a:ext cx="29472" cy="129182"/>
            </a:xfrm>
            <a:custGeom>
              <a:avLst/>
              <a:gdLst/>
              <a:ahLst/>
              <a:cxnLst/>
              <a:rect l="l" t="t" r="r" b="b"/>
              <a:pathLst>
                <a:path w="1469" h="6439" extrusionOk="0">
                  <a:moveTo>
                    <a:pt x="1" y="1"/>
                  </a:moveTo>
                  <a:lnTo>
                    <a:pt x="1"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74"/>
            <p:cNvSpPr/>
            <p:nvPr/>
          </p:nvSpPr>
          <p:spPr>
            <a:xfrm>
              <a:off x="3997109" y="4132995"/>
              <a:ext cx="29472" cy="129182"/>
            </a:xfrm>
            <a:custGeom>
              <a:avLst/>
              <a:gdLst/>
              <a:ahLst/>
              <a:cxnLst/>
              <a:rect l="l" t="t" r="r" b="b"/>
              <a:pathLst>
                <a:path w="1469" h="6439" extrusionOk="0">
                  <a:moveTo>
                    <a:pt x="1" y="1"/>
                  </a:moveTo>
                  <a:lnTo>
                    <a:pt x="1" y="6439"/>
                  </a:lnTo>
                  <a:lnTo>
                    <a:pt x="1469" y="6439"/>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74"/>
            <p:cNvSpPr/>
            <p:nvPr/>
          </p:nvSpPr>
          <p:spPr>
            <a:xfrm>
              <a:off x="4086126" y="4132995"/>
              <a:ext cx="28790" cy="129182"/>
            </a:xfrm>
            <a:custGeom>
              <a:avLst/>
              <a:gdLst/>
              <a:ahLst/>
              <a:cxnLst/>
              <a:rect l="l" t="t" r="r" b="b"/>
              <a:pathLst>
                <a:path w="1435" h="6439" extrusionOk="0">
                  <a:moveTo>
                    <a:pt x="0" y="1"/>
                  </a:moveTo>
                  <a:lnTo>
                    <a:pt x="0" y="6439"/>
                  </a:lnTo>
                  <a:lnTo>
                    <a:pt x="1435" y="6439"/>
                  </a:lnTo>
                  <a:lnTo>
                    <a:pt x="14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74"/>
            <p:cNvSpPr/>
            <p:nvPr/>
          </p:nvSpPr>
          <p:spPr>
            <a:xfrm>
              <a:off x="4174461" y="41329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74"/>
            <p:cNvSpPr/>
            <p:nvPr/>
          </p:nvSpPr>
          <p:spPr>
            <a:xfrm>
              <a:off x="4264140" y="4132995"/>
              <a:ext cx="29472" cy="129182"/>
            </a:xfrm>
            <a:custGeom>
              <a:avLst/>
              <a:gdLst/>
              <a:ahLst/>
              <a:cxnLst/>
              <a:rect l="l" t="t" r="r" b="b"/>
              <a:pathLst>
                <a:path w="1469" h="6439" extrusionOk="0">
                  <a:moveTo>
                    <a:pt x="0" y="1"/>
                  </a:moveTo>
                  <a:lnTo>
                    <a:pt x="0" y="6439"/>
                  </a:lnTo>
                  <a:lnTo>
                    <a:pt x="1468" y="6439"/>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74"/>
            <p:cNvSpPr/>
            <p:nvPr/>
          </p:nvSpPr>
          <p:spPr>
            <a:xfrm>
              <a:off x="3703995" y="4132995"/>
              <a:ext cx="187404" cy="128520"/>
            </a:xfrm>
            <a:custGeom>
              <a:avLst/>
              <a:gdLst/>
              <a:ahLst/>
              <a:cxnLst/>
              <a:rect l="l" t="t" r="r" b="b"/>
              <a:pathLst>
                <a:path w="9341" h="6406" extrusionOk="0">
                  <a:moveTo>
                    <a:pt x="0" y="1"/>
                  </a:moveTo>
                  <a:lnTo>
                    <a:pt x="0" y="6405"/>
                  </a:lnTo>
                  <a:lnTo>
                    <a:pt x="9340" y="6405"/>
                  </a:lnTo>
                  <a:lnTo>
                    <a:pt x="9340" y="1"/>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74"/>
            <p:cNvSpPr/>
            <p:nvPr/>
          </p:nvSpPr>
          <p:spPr>
            <a:xfrm>
              <a:off x="3703995" y="4132995"/>
              <a:ext cx="187404" cy="128520"/>
            </a:xfrm>
            <a:custGeom>
              <a:avLst/>
              <a:gdLst/>
              <a:ahLst/>
              <a:cxnLst/>
              <a:rect l="l" t="t" r="r" b="b"/>
              <a:pathLst>
                <a:path w="9341" h="6406" extrusionOk="0">
                  <a:moveTo>
                    <a:pt x="0" y="1"/>
                  </a:moveTo>
                  <a:lnTo>
                    <a:pt x="0" y="6405"/>
                  </a:lnTo>
                  <a:lnTo>
                    <a:pt x="9340" y="6405"/>
                  </a:lnTo>
                  <a:lnTo>
                    <a:pt x="93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74"/>
            <p:cNvSpPr/>
            <p:nvPr/>
          </p:nvSpPr>
          <p:spPr>
            <a:xfrm>
              <a:off x="3673199" y="4118951"/>
              <a:ext cx="677290" cy="14064"/>
            </a:xfrm>
            <a:custGeom>
              <a:avLst/>
              <a:gdLst/>
              <a:ahLst/>
              <a:cxnLst/>
              <a:rect l="l" t="t" r="r" b="b"/>
              <a:pathLst>
                <a:path w="33759" h="701" extrusionOk="0">
                  <a:moveTo>
                    <a:pt x="701" y="0"/>
                  </a:moveTo>
                  <a:cubicBezTo>
                    <a:pt x="301" y="0"/>
                    <a:pt x="1" y="267"/>
                    <a:pt x="1" y="667"/>
                  </a:cubicBezTo>
                  <a:lnTo>
                    <a:pt x="1" y="701"/>
                  </a:lnTo>
                  <a:lnTo>
                    <a:pt x="33758" y="701"/>
                  </a:lnTo>
                  <a:lnTo>
                    <a:pt x="33758" y="667"/>
                  </a:lnTo>
                  <a:cubicBezTo>
                    <a:pt x="33758" y="267"/>
                    <a:pt x="33458" y="0"/>
                    <a:pt x="330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74"/>
            <p:cNvSpPr/>
            <p:nvPr/>
          </p:nvSpPr>
          <p:spPr>
            <a:xfrm>
              <a:off x="3406850" y="3960337"/>
              <a:ext cx="676608" cy="158634"/>
            </a:xfrm>
            <a:custGeom>
              <a:avLst/>
              <a:gdLst/>
              <a:ahLst/>
              <a:cxnLst/>
              <a:rect l="l" t="t" r="r" b="b"/>
              <a:pathLst>
                <a:path w="33725" h="7907" extrusionOk="0">
                  <a:moveTo>
                    <a:pt x="668" y="1"/>
                  </a:moveTo>
                  <a:cubicBezTo>
                    <a:pt x="301" y="1"/>
                    <a:pt x="1" y="301"/>
                    <a:pt x="1" y="668"/>
                  </a:cubicBezTo>
                  <a:lnTo>
                    <a:pt x="1" y="7239"/>
                  </a:lnTo>
                  <a:cubicBezTo>
                    <a:pt x="1" y="7606"/>
                    <a:pt x="301" y="7906"/>
                    <a:pt x="668" y="7906"/>
                  </a:cubicBezTo>
                  <a:lnTo>
                    <a:pt x="33058" y="7906"/>
                  </a:lnTo>
                  <a:cubicBezTo>
                    <a:pt x="33425" y="7906"/>
                    <a:pt x="33725" y="7573"/>
                    <a:pt x="33725" y="7239"/>
                  </a:cubicBezTo>
                  <a:lnTo>
                    <a:pt x="33725" y="668"/>
                  </a:lnTo>
                  <a:cubicBezTo>
                    <a:pt x="33725" y="301"/>
                    <a:pt x="33425" y="1"/>
                    <a:pt x="33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74"/>
            <p:cNvSpPr/>
            <p:nvPr/>
          </p:nvSpPr>
          <p:spPr>
            <a:xfrm>
              <a:off x="3463747" y="3973719"/>
              <a:ext cx="29452" cy="129844"/>
            </a:xfrm>
            <a:custGeom>
              <a:avLst/>
              <a:gdLst/>
              <a:ahLst/>
              <a:cxnLst/>
              <a:rect l="l" t="t" r="r" b="b"/>
              <a:pathLst>
                <a:path w="1468" h="6472" extrusionOk="0">
                  <a:moveTo>
                    <a:pt x="0" y="1"/>
                  </a:moveTo>
                  <a:lnTo>
                    <a:pt x="0"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74"/>
            <p:cNvSpPr/>
            <p:nvPr/>
          </p:nvSpPr>
          <p:spPr>
            <a:xfrm>
              <a:off x="3552744" y="3973719"/>
              <a:ext cx="29472" cy="129844"/>
            </a:xfrm>
            <a:custGeom>
              <a:avLst/>
              <a:gdLst/>
              <a:ahLst/>
              <a:cxnLst/>
              <a:rect l="l" t="t" r="r" b="b"/>
              <a:pathLst>
                <a:path w="1469" h="6472" extrusionOk="0">
                  <a:moveTo>
                    <a:pt x="1" y="1"/>
                  </a:moveTo>
                  <a:lnTo>
                    <a:pt x="1" y="6472"/>
                  </a:lnTo>
                  <a:lnTo>
                    <a:pt x="1468" y="6472"/>
                  </a:lnTo>
                  <a:lnTo>
                    <a:pt x="1468" y="1"/>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74"/>
            <p:cNvSpPr/>
            <p:nvPr/>
          </p:nvSpPr>
          <p:spPr>
            <a:xfrm>
              <a:off x="3641762" y="3973719"/>
              <a:ext cx="29452" cy="129844"/>
            </a:xfrm>
            <a:custGeom>
              <a:avLst/>
              <a:gdLst/>
              <a:ahLst/>
              <a:cxnLst/>
              <a:rect l="l" t="t" r="r" b="b"/>
              <a:pathLst>
                <a:path w="1468"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74"/>
            <p:cNvSpPr/>
            <p:nvPr/>
          </p:nvSpPr>
          <p:spPr>
            <a:xfrm>
              <a:off x="3730097" y="3973719"/>
              <a:ext cx="29472" cy="129844"/>
            </a:xfrm>
            <a:custGeom>
              <a:avLst/>
              <a:gdLst/>
              <a:ahLst/>
              <a:cxnLst/>
              <a:rect l="l" t="t" r="r" b="b"/>
              <a:pathLst>
                <a:path w="1469" h="6472" extrusionOk="0">
                  <a:moveTo>
                    <a:pt x="0" y="1"/>
                  </a:moveTo>
                  <a:lnTo>
                    <a:pt x="0"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74"/>
            <p:cNvSpPr/>
            <p:nvPr/>
          </p:nvSpPr>
          <p:spPr>
            <a:xfrm>
              <a:off x="3819094" y="39737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74"/>
            <p:cNvSpPr/>
            <p:nvPr/>
          </p:nvSpPr>
          <p:spPr>
            <a:xfrm>
              <a:off x="3908773" y="3973719"/>
              <a:ext cx="29472" cy="129844"/>
            </a:xfrm>
            <a:custGeom>
              <a:avLst/>
              <a:gdLst/>
              <a:ahLst/>
              <a:cxnLst/>
              <a:rect l="l" t="t" r="r" b="b"/>
              <a:pathLst>
                <a:path w="1469" h="6472" extrusionOk="0">
                  <a:moveTo>
                    <a:pt x="1" y="1"/>
                  </a:moveTo>
                  <a:lnTo>
                    <a:pt x="1" y="6472"/>
                  </a:lnTo>
                  <a:lnTo>
                    <a:pt x="1468" y="6472"/>
                  </a:lnTo>
                  <a:lnTo>
                    <a:pt x="1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74"/>
            <p:cNvSpPr/>
            <p:nvPr/>
          </p:nvSpPr>
          <p:spPr>
            <a:xfrm>
              <a:off x="3997109" y="3973719"/>
              <a:ext cx="29472" cy="129844"/>
            </a:xfrm>
            <a:custGeom>
              <a:avLst/>
              <a:gdLst/>
              <a:ahLst/>
              <a:cxnLst/>
              <a:rect l="l" t="t" r="r" b="b"/>
              <a:pathLst>
                <a:path w="1469" h="6472" extrusionOk="0">
                  <a:moveTo>
                    <a:pt x="1" y="1"/>
                  </a:moveTo>
                  <a:lnTo>
                    <a:pt x="1" y="6472"/>
                  </a:lnTo>
                  <a:lnTo>
                    <a:pt x="1469" y="6472"/>
                  </a:lnTo>
                  <a:lnTo>
                    <a:pt x="1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74"/>
            <p:cNvSpPr/>
            <p:nvPr/>
          </p:nvSpPr>
          <p:spPr>
            <a:xfrm>
              <a:off x="3436964" y="3973719"/>
              <a:ext cx="187404" cy="129182"/>
            </a:xfrm>
            <a:custGeom>
              <a:avLst/>
              <a:gdLst/>
              <a:ahLst/>
              <a:cxnLst/>
              <a:rect l="l" t="t" r="r" b="b"/>
              <a:pathLst>
                <a:path w="9341" h="6439" extrusionOk="0">
                  <a:moveTo>
                    <a:pt x="1" y="1"/>
                  </a:moveTo>
                  <a:lnTo>
                    <a:pt x="1" y="6439"/>
                  </a:lnTo>
                  <a:lnTo>
                    <a:pt x="9341" y="6439"/>
                  </a:lnTo>
                  <a:lnTo>
                    <a:pt x="9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74"/>
            <p:cNvSpPr/>
            <p:nvPr/>
          </p:nvSpPr>
          <p:spPr>
            <a:xfrm>
              <a:off x="3406850" y="3959675"/>
              <a:ext cx="676608" cy="14064"/>
            </a:xfrm>
            <a:custGeom>
              <a:avLst/>
              <a:gdLst/>
              <a:ahLst/>
              <a:cxnLst/>
              <a:rect l="l" t="t" r="r" b="b"/>
              <a:pathLst>
                <a:path w="33725" h="701" extrusionOk="0">
                  <a:moveTo>
                    <a:pt x="668" y="0"/>
                  </a:moveTo>
                  <a:cubicBezTo>
                    <a:pt x="301" y="0"/>
                    <a:pt x="1" y="300"/>
                    <a:pt x="1" y="667"/>
                  </a:cubicBezTo>
                  <a:lnTo>
                    <a:pt x="1" y="701"/>
                  </a:lnTo>
                  <a:lnTo>
                    <a:pt x="33725" y="701"/>
                  </a:lnTo>
                  <a:lnTo>
                    <a:pt x="33725" y="667"/>
                  </a:lnTo>
                  <a:cubicBezTo>
                    <a:pt x="33725" y="300"/>
                    <a:pt x="33425" y="0"/>
                    <a:pt x="330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74"/>
            <p:cNvSpPr/>
            <p:nvPr/>
          </p:nvSpPr>
          <p:spPr>
            <a:xfrm>
              <a:off x="3697977" y="3803729"/>
              <a:ext cx="677270" cy="158634"/>
            </a:xfrm>
            <a:custGeom>
              <a:avLst/>
              <a:gdLst/>
              <a:ahLst/>
              <a:cxnLst/>
              <a:rect l="l" t="t" r="r" b="b"/>
              <a:pathLst>
                <a:path w="33758" h="7907" extrusionOk="0">
                  <a:moveTo>
                    <a:pt x="667" y="1"/>
                  </a:moveTo>
                  <a:cubicBezTo>
                    <a:pt x="300" y="1"/>
                    <a:pt x="0" y="301"/>
                    <a:pt x="0" y="701"/>
                  </a:cubicBezTo>
                  <a:lnTo>
                    <a:pt x="0" y="7239"/>
                  </a:lnTo>
                  <a:cubicBezTo>
                    <a:pt x="0" y="7606"/>
                    <a:pt x="300" y="7907"/>
                    <a:pt x="667" y="7907"/>
                  </a:cubicBezTo>
                  <a:lnTo>
                    <a:pt x="33057" y="7907"/>
                  </a:lnTo>
                  <a:cubicBezTo>
                    <a:pt x="33424" y="7907"/>
                    <a:pt x="33758" y="7573"/>
                    <a:pt x="33724" y="7239"/>
                  </a:cubicBezTo>
                  <a:lnTo>
                    <a:pt x="33724" y="701"/>
                  </a:lnTo>
                  <a:cubicBezTo>
                    <a:pt x="33724" y="301"/>
                    <a:pt x="33424" y="1"/>
                    <a:pt x="33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74"/>
            <p:cNvSpPr/>
            <p:nvPr/>
          </p:nvSpPr>
          <p:spPr>
            <a:xfrm>
              <a:off x="3755516" y="3817793"/>
              <a:ext cx="29472" cy="129182"/>
            </a:xfrm>
            <a:custGeom>
              <a:avLst/>
              <a:gdLst/>
              <a:ahLst/>
              <a:cxnLst/>
              <a:rect l="l" t="t" r="r" b="b"/>
              <a:pathLst>
                <a:path w="1469" h="6439" extrusionOk="0">
                  <a:moveTo>
                    <a:pt x="1" y="0"/>
                  </a:moveTo>
                  <a:lnTo>
                    <a:pt x="1" y="6438"/>
                  </a:lnTo>
                  <a:lnTo>
                    <a:pt x="1469" y="6438"/>
                  </a:lnTo>
                  <a:lnTo>
                    <a:pt x="1469"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74"/>
            <p:cNvSpPr/>
            <p:nvPr/>
          </p:nvSpPr>
          <p:spPr>
            <a:xfrm>
              <a:off x="3844533" y="3817793"/>
              <a:ext cx="28790" cy="129182"/>
            </a:xfrm>
            <a:custGeom>
              <a:avLst/>
              <a:gdLst/>
              <a:ahLst/>
              <a:cxnLst/>
              <a:rect l="l" t="t" r="r" b="b"/>
              <a:pathLst>
                <a:path w="1435" h="6439" extrusionOk="0">
                  <a:moveTo>
                    <a:pt x="0" y="0"/>
                  </a:moveTo>
                  <a:lnTo>
                    <a:pt x="0" y="6438"/>
                  </a:lnTo>
                  <a:lnTo>
                    <a:pt x="1435" y="6438"/>
                  </a:lnTo>
                  <a:lnTo>
                    <a:pt x="1435" y="0"/>
                  </a:lnTo>
                  <a:close/>
                </a:path>
              </a:pathLst>
            </a:custGeom>
            <a:solidFill>
              <a:srgbClr val="FAC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74"/>
            <p:cNvSpPr/>
            <p:nvPr/>
          </p:nvSpPr>
          <p:spPr>
            <a:xfrm>
              <a:off x="4021886" y="3817793"/>
              <a:ext cx="28790" cy="129182"/>
            </a:xfrm>
            <a:custGeom>
              <a:avLst/>
              <a:gdLst/>
              <a:ahLst/>
              <a:cxnLst/>
              <a:rect l="l" t="t" r="r" b="b"/>
              <a:pathLst>
                <a:path w="1435" h="6439" extrusionOk="0">
                  <a:moveTo>
                    <a:pt x="0" y="0"/>
                  </a:moveTo>
                  <a:lnTo>
                    <a:pt x="0" y="6438"/>
                  </a:lnTo>
                  <a:lnTo>
                    <a:pt x="1434" y="6438"/>
                  </a:lnTo>
                  <a:lnTo>
                    <a:pt x="14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74"/>
            <p:cNvSpPr/>
            <p:nvPr/>
          </p:nvSpPr>
          <p:spPr>
            <a:xfrm>
              <a:off x="4110883" y="3817793"/>
              <a:ext cx="29472" cy="129182"/>
            </a:xfrm>
            <a:custGeom>
              <a:avLst/>
              <a:gdLst/>
              <a:ahLst/>
              <a:cxnLst/>
              <a:rect l="l" t="t" r="r" b="b"/>
              <a:pathLst>
                <a:path w="1469" h="6439" extrusionOk="0">
                  <a:moveTo>
                    <a:pt x="1" y="0"/>
                  </a:moveTo>
                  <a:lnTo>
                    <a:pt x="1"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74"/>
            <p:cNvSpPr/>
            <p:nvPr/>
          </p:nvSpPr>
          <p:spPr>
            <a:xfrm>
              <a:off x="4199900" y="38177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74"/>
            <p:cNvSpPr/>
            <p:nvPr/>
          </p:nvSpPr>
          <p:spPr>
            <a:xfrm>
              <a:off x="4288235" y="3817793"/>
              <a:ext cx="29452" cy="129182"/>
            </a:xfrm>
            <a:custGeom>
              <a:avLst/>
              <a:gdLst/>
              <a:ahLst/>
              <a:cxnLst/>
              <a:rect l="l" t="t" r="r" b="b"/>
              <a:pathLst>
                <a:path w="1468" h="6439" extrusionOk="0">
                  <a:moveTo>
                    <a:pt x="0" y="0"/>
                  </a:moveTo>
                  <a:lnTo>
                    <a:pt x="0" y="6438"/>
                  </a:lnTo>
                  <a:lnTo>
                    <a:pt x="1468" y="6438"/>
                  </a:lnTo>
                  <a:lnTo>
                    <a:pt x="14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74"/>
            <p:cNvSpPr/>
            <p:nvPr/>
          </p:nvSpPr>
          <p:spPr>
            <a:xfrm>
              <a:off x="3728090" y="3817793"/>
              <a:ext cx="187404" cy="128520"/>
            </a:xfrm>
            <a:custGeom>
              <a:avLst/>
              <a:gdLst/>
              <a:ahLst/>
              <a:cxnLst/>
              <a:rect l="l" t="t" r="r" b="b"/>
              <a:pathLst>
                <a:path w="9341" h="6406" extrusionOk="0">
                  <a:moveTo>
                    <a:pt x="0" y="0"/>
                  </a:moveTo>
                  <a:lnTo>
                    <a:pt x="0" y="6405"/>
                  </a:lnTo>
                  <a:lnTo>
                    <a:pt x="9340" y="6405"/>
                  </a:lnTo>
                  <a:lnTo>
                    <a:pt x="9340" y="0"/>
                  </a:lnTo>
                  <a:close/>
                </a:path>
              </a:pathLst>
            </a:custGeom>
            <a:solidFill>
              <a:srgbClr val="FFE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74"/>
            <p:cNvSpPr/>
            <p:nvPr/>
          </p:nvSpPr>
          <p:spPr>
            <a:xfrm>
              <a:off x="3728090" y="3817793"/>
              <a:ext cx="187404" cy="128520"/>
            </a:xfrm>
            <a:custGeom>
              <a:avLst/>
              <a:gdLst/>
              <a:ahLst/>
              <a:cxnLst/>
              <a:rect l="l" t="t" r="r" b="b"/>
              <a:pathLst>
                <a:path w="9341" h="6406" extrusionOk="0">
                  <a:moveTo>
                    <a:pt x="0" y="0"/>
                  </a:moveTo>
                  <a:lnTo>
                    <a:pt x="0" y="6405"/>
                  </a:lnTo>
                  <a:lnTo>
                    <a:pt x="9340" y="6405"/>
                  </a:lnTo>
                  <a:lnTo>
                    <a:pt x="9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74"/>
            <p:cNvSpPr/>
            <p:nvPr/>
          </p:nvSpPr>
          <p:spPr>
            <a:xfrm>
              <a:off x="3697977" y="3803067"/>
              <a:ext cx="677270" cy="14746"/>
            </a:xfrm>
            <a:custGeom>
              <a:avLst/>
              <a:gdLst/>
              <a:ahLst/>
              <a:cxnLst/>
              <a:rect l="l" t="t" r="r" b="b"/>
              <a:pathLst>
                <a:path w="33758" h="735" extrusionOk="0">
                  <a:moveTo>
                    <a:pt x="667" y="1"/>
                  </a:moveTo>
                  <a:cubicBezTo>
                    <a:pt x="300" y="1"/>
                    <a:pt x="0" y="301"/>
                    <a:pt x="0" y="668"/>
                  </a:cubicBezTo>
                  <a:lnTo>
                    <a:pt x="0" y="734"/>
                  </a:lnTo>
                  <a:lnTo>
                    <a:pt x="33724" y="734"/>
                  </a:lnTo>
                  <a:lnTo>
                    <a:pt x="33724" y="668"/>
                  </a:lnTo>
                  <a:cubicBezTo>
                    <a:pt x="33758" y="301"/>
                    <a:pt x="33424" y="1"/>
                    <a:pt x="33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74"/>
            <p:cNvSpPr/>
            <p:nvPr/>
          </p:nvSpPr>
          <p:spPr>
            <a:xfrm>
              <a:off x="3750841" y="3229540"/>
              <a:ext cx="577559" cy="560426"/>
            </a:xfrm>
            <a:custGeom>
              <a:avLst/>
              <a:gdLst/>
              <a:ahLst/>
              <a:cxnLst/>
              <a:rect l="l" t="t" r="r" b="b"/>
              <a:pathLst>
                <a:path w="28788" h="27934" extrusionOk="0">
                  <a:moveTo>
                    <a:pt x="14211" y="0"/>
                  </a:moveTo>
                  <a:cubicBezTo>
                    <a:pt x="10875" y="0"/>
                    <a:pt x="7706" y="1168"/>
                    <a:pt x="5171" y="3336"/>
                  </a:cubicBezTo>
                  <a:cubicBezTo>
                    <a:pt x="2335" y="5738"/>
                    <a:pt x="567" y="9107"/>
                    <a:pt x="267" y="12843"/>
                  </a:cubicBezTo>
                  <a:cubicBezTo>
                    <a:pt x="0" y="16546"/>
                    <a:pt x="1168" y="20182"/>
                    <a:pt x="3570" y="23017"/>
                  </a:cubicBezTo>
                  <a:cubicBezTo>
                    <a:pt x="6005" y="25852"/>
                    <a:pt x="9374" y="27587"/>
                    <a:pt x="13076" y="27887"/>
                  </a:cubicBezTo>
                  <a:cubicBezTo>
                    <a:pt x="13458" y="27918"/>
                    <a:pt x="13838" y="27933"/>
                    <a:pt x="14218" y="27933"/>
                  </a:cubicBezTo>
                  <a:cubicBezTo>
                    <a:pt x="17520" y="27933"/>
                    <a:pt x="20707" y="26769"/>
                    <a:pt x="23250" y="24585"/>
                  </a:cubicBezTo>
                  <a:cubicBezTo>
                    <a:pt x="26086" y="22183"/>
                    <a:pt x="27854" y="18814"/>
                    <a:pt x="28120" y="15078"/>
                  </a:cubicBezTo>
                  <a:cubicBezTo>
                    <a:pt x="28788" y="7406"/>
                    <a:pt x="23050" y="668"/>
                    <a:pt x="15345" y="34"/>
                  </a:cubicBezTo>
                  <a:cubicBezTo>
                    <a:pt x="14944" y="0"/>
                    <a:pt x="14577" y="0"/>
                    <a:pt x="1421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74"/>
            <p:cNvSpPr/>
            <p:nvPr/>
          </p:nvSpPr>
          <p:spPr>
            <a:xfrm>
              <a:off x="3737460" y="3210802"/>
              <a:ext cx="598966" cy="598986"/>
            </a:xfrm>
            <a:custGeom>
              <a:avLst/>
              <a:gdLst/>
              <a:ahLst/>
              <a:cxnLst/>
              <a:rect l="l" t="t" r="r" b="b"/>
              <a:pathLst>
                <a:path w="29855" h="29856" extrusionOk="0">
                  <a:moveTo>
                    <a:pt x="16045" y="634"/>
                  </a:moveTo>
                  <a:cubicBezTo>
                    <a:pt x="8173" y="0"/>
                    <a:pt x="1234" y="5905"/>
                    <a:pt x="601" y="13810"/>
                  </a:cubicBezTo>
                  <a:cubicBezTo>
                    <a:pt x="0" y="21683"/>
                    <a:pt x="5871" y="28621"/>
                    <a:pt x="13777" y="29255"/>
                  </a:cubicBezTo>
                  <a:cubicBezTo>
                    <a:pt x="21682" y="29855"/>
                    <a:pt x="28587" y="23984"/>
                    <a:pt x="29221" y="16079"/>
                  </a:cubicBezTo>
                  <a:lnTo>
                    <a:pt x="29221" y="16079"/>
                  </a:lnTo>
                  <a:lnTo>
                    <a:pt x="29221" y="16079"/>
                  </a:lnTo>
                  <a:lnTo>
                    <a:pt x="29221" y="16079"/>
                  </a:lnTo>
                  <a:cubicBezTo>
                    <a:pt x="29855" y="8140"/>
                    <a:pt x="23951" y="1268"/>
                    <a:pt x="16045" y="634"/>
                  </a:cubicBezTo>
                  <a:close/>
                  <a:moveTo>
                    <a:pt x="28854" y="16012"/>
                  </a:moveTo>
                  <a:cubicBezTo>
                    <a:pt x="28554" y="19748"/>
                    <a:pt x="26786" y="23117"/>
                    <a:pt x="23951" y="25519"/>
                  </a:cubicBezTo>
                  <a:cubicBezTo>
                    <a:pt x="21115" y="27954"/>
                    <a:pt x="17513" y="29121"/>
                    <a:pt x="13777" y="28821"/>
                  </a:cubicBezTo>
                  <a:cubicBezTo>
                    <a:pt x="10074" y="28521"/>
                    <a:pt x="6705" y="26786"/>
                    <a:pt x="4270" y="23951"/>
                  </a:cubicBezTo>
                  <a:cubicBezTo>
                    <a:pt x="1868" y="21116"/>
                    <a:pt x="701" y="17480"/>
                    <a:pt x="1001" y="13777"/>
                  </a:cubicBezTo>
                  <a:cubicBezTo>
                    <a:pt x="1268" y="10074"/>
                    <a:pt x="3036" y="6672"/>
                    <a:pt x="5871" y="4270"/>
                  </a:cubicBezTo>
                  <a:cubicBezTo>
                    <a:pt x="8406" y="2102"/>
                    <a:pt x="11575" y="934"/>
                    <a:pt x="14911" y="934"/>
                  </a:cubicBezTo>
                  <a:cubicBezTo>
                    <a:pt x="15278" y="934"/>
                    <a:pt x="15678" y="934"/>
                    <a:pt x="16045" y="968"/>
                  </a:cubicBezTo>
                  <a:cubicBezTo>
                    <a:pt x="23717" y="1602"/>
                    <a:pt x="29455" y="8340"/>
                    <a:pt x="28854" y="16012"/>
                  </a:cubicBezTo>
                  <a:close/>
                </a:path>
              </a:pathLst>
            </a:custGeom>
            <a:solidFill>
              <a:srgbClr val="FDB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74"/>
            <p:cNvSpPr/>
            <p:nvPr/>
          </p:nvSpPr>
          <p:spPr>
            <a:xfrm>
              <a:off x="3744140" y="3222619"/>
              <a:ext cx="592285" cy="575794"/>
            </a:xfrm>
            <a:custGeom>
              <a:avLst/>
              <a:gdLst/>
              <a:ahLst/>
              <a:cxnLst/>
              <a:rect l="l" t="t" r="r" b="b"/>
              <a:pathLst>
                <a:path w="29522" h="28700" extrusionOk="0">
                  <a:moveTo>
                    <a:pt x="14545" y="679"/>
                  </a:moveTo>
                  <a:cubicBezTo>
                    <a:pt x="14911" y="679"/>
                    <a:pt x="15278" y="679"/>
                    <a:pt x="15612" y="712"/>
                  </a:cubicBezTo>
                  <a:cubicBezTo>
                    <a:pt x="23117" y="1346"/>
                    <a:pt x="28755" y="7918"/>
                    <a:pt x="28188" y="15390"/>
                  </a:cubicBezTo>
                  <a:cubicBezTo>
                    <a:pt x="27887" y="19026"/>
                    <a:pt x="26220" y="22328"/>
                    <a:pt x="23418" y="24696"/>
                  </a:cubicBezTo>
                  <a:cubicBezTo>
                    <a:pt x="20971" y="26815"/>
                    <a:pt x="17856" y="27946"/>
                    <a:pt x="14648" y="27946"/>
                  </a:cubicBezTo>
                  <a:cubicBezTo>
                    <a:pt x="14270" y="27946"/>
                    <a:pt x="13890" y="27930"/>
                    <a:pt x="13510" y="27899"/>
                  </a:cubicBezTo>
                  <a:cubicBezTo>
                    <a:pt x="9875" y="27598"/>
                    <a:pt x="6572" y="25930"/>
                    <a:pt x="4204" y="23162"/>
                  </a:cubicBezTo>
                  <a:cubicBezTo>
                    <a:pt x="1835" y="20393"/>
                    <a:pt x="701" y="16857"/>
                    <a:pt x="1002" y="13221"/>
                  </a:cubicBezTo>
                  <a:cubicBezTo>
                    <a:pt x="1268" y="9585"/>
                    <a:pt x="2936" y="6316"/>
                    <a:pt x="5738" y="3915"/>
                  </a:cubicBezTo>
                  <a:cubicBezTo>
                    <a:pt x="8240" y="1780"/>
                    <a:pt x="11342" y="679"/>
                    <a:pt x="14545" y="679"/>
                  </a:cubicBezTo>
                  <a:close/>
                  <a:moveTo>
                    <a:pt x="14578" y="1"/>
                  </a:moveTo>
                  <a:cubicBezTo>
                    <a:pt x="11146" y="1"/>
                    <a:pt x="7856" y="1220"/>
                    <a:pt x="5271" y="3414"/>
                  </a:cubicBezTo>
                  <a:cubicBezTo>
                    <a:pt x="2369" y="5916"/>
                    <a:pt x="601" y="9385"/>
                    <a:pt x="268" y="13221"/>
                  </a:cubicBezTo>
                  <a:cubicBezTo>
                    <a:pt x="1" y="17057"/>
                    <a:pt x="1202" y="20760"/>
                    <a:pt x="3670" y="23662"/>
                  </a:cubicBezTo>
                  <a:cubicBezTo>
                    <a:pt x="6172" y="26564"/>
                    <a:pt x="9608" y="28332"/>
                    <a:pt x="13444" y="28666"/>
                  </a:cubicBezTo>
                  <a:cubicBezTo>
                    <a:pt x="13844" y="28699"/>
                    <a:pt x="14244" y="28699"/>
                    <a:pt x="14611" y="28699"/>
                  </a:cubicBezTo>
                  <a:cubicBezTo>
                    <a:pt x="18047" y="28699"/>
                    <a:pt x="21283" y="27498"/>
                    <a:pt x="23918" y="25263"/>
                  </a:cubicBezTo>
                  <a:cubicBezTo>
                    <a:pt x="26853" y="22762"/>
                    <a:pt x="28588" y="19326"/>
                    <a:pt x="28921" y="15490"/>
                  </a:cubicBezTo>
                  <a:cubicBezTo>
                    <a:pt x="29522" y="7584"/>
                    <a:pt x="23584" y="679"/>
                    <a:pt x="15712" y="45"/>
                  </a:cubicBezTo>
                  <a:cubicBezTo>
                    <a:pt x="15333" y="16"/>
                    <a:pt x="14954" y="1"/>
                    <a:pt x="145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74"/>
            <p:cNvSpPr/>
            <p:nvPr/>
          </p:nvSpPr>
          <p:spPr>
            <a:xfrm>
              <a:off x="3934875" y="3352684"/>
              <a:ext cx="212843" cy="344674"/>
            </a:xfrm>
            <a:custGeom>
              <a:avLst/>
              <a:gdLst/>
              <a:ahLst/>
              <a:cxnLst/>
              <a:rect l="l" t="t" r="r" b="b"/>
              <a:pathLst>
                <a:path w="10609" h="17180" extrusionOk="0">
                  <a:moveTo>
                    <a:pt x="4237" y="4437"/>
                  </a:moveTo>
                  <a:lnTo>
                    <a:pt x="4237" y="6939"/>
                  </a:lnTo>
                  <a:cubicBezTo>
                    <a:pt x="3436" y="6705"/>
                    <a:pt x="2903" y="6338"/>
                    <a:pt x="2903" y="5704"/>
                  </a:cubicBezTo>
                  <a:cubicBezTo>
                    <a:pt x="2903" y="5104"/>
                    <a:pt x="3336" y="4604"/>
                    <a:pt x="4237" y="4437"/>
                  </a:cubicBezTo>
                  <a:close/>
                  <a:moveTo>
                    <a:pt x="6072" y="10074"/>
                  </a:moveTo>
                  <a:cubicBezTo>
                    <a:pt x="6872" y="10374"/>
                    <a:pt x="7406" y="10708"/>
                    <a:pt x="7406" y="11342"/>
                  </a:cubicBezTo>
                  <a:cubicBezTo>
                    <a:pt x="7406" y="11909"/>
                    <a:pt x="7039" y="12442"/>
                    <a:pt x="6072" y="12676"/>
                  </a:cubicBezTo>
                  <a:lnTo>
                    <a:pt x="6072" y="10074"/>
                  </a:lnTo>
                  <a:close/>
                  <a:moveTo>
                    <a:pt x="4237" y="0"/>
                  </a:moveTo>
                  <a:lnTo>
                    <a:pt x="4237" y="2035"/>
                  </a:lnTo>
                  <a:cubicBezTo>
                    <a:pt x="1368" y="2369"/>
                    <a:pt x="1" y="4036"/>
                    <a:pt x="1" y="5938"/>
                  </a:cubicBezTo>
                  <a:cubicBezTo>
                    <a:pt x="1" y="8506"/>
                    <a:pt x="2202" y="9207"/>
                    <a:pt x="4237" y="9674"/>
                  </a:cubicBezTo>
                  <a:lnTo>
                    <a:pt x="4237" y="12743"/>
                  </a:lnTo>
                  <a:cubicBezTo>
                    <a:pt x="3336" y="12609"/>
                    <a:pt x="2369" y="12342"/>
                    <a:pt x="1435" y="11775"/>
                  </a:cubicBezTo>
                  <a:lnTo>
                    <a:pt x="534" y="14044"/>
                  </a:lnTo>
                  <a:cubicBezTo>
                    <a:pt x="1535" y="14711"/>
                    <a:pt x="2869" y="15044"/>
                    <a:pt x="4237" y="15178"/>
                  </a:cubicBezTo>
                  <a:lnTo>
                    <a:pt x="4237" y="17179"/>
                  </a:lnTo>
                  <a:lnTo>
                    <a:pt x="6072" y="17179"/>
                  </a:lnTo>
                  <a:lnTo>
                    <a:pt x="6072" y="15111"/>
                  </a:lnTo>
                  <a:cubicBezTo>
                    <a:pt x="8940" y="14777"/>
                    <a:pt x="10375" y="13110"/>
                    <a:pt x="10375" y="11208"/>
                  </a:cubicBezTo>
                  <a:cubicBezTo>
                    <a:pt x="10375" y="8573"/>
                    <a:pt x="8106" y="7906"/>
                    <a:pt x="6072" y="7406"/>
                  </a:cubicBezTo>
                  <a:lnTo>
                    <a:pt x="6072" y="4370"/>
                  </a:lnTo>
                  <a:cubicBezTo>
                    <a:pt x="7406" y="4503"/>
                    <a:pt x="8707" y="5004"/>
                    <a:pt x="9607" y="5671"/>
                  </a:cubicBezTo>
                  <a:lnTo>
                    <a:pt x="10608" y="3436"/>
                  </a:lnTo>
                  <a:cubicBezTo>
                    <a:pt x="9607" y="2669"/>
                    <a:pt x="7873" y="2102"/>
                    <a:pt x="6072" y="2002"/>
                  </a:cubicBezTo>
                  <a:lnTo>
                    <a:pt x="6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74"/>
            <p:cNvSpPr/>
            <p:nvPr/>
          </p:nvSpPr>
          <p:spPr>
            <a:xfrm>
              <a:off x="3787656" y="3265472"/>
              <a:ext cx="423640" cy="422516"/>
            </a:xfrm>
            <a:custGeom>
              <a:avLst/>
              <a:gdLst/>
              <a:ahLst/>
              <a:cxnLst/>
              <a:rect l="l" t="t" r="r" b="b"/>
              <a:pathLst>
                <a:path w="21116" h="21060" extrusionOk="0">
                  <a:moveTo>
                    <a:pt x="12342" y="1"/>
                  </a:moveTo>
                  <a:cubicBezTo>
                    <a:pt x="6047" y="1"/>
                    <a:pt x="741" y="4859"/>
                    <a:pt x="267" y="11219"/>
                  </a:cubicBezTo>
                  <a:cubicBezTo>
                    <a:pt x="0" y="15055"/>
                    <a:pt x="1468" y="18591"/>
                    <a:pt x="4070" y="21059"/>
                  </a:cubicBezTo>
                  <a:cubicBezTo>
                    <a:pt x="1701" y="18624"/>
                    <a:pt x="367" y="15255"/>
                    <a:pt x="667" y="11619"/>
                  </a:cubicBezTo>
                  <a:cubicBezTo>
                    <a:pt x="1175" y="5243"/>
                    <a:pt x="6509" y="405"/>
                    <a:pt x="12768" y="405"/>
                  </a:cubicBezTo>
                  <a:cubicBezTo>
                    <a:pt x="13091" y="405"/>
                    <a:pt x="13416" y="418"/>
                    <a:pt x="13743" y="444"/>
                  </a:cubicBezTo>
                  <a:cubicBezTo>
                    <a:pt x="16612" y="678"/>
                    <a:pt x="19180" y="1879"/>
                    <a:pt x="21115" y="3713"/>
                  </a:cubicBezTo>
                  <a:cubicBezTo>
                    <a:pt x="19114" y="1679"/>
                    <a:pt x="16412" y="278"/>
                    <a:pt x="13376" y="44"/>
                  </a:cubicBezTo>
                  <a:cubicBezTo>
                    <a:pt x="13029" y="15"/>
                    <a:pt x="12684" y="1"/>
                    <a:pt x="123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Gap Analysis Theme for Business by Slidesgo">
  <a:themeElements>
    <a:clrScheme name="Simple Light">
      <a:dk1>
        <a:srgbClr val="212529"/>
      </a:dk1>
      <a:lt1>
        <a:srgbClr val="FFFFFF"/>
      </a:lt1>
      <a:dk2>
        <a:srgbClr val="C92727"/>
      </a:dk2>
      <a:lt2>
        <a:srgbClr val="AC1C1E"/>
      </a:lt2>
      <a:accent1>
        <a:srgbClr val="87AFE2"/>
      </a:accent1>
      <a:accent2>
        <a:srgbClr val="4E7FC2"/>
      </a:accent2>
      <a:accent3>
        <a:srgbClr val="2C5A94"/>
      </a:accent3>
      <a:accent4>
        <a:srgbClr val="666666"/>
      </a:accent4>
      <a:accent5>
        <a:srgbClr val="B7B7B7"/>
      </a:accent5>
      <a:accent6>
        <a:srgbClr val="EFEFEF"/>
      </a:accent6>
      <a:hlink>
        <a:srgbClr val="2125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1647</Words>
  <Application>Microsoft Office PowerPoint</Application>
  <PresentationFormat>Экран (16:9)</PresentationFormat>
  <Paragraphs>300</Paragraphs>
  <Slides>36</Slides>
  <Notes>36</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36</vt:i4>
      </vt:variant>
    </vt:vector>
  </HeadingPairs>
  <TitlesOfParts>
    <vt:vector size="44" baseType="lpstr">
      <vt:lpstr>Roboto Condensed Light</vt:lpstr>
      <vt:lpstr>Cairo</vt:lpstr>
      <vt:lpstr>Inter</vt:lpstr>
      <vt:lpstr>DM Serif Text</vt:lpstr>
      <vt:lpstr>Gilda Display</vt:lpstr>
      <vt:lpstr>Arial</vt:lpstr>
      <vt:lpstr>Anaheim</vt:lpstr>
      <vt:lpstr>Gap Analysis Theme for Business by Slidesgo</vt:lpstr>
      <vt:lpstr>GAP ANALYSIS THEME FOR BUSINESS</vt:lpstr>
      <vt:lpstr>CONTENTS OF THIS TEMPLATE</vt:lpstr>
      <vt:lpstr>WHOA!</vt:lpstr>
      <vt:lpstr>INTRODUCTION</vt:lpstr>
      <vt:lpstr>INTRODUCTION</vt:lpstr>
      <vt:lpstr>INTRODUCTION</vt:lpstr>
      <vt:lpstr>WHAT IS EXACTLY IS THE GAP?</vt:lpstr>
      <vt:lpstr>WHAT IS A GAP ANALYSIS?</vt:lpstr>
      <vt:lpstr>WHAT ARE THE CONSEQUENCES OF THE GAP?</vt:lpstr>
      <vt:lpstr>02</vt:lpstr>
      <vt:lpstr>BASIC PROCESS FOR GAP ANALYSIS</vt:lpstr>
      <vt:lpstr>GAP ANALYSIS COMPANY GOALS</vt:lpstr>
      <vt:lpstr>GAP ANALYSIS: THE PHASES</vt:lpstr>
      <vt:lpstr>—SOMEONE FAMOUS</vt:lpstr>
      <vt:lpstr>AWESOME WORDS</vt:lpstr>
      <vt:lpstr>A PICTURE IS WORTH A THOUSAND WORDS</vt:lpstr>
      <vt:lpstr>TO REINFORCE THE CONCEPT, TRY USING AN IMAGE</vt:lpstr>
      <vt:lpstr>4,498,300</vt:lpstr>
      <vt:lpstr>5.3B</vt:lpstr>
      <vt:lpstr>KEY AREAS THAT REQUIRE IMPROVEMENT</vt:lpstr>
      <vt:lpstr>FINANCIAL COMPARISON</vt:lpstr>
      <vt:lpstr>GAP ANALYSIS PROCEDURE</vt:lpstr>
      <vt:lpstr>YOUR MAP</vt:lpstr>
      <vt:lpstr>OUR MARKET SHARE</vt:lpstr>
      <vt:lpstr>DESKTOP SOFTWARE</vt:lpstr>
      <vt:lpstr>TABLET APP</vt:lpstr>
      <vt:lpstr>MOBILE WEB</vt:lpstr>
      <vt:lpstr>OUR TEAM</vt:lpstr>
      <vt:lpstr>HOW DO WE DO THAT?</vt:lpstr>
      <vt:lpstr>GAP ANALYSIS TOOL - SERVQUAL</vt:lpstr>
      <vt:lpstr>6 STEPS FLOWCHART</vt:lpstr>
      <vt:lpstr>GAP ANALYSIS - STATES</vt:lpstr>
      <vt:lpstr>GAP ANALYSIS - QUESTIONS</vt:lpstr>
      <vt:lpstr>GAP ANALYSIS TOOL - 7S</vt:lpstr>
      <vt:lpstr>GAP ANALYSIS PHASES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GAP ANALYSIS THEME FOR BUSINESS</dc:title>
  <cp:lastModifiedBy>я</cp:lastModifiedBy>
  <cp:revision>1</cp:revision>
  <dcterms:modified xsi:type="dcterms:W3CDTF">2026-02-17T10:51:49Z</dcterms:modified>
</cp:coreProperties>
</file>
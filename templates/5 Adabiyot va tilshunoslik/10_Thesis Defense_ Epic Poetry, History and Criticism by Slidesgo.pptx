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3" r:id="rId25"/>
  </p:sldIdLst>
  <p:sldSz cx="9144000" cy="5143500" type="screen16x9"/>
  <p:notesSz cx="6858000" cy="9144000"/>
  <p:embeddedFontLst>
    <p:embeddedFont>
      <p:font typeface="Roboto Mono" panose="020B0604020202020204" charset="0"/>
      <p:regular r:id="rId27"/>
      <p:bold r:id="rId28"/>
      <p:italic r:id="rId29"/>
      <p:boldItalic r:id="rId30"/>
    </p:embeddedFont>
    <p:embeddedFont>
      <p:font typeface="PT Sans" panose="020B0604020202020204" charset="-52"/>
      <p:regular r:id="rId31"/>
      <p:bold r:id="rId32"/>
      <p:italic r:id="rId33"/>
      <p:boldItalic r:id="rId34"/>
    </p:embeddedFont>
    <p:embeddedFont>
      <p:font typeface="Nanum Gothic" panose="020B0604020202020204" charset="-127"/>
      <p:regular r:id="rId35"/>
      <p:bold r:id="rId36"/>
    </p:embeddedFont>
    <p:embeddedFont>
      <p:font typeface="Bebas Neue" panose="020B0604020202020204" charset="0"/>
      <p:regular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17B6DA-9CAC-480A-9B3C-0B29B6F86B1D}">
  <a:tblStyle styleId="{0817B6DA-9CAC-480A-9B3C-0B29B6F86B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54316a49d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54316a49d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553d27004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553d27004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53d27004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553d27004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553d27004a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553d27004a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53d27004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553d27004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553d27004a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553d27004a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553d27004a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553d27004a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553d27004a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553d27004a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553d27004a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553d27004a_0_4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553d27004a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553d27004a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553d27004a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553d27004a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17b8719ec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17b8719ec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55fa8872e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55fa8872e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553d27004a_0_6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553d27004a_0_6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553d27004a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2553d27004a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553d27004a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553d27004a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553d27004a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2553d27004a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553d27004a_0_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553d27004a_0_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553d27004a_0_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553d27004a_0_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553d27004a_0_8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553d27004a_0_8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553d27004a_0_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2553d27004a_0_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553d27004a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553d27004a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225" y="849650"/>
            <a:ext cx="5313300" cy="23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225" y="3808003"/>
            <a:ext cx="5313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16" name="Google Shape;16;p3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 rot="10800000"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3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 rot="10800000">
              <a:off x="-1" y="26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070325" y="2119800"/>
            <a:ext cx="43605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4070325" y="1025900"/>
            <a:ext cx="1324200" cy="841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070325" y="3289100"/>
            <a:ext cx="43605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4"/>
          <p:cNvGrpSpPr/>
          <p:nvPr/>
        </p:nvGrpSpPr>
        <p:grpSpPr>
          <a:xfrm rot="10800000"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23" name="Google Shape;23;p4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4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134600"/>
            <a:ext cx="7019400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Roboto Mon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4">
            <a:alphaModFix/>
          </a:blip>
          <a:srcRect l="71565"/>
          <a:stretch/>
        </p:blipFill>
        <p:spPr>
          <a:xfrm flipH="1">
            <a:off x="8580978" y="0"/>
            <a:ext cx="13653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5">
            <a:alphaModFix/>
          </a:blip>
          <a:srcRect r="67203"/>
          <a:stretch/>
        </p:blipFill>
        <p:spPr>
          <a:xfrm flipH="1">
            <a:off x="-973143" y="-13475"/>
            <a:ext cx="1574848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31" name="Google Shape;31;p5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5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4725900" y="1872350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2"/>
          </p:nvPr>
        </p:nvSpPr>
        <p:spPr>
          <a:xfrm>
            <a:off x="720000" y="1872350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3"/>
          </p:nvPr>
        </p:nvSpPr>
        <p:spPr>
          <a:xfrm>
            <a:off x="720000" y="1358750"/>
            <a:ext cx="36981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4"/>
          </p:nvPr>
        </p:nvSpPr>
        <p:spPr>
          <a:xfrm>
            <a:off x="4725900" y="1358750"/>
            <a:ext cx="36981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6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40" name="Google Shape;40;p6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4">
            <a:alphaModFix/>
          </a:blip>
          <a:srcRect l="71565"/>
          <a:stretch/>
        </p:blipFill>
        <p:spPr>
          <a:xfrm>
            <a:off x="-887743" y="0"/>
            <a:ext cx="13653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6"/>
          <p:cNvPicPr preferRelativeResize="0"/>
          <p:nvPr/>
        </p:nvPicPr>
        <p:blipFill rotWithShape="1">
          <a:blip r:embed="rId5">
            <a:alphaModFix/>
          </a:blip>
          <a:srcRect r="67203"/>
          <a:stretch/>
        </p:blipFill>
        <p:spPr>
          <a:xfrm>
            <a:off x="8456903" y="-13475"/>
            <a:ext cx="1574848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7"/>
          <p:cNvGrpSpPr/>
          <p:nvPr/>
        </p:nvGrpSpPr>
        <p:grpSpPr>
          <a:xfrm rot="10800000"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47" name="Google Shape;47;p7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7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7"/>
          <p:cNvSpPr txBox="1">
            <a:spLocks noGrp="1"/>
          </p:cNvSpPr>
          <p:nvPr>
            <p:ph type="subTitle" idx="1"/>
          </p:nvPr>
        </p:nvSpPr>
        <p:spPr>
          <a:xfrm>
            <a:off x="720000" y="1443925"/>
            <a:ext cx="6630900" cy="29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9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58" name="Google Shape;58;p9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9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3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74" name="Google Shape;74;p13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 rot="10800000" flipH="1"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 rot="10800000" flipH="1">
              <a:off x="0" y="26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4628950" y="1140863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 hasCustomPrompt="1"/>
          </p:nvPr>
        </p:nvSpPr>
        <p:spPr>
          <a:xfrm>
            <a:off x="1182050" y="1140863"/>
            <a:ext cx="901200" cy="507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2302200" y="1140863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4628950" y="1728953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 hasCustomPrompt="1"/>
          </p:nvPr>
        </p:nvSpPr>
        <p:spPr>
          <a:xfrm>
            <a:off x="1182050" y="1728952"/>
            <a:ext cx="901200" cy="507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6"/>
          </p:nvPr>
        </p:nvSpPr>
        <p:spPr>
          <a:xfrm>
            <a:off x="2302200" y="1728953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7"/>
          </p:nvPr>
        </p:nvSpPr>
        <p:spPr>
          <a:xfrm>
            <a:off x="4628950" y="2317043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8" hasCustomPrompt="1"/>
          </p:nvPr>
        </p:nvSpPr>
        <p:spPr>
          <a:xfrm>
            <a:off x="1182050" y="2317042"/>
            <a:ext cx="901200" cy="507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9"/>
          </p:nvPr>
        </p:nvSpPr>
        <p:spPr>
          <a:xfrm>
            <a:off x="2302200" y="2317043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3"/>
          </p:nvPr>
        </p:nvSpPr>
        <p:spPr>
          <a:xfrm>
            <a:off x="4628950" y="2905132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4" hasCustomPrompt="1"/>
          </p:nvPr>
        </p:nvSpPr>
        <p:spPr>
          <a:xfrm>
            <a:off x="1182050" y="2905132"/>
            <a:ext cx="901200" cy="507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5"/>
          </p:nvPr>
        </p:nvSpPr>
        <p:spPr>
          <a:xfrm>
            <a:off x="2302200" y="2905132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6"/>
          </p:nvPr>
        </p:nvSpPr>
        <p:spPr>
          <a:xfrm>
            <a:off x="4628950" y="3493222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7" hasCustomPrompt="1"/>
          </p:nvPr>
        </p:nvSpPr>
        <p:spPr>
          <a:xfrm>
            <a:off x="1182050" y="3493222"/>
            <a:ext cx="901200" cy="507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8"/>
          </p:nvPr>
        </p:nvSpPr>
        <p:spPr>
          <a:xfrm>
            <a:off x="2302200" y="3493222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9"/>
          </p:nvPr>
        </p:nvSpPr>
        <p:spPr>
          <a:xfrm>
            <a:off x="4628950" y="4081312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20" hasCustomPrompt="1"/>
          </p:nvPr>
        </p:nvSpPr>
        <p:spPr>
          <a:xfrm>
            <a:off x="1182050" y="4081312"/>
            <a:ext cx="901200" cy="507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21"/>
          </p:nvPr>
        </p:nvSpPr>
        <p:spPr>
          <a:xfrm>
            <a:off x="2302200" y="4081312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95" name="Google Shape;95;p13"/>
          <p:cNvPicPr preferRelativeResize="0"/>
          <p:nvPr/>
        </p:nvPicPr>
        <p:blipFill rotWithShape="1">
          <a:blip r:embed="rId4">
            <a:alphaModFix/>
          </a:blip>
          <a:srcRect l="71565"/>
          <a:stretch/>
        </p:blipFill>
        <p:spPr>
          <a:xfrm flipH="1">
            <a:off x="8580978" y="0"/>
            <a:ext cx="13653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5">
            <a:alphaModFix/>
          </a:blip>
          <a:srcRect r="67203"/>
          <a:stretch/>
        </p:blipFill>
        <p:spPr>
          <a:xfrm flipH="1">
            <a:off x="-973143" y="-13475"/>
            <a:ext cx="1574848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99" name="Google Shape;99;p14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4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713225" y="3316000"/>
            <a:ext cx="47751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713225" y="1397325"/>
            <a:ext cx="4775100" cy="180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5"/>
          <p:cNvGrpSpPr/>
          <p:nvPr/>
        </p:nvGrpSpPr>
        <p:grpSpPr>
          <a:xfrm rot="10800000"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105" name="Google Shape;105;p15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5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4069075" y="459490"/>
            <a:ext cx="4361400" cy="11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subTitle" idx="1"/>
          </p:nvPr>
        </p:nvSpPr>
        <p:spPr>
          <a:xfrm>
            <a:off x="4069075" y="1696755"/>
            <a:ext cx="43614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>
            <a:spLocks noGrp="1"/>
          </p:cNvSpPr>
          <p:nvPr>
            <p:ph type="pic" idx="2"/>
          </p:nvPr>
        </p:nvSpPr>
        <p:spPr>
          <a:xfrm>
            <a:off x="0" y="0"/>
            <a:ext cx="3623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7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118" name="Google Shape;118;p17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7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1929696" y="1821048"/>
            <a:ext cx="36585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2"/>
          </p:nvPr>
        </p:nvSpPr>
        <p:spPr>
          <a:xfrm>
            <a:off x="1929696" y="3419978"/>
            <a:ext cx="36585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3"/>
          </p:nvPr>
        </p:nvSpPr>
        <p:spPr>
          <a:xfrm>
            <a:off x="1929696" y="1413785"/>
            <a:ext cx="3658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4"/>
          </p:nvPr>
        </p:nvSpPr>
        <p:spPr>
          <a:xfrm>
            <a:off x="1929696" y="3009315"/>
            <a:ext cx="3658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8"/>
          <p:cNvGrpSpPr/>
          <p:nvPr/>
        </p:nvGrpSpPr>
        <p:grpSpPr>
          <a:xfrm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127" name="Google Shape;127;p18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8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1024826" y="3255925"/>
            <a:ext cx="2305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3419250" y="3255925"/>
            <a:ext cx="2305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5813674" y="3255925"/>
            <a:ext cx="2305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1024826" y="2815335"/>
            <a:ext cx="23055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5"/>
          </p:nvPr>
        </p:nvSpPr>
        <p:spPr>
          <a:xfrm>
            <a:off x="3419250" y="2815335"/>
            <a:ext cx="23055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6"/>
          </p:nvPr>
        </p:nvSpPr>
        <p:spPr>
          <a:xfrm>
            <a:off x="5813674" y="2815335"/>
            <a:ext cx="23055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4">
            <a:alphaModFix/>
          </a:blip>
          <a:srcRect l="71565"/>
          <a:stretch/>
        </p:blipFill>
        <p:spPr>
          <a:xfrm flipH="1">
            <a:off x="8580978" y="0"/>
            <a:ext cx="13653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5">
            <a:alphaModFix/>
          </a:blip>
          <a:srcRect r="67203"/>
          <a:stretch/>
        </p:blipFill>
        <p:spPr>
          <a:xfrm flipH="1">
            <a:off x="-973143" y="-13475"/>
            <a:ext cx="1574848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9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140" name="Google Shape;140;p19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 flipH="1">
              <a:off x="0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9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 flipH="1">
              <a:off x="-1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19"/>
          <p:cNvSpPr txBox="1">
            <a:spLocks noGrp="1"/>
          </p:cNvSpPr>
          <p:nvPr>
            <p:ph type="subTitle" idx="1"/>
          </p:nvPr>
        </p:nvSpPr>
        <p:spPr>
          <a:xfrm>
            <a:off x="3021050" y="1651653"/>
            <a:ext cx="4778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2"/>
          </p:nvPr>
        </p:nvSpPr>
        <p:spPr>
          <a:xfrm>
            <a:off x="3021050" y="2768577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3"/>
          </p:nvPr>
        </p:nvSpPr>
        <p:spPr>
          <a:xfrm>
            <a:off x="3021050" y="3882800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4"/>
          </p:nvPr>
        </p:nvSpPr>
        <p:spPr>
          <a:xfrm>
            <a:off x="3021050" y="1223975"/>
            <a:ext cx="47784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5"/>
          </p:nvPr>
        </p:nvSpPr>
        <p:spPr>
          <a:xfrm>
            <a:off x="3021050" y="2339996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ubTitle" idx="6"/>
          </p:nvPr>
        </p:nvSpPr>
        <p:spPr>
          <a:xfrm>
            <a:off x="3021050" y="3453318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49" name="Google Shape;149;p19"/>
          <p:cNvPicPr preferRelativeResize="0"/>
          <p:nvPr/>
        </p:nvPicPr>
        <p:blipFill rotWithShape="1">
          <a:blip r:embed="rId4">
            <a:alphaModFix/>
          </a:blip>
          <a:srcRect l="71565"/>
          <a:stretch/>
        </p:blipFill>
        <p:spPr>
          <a:xfrm>
            <a:off x="-795021" y="0"/>
            <a:ext cx="13653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 rotWithShape="1">
          <a:blip r:embed="rId5">
            <a:alphaModFix/>
          </a:blip>
          <a:srcRect r="67203"/>
          <a:stretch/>
        </p:blipFill>
        <p:spPr>
          <a:xfrm>
            <a:off x="8544442" y="-13475"/>
            <a:ext cx="1574848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0"/>
          <p:cNvGrpSpPr/>
          <p:nvPr/>
        </p:nvGrpSpPr>
        <p:grpSpPr>
          <a:xfrm rot="10800000"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153" name="Google Shape;153;p20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0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0"/>
          <p:cNvSpPr txBox="1">
            <a:spLocks noGrp="1"/>
          </p:cNvSpPr>
          <p:nvPr>
            <p:ph type="subTitle" idx="1"/>
          </p:nvPr>
        </p:nvSpPr>
        <p:spPr>
          <a:xfrm>
            <a:off x="1865400" y="17493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2"/>
          </p:nvPr>
        </p:nvSpPr>
        <p:spPr>
          <a:xfrm>
            <a:off x="5752799" y="17493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3"/>
          </p:nvPr>
        </p:nvSpPr>
        <p:spPr>
          <a:xfrm>
            <a:off x="1865400" y="34857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subTitle" idx="4"/>
          </p:nvPr>
        </p:nvSpPr>
        <p:spPr>
          <a:xfrm>
            <a:off x="5752799" y="34857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ubTitle" idx="5"/>
          </p:nvPr>
        </p:nvSpPr>
        <p:spPr>
          <a:xfrm>
            <a:off x="1865400" y="1329000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6"/>
          </p:nvPr>
        </p:nvSpPr>
        <p:spPr>
          <a:xfrm>
            <a:off x="5752797" y="1329000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subTitle" idx="7"/>
          </p:nvPr>
        </p:nvSpPr>
        <p:spPr>
          <a:xfrm>
            <a:off x="1865400" y="3065475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subTitle" idx="8"/>
          </p:nvPr>
        </p:nvSpPr>
        <p:spPr>
          <a:xfrm>
            <a:off x="5752797" y="3065475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1"/>
          <p:cNvGrpSpPr/>
          <p:nvPr/>
        </p:nvGrpSpPr>
        <p:grpSpPr>
          <a:xfrm rot="10800000">
            <a:off x="-1" y="0"/>
            <a:ext cx="9144004" cy="5143501"/>
            <a:chOff x="-1" y="0"/>
            <a:chExt cx="9144004" cy="5143501"/>
          </a:xfrm>
        </p:grpSpPr>
        <p:pic>
          <p:nvPicPr>
            <p:cNvPr id="166" name="Google Shape;166;p21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1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21"/>
          <p:cNvSpPr txBox="1">
            <a:spLocks noGrp="1"/>
          </p:cNvSpPr>
          <p:nvPr>
            <p:ph type="subTitle" idx="1"/>
          </p:nvPr>
        </p:nvSpPr>
        <p:spPr>
          <a:xfrm>
            <a:off x="863921" y="1863034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2"/>
          </p:nvPr>
        </p:nvSpPr>
        <p:spPr>
          <a:xfrm>
            <a:off x="3512806" y="1863034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3"/>
          </p:nvPr>
        </p:nvSpPr>
        <p:spPr>
          <a:xfrm>
            <a:off x="863921" y="3445661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4"/>
          </p:nvPr>
        </p:nvSpPr>
        <p:spPr>
          <a:xfrm>
            <a:off x="3512806" y="3445661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5"/>
          </p:nvPr>
        </p:nvSpPr>
        <p:spPr>
          <a:xfrm>
            <a:off x="6161691" y="1863034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6"/>
          </p:nvPr>
        </p:nvSpPr>
        <p:spPr>
          <a:xfrm>
            <a:off x="6161691" y="3445661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subTitle" idx="7"/>
          </p:nvPr>
        </p:nvSpPr>
        <p:spPr>
          <a:xfrm>
            <a:off x="862321" y="1370611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subTitle" idx="8"/>
          </p:nvPr>
        </p:nvSpPr>
        <p:spPr>
          <a:xfrm>
            <a:off x="3511200" y="1370611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subTitle" idx="9"/>
          </p:nvPr>
        </p:nvSpPr>
        <p:spPr>
          <a:xfrm>
            <a:off x="6160079" y="1370611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3"/>
          </p:nvPr>
        </p:nvSpPr>
        <p:spPr>
          <a:xfrm>
            <a:off x="862321" y="2953037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subTitle" idx="14"/>
          </p:nvPr>
        </p:nvSpPr>
        <p:spPr>
          <a:xfrm>
            <a:off x="3511200" y="2953037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subTitle" idx="15"/>
          </p:nvPr>
        </p:nvSpPr>
        <p:spPr>
          <a:xfrm>
            <a:off x="6160079" y="2953037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2"/>
          <p:cNvGrpSpPr/>
          <p:nvPr/>
        </p:nvGrpSpPr>
        <p:grpSpPr>
          <a:xfrm rot="10800000"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183" name="Google Shape;183;p22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2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3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188" name="Google Shape;188;p23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3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3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91" name="Google Shape;191;p23"/>
          <p:cNvPicPr preferRelativeResize="0"/>
          <p:nvPr/>
        </p:nvPicPr>
        <p:blipFill rotWithShape="1">
          <a:blip r:embed="rId4">
            <a:alphaModFix/>
          </a:blip>
          <a:srcRect l="71565"/>
          <a:stretch/>
        </p:blipFill>
        <p:spPr>
          <a:xfrm flipH="1">
            <a:off x="8580978" y="0"/>
            <a:ext cx="13653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 rotWithShape="1">
          <a:blip r:embed="rId5">
            <a:alphaModFix/>
          </a:blip>
          <a:srcRect r="67203"/>
          <a:stretch/>
        </p:blipFill>
        <p:spPr>
          <a:xfrm flipH="1">
            <a:off x="-973143" y="-13475"/>
            <a:ext cx="1574848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24"/>
          <p:cNvGrpSpPr/>
          <p:nvPr/>
        </p:nvGrpSpPr>
        <p:grpSpPr>
          <a:xfrm rot="10800000">
            <a:off x="-1" y="0"/>
            <a:ext cx="9144004" cy="5143501"/>
            <a:chOff x="-1" y="0"/>
            <a:chExt cx="9144004" cy="5143501"/>
          </a:xfrm>
        </p:grpSpPr>
        <p:pic>
          <p:nvPicPr>
            <p:cNvPr id="195" name="Google Shape;195;p24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4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24"/>
          <p:cNvSpPr txBox="1">
            <a:spLocks noGrp="1"/>
          </p:cNvSpPr>
          <p:nvPr>
            <p:ph type="title" hasCustomPrompt="1"/>
          </p:nvPr>
        </p:nvSpPr>
        <p:spPr>
          <a:xfrm>
            <a:off x="3396725" y="6157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8" name="Google Shape;198;p24"/>
          <p:cNvSpPr txBox="1">
            <a:spLocks noGrp="1"/>
          </p:cNvSpPr>
          <p:nvPr>
            <p:ph type="subTitle" idx="1"/>
          </p:nvPr>
        </p:nvSpPr>
        <p:spPr>
          <a:xfrm>
            <a:off x="3396725" y="1351675"/>
            <a:ext cx="46968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9" name="Google Shape;199;p24"/>
          <p:cNvSpPr txBox="1">
            <a:spLocks noGrp="1"/>
          </p:cNvSpPr>
          <p:nvPr>
            <p:ph type="title" idx="2" hasCustomPrompt="1"/>
          </p:nvPr>
        </p:nvSpPr>
        <p:spPr>
          <a:xfrm>
            <a:off x="3396725" y="19679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0" name="Google Shape;200;p24"/>
          <p:cNvSpPr txBox="1">
            <a:spLocks noGrp="1"/>
          </p:cNvSpPr>
          <p:nvPr>
            <p:ph type="subTitle" idx="3"/>
          </p:nvPr>
        </p:nvSpPr>
        <p:spPr>
          <a:xfrm>
            <a:off x="3396725" y="2703936"/>
            <a:ext cx="46968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title" idx="4" hasCustomPrompt="1"/>
          </p:nvPr>
        </p:nvSpPr>
        <p:spPr>
          <a:xfrm>
            <a:off x="3396725" y="332022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24"/>
          <p:cNvSpPr txBox="1">
            <a:spLocks noGrp="1"/>
          </p:cNvSpPr>
          <p:nvPr>
            <p:ph type="subTitle" idx="5"/>
          </p:nvPr>
        </p:nvSpPr>
        <p:spPr>
          <a:xfrm>
            <a:off x="3396725" y="4056197"/>
            <a:ext cx="46968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5"/>
          <p:cNvGrpSpPr/>
          <p:nvPr/>
        </p:nvGrpSpPr>
        <p:grpSpPr>
          <a:xfrm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205" name="Google Shape;205;p25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5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3886225" y="387600"/>
            <a:ext cx="44481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subTitle" idx="1"/>
          </p:nvPr>
        </p:nvSpPr>
        <p:spPr>
          <a:xfrm>
            <a:off x="3886225" y="123726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3886225" y="3766475"/>
            <a:ext cx="4448100" cy="8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and includes icons by</a:t>
            </a:r>
            <a:r>
              <a:rPr lang="en" sz="1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2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6"/>
          <p:cNvGrpSpPr/>
          <p:nvPr/>
        </p:nvGrpSpPr>
        <p:grpSpPr>
          <a:xfrm>
            <a:off x="-1" y="0"/>
            <a:ext cx="9144004" cy="5143501"/>
            <a:chOff x="-1" y="0"/>
            <a:chExt cx="9144004" cy="5143501"/>
          </a:xfrm>
        </p:grpSpPr>
        <p:pic>
          <p:nvPicPr>
            <p:cNvPr id="212" name="Google Shape;212;p26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6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7"/>
          <p:cNvGrpSpPr/>
          <p:nvPr/>
        </p:nvGrpSpPr>
        <p:grpSpPr>
          <a:xfrm rot="10800000" flipH="1">
            <a:off x="-1" y="0"/>
            <a:ext cx="9144004" cy="5143501"/>
            <a:chOff x="-1" y="0"/>
            <a:chExt cx="9144004" cy="5143501"/>
          </a:xfrm>
        </p:grpSpPr>
        <p:pic>
          <p:nvPicPr>
            <p:cNvPr id="216" name="Google Shape;216;p27"/>
            <p:cNvPicPr preferRelativeResize="0"/>
            <p:nvPr/>
          </p:nvPicPr>
          <p:blipFill rotWithShape="1">
            <a:blip r:embed="rId2">
              <a:alphaModFix amt="42000"/>
            </a:blip>
            <a:srcRect t="1856" b="13740"/>
            <a:stretch/>
          </p:blipFill>
          <p:spPr>
            <a:xfrm>
              <a:off x="-1" y="0"/>
              <a:ext cx="9144003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7"/>
            <p:cNvPicPr preferRelativeResize="0"/>
            <p:nvPr/>
          </p:nvPicPr>
          <p:blipFill rotWithShape="1">
            <a:blip r:embed="rId3">
              <a:alphaModFix amt="57000"/>
            </a:blip>
            <a:srcRect t="3016" b="3016"/>
            <a:stretch/>
          </p:blipFill>
          <p:spPr>
            <a:xfrm>
              <a:off x="0" y="0"/>
              <a:ext cx="9144003" cy="5143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8" name="Google Shape;218;p27"/>
          <p:cNvPicPr preferRelativeResize="0"/>
          <p:nvPr/>
        </p:nvPicPr>
        <p:blipFill rotWithShape="1">
          <a:blip r:embed="rId4">
            <a:alphaModFix/>
          </a:blip>
          <a:srcRect r="18725"/>
          <a:stretch/>
        </p:blipFill>
        <p:spPr>
          <a:xfrm flipH="1">
            <a:off x="-841323" y="-13475"/>
            <a:ext cx="3902723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anum Gothic"/>
              <a:buNone/>
              <a:defRPr sz="3000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8" r:id="rId8"/>
    <p:sldLayoutId id="2147483659" r:id="rId9"/>
    <p:sldLayoutId id="2147483660" r:id="rId10"/>
    <p:sldLayoutId id="2147483661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3" Type="http://schemas.openxmlformats.org/officeDocument/2006/relationships/slide" Target="slide24.xml"/><Relationship Id="rId7" Type="http://schemas.openxmlformats.org/officeDocument/2006/relationships/hyperlink" Target="http://bit.ly/33VAFh3" TargetMode="External"/><Relationship Id="rId12" Type="http://schemas.openxmlformats.org/officeDocument/2006/relationships/hyperlink" Target="https://www.videvo.net/?utm_source=slidesgo_template&amp;utm_medium=referral-link&amp;utm_campaign=sg_resources&amp;utm_content=videv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bit.ly/30B07Gq" TargetMode="External"/><Relationship Id="rId11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5" Type="http://schemas.openxmlformats.org/officeDocument/2006/relationships/hyperlink" Target="https://bit.ly/3A1uf1Q" TargetMode="External"/><Relationship Id="rId10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hyperlink" Target="https://docs.google.com/spreadsheets/d/1oakYs-xIUbtsxJyF5VEOT0RJZ7yichf_sUD0pELsVlY/copy#gid=1912497238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hyperlink" Target="https://docs.google.com/spreadsheets/d/1oakYs-xIUbtsxJyF5VEOT0RJZ7yichf_sUD0pELsVlY/copy#gid=1592285921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>
            <a:spLocks noGrp="1"/>
          </p:cNvSpPr>
          <p:nvPr>
            <p:ph type="ctrTitle"/>
          </p:nvPr>
        </p:nvSpPr>
        <p:spPr>
          <a:xfrm>
            <a:off x="713225" y="849650"/>
            <a:ext cx="5313300" cy="239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Thesis Defense: Epic Poetry, History and Criticism</a:t>
            </a:r>
            <a:endParaRPr b="1"/>
          </a:p>
        </p:txBody>
      </p:sp>
      <p:sp>
        <p:nvSpPr>
          <p:cNvPr id="230" name="Google Shape;230;p31"/>
          <p:cNvSpPr txBox="1">
            <a:spLocks noGrp="1"/>
          </p:cNvSpPr>
          <p:nvPr>
            <p:ph type="subTitle" idx="1"/>
          </p:nvPr>
        </p:nvSpPr>
        <p:spPr>
          <a:xfrm>
            <a:off x="713225" y="3808003"/>
            <a:ext cx="5313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Here is where your presentation begins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1" name="Google Shape;231;p31"/>
          <p:cNvPicPr preferRelativeResize="0"/>
          <p:nvPr/>
        </p:nvPicPr>
        <p:blipFill rotWithShape="1">
          <a:blip r:embed="rId3">
            <a:alphaModFix/>
          </a:blip>
          <a:srcRect r="18725"/>
          <a:stretch/>
        </p:blipFill>
        <p:spPr>
          <a:xfrm>
            <a:off x="6509952" y="-13475"/>
            <a:ext cx="3902723" cy="51569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1"/>
          <p:cNvCxnSpPr/>
          <p:nvPr/>
        </p:nvCxnSpPr>
        <p:spPr>
          <a:xfrm rot="10800000">
            <a:off x="-609175" y="3538580"/>
            <a:ext cx="6535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graphicFrame>
        <p:nvGraphicFramePr>
          <p:cNvPr id="238" name="Google Shape;238;p32"/>
          <p:cNvGraphicFramePr/>
          <p:nvPr/>
        </p:nvGraphicFramePr>
        <p:xfrm>
          <a:off x="988838" y="1408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{0817B6DA-9CAC-480A-9B3C-0B29B6F86B1D}</a:tableStyleId>
              </a:tblPr>
              <a:tblGrid>
                <a:gridCol w="20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" action="ppaction://noaction"/>
                        </a:rPr>
                        <a:t>Fonts</a:t>
                      </a:r>
                      <a:endParaRPr sz="1100" b="1" u="sng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" action="ppaction://noaction"/>
                        </a:rPr>
                        <a:t>Used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and </a:t>
                      </a: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" action="ppaction://noaction"/>
                        </a:rPr>
                        <a:t>alternative</a:t>
                      </a: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" action="ppaction://noaction"/>
                        </a:rPr>
                        <a:t> resources</a:t>
                      </a:r>
                      <a:endParaRPr sz="1100" b="1" u="sng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3" action="ppaction://hlinksldjump"/>
                        </a:rPr>
                        <a:t>Thanks slide</a:t>
                      </a:r>
                      <a:endParaRPr sz="1100" b="1" u="sng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" action="ppaction://noaction"/>
                        </a:rPr>
                        <a:t>Colors</a:t>
                      </a:r>
                      <a:endParaRPr sz="1100" b="1" u="sng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" action="ppaction://noaction"/>
                        </a:rPr>
                        <a:t>Icons</a:t>
                      </a:r>
                      <a:r>
                        <a:rPr lang="en" sz="1100" b="1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and </a:t>
                      </a:r>
                      <a:r>
                        <a:rPr lang="en" sz="1100" b="1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" action="ppaction://noaction"/>
                        </a:rPr>
                        <a:t>infographic resources</a:t>
                      </a:r>
                      <a:endParaRPr sz="1100" b="1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Editable presentation theme </a:t>
                      </a:r>
                      <a:endParaRPr sz="1100" b="1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You can edit the master slides easily. For more info, click </a:t>
                      </a:r>
                      <a:r>
                        <a:rPr lang="en" sz="1100" b="1" u="sng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9" name="Google Shape;239;p32"/>
          <p:cNvSpPr txBox="1"/>
          <p:nvPr/>
        </p:nvSpPr>
        <p:spPr>
          <a:xfrm>
            <a:off x="988800" y="978215"/>
            <a:ext cx="71664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You can delete this slide when you’re done editing the presentation</a:t>
            </a:r>
            <a:endParaRPr sz="12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1347625" y="4171375"/>
            <a:ext cx="19701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 more info: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</a:t>
            </a: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endParaRPr sz="10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3843275" y="4171375"/>
            <a:ext cx="39531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You can visit our sister projects: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1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subTitle" idx="1"/>
          </p:nvPr>
        </p:nvSpPr>
        <p:spPr>
          <a:xfrm>
            <a:off x="4628950" y="1140863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48" name="Google Shape;248;p33"/>
          <p:cNvSpPr txBox="1">
            <a:spLocks noGrp="1"/>
          </p:cNvSpPr>
          <p:nvPr>
            <p:ph type="title" idx="2"/>
          </p:nvPr>
        </p:nvSpPr>
        <p:spPr>
          <a:xfrm>
            <a:off x="1182050" y="1140863"/>
            <a:ext cx="9012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subTitle" idx="3"/>
          </p:nvPr>
        </p:nvSpPr>
        <p:spPr>
          <a:xfrm>
            <a:off x="2302200" y="1140863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</a:t>
            </a:r>
            <a:endParaRPr/>
          </a:p>
        </p:txBody>
      </p:sp>
      <p:sp>
        <p:nvSpPr>
          <p:cNvPr id="250" name="Google Shape;250;p33"/>
          <p:cNvSpPr txBox="1">
            <a:spLocks noGrp="1"/>
          </p:cNvSpPr>
          <p:nvPr>
            <p:ph type="subTitle" idx="4"/>
          </p:nvPr>
        </p:nvSpPr>
        <p:spPr>
          <a:xfrm>
            <a:off x="4628950" y="1728953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title" idx="5"/>
          </p:nvPr>
        </p:nvSpPr>
        <p:spPr>
          <a:xfrm>
            <a:off x="1182050" y="1728952"/>
            <a:ext cx="9012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2" name="Google Shape;252;p33"/>
          <p:cNvSpPr txBox="1">
            <a:spLocks noGrp="1"/>
          </p:cNvSpPr>
          <p:nvPr>
            <p:ph type="subTitle" idx="6"/>
          </p:nvPr>
        </p:nvSpPr>
        <p:spPr>
          <a:xfrm>
            <a:off x="2302200" y="1728953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/>
          </a:p>
        </p:txBody>
      </p:sp>
      <p:sp>
        <p:nvSpPr>
          <p:cNvPr id="253" name="Google Shape;253;p33"/>
          <p:cNvSpPr txBox="1">
            <a:spLocks noGrp="1"/>
          </p:cNvSpPr>
          <p:nvPr>
            <p:ph type="subTitle" idx="7"/>
          </p:nvPr>
        </p:nvSpPr>
        <p:spPr>
          <a:xfrm>
            <a:off x="4628950" y="2317043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54" name="Google Shape;254;p33"/>
          <p:cNvSpPr txBox="1">
            <a:spLocks noGrp="1"/>
          </p:cNvSpPr>
          <p:nvPr>
            <p:ph type="title" idx="8"/>
          </p:nvPr>
        </p:nvSpPr>
        <p:spPr>
          <a:xfrm>
            <a:off x="1182050" y="2317042"/>
            <a:ext cx="9012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5" name="Google Shape;255;p33"/>
          <p:cNvSpPr txBox="1">
            <a:spLocks noGrp="1"/>
          </p:cNvSpPr>
          <p:nvPr>
            <p:ph type="subTitle" idx="9"/>
          </p:nvPr>
        </p:nvSpPr>
        <p:spPr>
          <a:xfrm>
            <a:off x="2302200" y="2317043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3"/>
          </p:nvPr>
        </p:nvSpPr>
        <p:spPr>
          <a:xfrm>
            <a:off x="4628950" y="2905132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57" name="Google Shape;257;p33"/>
          <p:cNvSpPr txBox="1">
            <a:spLocks noGrp="1"/>
          </p:cNvSpPr>
          <p:nvPr>
            <p:ph type="title" idx="14"/>
          </p:nvPr>
        </p:nvSpPr>
        <p:spPr>
          <a:xfrm>
            <a:off x="1182050" y="2905132"/>
            <a:ext cx="9012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subTitle" idx="15"/>
          </p:nvPr>
        </p:nvSpPr>
        <p:spPr>
          <a:xfrm>
            <a:off x="2302200" y="2905132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subTitle" idx="16"/>
          </p:nvPr>
        </p:nvSpPr>
        <p:spPr>
          <a:xfrm>
            <a:off x="4628950" y="3493222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60" name="Google Shape;260;p33"/>
          <p:cNvSpPr txBox="1">
            <a:spLocks noGrp="1"/>
          </p:cNvSpPr>
          <p:nvPr>
            <p:ph type="title" idx="17"/>
          </p:nvPr>
        </p:nvSpPr>
        <p:spPr>
          <a:xfrm>
            <a:off x="1182050" y="3493222"/>
            <a:ext cx="9012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subTitle" idx="18"/>
          </p:nvPr>
        </p:nvSpPr>
        <p:spPr>
          <a:xfrm>
            <a:off x="2302200" y="3493222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subTitle" idx="19"/>
          </p:nvPr>
        </p:nvSpPr>
        <p:spPr>
          <a:xfrm>
            <a:off x="4628950" y="4081312"/>
            <a:ext cx="33330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title" idx="20"/>
          </p:nvPr>
        </p:nvSpPr>
        <p:spPr>
          <a:xfrm>
            <a:off x="1182050" y="4081312"/>
            <a:ext cx="9012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21"/>
          </p:nvPr>
        </p:nvSpPr>
        <p:spPr>
          <a:xfrm>
            <a:off x="2302200" y="4081312"/>
            <a:ext cx="2107800" cy="5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4"/>
          <p:cNvPicPr preferRelativeResize="0"/>
          <p:nvPr/>
        </p:nvPicPr>
        <p:blipFill rotWithShape="1">
          <a:blip r:embed="rId3">
            <a:alphaModFix/>
          </a:blip>
          <a:srcRect l="17245"/>
          <a:stretch/>
        </p:blipFill>
        <p:spPr>
          <a:xfrm>
            <a:off x="-657464" y="0"/>
            <a:ext cx="397365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>
            <a:spLocks noGrp="1"/>
          </p:cNvSpPr>
          <p:nvPr>
            <p:ph type="title"/>
          </p:nvPr>
        </p:nvSpPr>
        <p:spPr>
          <a:xfrm>
            <a:off x="4070325" y="2119800"/>
            <a:ext cx="43605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</a:t>
            </a:r>
            <a:endParaRPr/>
          </a:p>
        </p:txBody>
      </p:sp>
      <p:sp>
        <p:nvSpPr>
          <p:cNvPr id="271" name="Google Shape;271;p34"/>
          <p:cNvSpPr txBox="1">
            <a:spLocks noGrp="1"/>
          </p:cNvSpPr>
          <p:nvPr>
            <p:ph type="subTitle" idx="1"/>
          </p:nvPr>
        </p:nvSpPr>
        <p:spPr>
          <a:xfrm>
            <a:off x="4070325" y="3289100"/>
            <a:ext cx="43605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272" name="Google Shape;272;p34"/>
          <p:cNvSpPr txBox="1">
            <a:spLocks noGrp="1"/>
          </p:cNvSpPr>
          <p:nvPr>
            <p:ph type="title" idx="2"/>
          </p:nvPr>
        </p:nvSpPr>
        <p:spPr>
          <a:xfrm>
            <a:off x="4070325" y="1025900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73" name="Google Shape;273;p34"/>
          <p:cNvCxnSpPr/>
          <p:nvPr/>
        </p:nvCxnSpPr>
        <p:spPr>
          <a:xfrm rot="10800000">
            <a:off x="4070225" y="4213080"/>
            <a:ext cx="5810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statement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ubTitle" idx="1"/>
          </p:nvPr>
        </p:nvSpPr>
        <p:spPr>
          <a:xfrm>
            <a:off x="3021050" y="1651653"/>
            <a:ext cx="4778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</a:t>
            </a:r>
            <a:endParaRPr/>
          </a:p>
        </p:txBody>
      </p:sp>
      <p:sp>
        <p:nvSpPr>
          <p:cNvPr id="280" name="Google Shape;280;p35"/>
          <p:cNvSpPr txBox="1">
            <a:spLocks noGrp="1"/>
          </p:cNvSpPr>
          <p:nvPr>
            <p:ph type="subTitle" idx="2"/>
          </p:nvPr>
        </p:nvSpPr>
        <p:spPr>
          <a:xfrm>
            <a:off x="3021050" y="2768577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281" name="Google Shape;281;p35"/>
          <p:cNvSpPr txBox="1">
            <a:spLocks noGrp="1"/>
          </p:cNvSpPr>
          <p:nvPr>
            <p:ph type="subTitle" idx="3"/>
          </p:nvPr>
        </p:nvSpPr>
        <p:spPr>
          <a:xfrm>
            <a:off x="3021050" y="3882800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 in the Solar System</a:t>
            </a:r>
            <a:endParaRPr/>
          </a:p>
        </p:txBody>
      </p:sp>
      <p:sp>
        <p:nvSpPr>
          <p:cNvPr id="282" name="Google Shape;282;p35"/>
          <p:cNvSpPr txBox="1">
            <a:spLocks noGrp="1"/>
          </p:cNvSpPr>
          <p:nvPr>
            <p:ph type="subTitle" idx="4"/>
          </p:nvPr>
        </p:nvSpPr>
        <p:spPr>
          <a:xfrm>
            <a:off x="3021050" y="1223975"/>
            <a:ext cx="47784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Mercury?</a:t>
            </a:r>
            <a:endParaRPr/>
          </a:p>
        </p:txBody>
      </p:sp>
      <p:sp>
        <p:nvSpPr>
          <p:cNvPr id="283" name="Google Shape;283;p35"/>
          <p:cNvSpPr txBox="1">
            <a:spLocks noGrp="1"/>
          </p:cNvSpPr>
          <p:nvPr>
            <p:ph type="subTitle" idx="5"/>
          </p:nvPr>
        </p:nvSpPr>
        <p:spPr>
          <a:xfrm>
            <a:off x="3021050" y="2339996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Venus?</a:t>
            </a:r>
            <a:endParaRPr/>
          </a:p>
        </p:txBody>
      </p:sp>
      <p:sp>
        <p:nvSpPr>
          <p:cNvPr id="284" name="Google Shape;284;p35"/>
          <p:cNvSpPr txBox="1">
            <a:spLocks noGrp="1"/>
          </p:cNvSpPr>
          <p:nvPr>
            <p:ph type="subTitle" idx="6"/>
          </p:nvPr>
        </p:nvSpPr>
        <p:spPr>
          <a:xfrm>
            <a:off x="3021050" y="3453318"/>
            <a:ext cx="477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Jupiter?</a:t>
            </a:r>
            <a:endParaRPr/>
          </a:p>
        </p:txBody>
      </p:sp>
      <p:sp>
        <p:nvSpPr>
          <p:cNvPr id="285" name="Google Shape;285;p35"/>
          <p:cNvSpPr/>
          <p:nvPr/>
        </p:nvSpPr>
        <p:spPr>
          <a:xfrm>
            <a:off x="1344561" y="1346623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5"/>
          <p:cNvSpPr/>
          <p:nvPr/>
        </p:nvSpPr>
        <p:spPr>
          <a:xfrm>
            <a:off x="1344561" y="2460235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5"/>
          <p:cNvSpPr/>
          <p:nvPr/>
        </p:nvSpPr>
        <p:spPr>
          <a:xfrm>
            <a:off x="1344561" y="3573848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8" name="Google Shape;288;p35"/>
          <p:cNvGrpSpPr/>
          <p:nvPr/>
        </p:nvGrpSpPr>
        <p:grpSpPr>
          <a:xfrm>
            <a:off x="1713979" y="3755598"/>
            <a:ext cx="304566" cy="350501"/>
            <a:chOff x="3982553" y="1971730"/>
            <a:chExt cx="304566" cy="350501"/>
          </a:xfrm>
        </p:grpSpPr>
        <p:sp>
          <p:nvSpPr>
            <p:cNvPr id="289" name="Google Shape;289;p35"/>
            <p:cNvSpPr/>
            <p:nvPr/>
          </p:nvSpPr>
          <p:spPr>
            <a:xfrm>
              <a:off x="4037535" y="2176558"/>
              <a:ext cx="196513" cy="145673"/>
            </a:xfrm>
            <a:custGeom>
              <a:avLst/>
              <a:gdLst/>
              <a:ahLst/>
              <a:cxnLst/>
              <a:rect l="l" t="t" r="r" b="b"/>
              <a:pathLst>
                <a:path w="6169" h="4573" extrusionOk="0">
                  <a:moveTo>
                    <a:pt x="1441" y="322"/>
                  </a:moveTo>
                  <a:cubicBezTo>
                    <a:pt x="1584" y="322"/>
                    <a:pt x="1727" y="441"/>
                    <a:pt x="1727" y="595"/>
                  </a:cubicBezTo>
                  <a:lnTo>
                    <a:pt x="1727" y="4251"/>
                  </a:lnTo>
                  <a:lnTo>
                    <a:pt x="1167" y="4251"/>
                  </a:lnTo>
                  <a:lnTo>
                    <a:pt x="1167" y="595"/>
                  </a:lnTo>
                  <a:lnTo>
                    <a:pt x="1156" y="595"/>
                  </a:lnTo>
                  <a:cubicBezTo>
                    <a:pt x="1156" y="453"/>
                    <a:pt x="1275" y="322"/>
                    <a:pt x="1441" y="322"/>
                  </a:cubicBezTo>
                  <a:close/>
                  <a:moveTo>
                    <a:pt x="3061" y="322"/>
                  </a:moveTo>
                  <a:cubicBezTo>
                    <a:pt x="3227" y="322"/>
                    <a:pt x="3346" y="441"/>
                    <a:pt x="3346" y="595"/>
                  </a:cubicBezTo>
                  <a:lnTo>
                    <a:pt x="3346" y="4251"/>
                  </a:lnTo>
                  <a:lnTo>
                    <a:pt x="2799" y="4251"/>
                  </a:lnTo>
                  <a:lnTo>
                    <a:pt x="2799" y="595"/>
                  </a:lnTo>
                  <a:lnTo>
                    <a:pt x="2775" y="595"/>
                  </a:lnTo>
                  <a:cubicBezTo>
                    <a:pt x="2775" y="453"/>
                    <a:pt x="2894" y="322"/>
                    <a:pt x="3061" y="322"/>
                  </a:cubicBezTo>
                  <a:close/>
                  <a:moveTo>
                    <a:pt x="4680" y="322"/>
                  </a:moveTo>
                  <a:cubicBezTo>
                    <a:pt x="4835" y="322"/>
                    <a:pt x="4966" y="441"/>
                    <a:pt x="4966" y="595"/>
                  </a:cubicBezTo>
                  <a:lnTo>
                    <a:pt x="4966" y="4251"/>
                  </a:lnTo>
                  <a:lnTo>
                    <a:pt x="4406" y="4251"/>
                  </a:lnTo>
                  <a:lnTo>
                    <a:pt x="4406" y="595"/>
                  </a:lnTo>
                  <a:cubicBezTo>
                    <a:pt x="4406" y="453"/>
                    <a:pt x="4525" y="322"/>
                    <a:pt x="4680" y="322"/>
                  </a:cubicBezTo>
                  <a:close/>
                  <a:moveTo>
                    <a:pt x="1441" y="0"/>
                  </a:moveTo>
                  <a:cubicBezTo>
                    <a:pt x="1108" y="0"/>
                    <a:pt x="846" y="274"/>
                    <a:pt x="846" y="595"/>
                  </a:cubicBezTo>
                  <a:lnTo>
                    <a:pt x="846" y="4251"/>
                  </a:lnTo>
                  <a:lnTo>
                    <a:pt x="322" y="4251"/>
                  </a:lnTo>
                  <a:lnTo>
                    <a:pt x="322" y="2536"/>
                  </a:lnTo>
                  <a:cubicBezTo>
                    <a:pt x="322" y="2441"/>
                    <a:pt x="251" y="2370"/>
                    <a:pt x="155" y="2370"/>
                  </a:cubicBezTo>
                  <a:cubicBezTo>
                    <a:pt x="72" y="2370"/>
                    <a:pt x="1" y="2441"/>
                    <a:pt x="1" y="2536"/>
                  </a:cubicBezTo>
                  <a:lnTo>
                    <a:pt x="1" y="4405"/>
                  </a:lnTo>
                  <a:cubicBezTo>
                    <a:pt x="1" y="4501"/>
                    <a:pt x="72" y="4572"/>
                    <a:pt x="155" y="4572"/>
                  </a:cubicBezTo>
                  <a:lnTo>
                    <a:pt x="6001" y="4572"/>
                  </a:lnTo>
                  <a:cubicBezTo>
                    <a:pt x="6097" y="4572"/>
                    <a:pt x="6168" y="4501"/>
                    <a:pt x="6168" y="4405"/>
                  </a:cubicBezTo>
                  <a:lnTo>
                    <a:pt x="6168" y="834"/>
                  </a:lnTo>
                  <a:cubicBezTo>
                    <a:pt x="6144" y="750"/>
                    <a:pt x="6073" y="679"/>
                    <a:pt x="5978" y="679"/>
                  </a:cubicBezTo>
                  <a:cubicBezTo>
                    <a:pt x="5894" y="679"/>
                    <a:pt x="5811" y="750"/>
                    <a:pt x="5811" y="834"/>
                  </a:cubicBezTo>
                  <a:lnTo>
                    <a:pt x="5811" y="4251"/>
                  </a:lnTo>
                  <a:lnTo>
                    <a:pt x="5299" y="4251"/>
                  </a:lnTo>
                  <a:lnTo>
                    <a:pt x="5299" y="595"/>
                  </a:lnTo>
                  <a:cubicBezTo>
                    <a:pt x="5299" y="274"/>
                    <a:pt x="5025" y="0"/>
                    <a:pt x="4704" y="0"/>
                  </a:cubicBezTo>
                  <a:cubicBezTo>
                    <a:pt x="4370" y="0"/>
                    <a:pt x="4108" y="274"/>
                    <a:pt x="4108" y="595"/>
                  </a:cubicBezTo>
                  <a:lnTo>
                    <a:pt x="4108" y="4251"/>
                  </a:lnTo>
                  <a:lnTo>
                    <a:pt x="3656" y="4251"/>
                  </a:lnTo>
                  <a:lnTo>
                    <a:pt x="3656" y="595"/>
                  </a:lnTo>
                  <a:cubicBezTo>
                    <a:pt x="3656" y="274"/>
                    <a:pt x="3394" y="0"/>
                    <a:pt x="3061" y="0"/>
                  </a:cubicBezTo>
                  <a:cubicBezTo>
                    <a:pt x="2739" y="0"/>
                    <a:pt x="2465" y="274"/>
                    <a:pt x="2465" y="595"/>
                  </a:cubicBezTo>
                  <a:lnTo>
                    <a:pt x="2465" y="4251"/>
                  </a:lnTo>
                  <a:lnTo>
                    <a:pt x="2037" y="4251"/>
                  </a:lnTo>
                  <a:lnTo>
                    <a:pt x="2037" y="595"/>
                  </a:lnTo>
                  <a:cubicBezTo>
                    <a:pt x="2037" y="274"/>
                    <a:pt x="1763" y="0"/>
                    <a:pt x="14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5"/>
            <p:cNvSpPr/>
            <p:nvPr/>
          </p:nvSpPr>
          <p:spPr>
            <a:xfrm>
              <a:off x="3982553" y="1971730"/>
              <a:ext cx="304566" cy="272360"/>
            </a:xfrm>
            <a:custGeom>
              <a:avLst/>
              <a:gdLst/>
              <a:ahLst/>
              <a:cxnLst/>
              <a:rect l="l" t="t" r="r" b="b"/>
              <a:pathLst>
                <a:path w="9561" h="8550" extrusionOk="0">
                  <a:moveTo>
                    <a:pt x="8632" y="346"/>
                  </a:moveTo>
                  <a:cubicBezTo>
                    <a:pt x="8966" y="346"/>
                    <a:pt x="9239" y="632"/>
                    <a:pt x="9239" y="953"/>
                  </a:cubicBezTo>
                  <a:cubicBezTo>
                    <a:pt x="9239" y="1287"/>
                    <a:pt x="8954" y="1572"/>
                    <a:pt x="8632" y="1572"/>
                  </a:cubicBezTo>
                  <a:lnTo>
                    <a:pt x="929" y="1572"/>
                  </a:lnTo>
                  <a:cubicBezTo>
                    <a:pt x="596" y="1572"/>
                    <a:pt x="322" y="1287"/>
                    <a:pt x="322" y="953"/>
                  </a:cubicBezTo>
                  <a:cubicBezTo>
                    <a:pt x="322" y="632"/>
                    <a:pt x="607" y="346"/>
                    <a:pt x="929" y="346"/>
                  </a:cubicBezTo>
                  <a:close/>
                  <a:moveTo>
                    <a:pt x="6787" y="3835"/>
                  </a:moveTo>
                  <a:cubicBezTo>
                    <a:pt x="6811" y="4073"/>
                    <a:pt x="6930" y="4275"/>
                    <a:pt x="7096" y="4442"/>
                  </a:cubicBezTo>
                  <a:lnTo>
                    <a:pt x="2524" y="4442"/>
                  </a:lnTo>
                  <a:cubicBezTo>
                    <a:pt x="2715" y="4275"/>
                    <a:pt x="2822" y="4049"/>
                    <a:pt x="2858" y="3835"/>
                  </a:cubicBezTo>
                  <a:close/>
                  <a:moveTo>
                    <a:pt x="7870" y="1882"/>
                  </a:moveTo>
                  <a:cubicBezTo>
                    <a:pt x="8573" y="1882"/>
                    <a:pt x="9144" y="2453"/>
                    <a:pt x="9144" y="3156"/>
                  </a:cubicBezTo>
                  <a:cubicBezTo>
                    <a:pt x="9168" y="3870"/>
                    <a:pt x="8597" y="4442"/>
                    <a:pt x="7894" y="4442"/>
                  </a:cubicBezTo>
                  <a:lnTo>
                    <a:pt x="7823" y="4442"/>
                  </a:lnTo>
                  <a:cubicBezTo>
                    <a:pt x="7644" y="4406"/>
                    <a:pt x="7477" y="4335"/>
                    <a:pt x="7334" y="4216"/>
                  </a:cubicBezTo>
                  <a:cubicBezTo>
                    <a:pt x="7203" y="4097"/>
                    <a:pt x="7108" y="3918"/>
                    <a:pt x="7096" y="3716"/>
                  </a:cubicBezTo>
                  <a:cubicBezTo>
                    <a:pt x="7084" y="3513"/>
                    <a:pt x="7156" y="3323"/>
                    <a:pt x="7275" y="3192"/>
                  </a:cubicBezTo>
                  <a:cubicBezTo>
                    <a:pt x="7377" y="3070"/>
                    <a:pt x="7523" y="3011"/>
                    <a:pt x="7672" y="3011"/>
                  </a:cubicBezTo>
                  <a:cubicBezTo>
                    <a:pt x="7801" y="3011"/>
                    <a:pt x="7932" y="3056"/>
                    <a:pt x="8037" y="3144"/>
                  </a:cubicBezTo>
                  <a:cubicBezTo>
                    <a:pt x="8108" y="3215"/>
                    <a:pt x="8156" y="3311"/>
                    <a:pt x="8168" y="3418"/>
                  </a:cubicBezTo>
                  <a:cubicBezTo>
                    <a:pt x="8168" y="3513"/>
                    <a:pt x="8132" y="3620"/>
                    <a:pt x="8061" y="3692"/>
                  </a:cubicBezTo>
                  <a:cubicBezTo>
                    <a:pt x="8001" y="3751"/>
                    <a:pt x="8001" y="3858"/>
                    <a:pt x="8073" y="3918"/>
                  </a:cubicBezTo>
                  <a:cubicBezTo>
                    <a:pt x="8101" y="3946"/>
                    <a:pt x="8140" y="3961"/>
                    <a:pt x="8180" y="3961"/>
                  </a:cubicBezTo>
                  <a:cubicBezTo>
                    <a:pt x="8224" y="3961"/>
                    <a:pt x="8268" y="3943"/>
                    <a:pt x="8299" y="3906"/>
                  </a:cubicBezTo>
                  <a:cubicBezTo>
                    <a:pt x="8430" y="3751"/>
                    <a:pt x="8489" y="3573"/>
                    <a:pt x="8477" y="3382"/>
                  </a:cubicBezTo>
                  <a:cubicBezTo>
                    <a:pt x="8466" y="3192"/>
                    <a:pt x="8394" y="3013"/>
                    <a:pt x="8239" y="2894"/>
                  </a:cubicBezTo>
                  <a:cubicBezTo>
                    <a:pt x="8075" y="2746"/>
                    <a:pt x="7872" y="2674"/>
                    <a:pt x="7672" y="2674"/>
                  </a:cubicBezTo>
                  <a:cubicBezTo>
                    <a:pt x="7437" y="2674"/>
                    <a:pt x="7204" y="2773"/>
                    <a:pt x="7037" y="2965"/>
                  </a:cubicBezTo>
                  <a:cubicBezTo>
                    <a:pt x="6906" y="3120"/>
                    <a:pt x="6811" y="3287"/>
                    <a:pt x="6787" y="3489"/>
                  </a:cubicBezTo>
                  <a:lnTo>
                    <a:pt x="2858" y="3489"/>
                  </a:lnTo>
                  <a:cubicBezTo>
                    <a:pt x="2822" y="3287"/>
                    <a:pt x="2751" y="3120"/>
                    <a:pt x="2596" y="2965"/>
                  </a:cubicBezTo>
                  <a:cubicBezTo>
                    <a:pt x="2453" y="2799"/>
                    <a:pt x="2239" y="2692"/>
                    <a:pt x="2000" y="2680"/>
                  </a:cubicBezTo>
                  <a:cubicBezTo>
                    <a:pt x="1985" y="2679"/>
                    <a:pt x="1970" y="2678"/>
                    <a:pt x="1954" y="2678"/>
                  </a:cubicBezTo>
                  <a:cubicBezTo>
                    <a:pt x="1754" y="2678"/>
                    <a:pt x="1547" y="2750"/>
                    <a:pt x="1381" y="2894"/>
                  </a:cubicBezTo>
                  <a:cubicBezTo>
                    <a:pt x="1227" y="3025"/>
                    <a:pt x="1155" y="3192"/>
                    <a:pt x="1143" y="3382"/>
                  </a:cubicBezTo>
                  <a:cubicBezTo>
                    <a:pt x="1119" y="3573"/>
                    <a:pt x="1203" y="3751"/>
                    <a:pt x="1322" y="3906"/>
                  </a:cubicBezTo>
                  <a:cubicBezTo>
                    <a:pt x="1355" y="3939"/>
                    <a:pt x="1402" y="3957"/>
                    <a:pt x="1447" y="3957"/>
                  </a:cubicBezTo>
                  <a:cubicBezTo>
                    <a:pt x="1485" y="3957"/>
                    <a:pt x="1521" y="3945"/>
                    <a:pt x="1548" y="3918"/>
                  </a:cubicBezTo>
                  <a:cubicBezTo>
                    <a:pt x="1596" y="3858"/>
                    <a:pt x="1619" y="3751"/>
                    <a:pt x="1560" y="3692"/>
                  </a:cubicBezTo>
                  <a:cubicBezTo>
                    <a:pt x="1488" y="3620"/>
                    <a:pt x="1453" y="3513"/>
                    <a:pt x="1453" y="3418"/>
                  </a:cubicBezTo>
                  <a:cubicBezTo>
                    <a:pt x="1453" y="3311"/>
                    <a:pt x="1512" y="3204"/>
                    <a:pt x="1584" y="3144"/>
                  </a:cubicBezTo>
                  <a:cubicBezTo>
                    <a:pt x="1682" y="3068"/>
                    <a:pt x="1800" y="3012"/>
                    <a:pt x="1937" y="3012"/>
                  </a:cubicBezTo>
                  <a:cubicBezTo>
                    <a:pt x="1950" y="3012"/>
                    <a:pt x="1963" y="3012"/>
                    <a:pt x="1977" y="3013"/>
                  </a:cubicBezTo>
                  <a:cubicBezTo>
                    <a:pt x="2120" y="3025"/>
                    <a:pt x="2239" y="3085"/>
                    <a:pt x="2346" y="3192"/>
                  </a:cubicBezTo>
                  <a:cubicBezTo>
                    <a:pt x="2608" y="3489"/>
                    <a:pt x="2584" y="3954"/>
                    <a:pt x="2286" y="4216"/>
                  </a:cubicBezTo>
                  <a:cubicBezTo>
                    <a:pt x="2155" y="4335"/>
                    <a:pt x="1977" y="4406"/>
                    <a:pt x="1798" y="4442"/>
                  </a:cubicBezTo>
                  <a:lnTo>
                    <a:pt x="1727" y="4442"/>
                  </a:lnTo>
                  <a:cubicBezTo>
                    <a:pt x="1024" y="4442"/>
                    <a:pt x="441" y="3858"/>
                    <a:pt x="441" y="3156"/>
                  </a:cubicBezTo>
                  <a:cubicBezTo>
                    <a:pt x="441" y="2465"/>
                    <a:pt x="1024" y="1882"/>
                    <a:pt x="1727" y="1882"/>
                  </a:cubicBezTo>
                  <a:close/>
                  <a:moveTo>
                    <a:pt x="7537" y="4763"/>
                  </a:moveTo>
                  <a:lnTo>
                    <a:pt x="7537" y="5573"/>
                  </a:lnTo>
                  <a:lnTo>
                    <a:pt x="2036" y="5573"/>
                  </a:lnTo>
                  <a:lnTo>
                    <a:pt x="2036" y="4763"/>
                  </a:lnTo>
                  <a:close/>
                  <a:moveTo>
                    <a:pt x="929" y="1"/>
                  </a:moveTo>
                  <a:cubicBezTo>
                    <a:pt x="417" y="1"/>
                    <a:pt x="0" y="418"/>
                    <a:pt x="0" y="941"/>
                  </a:cubicBezTo>
                  <a:cubicBezTo>
                    <a:pt x="0" y="1418"/>
                    <a:pt x="357" y="1811"/>
                    <a:pt x="798" y="1870"/>
                  </a:cubicBezTo>
                  <a:cubicBezTo>
                    <a:pt x="393" y="2168"/>
                    <a:pt x="143" y="2620"/>
                    <a:pt x="143" y="3144"/>
                  </a:cubicBezTo>
                  <a:cubicBezTo>
                    <a:pt x="143" y="4013"/>
                    <a:pt x="834" y="4728"/>
                    <a:pt x="1691" y="4739"/>
                  </a:cubicBezTo>
                  <a:lnTo>
                    <a:pt x="1703" y="4739"/>
                  </a:lnTo>
                  <a:lnTo>
                    <a:pt x="1703" y="5704"/>
                  </a:lnTo>
                  <a:lnTo>
                    <a:pt x="1703" y="8383"/>
                  </a:lnTo>
                  <a:cubicBezTo>
                    <a:pt x="1703" y="8478"/>
                    <a:pt x="1786" y="8549"/>
                    <a:pt x="1869" y="8549"/>
                  </a:cubicBezTo>
                  <a:cubicBezTo>
                    <a:pt x="1965" y="8549"/>
                    <a:pt x="2036" y="8478"/>
                    <a:pt x="2036" y="8383"/>
                  </a:cubicBezTo>
                  <a:lnTo>
                    <a:pt x="2036" y="5894"/>
                  </a:lnTo>
                  <a:lnTo>
                    <a:pt x="7537" y="5894"/>
                  </a:lnTo>
                  <a:lnTo>
                    <a:pt x="7537" y="6692"/>
                  </a:lnTo>
                  <a:cubicBezTo>
                    <a:pt x="7537" y="6775"/>
                    <a:pt x="7620" y="6847"/>
                    <a:pt x="7704" y="6847"/>
                  </a:cubicBezTo>
                  <a:cubicBezTo>
                    <a:pt x="7799" y="6847"/>
                    <a:pt x="7870" y="6775"/>
                    <a:pt x="7870" y="6692"/>
                  </a:cubicBezTo>
                  <a:lnTo>
                    <a:pt x="7870" y="5740"/>
                  </a:lnTo>
                  <a:lnTo>
                    <a:pt x="7870" y="4763"/>
                  </a:lnTo>
                  <a:lnTo>
                    <a:pt x="7918" y="4763"/>
                  </a:lnTo>
                  <a:cubicBezTo>
                    <a:pt x="7930" y="4763"/>
                    <a:pt x="7942" y="4763"/>
                    <a:pt x="7954" y="4751"/>
                  </a:cubicBezTo>
                  <a:cubicBezTo>
                    <a:pt x="8823" y="4728"/>
                    <a:pt x="9501" y="4025"/>
                    <a:pt x="9501" y="3156"/>
                  </a:cubicBezTo>
                  <a:cubicBezTo>
                    <a:pt x="9489" y="2644"/>
                    <a:pt x="9228" y="2168"/>
                    <a:pt x="8823" y="1870"/>
                  </a:cubicBezTo>
                  <a:cubicBezTo>
                    <a:pt x="9251" y="1775"/>
                    <a:pt x="9561" y="1406"/>
                    <a:pt x="9561" y="941"/>
                  </a:cubicBezTo>
                  <a:cubicBezTo>
                    <a:pt x="9561" y="418"/>
                    <a:pt x="9144" y="1"/>
                    <a:pt x="8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1" name="Google Shape;291;p35"/>
          <p:cNvSpPr/>
          <p:nvPr/>
        </p:nvSpPr>
        <p:spPr>
          <a:xfrm>
            <a:off x="1675657" y="1547390"/>
            <a:ext cx="381209" cy="312466"/>
          </a:xfrm>
          <a:custGeom>
            <a:avLst/>
            <a:gdLst/>
            <a:ahLst/>
            <a:cxnLst/>
            <a:rect l="l" t="t" r="r" b="b"/>
            <a:pathLst>
              <a:path w="11967" h="9809" extrusionOk="0">
                <a:moveTo>
                  <a:pt x="8309" y="358"/>
                </a:moveTo>
                <a:cubicBezTo>
                  <a:pt x="8940" y="358"/>
                  <a:pt x="9663" y="469"/>
                  <a:pt x="10418" y="796"/>
                </a:cubicBezTo>
                <a:lnTo>
                  <a:pt x="10418" y="7796"/>
                </a:lnTo>
                <a:cubicBezTo>
                  <a:pt x="9723" y="7513"/>
                  <a:pt x="8997" y="7381"/>
                  <a:pt x="8289" y="7381"/>
                </a:cubicBezTo>
                <a:cubicBezTo>
                  <a:pt x="7542" y="7381"/>
                  <a:pt x="6816" y="7527"/>
                  <a:pt x="6168" y="7796"/>
                </a:cubicBezTo>
                <a:lnTo>
                  <a:pt x="6168" y="796"/>
                </a:lnTo>
                <a:cubicBezTo>
                  <a:pt x="6430" y="676"/>
                  <a:pt x="7238" y="358"/>
                  <a:pt x="8309" y="358"/>
                </a:cubicBezTo>
                <a:close/>
                <a:moveTo>
                  <a:pt x="3700" y="358"/>
                </a:moveTo>
                <a:cubicBezTo>
                  <a:pt x="4458" y="358"/>
                  <a:pt x="5191" y="513"/>
                  <a:pt x="5823" y="796"/>
                </a:cubicBezTo>
                <a:cubicBezTo>
                  <a:pt x="5811" y="1677"/>
                  <a:pt x="5811" y="6761"/>
                  <a:pt x="5811" y="7796"/>
                </a:cubicBezTo>
                <a:cubicBezTo>
                  <a:pt x="5418" y="7642"/>
                  <a:pt x="4656" y="7392"/>
                  <a:pt x="3668" y="7392"/>
                </a:cubicBezTo>
                <a:cubicBezTo>
                  <a:pt x="2929" y="7392"/>
                  <a:pt x="2215" y="7523"/>
                  <a:pt x="1548" y="7808"/>
                </a:cubicBezTo>
                <a:lnTo>
                  <a:pt x="1548" y="3867"/>
                </a:lnTo>
                <a:cubicBezTo>
                  <a:pt x="1548" y="3760"/>
                  <a:pt x="1477" y="3689"/>
                  <a:pt x="1370" y="3689"/>
                </a:cubicBezTo>
                <a:cubicBezTo>
                  <a:pt x="1262" y="3689"/>
                  <a:pt x="1191" y="3760"/>
                  <a:pt x="1191" y="3867"/>
                </a:cubicBezTo>
                <a:lnTo>
                  <a:pt x="1191" y="7987"/>
                </a:lnTo>
                <a:cubicBezTo>
                  <a:pt x="1191" y="8118"/>
                  <a:pt x="1298" y="8225"/>
                  <a:pt x="1429" y="8225"/>
                </a:cubicBezTo>
                <a:cubicBezTo>
                  <a:pt x="1465" y="8225"/>
                  <a:pt x="1489" y="8225"/>
                  <a:pt x="1524" y="8213"/>
                </a:cubicBezTo>
                <a:cubicBezTo>
                  <a:pt x="2203" y="7916"/>
                  <a:pt x="2917" y="7761"/>
                  <a:pt x="3656" y="7761"/>
                </a:cubicBezTo>
                <a:cubicBezTo>
                  <a:pt x="4715" y="7761"/>
                  <a:pt x="5537" y="8070"/>
                  <a:pt x="5799" y="8189"/>
                </a:cubicBezTo>
                <a:lnTo>
                  <a:pt x="5799" y="8606"/>
                </a:lnTo>
                <a:lnTo>
                  <a:pt x="417" y="8606"/>
                </a:lnTo>
                <a:cubicBezTo>
                  <a:pt x="381" y="8606"/>
                  <a:pt x="358" y="8582"/>
                  <a:pt x="358" y="8547"/>
                </a:cubicBezTo>
                <a:lnTo>
                  <a:pt x="358" y="1248"/>
                </a:lnTo>
                <a:cubicBezTo>
                  <a:pt x="358" y="1212"/>
                  <a:pt x="381" y="1188"/>
                  <a:pt x="417" y="1188"/>
                </a:cubicBezTo>
                <a:lnTo>
                  <a:pt x="1203" y="1188"/>
                </a:lnTo>
                <a:lnTo>
                  <a:pt x="1203" y="3153"/>
                </a:lnTo>
                <a:cubicBezTo>
                  <a:pt x="1203" y="3248"/>
                  <a:pt x="1274" y="3332"/>
                  <a:pt x="1382" y="3332"/>
                </a:cubicBezTo>
                <a:cubicBezTo>
                  <a:pt x="1489" y="3332"/>
                  <a:pt x="1560" y="3248"/>
                  <a:pt x="1560" y="3153"/>
                </a:cubicBezTo>
                <a:lnTo>
                  <a:pt x="1560" y="796"/>
                </a:lnTo>
                <a:cubicBezTo>
                  <a:pt x="2253" y="495"/>
                  <a:pt x="2987" y="358"/>
                  <a:pt x="3700" y="358"/>
                </a:cubicBezTo>
                <a:close/>
                <a:moveTo>
                  <a:pt x="6608" y="7987"/>
                </a:moveTo>
                <a:lnTo>
                  <a:pt x="6608" y="9249"/>
                </a:lnTo>
                <a:lnTo>
                  <a:pt x="6501" y="9166"/>
                </a:lnTo>
                <a:cubicBezTo>
                  <a:pt x="6471" y="9136"/>
                  <a:pt x="6430" y="9121"/>
                  <a:pt x="6390" y="9121"/>
                </a:cubicBezTo>
                <a:cubicBezTo>
                  <a:pt x="6349" y="9121"/>
                  <a:pt x="6311" y="9136"/>
                  <a:pt x="6287" y="9166"/>
                </a:cubicBezTo>
                <a:lnTo>
                  <a:pt x="6168" y="9261"/>
                </a:lnTo>
                <a:lnTo>
                  <a:pt x="6168" y="8166"/>
                </a:lnTo>
                <a:cubicBezTo>
                  <a:pt x="6251" y="8118"/>
                  <a:pt x="6418" y="8058"/>
                  <a:pt x="6608" y="7987"/>
                </a:cubicBezTo>
                <a:close/>
                <a:moveTo>
                  <a:pt x="8273" y="0"/>
                </a:moveTo>
                <a:cubicBezTo>
                  <a:pt x="7438" y="0"/>
                  <a:pt x="6643" y="178"/>
                  <a:pt x="5989" y="486"/>
                </a:cubicBezTo>
                <a:cubicBezTo>
                  <a:pt x="5715" y="367"/>
                  <a:pt x="4858" y="10"/>
                  <a:pt x="3668" y="10"/>
                </a:cubicBezTo>
                <a:cubicBezTo>
                  <a:pt x="2858" y="10"/>
                  <a:pt x="2072" y="176"/>
                  <a:pt x="1322" y="510"/>
                </a:cubicBezTo>
                <a:cubicBezTo>
                  <a:pt x="1143" y="593"/>
                  <a:pt x="1191" y="796"/>
                  <a:pt x="1191" y="843"/>
                </a:cubicBezTo>
                <a:lnTo>
                  <a:pt x="405" y="843"/>
                </a:lnTo>
                <a:cubicBezTo>
                  <a:pt x="179" y="843"/>
                  <a:pt x="0" y="1022"/>
                  <a:pt x="0" y="1248"/>
                </a:cubicBezTo>
                <a:lnTo>
                  <a:pt x="0" y="8535"/>
                </a:lnTo>
                <a:cubicBezTo>
                  <a:pt x="0" y="8761"/>
                  <a:pt x="179" y="8939"/>
                  <a:pt x="405" y="8939"/>
                </a:cubicBezTo>
                <a:lnTo>
                  <a:pt x="5811" y="8939"/>
                </a:lnTo>
                <a:lnTo>
                  <a:pt x="5811" y="9630"/>
                </a:lnTo>
                <a:cubicBezTo>
                  <a:pt x="5811" y="9740"/>
                  <a:pt x="5889" y="9808"/>
                  <a:pt x="5977" y="9808"/>
                </a:cubicBezTo>
                <a:cubicBezTo>
                  <a:pt x="6013" y="9808"/>
                  <a:pt x="6050" y="9797"/>
                  <a:pt x="6084" y="9773"/>
                </a:cubicBezTo>
                <a:lnTo>
                  <a:pt x="6382" y="9535"/>
                </a:lnTo>
                <a:cubicBezTo>
                  <a:pt x="6656" y="9737"/>
                  <a:pt x="6668" y="9809"/>
                  <a:pt x="6787" y="9809"/>
                </a:cubicBezTo>
                <a:cubicBezTo>
                  <a:pt x="6894" y="9809"/>
                  <a:pt x="6966" y="9737"/>
                  <a:pt x="6966" y="9630"/>
                </a:cubicBezTo>
                <a:lnTo>
                  <a:pt x="6966" y="8939"/>
                </a:lnTo>
                <a:lnTo>
                  <a:pt x="9335" y="8939"/>
                </a:lnTo>
                <a:cubicBezTo>
                  <a:pt x="9442" y="8939"/>
                  <a:pt x="9513" y="8856"/>
                  <a:pt x="9513" y="8761"/>
                </a:cubicBezTo>
                <a:cubicBezTo>
                  <a:pt x="9513" y="8654"/>
                  <a:pt x="9442" y="8582"/>
                  <a:pt x="9335" y="8582"/>
                </a:cubicBezTo>
                <a:lnTo>
                  <a:pt x="6966" y="8582"/>
                </a:lnTo>
                <a:lnTo>
                  <a:pt x="6966" y="7892"/>
                </a:lnTo>
                <a:cubicBezTo>
                  <a:pt x="7400" y="7783"/>
                  <a:pt x="7847" y="7728"/>
                  <a:pt x="8295" y="7728"/>
                </a:cubicBezTo>
                <a:cubicBezTo>
                  <a:pt x="9025" y="7728"/>
                  <a:pt x="9760" y="7875"/>
                  <a:pt x="10454" y="8177"/>
                </a:cubicBezTo>
                <a:cubicBezTo>
                  <a:pt x="10483" y="8192"/>
                  <a:pt x="10514" y="8199"/>
                  <a:pt x="10544" y="8199"/>
                </a:cubicBezTo>
                <a:cubicBezTo>
                  <a:pt x="10662" y="8199"/>
                  <a:pt x="10776" y="8096"/>
                  <a:pt x="10776" y="7963"/>
                </a:cubicBezTo>
                <a:lnTo>
                  <a:pt x="10776" y="1177"/>
                </a:lnTo>
                <a:lnTo>
                  <a:pt x="11561" y="1177"/>
                </a:lnTo>
                <a:cubicBezTo>
                  <a:pt x="11597" y="1177"/>
                  <a:pt x="11621" y="1212"/>
                  <a:pt x="11621" y="1236"/>
                </a:cubicBezTo>
                <a:lnTo>
                  <a:pt x="11621" y="8535"/>
                </a:lnTo>
                <a:cubicBezTo>
                  <a:pt x="11621" y="8570"/>
                  <a:pt x="11597" y="8594"/>
                  <a:pt x="11561" y="8594"/>
                </a:cubicBezTo>
                <a:lnTo>
                  <a:pt x="10049" y="8594"/>
                </a:lnTo>
                <a:cubicBezTo>
                  <a:pt x="9942" y="8594"/>
                  <a:pt x="9871" y="8666"/>
                  <a:pt x="9871" y="8773"/>
                </a:cubicBezTo>
                <a:cubicBezTo>
                  <a:pt x="9871" y="8880"/>
                  <a:pt x="9942" y="8951"/>
                  <a:pt x="10049" y="8951"/>
                </a:cubicBezTo>
                <a:lnTo>
                  <a:pt x="11561" y="8951"/>
                </a:lnTo>
                <a:cubicBezTo>
                  <a:pt x="11788" y="8951"/>
                  <a:pt x="11966" y="8773"/>
                  <a:pt x="11966" y="8547"/>
                </a:cubicBezTo>
                <a:lnTo>
                  <a:pt x="11966" y="1236"/>
                </a:lnTo>
                <a:cubicBezTo>
                  <a:pt x="11954" y="998"/>
                  <a:pt x="11776" y="831"/>
                  <a:pt x="11549" y="831"/>
                </a:cubicBezTo>
                <a:lnTo>
                  <a:pt x="10764" y="831"/>
                </a:lnTo>
                <a:cubicBezTo>
                  <a:pt x="10752" y="784"/>
                  <a:pt x="10811" y="581"/>
                  <a:pt x="10633" y="498"/>
                </a:cubicBezTo>
                <a:cubicBezTo>
                  <a:pt x="9864" y="154"/>
                  <a:pt x="9051" y="0"/>
                  <a:pt x="82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5"/>
          <p:cNvSpPr/>
          <p:nvPr/>
        </p:nvSpPr>
        <p:spPr>
          <a:xfrm>
            <a:off x="1683446" y="2635455"/>
            <a:ext cx="365632" cy="363561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subTitle" idx="1"/>
          </p:nvPr>
        </p:nvSpPr>
        <p:spPr>
          <a:xfrm>
            <a:off x="713225" y="1397325"/>
            <a:ext cx="4775100" cy="180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quote. Words full of wisdom that someone important said and can make the reader get inspired”</a:t>
            </a:r>
            <a:endParaRPr/>
          </a:p>
        </p:txBody>
      </p:sp>
      <p:sp>
        <p:nvSpPr>
          <p:cNvPr id="298" name="Google Shape;298;p36"/>
          <p:cNvSpPr txBox="1">
            <a:spLocks noGrp="1"/>
          </p:cNvSpPr>
          <p:nvPr>
            <p:ph type="title"/>
          </p:nvPr>
        </p:nvSpPr>
        <p:spPr>
          <a:xfrm>
            <a:off x="713225" y="3316000"/>
            <a:ext cx="47751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pic>
        <p:nvPicPr>
          <p:cNvPr id="299" name="Google Shape;299;p36"/>
          <p:cNvPicPr preferRelativeResize="0"/>
          <p:nvPr/>
        </p:nvPicPr>
        <p:blipFill rotWithShape="1">
          <a:blip r:embed="rId3">
            <a:alphaModFix/>
          </a:blip>
          <a:srcRect l="11180" t="23967" r="11173" b="17943"/>
          <a:stretch/>
        </p:blipFill>
        <p:spPr>
          <a:xfrm rot="-5400000">
            <a:off x="5625988" y="870987"/>
            <a:ext cx="4975275" cy="372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36"/>
          <p:cNvCxnSpPr/>
          <p:nvPr/>
        </p:nvCxnSpPr>
        <p:spPr>
          <a:xfrm rot="10800000">
            <a:off x="-322375" y="4213080"/>
            <a:ext cx="5810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ubTitle" idx="1"/>
          </p:nvPr>
        </p:nvSpPr>
        <p:spPr>
          <a:xfrm>
            <a:off x="3396725" y="1351675"/>
            <a:ext cx="46968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Jupiter's rotation period</a:t>
            </a:r>
            <a:endParaRPr/>
          </a:p>
        </p:txBody>
      </p:sp>
      <p:sp>
        <p:nvSpPr>
          <p:cNvPr id="320" name="Google Shape;320;p39"/>
          <p:cNvSpPr txBox="1">
            <a:spLocks noGrp="1"/>
          </p:cNvSpPr>
          <p:nvPr>
            <p:ph type="title"/>
          </p:nvPr>
        </p:nvSpPr>
        <p:spPr>
          <a:xfrm>
            <a:off x="3396725" y="615712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9h 55m 23s</a:t>
            </a:r>
            <a:endParaRPr/>
          </a:p>
        </p:txBody>
      </p:sp>
      <p:sp>
        <p:nvSpPr>
          <p:cNvPr id="321" name="Google Shape;321;p39"/>
          <p:cNvSpPr txBox="1">
            <a:spLocks noGrp="1"/>
          </p:cNvSpPr>
          <p:nvPr>
            <p:ph type="title" idx="2"/>
          </p:nvPr>
        </p:nvSpPr>
        <p:spPr>
          <a:xfrm>
            <a:off x="3396725" y="1967968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</a:t>
            </a:r>
            <a:endParaRPr/>
          </a:p>
        </p:txBody>
      </p:sp>
      <p:sp>
        <p:nvSpPr>
          <p:cNvPr id="322" name="Google Shape;322;p39"/>
          <p:cNvSpPr txBox="1">
            <a:spLocks noGrp="1"/>
          </p:cNvSpPr>
          <p:nvPr>
            <p:ph type="subTitle" idx="3"/>
          </p:nvPr>
        </p:nvSpPr>
        <p:spPr>
          <a:xfrm>
            <a:off x="3396725" y="2703936"/>
            <a:ext cx="46968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Sun’s mass compared to Earth’s</a:t>
            </a:r>
            <a:endParaRPr/>
          </a:p>
        </p:txBody>
      </p:sp>
      <p:sp>
        <p:nvSpPr>
          <p:cNvPr id="323" name="Google Shape;323;p39"/>
          <p:cNvSpPr txBox="1">
            <a:spLocks noGrp="1"/>
          </p:cNvSpPr>
          <p:nvPr>
            <p:ph type="title" idx="4"/>
          </p:nvPr>
        </p:nvSpPr>
        <p:spPr>
          <a:xfrm>
            <a:off x="3396725" y="3320224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324" name="Google Shape;324;p39"/>
          <p:cNvSpPr txBox="1">
            <a:spLocks noGrp="1"/>
          </p:cNvSpPr>
          <p:nvPr>
            <p:ph type="subTitle" idx="5"/>
          </p:nvPr>
        </p:nvSpPr>
        <p:spPr>
          <a:xfrm>
            <a:off x="3396725" y="4056197"/>
            <a:ext cx="46968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between Earth and the Moon</a:t>
            </a:r>
            <a:endParaRPr/>
          </a:p>
        </p:txBody>
      </p:sp>
      <p:pic>
        <p:nvPicPr>
          <p:cNvPr id="325" name="Google Shape;325;p39"/>
          <p:cNvPicPr preferRelativeResize="0"/>
          <p:nvPr/>
        </p:nvPicPr>
        <p:blipFill rotWithShape="1">
          <a:blip r:embed="rId3">
            <a:alphaModFix/>
          </a:blip>
          <a:srcRect r="18725"/>
          <a:stretch/>
        </p:blipFill>
        <p:spPr>
          <a:xfrm flipH="1">
            <a:off x="-1141923" y="-13475"/>
            <a:ext cx="3902723" cy="5156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>
            <a:spLocks noGrp="1"/>
          </p:cNvSpPr>
          <p:nvPr>
            <p:ph type="title"/>
          </p:nvPr>
        </p:nvSpPr>
        <p:spPr>
          <a:xfrm>
            <a:off x="4069075" y="459490"/>
            <a:ext cx="4361400" cy="11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always reinforces the concept</a:t>
            </a:r>
            <a:endParaRPr/>
          </a:p>
        </p:txBody>
      </p:sp>
      <p:sp>
        <p:nvSpPr>
          <p:cNvPr id="332" name="Google Shape;332;p40"/>
          <p:cNvSpPr txBox="1">
            <a:spLocks noGrp="1"/>
          </p:cNvSpPr>
          <p:nvPr>
            <p:ph type="subTitle" idx="1"/>
          </p:nvPr>
        </p:nvSpPr>
        <p:spPr>
          <a:xfrm>
            <a:off x="4069075" y="1696755"/>
            <a:ext cx="43614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Images reveal large amounts of data, so remember: use an image instead of a long text. Your audience will appreciate it</a:t>
            </a:r>
            <a:endParaRPr/>
          </a:p>
        </p:txBody>
      </p:sp>
      <p:cxnSp>
        <p:nvCxnSpPr>
          <p:cNvPr id="333" name="Google Shape;333;p40"/>
          <p:cNvCxnSpPr/>
          <p:nvPr/>
        </p:nvCxnSpPr>
        <p:spPr>
          <a:xfrm rot="10800000">
            <a:off x="4069075" y="4213080"/>
            <a:ext cx="5810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Рисунок 1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situation &amp; problems statement</a:t>
            </a:r>
            <a:endParaRPr/>
          </a:p>
        </p:txBody>
      </p:sp>
      <p:sp>
        <p:nvSpPr>
          <p:cNvPr id="345" name="Google Shape;345;p42"/>
          <p:cNvSpPr txBox="1"/>
          <p:nvPr/>
        </p:nvSpPr>
        <p:spPr>
          <a:xfrm>
            <a:off x="1076585" y="1681109"/>
            <a:ext cx="30387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Current situation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46" name="Google Shape;346;p42"/>
          <p:cNvSpPr txBox="1"/>
          <p:nvPr/>
        </p:nvSpPr>
        <p:spPr>
          <a:xfrm>
            <a:off x="1076575" y="2318348"/>
            <a:ext cx="3038700" cy="19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Jupiter is a gas giant and the biggest planet in the Solar System. It's the fourth-brightest object in the night sky. It was named after the Roman god of the skies and lightning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7" name="Google Shape;347;p42"/>
          <p:cNvSpPr txBox="1"/>
          <p:nvPr/>
        </p:nvSpPr>
        <p:spPr>
          <a:xfrm>
            <a:off x="4282655" y="2487974"/>
            <a:ext cx="18336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Earth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48" name="Google Shape;348;p42"/>
          <p:cNvSpPr txBox="1"/>
          <p:nvPr/>
        </p:nvSpPr>
        <p:spPr>
          <a:xfrm>
            <a:off x="4282650" y="2730488"/>
            <a:ext cx="1833600" cy="11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Earth is the third planet from the Sun and has life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9" name="Google Shape;349;p42"/>
          <p:cNvSpPr txBox="1"/>
          <p:nvPr/>
        </p:nvSpPr>
        <p:spPr>
          <a:xfrm>
            <a:off x="6233812" y="2487974"/>
            <a:ext cx="18336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Mars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50" name="Google Shape;350;p42"/>
          <p:cNvSpPr txBox="1"/>
          <p:nvPr/>
        </p:nvSpPr>
        <p:spPr>
          <a:xfrm>
            <a:off x="6233820" y="2730488"/>
            <a:ext cx="1833600" cy="11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Despite being red, Mars is actually a very cold place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1" name="Google Shape;351;p42"/>
          <p:cNvSpPr txBox="1"/>
          <p:nvPr/>
        </p:nvSpPr>
        <p:spPr>
          <a:xfrm>
            <a:off x="4655668" y="1079600"/>
            <a:ext cx="3038700" cy="4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Problems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4677751" y="1623096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sz="3000" b="1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53" name="Google Shape;353;p42"/>
          <p:cNvSpPr txBox="1"/>
          <p:nvPr/>
        </p:nvSpPr>
        <p:spPr>
          <a:xfrm>
            <a:off x="6628915" y="1623096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sz="3000" b="1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54" name="Google Shape;354;p42"/>
          <p:cNvSpPr/>
          <p:nvPr/>
        </p:nvSpPr>
        <p:spPr>
          <a:xfrm>
            <a:off x="4677751" y="3894573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2"/>
          <p:cNvSpPr/>
          <p:nvPr/>
        </p:nvSpPr>
        <p:spPr>
          <a:xfrm>
            <a:off x="6628915" y="3894573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6" name="Google Shape;356;p42"/>
          <p:cNvCxnSpPr>
            <a:stCxn id="354" idx="3"/>
            <a:endCxn id="355" idx="1"/>
          </p:cNvCxnSpPr>
          <p:nvPr/>
        </p:nvCxnSpPr>
        <p:spPr>
          <a:xfrm>
            <a:off x="5721151" y="4251573"/>
            <a:ext cx="907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357" name="Google Shape;357;p42"/>
          <p:cNvGrpSpPr/>
          <p:nvPr/>
        </p:nvGrpSpPr>
        <p:grpSpPr>
          <a:xfrm>
            <a:off x="5073621" y="4076499"/>
            <a:ext cx="251660" cy="350166"/>
            <a:chOff x="910723" y="1508212"/>
            <a:chExt cx="251660" cy="350166"/>
          </a:xfrm>
        </p:grpSpPr>
        <p:sp>
          <p:nvSpPr>
            <p:cNvPr id="358" name="Google Shape;358;p42"/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2"/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2"/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2"/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2"/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2"/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2"/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2"/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2"/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2"/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2"/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2"/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2"/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2"/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2"/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2"/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42"/>
          <p:cNvGrpSpPr/>
          <p:nvPr/>
        </p:nvGrpSpPr>
        <p:grpSpPr>
          <a:xfrm>
            <a:off x="6945201" y="4085418"/>
            <a:ext cx="410829" cy="332343"/>
            <a:chOff x="1278299" y="2439293"/>
            <a:chExt cx="410829" cy="332343"/>
          </a:xfrm>
        </p:grpSpPr>
        <p:sp>
          <p:nvSpPr>
            <p:cNvPr id="376" name="Google Shape;376;p42"/>
            <p:cNvSpPr/>
            <p:nvPr/>
          </p:nvSpPr>
          <p:spPr>
            <a:xfrm>
              <a:off x="1360159" y="2510141"/>
              <a:ext cx="245963" cy="12540"/>
            </a:xfrm>
            <a:custGeom>
              <a:avLst/>
              <a:gdLst/>
              <a:ahLst/>
              <a:cxnLst/>
              <a:rect l="l" t="t" r="r" b="b"/>
              <a:pathLst>
                <a:path w="7728" h="394" extrusionOk="0">
                  <a:moveTo>
                    <a:pt x="191" y="1"/>
                  </a:moveTo>
                  <a:cubicBezTo>
                    <a:pt x="96" y="1"/>
                    <a:pt x="1" y="96"/>
                    <a:pt x="1" y="203"/>
                  </a:cubicBezTo>
                  <a:cubicBezTo>
                    <a:pt x="1" y="298"/>
                    <a:pt x="96" y="394"/>
                    <a:pt x="191" y="394"/>
                  </a:cubicBezTo>
                  <a:lnTo>
                    <a:pt x="7537" y="394"/>
                  </a:lnTo>
                  <a:cubicBezTo>
                    <a:pt x="7633" y="394"/>
                    <a:pt x="7728" y="298"/>
                    <a:pt x="7728" y="203"/>
                  </a:cubicBezTo>
                  <a:cubicBezTo>
                    <a:pt x="7728" y="96"/>
                    <a:pt x="7633" y="1"/>
                    <a:pt x="7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2"/>
            <p:cNvSpPr/>
            <p:nvPr/>
          </p:nvSpPr>
          <p:spPr>
            <a:xfrm>
              <a:off x="1360159" y="2575706"/>
              <a:ext cx="245963" cy="12158"/>
            </a:xfrm>
            <a:custGeom>
              <a:avLst/>
              <a:gdLst/>
              <a:ahLst/>
              <a:cxnLst/>
              <a:rect l="l" t="t" r="r" b="b"/>
              <a:pathLst>
                <a:path w="7728" h="382" extrusionOk="0">
                  <a:moveTo>
                    <a:pt x="191" y="0"/>
                  </a:moveTo>
                  <a:cubicBezTo>
                    <a:pt x="96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7537" y="381"/>
                  </a:lnTo>
                  <a:cubicBezTo>
                    <a:pt x="7633" y="381"/>
                    <a:pt x="7728" y="298"/>
                    <a:pt x="7728" y="191"/>
                  </a:cubicBezTo>
                  <a:cubicBezTo>
                    <a:pt x="7728" y="84"/>
                    <a:pt x="7633" y="0"/>
                    <a:pt x="75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2"/>
            <p:cNvSpPr/>
            <p:nvPr/>
          </p:nvSpPr>
          <p:spPr>
            <a:xfrm>
              <a:off x="1437086" y="2618132"/>
              <a:ext cx="92873" cy="12540"/>
            </a:xfrm>
            <a:custGeom>
              <a:avLst/>
              <a:gdLst/>
              <a:ahLst/>
              <a:cxnLst/>
              <a:rect l="l" t="t" r="r" b="b"/>
              <a:pathLst>
                <a:path w="2918" h="394" extrusionOk="0">
                  <a:moveTo>
                    <a:pt x="191" y="1"/>
                  </a:moveTo>
                  <a:cubicBezTo>
                    <a:pt x="84" y="1"/>
                    <a:pt x="1" y="96"/>
                    <a:pt x="1" y="203"/>
                  </a:cubicBezTo>
                  <a:cubicBezTo>
                    <a:pt x="1" y="299"/>
                    <a:pt x="84" y="394"/>
                    <a:pt x="191" y="394"/>
                  </a:cubicBezTo>
                  <a:lnTo>
                    <a:pt x="2715" y="394"/>
                  </a:lnTo>
                  <a:cubicBezTo>
                    <a:pt x="2822" y="394"/>
                    <a:pt x="2918" y="299"/>
                    <a:pt x="2918" y="203"/>
                  </a:cubicBezTo>
                  <a:cubicBezTo>
                    <a:pt x="2918" y="96"/>
                    <a:pt x="2822" y="1"/>
                    <a:pt x="27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2"/>
            <p:cNvSpPr/>
            <p:nvPr/>
          </p:nvSpPr>
          <p:spPr>
            <a:xfrm>
              <a:off x="1419295" y="2543115"/>
              <a:ext cx="186827" cy="12158"/>
            </a:xfrm>
            <a:custGeom>
              <a:avLst/>
              <a:gdLst/>
              <a:ahLst/>
              <a:cxnLst/>
              <a:rect l="l" t="t" r="r" b="b"/>
              <a:pathLst>
                <a:path w="5870" h="382" extrusionOk="0">
                  <a:moveTo>
                    <a:pt x="191" y="1"/>
                  </a:moveTo>
                  <a:cubicBezTo>
                    <a:pt x="95" y="1"/>
                    <a:pt x="0" y="84"/>
                    <a:pt x="0" y="191"/>
                  </a:cubicBezTo>
                  <a:cubicBezTo>
                    <a:pt x="0" y="298"/>
                    <a:pt x="95" y="382"/>
                    <a:pt x="191" y="382"/>
                  </a:cubicBezTo>
                  <a:lnTo>
                    <a:pt x="5679" y="382"/>
                  </a:lnTo>
                  <a:cubicBezTo>
                    <a:pt x="5775" y="382"/>
                    <a:pt x="5870" y="298"/>
                    <a:pt x="5870" y="191"/>
                  </a:cubicBezTo>
                  <a:cubicBezTo>
                    <a:pt x="5870" y="84"/>
                    <a:pt x="5775" y="1"/>
                    <a:pt x="56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2"/>
            <p:cNvSpPr/>
            <p:nvPr/>
          </p:nvSpPr>
          <p:spPr>
            <a:xfrm>
              <a:off x="1360541" y="2543115"/>
              <a:ext cx="43604" cy="12158"/>
            </a:xfrm>
            <a:custGeom>
              <a:avLst/>
              <a:gdLst/>
              <a:ahLst/>
              <a:cxnLst/>
              <a:rect l="l" t="t" r="r" b="b"/>
              <a:pathLst>
                <a:path w="1370" h="382" extrusionOk="0">
                  <a:moveTo>
                    <a:pt x="203" y="1"/>
                  </a:moveTo>
                  <a:cubicBezTo>
                    <a:pt x="96" y="1"/>
                    <a:pt x="1" y="84"/>
                    <a:pt x="1" y="191"/>
                  </a:cubicBezTo>
                  <a:cubicBezTo>
                    <a:pt x="1" y="298"/>
                    <a:pt x="96" y="382"/>
                    <a:pt x="203" y="382"/>
                  </a:cubicBezTo>
                  <a:lnTo>
                    <a:pt x="1179" y="382"/>
                  </a:lnTo>
                  <a:cubicBezTo>
                    <a:pt x="1286" y="382"/>
                    <a:pt x="1370" y="298"/>
                    <a:pt x="1370" y="191"/>
                  </a:cubicBezTo>
                  <a:cubicBezTo>
                    <a:pt x="1358" y="72"/>
                    <a:pt x="1286" y="1"/>
                    <a:pt x="1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2"/>
            <p:cNvSpPr/>
            <p:nvPr/>
          </p:nvSpPr>
          <p:spPr>
            <a:xfrm>
              <a:off x="1306721" y="2469211"/>
              <a:ext cx="353222" cy="228171"/>
            </a:xfrm>
            <a:custGeom>
              <a:avLst/>
              <a:gdLst/>
              <a:ahLst/>
              <a:cxnLst/>
              <a:rect l="l" t="t" r="r" b="b"/>
              <a:pathLst>
                <a:path w="11098" h="7169" extrusionOk="0">
                  <a:moveTo>
                    <a:pt x="1144" y="1"/>
                  </a:moveTo>
                  <a:cubicBezTo>
                    <a:pt x="1025" y="1"/>
                    <a:pt x="918" y="96"/>
                    <a:pt x="906" y="215"/>
                  </a:cubicBezTo>
                  <a:cubicBezTo>
                    <a:pt x="894" y="596"/>
                    <a:pt x="596" y="894"/>
                    <a:pt x="215" y="906"/>
                  </a:cubicBezTo>
                  <a:cubicBezTo>
                    <a:pt x="96" y="906"/>
                    <a:pt x="1" y="1013"/>
                    <a:pt x="1" y="1144"/>
                  </a:cubicBezTo>
                  <a:lnTo>
                    <a:pt x="1" y="6025"/>
                  </a:lnTo>
                  <a:cubicBezTo>
                    <a:pt x="1" y="6144"/>
                    <a:pt x="96" y="6252"/>
                    <a:pt x="215" y="6264"/>
                  </a:cubicBezTo>
                  <a:cubicBezTo>
                    <a:pt x="596" y="6275"/>
                    <a:pt x="894" y="6573"/>
                    <a:pt x="906" y="6942"/>
                  </a:cubicBezTo>
                  <a:cubicBezTo>
                    <a:pt x="906" y="7061"/>
                    <a:pt x="1013" y="7168"/>
                    <a:pt x="1144" y="7168"/>
                  </a:cubicBezTo>
                  <a:lnTo>
                    <a:pt x="6728" y="7168"/>
                  </a:lnTo>
                  <a:cubicBezTo>
                    <a:pt x="6835" y="7168"/>
                    <a:pt x="6918" y="7085"/>
                    <a:pt x="6918" y="6978"/>
                  </a:cubicBezTo>
                  <a:cubicBezTo>
                    <a:pt x="6918" y="6871"/>
                    <a:pt x="6835" y="6787"/>
                    <a:pt x="6728" y="6787"/>
                  </a:cubicBezTo>
                  <a:lnTo>
                    <a:pt x="1275" y="6787"/>
                  </a:lnTo>
                  <a:cubicBezTo>
                    <a:pt x="1203" y="6323"/>
                    <a:pt x="846" y="5978"/>
                    <a:pt x="382" y="5894"/>
                  </a:cubicBezTo>
                  <a:lnTo>
                    <a:pt x="382" y="1263"/>
                  </a:lnTo>
                  <a:cubicBezTo>
                    <a:pt x="846" y="1191"/>
                    <a:pt x="1192" y="834"/>
                    <a:pt x="1275" y="370"/>
                  </a:cubicBezTo>
                  <a:lnTo>
                    <a:pt x="9776" y="370"/>
                  </a:lnTo>
                  <a:cubicBezTo>
                    <a:pt x="9847" y="846"/>
                    <a:pt x="10240" y="1203"/>
                    <a:pt x="10717" y="1263"/>
                  </a:cubicBezTo>
                  <a:lnTo>
                    <a:pt x="10717" y="4466"/>
                  </a:lnTo>
                  <a:cubicBezTo>
                    <a:pt x="10717" y="4561"/>
                    <a:pt x="10800" y="4656"/>
                    <a:pt x="10907" y="4656"/>
                  </a:cubicBezTo>
                  <a:cubicBezTo>
                    <a:pt x="11014" y="4656"/>
                    <a:pt x="11098" y="4561"/>
                    <a:pt x="11098" y="4466"/>
                  </a:cubicBezTo>
                  <a:lnTo>
                    <a:pt x="11098" y="1108"/>
                  </a:lnTo>
                  <a:cubicBezTo>
                    <a:pt x="11086" y="1072"/>
                    <a:pt x="11062" y="1013"/>
                    <a:pt x="11014" y="965"/>
                  </a:cubicBezTo>
                  <a:cubicBezTo>
                    <a:pt x="10967" y="918"/>
                    <a:pt x="10907" y="906"/>
                    <a:pt x="10848" y="906"/>
                  </a:cubicBezTo>
                  <a:cubicBezTo>
                    <a:pt x="10467" y="906"/>
                    <a:pt x="10145" y="608"/>
                    <a:pt x="10133" y="215"/>
                  </a:cubicBezTo>
                  <a:cubicBezTo>
                    <a:pt x="10133" y="96"/>
                    <a:pt x="10026" y="1"/>
                    <a:pt x="98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2"/>
            <p:cNvSpPr/>
            <p:nvPr/>
          </p:nvSpPr>
          <p:spPr>
            <a:xfrm>
              <a:off x="1278299" y="2439293"/>
              <a:ext cx="410829" cy="332343"/>
            </a:xfrm>
            <a:custGeom>
              <a:avLst/>
              <a:gdLst/>
              <a:ahLst/>
              <a:cxnLst/>
              <a:rect l="l" t="t" r="r" b="b"/>
              <a:pathLst>
                <a:path w="12908" h="10442" extrusionOk="0">
                  <a:moveTo>
                    <a:pt x="12348" y="369"/>
                  </a:moveTo>
                  <a:cubicBezTo>
                    <a:pt x="12431" y="369"/>
                    <a:pt x="12503" y="429"/>
                    <a:pt x="12503" y="524"/>
                  </a:cubicBezTo>
                  <a:lnTo>
                    <a:pt x="12503" y="8513"/>
                  </a:lnTo>
                  <a:cubicBezTo>
                    <a:pt x="12503" y="8585"/>
                    <a:pt x="12443" y="8656"/>
                    <a:pt x="12348" y="8656"/>
                  </a:cubicBezTo>
                  <a:lnTo>
                    <a:pt x="11610" y="8656"/>
                  </a:lnTo>
                  <a:lnTo>
                    <a:pt x="11502" y="8454"/>
                  </a:lnTo>
                  <a:cubicBezTo>
                    <a:pt x="11502" y="8454"/>
                    <a:pt x="11514" y="8454"/>
                    <a:pt x="11514" y="8442"/>
                  </a:cubicBezTo>
                  <a:cubicBezTo>
                    <a:pt x="11776" y="8323"/>
                    <a:pt x="11931" y="8049"/>
                    <a:pt x="11907" y="7763"/>
                  </a:cubicBezTo>
                  <a:cubicBezTo>
                    <a:pt x="11907" y="7692"/>
                    <a:pt x="11919" y="7632"/>
                    <a:pt x="11967" y="7573"/>
                  </a:cubicBezTo>
                  <a:cubicBezTo>
                    <a:pt x="12133" y="7334"/>
                    <a:pt x="12133" y="7025"/>
                    <a:pt x="11967" y="6799"/>
                  </a:cubicBezTo>
                  <a:cubicBezTo>
                    <a:pt x="11919" y="6739"/>
                    <a:pt x="11907" y="6668"/>
                    <a:pt x="11907" y="6608"/>
                  </a:cubicBezTo>
                  <a:cubicBezTo>
                    <a:pt x="11931" y="6322"/>
                    <a:pt x="11776" y="6061"/>
                    <a:pt x="11514" y="5941"/>
                  </a:cubicBezTo>
                  <a:cubicBezTo>
                    <a:pt x="11455" y="5906"/>
                    <a:pt x="11395" y="5858"/>
                    <a:pt x="11371" y="5787"/>
                  </a:cubicBezTo>
                  <a:cubicBezTo>
                    <a:pt x="11263" y="5559"/>
                    <a:pt x="11027" y="5401"/>
                    <a:pt x="10779" y="5401"/>
                  </a:cubicBezTo>
                  <a:cubicBezTo>
                    <a:pt x="10754" y="5401"/>
                    <a:pt x="10729" y="5402"/>
                    <a:pt x="10705" y="5406"/>
                  </a:cubicBezTo>
                  <a:cubicBezTo>
                    <a:pt x="10621" y="5406"/>
                    <a:pt x="10562" y="5382"/>
                    <a:pt x="10502" y="5346"/>
                  </a:cubicBezTo>
                  <a:cubicBezTo>
                    <a:pt x="10383" y="5263"/>
                    <a:pt x="10246" y="5221"/>
                    <a:pt x="10111" y="5221"/>
                  </a:cubicBezTo>
                  <a:cubicBezTo>
                    <a:pt x="9975" y="5221"/>
                    <a:pt x="9841" y="5263"/>
                    <a:pt x="9728" y="5346"/>
                  </a:cubicBezTo>
                  <a:cubicBezTo>
                    <a:pt x="9669" y="5382"/>
                    <a:pt x="9597" y="5406"/>
                    <a:pt x="9538" y="5406"/>
                  </a:cubicBezTo>
                  <a:cubicBezTo>
                    <a:pt x="9512" y="5402"/>
                    <a:pt x="9486" y="5401"/>
                    <a:pt x="9461" y="5401"/>
                  </a:cubicBezTo>
                  <a:cubicBezTo>
                    <a:pt x="9206" y="5401"/>
                    <a:pt x="8979" y="5559"/>
                    <a:pt x="8871" y="5787"/>
                  </a:cubicBezTo>
                  <a:cubicBezTo>
                    <a:pt x="8835" y="5846"/>
                    <a:pt x="8800" y="5906"/>
                    <a:pt x="8716" y="5941"/>
                  </a:cubicBezTo>
                  <a:cubicBezTo>
                    <a:pt x="8466" y="6061"/>
                    <a:pt x="8300" y="6322"/>
                    <a:pt x="8335" y="6608"/>
                  </a:cubicBezTo>
                  <a:cubicBezTo>
                    <a:pt x="8335" y="6680"/>
                    <a:pt x="8323" y="6739"/>
                    <a:pt x="8276" y="6799"/>
                  </a:cubicBezTo>
                  <a:cubicBezTo>
                    <a:pt x="8109" y="7037"/>
                    <a:pt x="8109" y="7346"/>
                    <a:pt x="8276" y="7573"/>
                  </a:cubicBezTo>
                  <a:cubicBezTo>
                    <a:pt x="8323" y="7632"/>
                    <a:pt x="8335" y="7704"/>
                    <a:pt x="8335" y="7763"/>
                  </a:cubicBezTo>
                  <a:cubicBezTo>
                    <a:pt x="8300" y="8049"/>
                    <a:pt x="8466" y="8323"/>
                    <a:pt x="8716" y="8442"/>
                  </a:cubicBezTo>
                  <a:cubicBezTo>
                    <a:pt x="8716" y="8442"/>
                    <a:pt x="8740" y="8442"/>
                    <a:pt x="8740" y="8454"/>
                  </a:cubicBezTo>
                  <a:lnTo>
                    <a:pt x="8633" y="8656"/>
                  </a:lnTo>
                  <a:lnTo>
                    <a:pt x="525" y="8656"/>
                  </a:lnTo>
                  <a:cubicBezTo>
                    <a:pt x="441" y="8656"/>
                    <a:pt x="370" y="8597"/>
                    <a:pt x="370" y="8513"/>
                  </a:cubicBezTo>
                  <a:lnTo>
                    <a:pt x="370" y="524"/>
                  </a:lnTo>
                  <a:cubicBezTo>
                    <a:pt x="370" y="441"/>
                    <a:pt x="430" y="369"/>
                    <a:pt x="525" y="369"/>
                  </a:cubicBezTo>
                  <a:close/>
                  <a:moveTo>
                    <a:pt x="10139" y="5638"/>
                  </a:moveTo>
                  <a:cubicBezTo>
                    <a:pt x="10199" y="5638"/>
                    <a:pt x="10258" y="5656"/>
                    <a:pt x="10312" y="5691"/>
                  </a:cubicBezTo>
                  <a:cubicBezTo>
                    <a:pt x="10420" y="5770"/>
                    <a:pt x="10553" y="5817"/>
                    <a:pt x="10684" y="5817"/>
                  </a:cubicBezTo>
                  <a:cubicBezTo>
                    <a:pt x="10711" y="5817"/>
                    <a:pt x="10738" y="5815"/>
                    <a:pt x="10764" y="5810"/>
                  </a:cubicBezTo>
                  <a:cubicBezTo>
                    <a:pt x="10773" y="5810"/>
                    <a:pt x="10782" y="5809"/>
                    <a:pt x="10790" y="5809"/>
                  </a:cubicBezTo>
                  <a:cubicBezTo>
                    <a:pt x="10900" y="5809"/>
                    <a:pt x="11007" y="5878"/>
                    <a:pt x="11062" y="5977"/>
                  </a:cubicBezTo>
                  <a:cubicBezTo>
                    <a:pt x="11133" y="6132"/>
                    <a:pt x="11229" y="6251"/>
                    <a:pt x="11383" y="6311"/>
                  </a:cubicBezTo>
                  <a:cubicBezTo>
                    <a:pt x="11502" y="6370"/>
                    <a:pt x="11562" y="6477"/>
                    <a:pt x="11550" y="6608"/>
                  </a:cubicBezTo>
                  <a:cubicBezTo>
                    <a:pt x="11526" y="6775"/>
                    <a:pt x="11574" y="6930"/>
                    <a:pt x="11669" y="7049"/>
                  </a:cubicBezTo>
                  <a:cubicBezTo>
                    <a:pt x="11741" y="7156"/>
                    <a:pt x="11741" y="7287"/>
                    <a:pt x="11669" y="7394"/>
                  </a:cubicBezTo>
                  <a:cubicBezTo>
                    <a:pt x="11574" y="7525"/>
                    <a:pt x="11538" y="7692"/>
                    <a:pt x="11550" y="7835"/>
                  </a:cubicBezTo>
                  <a:cubicBezTo>
                    <a:pt x="11562" y="7966"/>
                    <a:pt x="11490" y="8085"/>
                    <a:pt x="11383" y="8132"/>
                  </a:cubicBezTo>
                  <a:cubicBezTo>
                    <a:pt x="11288" y="8180"/>
                    <a:pt x="11217" y="8239"/>
                    <a:pt x="11157" y="8299"/>
                  </a:cubicBezTo>
                  <a:lnTo>
                    <a:pt x="11145" y="8323"/>
                  </a:lnTo>
                  <a:lnTo>
                    <a:pt x="11050" y="8454"/>
                  </a:lnTo>
                  <a:cubicBezTo>
                    <a:pt x="10995" y="8563"/>
                    <a:pt x="10911" y="8622"/>
                    <a:pt x="10787" y="8622"/>
                  </a:cubicBezTo>
                  <a:cubicBezTo>
                    <a:pt x="10776" y="8622"/>
                    <a:pt x="10764" y="8621"/>
                    <a:pt x="10752" y="8620"/>
                  </a:cubicBezTo>
                  <a:cubicBezTo>
                    <a:pt x="10726" y="8616"/>
                    <a:pt x="10699" y="8614"/>
                    <a:pt x="10672" y="8614"/>
                  </a:cubicBezTo>
                  <a:cubicBezTo>
                    <a:pt x="10542" y="8614"/>
                    <a:pt x="10410" y="8660"/>
                    <a:pt x="10312" y="8739"/>
                  </a:cubicBezTo>
                  <a:cubicBezTo>
                    <a:pt x="10252" y="8751"/>
                    <a:pt x="10205" y="8763"/>
                    <a:pt x="10169" y="8775"/>
                  </a:cubicBezTo>
                  <a:lnTo>
                    <a:pt x="10074" y="8775"/>
                  </a:lnTo>
                  <a:cubicBezTo>
                    <a:pt x="10026" y="8775"/>
                    <a:pt x="9978" y="8751"/>
                    <a:pt x="9955" y="8739"/>
                  </a:cubicBezTo>
                  <a:cubicBezTo>
                    <a:pt x="9836" y="8656"/>
                    <a:pt x="9705" y="8620"/>
                    <a:pt x="9562" y="8620"/>
                  </a:cubicBezTo>
                  <a:lnTo>
                    <a:pt x="9514" y="8620"/>
                  </a:lnTo>
                  <a:cubicBezTo>
                    <a:pt x="9504" y="8621"/>
                    <a:pt x="9495" y="8622"/>
                    <a:pt x="9486" y="8622"/>
                  </a:cubicBezTo>
                  <a:cubicBezTo>
                    <a:pt x="9366" y="8622"/>
                    <a:pt x="9261" y="8553"/>
                    <a:pt x="9216" y="8454"/>
                  </a:cubicBezTo>
                  <a:cubicBezTo>
                    <a:pt x="9181" y="8406"/>
                    <a:pt x="9157" y="8347"/>
                    <a:pt x="9121" y="8323"/>
                  </a:cubicBezTo>
                  <a:lnTo>
                    <a:pt x="9121" y="8299"/>
                  </a:lnTo>
                  <a:cubicBezTo>
                    <a:pt x="9062" y="8227"/>
                    <a:pt x="8990" y="8168"/>
                    <a:pt x="8895" y="8132"/>
                  </a:cubicBezTo>
                  <a:cubicBezTo>
                    <a:pt x="8776" y="8085"/>
                    <a:pt x="8716" y="7977"/>
                    <a:pt x="8728" y="7835"/>
                  </a:cubicBezTo>
                  <a:cubicBezTo>
                    <a:pt x="8752" y="7680"/>
                    <a:pt x="8704" y="7513"/>
                    <a:pt x="8609" y="7394"/>
                  </a:cubicBezTo>
                  <a:cubicBezTo>
                    <a:pt x="8538" y="7287"/>
                    <a:pt x="8538" y="7156"/>
                    <a:pt x="8609" y="7049"/>
                  </a:cubicBezTo>
                  <a:cubicBezTo>
                    <a:pt x="8704" y="6918"/>
                    <a:pt x="8752" y="6751"/>
                    <a:pt x="8728" y="6608"/>
                  </a:cubicBezTo>
                  <a:cubicBezTo>
                    <a:pt x="8716" y="6489"/>
                    <a:pt x="8788" y="6370"/>
                    <a:pt x="8895" y="6311"/>
                  </a:cubicBezTo>
                  <a:cubicBezTo>
                    <a:pt x="9050" y="6227"/>
                    <a:pt x="9169" y="6132"/>
                    <a:pt x="9228" y="5977"/>
                  </a:cubicBezTo>
                  <a:cubicBezTo>
                    <a:pt x="9283" y="5868"/>
                    <a:pt x="9387" y="5809"/>
                    <a:pt x="9496" y="5809"/>
                  </a:cubicBezTo>
                  <a:cubicBezTo>
                    <a:pt x="9506" y="5809"/>
                    <a:pt x="9516" y="5809"/>
                    <a:pt x="9526" y="5810"/>
                  </a:cubicBezTo>
                  <a:cubicBezTo>
                    <a:pt x="9552" y="5815"/>
                    <a:pt x="9579" y="5817"/>
                    <a:pt x="9606" y="5817"/>
                  </a:cubicBezTo>
                  <a:cubicBezTo>
                    <a:pt x="9737" y="5817"/>
                    <a:pt x="9868" y="5770"/>
                    <a:pt x="9966" y="5691"/>
                  </a:cubicBezTo>
                  <a:cubicBezTo>
                    <a:pt x="10020" y="5656"/>
                    <a:pt x="10080" y="5638"/>
                    <a:pt x="10139" y="5638"/>
                  </a:cubicBezTo>
                  <a:close/>
                  <a:moveTo>
                    <a:pt x="8990" y="8775"/>
                  </a:moveTo>
                  <a:cubicBezTo>
                    <a:pt x="9105" y="8910"/>
                    <a:pt x="9274" y="8982"/>
                    <a:pt x="9458" y="8982"/>
                  </a:cubicBezTo>
                  <a:cubicBezTo>
                    <a:pt x="9484" y="8982"/>
                    <a:pt x="9511" y="8981"/>
                    <a:pt x="9538" y="8978"/>
                  </a:cubicBezTo>
                  <a:cubicBezTo>
                    <a:pt x="9609" y="8978"/>
                    <a:pt x="9669" y="8989"/>
                    <a:pt x="9728" y="9037"/>
                  </a:cubicBezTo>
                  <a:cubicBezTo>
                    <a:pt x="9740" y="9049"/>
                    <a:pt x="9776" y="9061"/>
                    <a:pt x="9788" y="9061"/>
                  </a:cubicBezTo>
                  <a:lnTo>
                    <a:pt x="9383" y="9894"/>
                  </a:lnTo>
                  <a:lnTo>
                    <a:pt x="9193" y="9573"/>
                  </a:lnTo>
                  <a:cubicBezTo>
                    <a:pt x="9151" y="9500"/>
                    <a:pt x="9082" y="9463"/>
                    <a:pt x="9001" y="9463"/>
                  </a:cubicBezTo>
                  <a:cubicBezTo>
                    <a:pt x="8990" y="9463"/>
                    <a:pt x="8978" y="9464"/>
                    <a:pt x="8966" y="9466"/>
                  </a:cubicBezTo>
                  <a:lnTo>
                    <a:pt x="8633" y="9525"/>
                  </a:lnTo>
                  <a:lnTo>
                    <a:pt x="8990" y="8775"/>
                  </a:lnTo>
                  <a:close/>
                  <a:moveTo>
                    <a:pt x="11264" y="8775"/>
                  </a:moveTo>
                  <a:lnTo>
                    <a:pt x="11621" y="9525"/>
                  </a:lnTo>
                  <a:lnTo>
                    <a:pt x="11264" y="9466"/>
                  </a:lnTo>
                  <a:cubicBezTo>
                    <a:pt x="11254" y="9464"/>
                    <a:pt x="11243" y="9463"/>
                    <a:pt x="11233" y="9463"/>
                  </a:cubicBezTo>
                  <a:cubicBezTo>
                    <a:pt x="11158" y="9463"/>
                    <a:pt x="11080" y="9500"/>
                    <a:pt x="11038" y="9573"/>
                  </a:cubicBezTo>
                  <a:lnTo>
                    <a:pt x="10848" y="9894"/>
                  </a:lnTo>
                  <a:lnTo>
                    <a:pt x="10467" y="9061"/>
                  </a:lnTo>
                  <a:cubicBezTo>
                    <a:pt x="10478" y="9049"/>
                    <a:pt x="10502" y="9025"/>
                    <a:pt x="10514" y="9025"/>
                  </a:cubicBezTo>
                  <a:cubicBezTo>
                    <a:pt x="10574" y="8989"/>
                    <a:pt x="10657" y="8978"/>
                    <a:pt x="10717" y="8978"/>
                  </a:cubicBezTo>
                  <a:cubicBezTo>
                    <a:pt x="10731" y="8978"/>
                    <a:pt x="10746" y="8979"/>
                    <a:pt x="10760" y="8979"/>
                  </a:cubicBezTo>
                  <a:cubicBezTo>
                    <a:pt x="10946" y="8979"/>
                    <a:pt x="11121" y="8908"/>
                    <a:pt x="11264" y="8775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8"/>
                    <a:pt x="1" y="524"/>
                  </a:cubicBezTo>
                  <a:lnTo>
                    <a:pt x="1" y="8513"/>
                  </a:lnTo>
                  <a:cubicBezTo>
                    <a:pt x="1" y="8799"/>
                    <a:pt x="239" y="9037"/>
                    <a:pt x="525" y="9037"/>
                  </a:cubicBezTo>
                  <a:lnTo>
                    <a:pt x="8454" y="9037"/>
                  </a:lnTo>
                  <a:lnTo>
                    <a:pt x="8169" y="9632"/>
                  </a:lnTo>
                  <a:cubicBezTo>
                    <a:pt x="8145" y="9704"/>
                    <a:pt x="8145" y="9787"/>
                    <a:pt x="8204" y="9870"/>
                  </a:cubicBezTo>
                  <a:cubicBezTo>
                    <a:pt x="8234" y="9930"/>
                    <a:pt x="8306" y="9957"/>
                    <a:pt x="8370" y="9957"/>
                  </a:cubicBezTo>
                  <a:cubicBezTo>
                    <a:pt x="8383" y="9957"/>
                    <a:pt x="8395" y="9956"/>
                    <a:pt x="8407" y="9954"/>
                  </a:cubicBezTo>
                  <a:lnTo>
                    <a:pt x="8931" y="9870"/>
                  </a:lnTo>
                  <a:lnTo>
                    <a:pt x="9228" y="10347"/>
                  </a:lnTo>
                  <a:cubicBezTo>
                    <a:pt x="9276" y="10418"/>
                    <a:pt x="9347" y="10442"/>
                    <a:pt x="9419" y="10442"/>
                  </a:cubicBezTo>
                  <a:lnTo>
                    <a:pt x="9431" y="10442"/>
                  </a:lnTo>
                  <a:cubicBezTo>
                    <a:pt x="9526" y="10442"/>
                    <a:pt x="9585" y="10382"/>
                    <a:pt x="9633" y="10311"/>
                  </a:cubicBezTo>
                  <a:lnTo>
                    <a:pt x="10133" y="9251"/>
                  </a:lnTo>
                  <a:lnTo>
                    <a:pt x="10645" y="10311"/>
                  </a:lnTo>
                  <a:cubicBezTo>
                    <a:pt x="10669" y="10382"/>
                    <a:pt x="10740" y="10430"/>
                    <a:pt x="10836" y="10442"/>
                  </a:cubicBezTo>
                  <a:lnTo>
                    <a:pt x="10848" y="10442"/>
                  </a:lnTo>
                  <a:cubicBezTo>
                    <a:pt x="10919" y="10442"/>
                    <a:pt x="11002" y="10406"/>
                    <a:pt x="11038" y="10347"/>
                  </a:cubicBezTo>
                  <a:lnTo>
                    <a:pt x="11336" y="9870"/>
                  </a:lnTo>
                  <a:lnTo>
                    <a:pt x="11860" y="9954"/>
                  </a:lnTo>
                  <a:cubicBezTo>
                    <a:pt x="11875" y="9956"/>
                    <a:pt x="11890" y="9957"/>
                    <a:pt x="11904" y="9957"/>
                  </a:cubicBezTo>
                  <a:cubicBezTo>
                    <a:pt x="11977" y="9957"/>
                    <a:pt x="12034" y="9930"/>
                    <a:pt x="12074" y="9870"/>
                  </a:cubicBezTo>
                  <a:cubicBezTo>
                    <a:pt x="12110" y="9787"/>
                    <a:pt x="12133" y="9716"/>
                    <a:pt x="12098" y="9620"/>
                  </a:cubicBezTo>
                  <a:lnTo>
                    <a:pt x="11812" y="9025"/>
                  </a:lnTo>
                  <a:lnTo>
                    <a:pt x="12383" y="9025"/>
                  </a:lnTo>
                  <a:cubicBezTo>
                    <a:pt x="12669" y="9025"/>
                    <a:pt x="12907" y="8787"/>
                    <a:pt x="12907" y="8513"/>
                  </a:cubicBezTo>
                  <a:lnTo>
                    <a:pt x="12907" y="524"/>
                  </a:lnTo>
                  <a:cubicBezTo>
                    <a:pt x="12884" y="238"/>
                    <a:pt x="12645" y="0"/>
                    <a:pt x="12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2"/>
            <p:cNvSpPr/>
            <p:nvPr/>
          </p:nvSpPr>
          <p:spPr>
            <a:xfrm>
              <a:off x="1562519" y="2630640"/>
              <a:ext cx="74699" cy="74699"/>
            </a:xfrm>
            <a:custGeom>
              <a:avLst/>
              <a:gdLst/>
              <a:ahLst/>
              <a:cxnLst/>
              <a:rect l="l" t="t" r="r" b="b"/>
              <a:pathLst>
                <a:path w="2347" h="2347" extrusionOk="0">
                  <a:moveTo>
                    <a:pt x="1179" y="382"/>
                  </a:moveTo>
                  <a:cubicBezTo>
                    <a:pt x="1608" y="382"/>
                    <a:pt x="1965" y="739"/>
                    <a:pt x="1965" y="1180"/>
                  </a:cubicBezTo>
                  <a:cubicBezTo>
                    <a:pt x="1977" y="1608"/>
                    <a:pt x="1620" y="1965"/>
                    <a:pt x="1179" y="1965"/>
                  </a:cubicBezTo>
                  <a:cubicBezTo>
                    <a:pt x="739" y="1965"/>
                    <a:pt x="382" y="1608"/>
                    <a:pt x="382" y="1180"/>
                  </a:cubicBezTo>
                  <a:cubicBezTo>
                    <a:pt x="382" y="739"/>
                    <a:pt x="739" y="382"/>
                    <a:pt x="1179" y="382"/>
                  </a:cubicBezTo>
                  <a:close/>
                  <a:moveTo>
                    <a:pt x="1179" y="1"/>
                  </a:moveTo>
                  <a:cubicBezTo>
                    <a:pt x="536" y="1"/>
                    <a:pt x="1" y="525"/>
                    <a:pt x="1" y="1180"/>
                  </a:cubicBezTo>
                  <a:cubicBezTo>
                    <a:pt x="1" y="1811"/>
                    <a:pt x="525" y="2346"/>
                    <a:pt x="1179" y="2346"/>
                  </a:cubicBezTo>
                  <a:cubicBezTo>
                    <a:pt x="1834" y="2346"/>
                    <a:pt x="2346" y="1823"/>
                    <a:pt x="2346" y="1180"/>
                  </a:cubicBezTo>
                  <a:cubicBezTo>
                    <a:pt x="2346" y="525"/>
                    <a:pt x="1834" y="1"/>
                    <a:pt x="1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3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Hypotheses</a:t>
            </a:r>
            <a:endParaRPr/>
          </a:p>
        </p:txBody>
      </p:sp>
      <p:sp>
        <p:nvSpPr>
          <p:cNvPr id="389" name="Google Shape;389;p43"/>
          <p:cNvSpPr txBox="1">
            <a:spLocks noGrp="1"/>
          </p:cNvSpPr>
          <p:nvPr>
            <p:ph type="subTitle" idx="1"/>
          </p:nvPr>
        </p:nvSpPr>
        <p:spPr>
          <a:xfrm>
            <a:off x="1929696" y="1821048"/>
            <a:ext cx="36585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System]</a:t>
            </a:r>
            <a:endParaRPr/>
          </a:p>
        </p:txBody>
      </p:sp>
      <p:sp>
        <p:nvSpPr>
          <p:cNvPr id="390" name="Google Shape;390;p43"/>
          <p:cNvSpPr txBox="1">
            <a:spLocks noGrp="1"/>
          </p:cNvSpPr>
          <p:nvPr>
            <p:ph type="subTitle" idx="2"/>
          </p:nvPr>
        </p:nvSpPr>
        <p:spPr>
          <a:xfrm>
            <a:off x="1929696" y="3419978"/>
            <a:ext cx="3658500" cy="8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Sun. It’s terribly hot</a:t>
            </a:r>
            <a:endParaRPr/>
          </a:p>
        </p:txBody>
      </p:sp>
      <p:sp>
        <p:nvSpPr>
          <p:cNvPr id="391" name="Google Shape;391;p43"/>
          <p:cNvSpPr txBox="1">
            <a:spLocks noGrp="1"/>
          </p:cNvSpPr>
          <p:nvPr>
            <p:ph type="subTitle" idx="3"/>
          </p:nvPr>
        </p:nvSpPr>
        <p:spPr>
          <a:xfrm>
            <a:off x="1929696" y="1413785"/>
            <a:ext cx="3658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1</a:t>
            </a:r>
            <a:endParaRPr/>
          </a:p>
        </p:txBody>
      </p:sp>
      <p:sp>
        <p:nvSpPr>
          <p:cNvPr id="392" name="Google Shape;392;p43"/>
          <p:cNvSpPr txBox="1">
            <a:spLocks noGrp="1"/>
          </p:cNvSpPr>
          <p:nvPr>
            <p:ph type="subTitle" idx="4"/>
          </p:nvPr>
        </p:nvSpPr>
        <p:spPr>
          <a:xfrm>
            <a:off x="1929696" y="3009315"/>
            <a:ext cx="36585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 2</a:t>
            </a:r>
            <a:endParaRPr/>
          </a:p>
        </p:txBody>
      </p:sp>
      <p:sp>
        <p:nvSpPr>
          <p:cNvPr id="393" name="Google Shape;393;p43"/>
          <p:cNvSpPr txBox="1"/>
          <p:nvPr/>
        </p:nvSpPr>
        <p:spPr>
          <a:xfrm>
            <a:off x="713213" y="1374035"/>
            <a:ext cx="901200" cy="507000"/>
          </a:xfrm>
          <a:prstGeom prst="rect">
            <a:avLst/>
          </a:prstGeom>
          <a:noFill/>
          <a:ln w="19050" cap="flat" cmpd="sng">
            <a:solidFill>
              <a:srgbClr val="3731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373145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sz="3000" b="1">
              <a:solidFill>
                <a:srgbClr val="373145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94" name="Google Shape;394;p43"/>
          <p:cNvSpPr txBox="1"/>
          <p:nvPr/>
        </p:nvSpPr>
        <p:spPr>
          <a:xfrm>
            <a:off x="713213" y="2969565"/>
            <a:ext cx="901200" cy="507000"/>
          </a:xfrm>
          <a:prstGeom prst="rect">
            <a:avLst/>
          </a:prstGeom>
          <a:noFill/>
          <a:ln w="19050" cap="flat" cmpd="sng">
            <a:solidFill>
              <a:srgbClr val="3731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373145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sz="3000" b="1">
              <a:solidFill>
                <a:srgbClr val="373145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395" name="Google Shape;395;p43"/>
          <p:cNvPicPr preferRelativeResize="0"/>
          <p:nvPr/>
        </p:nvPicPr>
        <p:blipFill rotWithShape="1">
          <a:blip r:embed="rId3">
            <a:alphaModFix/>
          </a:blip>
          <a:srcRect l="11180" t="23967" r="11173" b="17943"/>
          <a:stretch/>
        </p:blipFill>
        <p:spPr>
          <a:xfrm flipH="1">
            <a:off x="6042838" y="1725812"/>
            <a:ext cx="4975275" cy="37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objectives</a:t>
            </a:r>
            <a:endParaRPr/>
          </a:p>
        </p:txBody>
      </p:sp>
      <p:sp>
        <p:nvSpPr>
          <p:cNvPr id="401" name="Google Shape;401;p44"/>
          <p:cNvSpPr txBox="1">
            <a:spLocks noGrp="1"/>
          </p:cNvSpPr>
          <p:nvPr>
            <p:ph type="subTitle" idx="1"/>
          </p:nvPr>
        </p:nvSpPr>
        <p:spPr>
          <a:xfrm>
            <a:off x="1024826" y="3255925"/>
            <a:ext cx="2305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a very small planet</a:t>
            </a:r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subTitle" idx="2"/>
          </p:nvPr>
        </p:nvSpPr>
        <p:spPr>
          <a:xfrm>
            <a:off x="3419250" y="3255925"/>
            <a:ext cx="2305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</a:t>
            </a:r>
            <a:endParaRPr/>
          </a:p>
        </p:txBody>
      </p:sp>
      <p:sp>
        <p:nvSpPr>
          <p:cNvPr id="403" name="Google Shape;403;p44"/>
          <p:cNvSpPr txBox="1">
            <a:spLocks noGrp="1"/>
          </p:cNvSpPr>
          <p:nvPr>
            <p:ph type="subTitle" idx="3"/>
          </p:nvPr>
        </p:nvSpPr>
        <p:spPr>
          <a:xfrm>
            <a:off x="5813674" y="3255925"/>
            <a:ext cx="2305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cold place</a:t>
            </a:r>
            <a:endParaRPr/>
          </a:p>
        </p:txBody>
      </p:sp>
      <p:sp>
        <p:nvSpPr>
          <p:cNvPr id="404" name="Google Shape;404;p44"/>
          <p:cNvSpPr txBox="1">
            <a:spLocks noGrp="1"/>
          </p:cNvSpPr>
          <p:nvPr>
            <p:ph type="subTitle" idx="4"/>
          </p:nvPr>
        </p:nvSpPr>
        <p:spPr>
          <a:xfrm>
            <a:off x="1024826" y="2815335"/>
            <a:ext cx="23055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405" name="Google Shape;405;p44"/>
          <p:cNvSpPr txBox="1">
            <a:spLocks noGrp="1"/>
          </p:cNvSpPr>
          <p:nvPr>
            <p:ph type="subTitle" idx="5"/>
          </p:nvPr>
        </p:nvSpPr>
        <p:spPr>
          <a:xfrm>
            <a:off x="3419250" y="2815335"/>
            <a:ext cx="23055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406" name="Google Shape;406;p44"/>
          <p:cNvSpPr txBox="1">
            <a:spLocks noGrp="1"/>
          </p:cNvSpPr>
          <p:nvPr>
            <p:ph type="subTitle" idx="6"/>
          </p:nvPr>
        </p:nvSpPr>
        <p:spPr>
          <a:xfrm>
            <a:off x="5813674" y="2815335"/>
            <a:ext cx="2305500" cy="4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407" name="Google Shape;407;p44"/>
          <p:cNvSpPr/>
          <p:nvPr/>
        </p:nvSpPr>
        <p:spPr>
          <a:xfrm>
            <a:off x="1655876" y="1732060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4"/>
          <p:cNvSpPr/>
          <p:nvPr/>
        </p:nvSpPr>
        <p:spPr>
          <a:xfrm>
            <a:off x="4050300" y="1732060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4"/>
          <p:cNvSpPr/>
          <p:nvPr/>
        </p:nvSpPr>
        <p:spPr>
          <a:xfrm>
            <a:off x="6444724" y="1732060"/>
            <a:ext cx="1043400" cy="71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0" name="Google Shape;410;p44"/>
          <p:cNvGrpSpPr/>
          <p:nvPr/>
        </p:nvGrpSpPr>
        <p:grpSpPr>
          <a:xfrm>
            <a:off x="4411929" y="1917427"/>
            <a:ext cx="320143" cy="343269"/>
            <a:chOff x="1750887" y="2425727"/>
            <a:chExt cx="320143" cy="343269"/>
          </a:xfrm>
        </p:grpSpPr>
        <p:sp>
          <p:nvSpPr>
            <p:cNvPr id="411" name="Google Shape;411;p44"/>
            <p:cNvSpPr/>
            <p:nvPr/>
          </p:nvSpPr>
          <p:spPr>
            <a:xfrm>
              <a:off x="1750887" y="2425727"/>
              <a:ext cx="320143" cy="289052"/>
            </a:xfrm>
            <a:custGeom>
              <a:avLst/>
              <a:gdLst/>
              <a:ahLst/>
              <a:cxnLst/>
              <a:rect l="l" t="t" r="r" b="b"/>
              <a:pathLst>
                <a:path w="10050" h="9074" extrusionOk="0">
                  <a:moveTo>
                    <a:pt x="1668" y="322"/>
                  </a:moveTo>
                  <a:cubicBezTo>
                    <a:pt x="1834" y="322"/>
                    <a:pt x="1953" y="453"/>
                    <a:pt x="1953" y="608"/>
                  </a:cubicBezTo>
                  <a:lnTo>
                    <a:pt x="1953" y="1275"/>
                  </a:lnTo>
                  <a:cubicBezTo>
                    <a:pt x="1953" y="1441"/>
                    <a:pt x="1811" y="1560"/>
                    <a:pt x="1668" y="1560"/>
                  </a:cubicBezTo>
                  <a:cubicBezTo>
                    <a:pt x="1513" y="1560"/>
                    <a:pt x="1382" y="1429"/>
                    <a:pt x="1382" y="1275"/>
                  </a:cubicBezTo>
                  <a:lnTo>
                    <a:pt x="1382" y="929"/>
                  </a:lnTo>
                  <a:lnTo>
                    <a:pt x="1382" y="608"/>
                  </a:lnTo>
                  <a:cubicBezTo>
                    <a:pt x="1370" y="453"/>
                    <a:pt x="1501" y="322"/>
                    <a:pt x="1668" y="322"/>
                  </a:cubicBezTo>
                  <a:close/>
                  <a:moveTo>
                    <a:pt x="3918" y="322"/>
                  </a:moveTo>
                  <a:cubicBezTo>
                    <a:pt x="4061" y="322"/>
                    <a:pt x="4192" y="453"/>
                    <a:pt x="4192" y="608"/>
                  </a:cubicBezTo>
                  <a:lnTo>
                    <a:pt x="4192" y="1275"/>
                  </a:lnTo>
                  <a:cubicBezTo>
                    <a:pt x="4192" y="1441"/>
                    <a:pt x="4061" y="1560"/>
                    <a:pt x="3918" y="1560"/>
                  </a:cubicBezTo>
                  <a:cubicBezTo>
                    <a:pt x="3763" y="1560"/>
                    <a:pt x="3632" y="1429"/>
                    <a:pt x="3632" y="1275"/>
                  </a:cubicBezTo>
                  <a:lnTo>
                    <a:pt x="3632" y="608"/>
                  </a:lnTo>
                  <a:cubicBezTo>
                    <a:pt x="3632" y="441"/>
                    <a:pt x="3763" y="322"/>
                    <a:pt x="3918" y="322"/>
                  </a:cubicBezTo>
                  <a:close/>
                  <a:moveTo>
                    <a:pt x="6180" y="322"/>
                  </a:moveTo>
                  <a:cubicBezTo>
                    <a:pt x="6323" y="322"/>
                    <a:pt x="6454" y="453"/>
                    <a:pt x="6454" y="608"/>
                  </a:cubicBezTo>
                  <a:lnTo>
                    <a:pt x="6454" y="1275"/>
                  </a:lnTo>
                  <a:cubicBezTo>
                    <a:pt x="6454" y="1441"/>
                    <a:pt x="6323" y="1560"/>
                    <a:pt x="6180" y="1560"/>
                  </a:cubicBezTo>
                  <a:cubicBezTo>
                    <a:pt x="6025" y="1560"/>
                    <a:pt x="5894" y="1429"/>
                    <a:pt x="5894" y="1275"/>
                  </a:cubicBezTo>
                  <a:lnTo>
                    <a:pt x="5894" y="608"/>
                  </a:lnTo>
                  <a:cubicBezTo>
                    <a:pt x="5894" y="441"/>
                    <a:pt x="6025" y="322"/>
                    <a:pt x="6180" y="322"/>
                  </a:cubicBezTo>
                  <a:close/>
                  <a:moveTo>
                    <a:pt x="8419" y="322"/>
                  </a:moveTo>
                  <a:cubicBezTo>
                    <a:pt x="8573" y="322"/>
                    <a:pt x="8704" y="453"/>
                    <a:pt x="8704" y="608"/>
                  </a:cubicBezTo>
                  <a:lnTo>
                    <a:pt x="8704" y="929"/>
                  </a:lnTo>
                  <a:lnTo>
                    <a:pt x="8704" y="1275"/>
                  </a:lnTo>
                  <a:cubicBezTo>
                    <a:pt x="8704" y="1441"/>
                    <a:pt x="8573" y="1560"/>
                    <a:pt x="8419" y="1560"/>
                  </a:cubicBezTo>
                  <a:cubicBezTo>
                    <a:pt x="8276" y="1560"/>
                    <a:pt x="8145" y="1429"/>
                    <a:pt x="8145" y="1275"/>
                  </a:cubicBezTo>
                  <a:lnTo>
                    <a:pt x="8145" y="608"/>
                  </a:lnTo>
                  <a:cubicBezTo>
                    <a:pt x="8145" y="441"/>
                    <a:pt x="8276" y="322"/>
                    <a:pt x="8419" y="322"/>
                  </a:cubicBezTo>
                  <a:close/>
                  <a:moveTo>
                    <a:pt x="9526" y="1096"/>
                  </a:moveTo>
                  <a:cubicBezTo>
                    <a:pt x="9669" y="1096"/>
                    <a:pt x="9788" y="1215"/>
                    <a:pt x="9788" y="1370"/>
                  </a:cubicBezTo>
                  <a:lnTo>
                    <a:pt x="9788" y="2525"/>
                  </a:lnTo>
                  <a:lnTo>
                    <a:pt x="370" y="2525"/>
                  </a:lnTo>
                  <a:lnTo>
                    <a:pt x="370" y="1370"/>
                  </a:lnTo>
                  <a:cubicBezTo>
                    <a:pt x="370" y="1215"/>
                    <a:pt x="489" y="1096"/>
                    <a:pt x="644" y="1096"/>
                  </a:cubicBezTo>
                  <a:lnTo>
                    <a:pt x="1060" y="1096"/>
                  </a:lnTo>
                  <a:lnTo>
                    <a:pt x="1060" y="1275"/>
                  </a:lnTo>
                  <a:cubicBezTo>
                    <a:pt x="1060" y="1596"/>
                    <a:pt x="1322" y="1882"/>
                    <a:pt x="1668" y="1882"/>
                  </a:cubicBezTo>
                  <a:cubicBezTo>
                    <a:pt x="1989" y="1882"/>
                    <a:pt x="2275" y="1620"/>
                    <a:pt x="2275" y="1275"/>
                  </a:cubicBezTo>
                  <a:lnTo>
                    <a:pt x="2275" y="1096"/>
                  </a:lnTo>
                  <a:lnTo>
                    <a:pt x="3335" y="1096"/>
                  </a:lnTo>
                  <a:lnTo>
                    <a:pt x="3335" y="1275"/>
                  </a:lnTo>
                  <a:cubicBezTo>
                    <a:pt x="3335" y="1596"/>
                    <a:pt x="3597" y="1882"/>
                    <a:pt x="3942" y="1882"/>
                  </a:cubicBezTo>
                  <a:cubicBezTo>
                    <a:pt x="4287" y="1882"/>
                    <a:pt x="4549" y="1620"/>
                    <a:pt x="4549" y="1275"/>
                  </a:cubicBezTo>
                  <a:lnTo>
                    <a:pt x="4549" y="1096"/>
                  </a:lnTo>
                  <a:lnTo>
                    <a:pt x="5609" y="1096"/>
                  </a:lnTo>
                  <a:lnTo>
                    <a:pt x="5609" y="1275"/>
                  </a:lnTo>
                  <a:cubicBezTo>
                    <a:pt x="5609" y="1596"/>
                    <a:pt x="5883" y="1882"/>
                    <a:pt x="6216" y="1882"/>
                  </a:cubicBezTo>
                  <a:cubicBezTo>
                    <a:pt x="6561" y="1882"/>
                    <a:pt x="6835" y="1620"/>
                    <a:pt x="6835" y="1275"/>
                  </a:cubicBezTo>
                  <a:lnTo>
                    <a:pt x="6835" y="1096"/>
                  </a:lnTo>
                  <a:lnTo>
                    <a:pt x="7883" y="1096"/>
                  </a:lnTo>
                  <a:lnTo>
                    <a:pt x="7883" y="1275"/>
                  </a:lnTo>
                  <a:cubicBezTo>
                    <a:pt x="7883" y="1596"/>
                    <a:pt x="8157" y="1882"/>
                    <a:pt x="8502" y="1882"/>
                  </a:cubicBezTo>
                  <a:cubicBezTo>
                    <a:pt x="8823" y="1882"/>
                    <a:pt x="9109" y="1620"/>
                    <a:pt x="9109" y="1275"/>
                  </a:cubicBezTo>
                  <a:lnTo>
                    <a:pt x="9109" y="1096"/>
                  </a:lnTo>
                  <a:close/>
                  <a:moveTo>
                    <a:pt x="1608" y="1"/>
                  </a:moveTo>
                  <a:cubicBezTo>
                    <a:pt x="1275" y="1"/>
                    <a:pt x="989" y="262"/>
                    <a:pt x="989" y="608"/>
                  </a:cubicBezTo>
                  <a:lnTo>
                    <a:pt x="989" y="786"/>
                  </a:lnTo>
                  <a:lnTo>
                    <a:pt x="572" y="786"/>
                  </a:lnTo>
                  <a:cubicBezTo>
                    <a:pt x="251" y="786"/>
                    <a:pt x="1" y="1048"/>
                    <a:pt x="1" y="1370"/>
                  </a:cubicBezTo>
                  <a:lnTo>
                    <a:pt x="1" y="3584"/>
                  </a:lnTo>
                  <a:cubicBezTo>
                    <a:pt x="1" y="3668"/>
                    <a:pt x="72" y="3751"/>
                    <a:pt x="156" y="3751"/>
                  </a:cubicBezTo>
                  <a:cubicBezTo>
                    <a:pt x="251" y="3751"/>
                    <a:pt x="322" y="3668"/>
                    <a:pt x="322" y="3584"/>
                  </a:cubicBezTo>
                  <a:lnTo>
                    <a:pt x="322" y="2834"/>
                  </a:lnTo>
                  <a:lnTo>
                    <a:pt x="9681" y="2834"/>
                  </a:lnTo>
                  <a:lnTo>
                    <a:pt x="9681" y="8906"/>
                  </a:lnTo>
                  <a:cubicBezTo>
                    <a:pt x="9681" y="9002"/>
                    <a:pt x="9764" y="9073"/>
                    <a:pt x="9847" y="9073"/>
                  </a:cubicBezTo>
                  <a:cubicBezTo>
                    <a:pt x="9943" y="9073"/>
                    <a:pt x="10014" y="9002"/>
                    <a:pt x="10014" y="8906"/>
                  </a:cubicBezTo>
                  <a:lnTo>
                    <a:pt x="10014" y="1346"/>
                  </a:lnTo>
                  <a:cubicBezTo>
                    <a:pt x="10050" y="1036"/>
                    <a:pt x="9776" y="786"/>
                    <a:pt x="9466" y="786"/>
                  </a:cubicBezTo>
                  <a:lnTo>
                    <a:pt x="9050" y="786"/>
                  </a:lnTo>
                  <a:lnTo>
                    <a:pt x="9050" y="608"/>
                  </a:lnTo>
                  <a:cubicBezTo>
                    <a:pt x="9050" y="274"/>
                    <a:pt x="8776" y="1"/>
                    <a:pt x="8430" y="1"/>
                  </a:cubicBezTo>
                  <a:cubicBezTo>
                    <a:pt x="8109" y="1"/>
                    <a:pt x="7823" y="262"/>
                    <a:pt x="7823" y="608"/>
                  </a:cubicBezTo>
                  <a:lnTo>
                    <a:pt x="7823" y="786"/>
                  </a:lnTo>
                  <a:lnTo>
                    <a:pt x="6764" y="786"/>
                  </a:lnTo>
                  <a:lnTo>
                    <a:pt x="6764" y="608"/>
                  </a:lnTo>
                  <a:cubicBezTo>
                    <a:pt x="6764" y="274"/>
                    <a:pt x="6502" y="1"/>
                    <a:pt x="6156" y="1"/>
                  </a:cubicBezTo>
                  <a:cubicBezTo>
                    <a:pt x="5811" y="1"/>
                    <a:pt x="5549" y="262"/>
                    <a:pt x="5549" y="608"/>
                  </a:cubicBezTo>
                  <a:lnTo>
                    <a:pt x="5549" y="786"/>
                  </a:lnTo>
                  <a:lnTo>
                    <a:pt x="4489" y="786"/>
                  </a:lnTo>
                  <a:lnTo>
                    <a:pt x="4489" y="608"/>
                  </a:lnTo>
                  <a:cubicBezTo>
                    <a:pt x="4489" y="274"/>
                    <a:pt x="4228" y="1"/>
                    <a:pt x="3882" y="1"/>
                  </a:cubicBezTo>
                  <a:cubicBezTo>
                    <a:pt x="3549" y="1"/>
                    <a:pt x="3275" y="262"/>
                    <a:pt x="3275" y="608"/>
                  </a:cubicBezTo>
                  <a:lnTo>
                    <a:pt x="3275" y="786"/>
                  </a:lnTo>
                  <a:lnTo>
                    <a:pt x="2215" y="786"/>
                  </a:lnTo>
                  <a:lnTo>
                    <a:pt x="2215" y="608"/>
                  </a:lnTo>
                  <a:cubicBezTo>
                    <a:pt x="2215" y="274"/>
                    <a:pt x="1942" y="1"/>
                    <a:pt x="1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4"/>
            <p:cNvSpPr/>
            <p:nvPr/>
          </p:nvSpPr>
          <p:spPr>
            <a:xfrm>
              <a:off x="1751652" y="2558467"/>
              <a:ext cx="319378" cy="210530"/>
            </a:xfrm>
            <a:custGeom>
              <a:avLst/>
              <a:gdLst/>
              <a:ahLst/>
              <a:cxnLst/>
              <a:rect l="l" t="t" r="r" b="b"/>
              <a:pathLst>
                <a:path w="10026" h="6609" extrusionOk="0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6025"/>
                  </a:lnTo>
                  <a:cubicBezTo>
                    <a:pt x="1" y="6347"/>
                    <a:pt x="274" y="6609"/>
                    <a:pt x="584" y="6609"/>
                  </a:cubicBezTo>
                  <a:lnTo>
                    <a:pt x="9407" y="6609"/>
                  </a:lnTo>
                  <a:cubicBezTo>
                    <a:pt x="9740" y="6609"/>
                    <a:pt x="9990" y="6335"/>
                    <a:pt x="9990" y="6025"/>
                  </a:cubicBezTo>
                  <a:lnTo>
                    <a:pt x="9990" y="5501"/>
                  </a:lnTo>
                  <a:cubicBezTo>
                    <a:pt x="10026" y="5418"/>
                    <a:pt x="9942" y="5335"/>
                    <a:pt x="9859" y="5335"/>
                  </a:cubicBezTo>
                  <a:cubicBezTo>
                    <a:pt x="9764" y="5335"/>
                    <a:pt x="9692" y="5418"/>
                    <a:pt x="9692" y="5501"/>
                  </a:cubicBezTo>
                  <a:lnTo>
                    <a:pt x="9692" y="6025"/>
                  </a:lnTo>
                  <a:cubicBezTo>
                    <a:pt x="9692" y="6168"/>
                    <a:pt x="9573" y="6287"/>
                    <a:pt x="9430" y="6287"/>
                  </a:cubicBezTo>
                  <a:lnTo>
                    <a:pt x="596" y="6287"/>
                  </a:lnTo>
                  <a:cubicBezTo>
                    <a:pt x="453" y="6287"/>
                    <a:pt x="334" y="6168"/>
                    <a:pt x="334" y="6025"/>
                  </a:cubicBezTo>
                  <a:lnTo>
                    <a:pt x="334" y="156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413;p44"/>
          <p:cNvSpPr/>
          <p:nvPr/>
        </p:nvSpPr>
        <p:spPr>
          <a:xfrm>
            <a:off x="6792894" y="1910416"/>
            <a:ext cx="347060" cy="357286"/>
          </a:xfrm>
          <a:custGeom>
            <a:avLst/>
            <a:gdLst/>
            <a:ahLst/>
            <a:cxnLst/>
            <a:rect l="l" t="t" r="r" b="b"/>
            <a:pathLst>
              <a:path w="10895" h="11216" extrusionOk="0">
                <a:moveTo>
                  <a:pt x="5454" y="322"/>
                </a:moveTo>
                <a:cubicBezTo>
                  <a:pt x="5740" y="322"/>
                  <a:pt x="5954" y="548"/>
                  <a:pt x="5954" y="834"/>
                </a:cubicBezTo>
                <a:cubicBezTo>
                  <a:pt x="5954" y="1012"/>
                  <a:pt x="5871" y="1155"/>
                  <a:pt x="5716" y="1250"/>
                </a:cubicBezTo>
                <a:lnTo>
                  <a:pt x="5704" y="1262"/>
                </a:lnTo>
                <a:lnTo>
                  <a:pt x="5692" y="1262"/>
                </a:lnTo>
                <a:cubicBezTo>
                  <a:pt x="5680" y="1262"/>
                  <a:pt x="5680" y="1274"/>
                  <a:pt x="5656" y="1274"/>
                </a:cubicBezTo>
                <a:lnTo>
                  <a:pt x="5644" y="1274"/>
                </a:lnTo>
                <a:cubicBezTo>
                  <a:pt x="5644" y="1274"/>
                  <a:pt x="5632" y="1274"/>
                  <a:pt x="5632" y="1298"/>
                </a:cubicBezTo>
                <a:lnTo>
                  <a:pt x="5621" y="1298"/>
                </a:lnTo>
                <a:cubicBezTo>
                  <a:pt x="5597" y="1298"/>
                  <a:pt x="5597" y="1298"/>
                  <a:pt x="5585" y="1310"/>
                </a:cubicBezTo>
                <a:lnTo>
                  <a:pt x="5263" y="1310"/>
                </a:lnTo>
                <a:cubicBezTo>
                  <a:pt x="5240" y="1310"/>
                  <a:pt x="5240" y="1310"/>
                  <a:pt x="5228" y="1298"/>
                </a:cubicBezTo>
                <a:lnTo>
                  <a:pt x="5216" y="1298"/>
                </a:lnTo>
                <a:cubicBezTo>
                  <a:pt x="5216" y="1298"/>
                  <a:pt x="5204" y="1298"/>
                  <a:pt x="5204" y="1274"/>
                </a:cubicBezTo>
                <a:lnTo>
                  <a:pt x="5180" y="1274"/>
                </a:lnTo>
                <a:cubicBezTo>
                  <a:pt x="5168" y="1274"/>
                  <a:pt x="5168" y="1262"/>
                  <a:pt x="5156" y="1262"/>
                </a:cubicBezTo>
                <a:lnTo>
                  <a:pt x="5144" y="1262"/>
                </a:lnTo>
                <a:cubicBezTo>
                  <a:pt x="5144" y="1262"/>
                  <a:pt x="5120" y="1262"/>
                  <a:pt x="5120" y="1250"/>
                </a:cubicBezTo>
                <a:cubicBezTo>
                  <a:pt x="4989" y="1155"/>
                  <a:pt x="4882" y="1012"/>
                  <a:pt x="4882" y="834"/>
                </a:cubicBezTo>
                <a:cubicBezTo>
                  <a:pt x="4942" y="548"/>
                  <a:pt x="5168" y="322"/>
                  <a:pt x="5454" y="322"/>
                </a:cubicBezTo>
                <a:close/>
                <a:moveTo>
                  <a:pt x="5644" y="1631"/>
                </a:moveTo>
                <a:lnTo>
                  <a:pt x="5644" y="1834"/>
                </a:lnTo>
                <a:lnTo>
                  <a:pt x="5240" y="1834"/>
                </a:lnTo>
                <a:lnTo>
                  <a:pt x="5240" y="1631"/>
                </a:lnTo>
                <a:lnTo>
                  <a:pt x="5263" y="1631"/>
                </a:lnTo>
                <a:cubicBezTo>
                  <a:pt x="5275" y="1631"/>
                  <a:pt x="5287" y="1631"/>
                  <a:pt x="5287" y="1655"/>
                </a:cubicBezTo>
                <a:lnTo>
                  <a:pt x="5632" y="1655"/>
                </a:lnTo>
                <a:cubicBezTo>
                  <a:pt x="5621" y="1631"/>
                  <a:pt x="5632" y="1631"/>
                  <a:pt x="5644" y="1631"/>
                </a:cubicBezTo>
                <a:close/>
                <a:moveTo>
                  <a:pt x="7002" y="2143"/>
                </a:moveTo>
                <a:cubicBezTo>
                  <a:pt x="7418" y="2143"/>
                  <a:pt x="7799" y="2310"/>
                  <a:pt x="8085" y="2584"/>
                </a:cubicBezTo>
                <a:cubicBezTo>
                  <a:pt x="8335" y="2858"/>
                  <a:pt x="8680" y="3001"/>
                  <a:pt x="9050" y="3001"/>
                </a:cubicBezTo>
                <a:lnTo>
                  <a:pt x="10514" y="3001"/>
                </a:lnTo>
                <a:lnTo>
                  <a:pt x="10514" y="3334"/>
                </a:lnTo>
                <a:lnTo>
                  <a:pt x="9050" y="3334"/>
                </a:lnTo>
                <a:lnTo>
                  <a:pt x="9050" y="3346"/>
                </a:lnTo>
                <a:cubicBezTo>
                  <a:pt x="8597" y="3346"/>
                  <a:pt x="8180" y="3167"/>
                  <a:pt x="7859" y="2846"/>
                </a:cubicBezTo>
                <a:cubicBezTo>
                  <a:pt x="7645" y="2608"/>
                  <a:pt x="7323" y="2465"/>
                  <a:pt x="7002" y="2465"/>
                </a:cubicBezTo>
                <a:lnTo>
                  <a:pt x="3942" y="2465"/>
                </a:lnTo>
                <a:cubicBezTo>
                  <a:pt x="3573" y="2465"/>
                  <a:pt x="3227" y="2620"/>
                  <a:pt x="2977" y="2882"/>
                </a:cubicBezTo>
                <a:cubicBezTo>
                  <a:pt x="2715" y="3167"/>
                  <a:pt x="2311" y="3334"/>
                  <a:pt x="1894" y="3334"/>
                </a:cubicBezTo>
                <a:lnTo>
                  <a:pt x="370" y="3334"/>
                </a:lnTo>
                <a:lnTo>
                  <a:pt x="370" y="3001"/>
                </a:lnTo>
                <a:lnTo>
                  <a:pt x="1834" y="3001"/>
                </a:lnTo>
                <a:cubicBezTo>
                  <a:pt x="2203" y="3001"/>
                  <a:pt x="2549" y="2858"/>
                  <a:pt x="2799" y="2584"/>
                </a:cubicBezTo>
                <a:cubicBezTo>
                  <a:pt x="3073" y="2310"/>
                  <a:pt x="3477" y="2143"/>
                  <a:pt x="3894" y="2143"/>
                </a:cubicBezTo>
                <a:close/>
                <a:moveTo>
                  <a:pt x="1525" y="3894"/>
                </a:moveTo>
                <a:lnTo>
                  <a:pt x="2644" y="6382"/>
                </a:lnTo>
                <a:lnTo>
                  <a:pt x="406" y="6382"/>
                </a:lnTo>
                <a:lnTo>
                  <a:pt x="1525" y="3894"/>
                </a:lnTo>
                <a:close/>
                <a:moveTo>
                  <a:pt x="9371" y="3894"/>
                </a:moveTo>
                <a:lnTo>
                  <a:pt x="10478" y="6382"/>
                </a:lnTo>
                <a:lnTo>
                  <a:pt x="8252" y="6382"/>
                </a:lnTo>
                <a:lnTo>
                  <a:pt x="9371" y="3894"/>
                </a:lnTo>
                <a:close/>
                <a:moveTo>
                  <a:pt x="2739" y="6692"/>
                </a:moveTo>
                <a:cubicBezTo>
                  <a:pt x="2727" y="7335"/>
                  <a:pt x="2227" y="7847"/>
                  <a:pt x="1596" y="7847"/>
                </a:cubicBezTo>
                <a:lnTo>
                  <a:pt x="1477" y="7847"/>
                </a:lnTo>
                <a:cubicBezTo>
                  <a:pt x="858" y="7847"/>
                  <a:pt x="334" y="7335"/>
                  <a:pt x="334" y="6692"/>
                </a:cubicBezTo>
                <a:close/>
                <a:moveTo>
                  <a:pt x="10574" y="6692"/>
                </a:moveTo>
                <a:cubicBezTo>
                  <a:pt x="10574" y="7335"/>
                  <a:pt x="10050" y="7847"/>
                  <a:pt x="9431" y="7847"/>
                </a:cubicBezTo>
                <a:lnTo>
                  <a:pt x="9300" y="7847"/>
                </a:lnTo>
                <a:cubicBezTo>
                  <a:pt x="8680" y="7847"/>
                  <a:pt x="8157" y="7335"/>
                  <a:pt x="8157" y="6692"/>
                </a:cubicBezTo>
                <a:close/>
                <a:moveTo>
                  <a:pt x="7645" y="9585"/>
                </a:moveTo>
                <a:cubicBezTo>
                  <a:pt x="7728" y="9585"/>
                  <a:pt x="7811" y="9656"/>
                  <a:pt x="7811" y="9763"/>
                </a:cubicBezTo>
                <a:lnTo>
                  <a:pt x="7811" y="10049"/>
                </a:lnTo>
                <a:lnTo>
                  <a:pt x="4418" y="10049"/>
                </a:lnTo>
                <a:cubicBezTo>
                  <a:pt x="4335" y="10049"/>
                  <a:pt x="4263" y="10121"/>
                  <a:pt x="4263" y="10204"/>
                </a:cubicBezTo>
                <a:cubicBezTo>
                  <a:pt x="4263" y="10299"/>
                  <a:pt x="4335" y="10371"/>
                  <a:pt x="4418" y="10371"/>
                </a:cubicBezTo>
                <a:lnTo>
                  <a:pt x="8407" y="10371"/>
                </a:lnTo>
                <a:cubicBezTo>
                  <a:pt x="8514" y="10371"/>
                  <a:pt x="8585" y="10442"/>
                  <a:pt x="8585" y="10549"/>
                </a:cubicBezTo>
                <a:lnTo>
                  <a:pt x="8585" y="10906"/>
                </a:lnTo>
                <a:lnTo>
                  <a:pt x="2275" y="10906"/>
                </a:lnTo>
                <a:lnTo>
                  <a:pt x="2275" y="10549"/>
                </a:lnTo>
                <a:cubicBezTo>
                  <a:pt x="2275" y="10442"/>
                  <a:pt x="2358" y="10371"/>
                  <a:pt x="2453" y="10371"/>
                </a:cubicBezTo>
                <a:lnTo>
                  <a:pt x="3382" y="10371"/>
                </a:lnTo>
                <a:cubicBezTo>
                  <a:pt x="3465" y="10371"/>
                  <a:pt x="3549" y="10299"/>
                  <a:pt x="3549" y="10204"/>
                </a:cubicBezTo>
                <a:cubicBezTo>
                  <a:pt x="3549" y="10121"/>
                  <a:pt x="3465" y="10049"/>
                  <a:pt x="3382" y="10049"/>
                </a:cubicBezTo>
                <a:lnTo>
                  <a:pt x="3073" y="10049"/>
                </a:lnTo>
                <a:lnTo>
                  <a:pt x="3073" y="9763"/>
                </a:lnTo>
                <a:cubicBezTo>
                  <a:pt x="3073" y="9668"/>
                  <a:pt x="3144" y="9585"/>
                  <a:pt x="3251" y="9585"/>
                </a:cubicBezTo>
                <a:close/>
                <a:moveTo>
                  <a:pt x="5454" y="0"/>
                </a:moveTo>
                <a:cubicBezTo>
                  <a:pt x="4989" y="0"/>
                  <a:pt x="4632" y="369"/>
                  <a:pt x="4632" y="822"/>
                </a:cubicBezTo>
                <a:cubicBezTo>
                  <a:pt x="4632" y="1072"/>
                  <a:pt x="4751" y="1298"/>
                  <a:pt x="4930" y="1453"/>
                </a:cubicBezTo>
                <a:lnTo>
                  <a:pt x="4930" y="1810"/>
                </a:lnTo>
                <a:lnTo>
                  <a:pt x="3894" y="1810"/>
                </a:lnTo>
                <a:cubicBezTo>
                  <a:pt x="3382" y="1810"/>
                  <a:pt x="2906" y="2024"/>
                  <a:pt x="2584" y="2370"/>
                </a:cubicBezTo>
                <a:cubicBezTo>
                  <a:pt x="2382" y="2572"/>
                  <a:pt x="2120" y="2691"/>
                  <a:pt x="1834" y="2691"/>
                </a:cubicBezTo>
                <a:lnTo>
                  <a:pt x="346" y="2691"/>
                </a:lnTo>
                <a:cubicBezTo>
                  <a:pt x="179" y="2691"/>
                  <a:pt x="48" y="2822"/>
                  <a:pt x="48" y="2989"/>
                </a:cubicBezTo>
                <a:lnTo>
                  <a:pt x="48" y="3382"/>
                </a:lnTo>
                <a:cubicBezTo>
                  <a:pt x="48" y="3536"/>
                  <a:pt x="179" y="3679"/>
                  <a:pt x="346" y="3679"/>
                </a:cubicBezTo>
                <a:lnTo>
                  <a:pt x="1263" y="3679"/>
                </a:lnTo>
                <a:lnTo>
                  <a:pt x="1" y="6477"/>
                </a:lnTo>
                <a:lnTo>
                  <a:pt x="1" y="6489"/>
                </a:lnTo>
                <a:lnTo>
                  <a:pt x="1" y="6501"/>
                </a:lnTo>
                <a:lnTo>
                  <a:pt x="1" y="6513"/>
                </a:lnTo>
                <a:lnTo>
                  <a:pt x="1" y="6537"/>
                </a:lnTo>
                <a:lnTo>
                  <a:pt x="1" y="6692"/>
                </a:lnTo>
                <a:cubicBezTo>
                  <a:pt x="1" y="7501"/>
                  <a:pt x="656" y="8168"/>
                  <a:pt x="1477" y="8168"/>
                </a:cubicBezTo>
                <a:lnTo>
                  <a:pt x="1596" y="8168"/>
                </a:lnTo>
                <a:cubicBezTo>
                  <a:pt x="2406" y="8168"/>
                  <a:pt x="3073" y="7513"/>
                  <a:pt x="3073" y="6692"/>
                </a:cubicBezTo>
                <a:lnTo>
                  <a:pt x="3073" y="6537"/>
                </a:lnTo>
                <a:lnTo>
                  <a:pt x="3073" y="6513"/>
                </a:lnTo>
                <a:lnTo>
                  <a:pt x="3073" y="6501"/>
                </a:lnTo>
                <a:lnTo>
                  <a:pt x="3073" y="6489"/>
                </a:lnTo>
                <a:lnTo>
                  <a:pt x="3073" y="6477"/>
                </a:lnTo>
                <a:lnTo>
                  <a:pt x="1811" y="3679"/>
                </a:lnTo>
                <a:lnTo>
                  <a:pt x="1930" y="3679"/>
                </a:lnTo>
                <a:cubicBezTo>
                  <a:pt x="2430" y="3679"/>
                  <a:pt x="2906" y="3465"/>
                  <a:pt x="3239" y="3120"/>
                </a:cubicBezTo>
                <a:cubicBezTo>
                  <a:pt x="3430" y="2917"/>
                  <a:pt x="3692" y="2798"/>
                  <a:pt x="3977" y="2798"/>
                </a:cubicBezTo>
                <a:lnTo>
                  <a:pt x="4942" y="2798"/>
                </a:lnTo>
                <a:lnTo>
                  <a:pt x="4942" y="9251"/>
                </a:lnTo>
                <a:lnTo>
                  <a:pt x="3275" y="9251"/>
                </a:lnTo>
                <a:cubicBezTo>
                  <a:pt x="3013" y="9251"/>
                  <a:pt x="2787" y="9478"/>
                  <a:pt x="2787" y="9752"/>
                </a:cubicBezTo>
                <a:lnTo>
                  <a:pt x="2787" y="10025"/>
                </a:lnTo>
                <a:lnTo>
                  <a:pt x="2501" y="10025"/>
                </a:lnTo>
                <a:cubicBezTo>
                  <a:pt x="2227" y="10025"/>
                  <a:pt x="2001" y="10252"/>
                  <a:pt x="2001" y="10537"/>
                </a:cubicBezTo>
                <a:lnTo>
                  <a:pt x="2001" y="11061"/>
                </a:lnTo>
                <a:cubicBezTo>
                  <a:pt x="2001" y="11145"/>
                  <a:pt x="2072" y="11216"/>
                  <a:pt x="2168" y="11216"/>
                </a:cubicBezTo>
                <a:lnTo>
                  <a:pt x="8799" y="11216"/>
                </a:lnTo>
                <a:cubicBezTo>
                  <a:pt x="8895" y="11216"/>
                  <a:pt x="8966" y="11145"/>
                  <a:pt x="8966" y="11061"/>
                </a:cubicBezTo>
                <a:lnTo>
                  <a:pt x="8966" y="10537"/>
                </a:lnTo>
                <a:cubicBezTo>
                  <a:pt x="8966" y="10252"/>
                  <a:pt x="8740" y="10025"/>
                  <a:pt x="8454" y="10025"/>
                </a:cubicBezTo>
                <a:lnTo>
                  <a:pt x="8180" y="10025"/>
                </a:lnTo>
                <a:lnTo>
                  <a:pt x="8180" y="9752"/>
                </a:lnTo>
                <a:cubicBezTo>
                  <a:pt x="8180" y="9478"/>
                  <a:pt x="7954" y="9251"/>
                  <a:pt x="7680" y="9251"/>
                </a:cubicBezTo>
                <a:lnTo>
                  <a:pt x="5978" y="9251"/>
                </a:lnTo>
                <a:lnTo>
                  <a:pt x="5978" y="4572"/>
                </a:lnTo>
                <a:cubicBezTo>
                  <a:pt x="5978" y="4477"/>
                  <a:pt x="5894" y="4406"/>
                  <a:pt x="5811" y="4406"/>
                </a:cubicBezTo>
                <a:cubicBezTo>
                  <a:pt x="5716" y="4406"/>
                  <a:pt x="5644" y="4477"/>
                  <a:pt x="5644" y="4572"/>
                </a:cubicBezTo>
                <a:lnTo>
                  <a:pt x="5644" y="9251"/>
                </a:lnTo>
                <a:lnTo>
                  <a:pt x="5240" y="9251"/>
                </a:lnTo>
                <a:lnTo>
                  <a:pt x="5240" y="2798"/>
                </a:lnTo>
                <a:lnTo>
                  <a:pt x="5644" y="2798"/>
                </a:lnTo>
                <a:lnTo>
                  <a:pt x="5644" y="3536"/>
                </a:lnTo>
                <a:cubicBezTo>
                  <a:pt x="5644" y="3632"/>
                  <a:pt x="5716" y="3703"/>
                  <a:pt x="5811" y="3703"/>
                </a:cubicBezTo>
                <a:cubicBezTo>
                  <a:pt x="5894" y="3703"/>
                  <a:pt x="5978" y="3632"/>
                  <a:pt x="5978" y="3536"/>
                </a:cubicBezTo>
                <a:lnTo>
                  <a:pt x="5978" y="2798"/>
                </a:lnTo>
                <a:lnTo>
                  <a:pt x="7002" y="2798"/>
                </a:lnTo>
                <a:cubicBezTo>
                  <a:pt x="7240" y="2798"/>
                  <a:pt x="7466" y="2905"/>
                  <a:pt x="7621" y="3060"/>
                </a:cubicBezTo>
                <a:cubicBezTo>
                  <a:pt x="8002" y="3453"/>
                  <a:pt x="8502" y="3679"/>
                  <a:pt x="9050" y="3679"/>
                </a:cubicBezTo>
                <a:lnTo>
                  <a:pt x="9097" y="3679"/>
                </a:lnTo>
                <a:lnTo>
                  <a:pt x="7835" y="6477"/>
                </a:lnTo>
                <a:lnTo>
                  <a:pt x="7835" y="6489"/>
                </a:lnTo>
                <a:lnTo>
                  <a:pt x="7835" y="6501"/>
                </a:lnTo>
                <a:lnTo>
                  <a:pt x="7835" y="6513"/>
                </a:lnTo>
                <a:lnTo>
                  <a:pt x="7835" y="6537"/>
                </a:lnTo>
                <a:lnTo>
                  <a:pt x="7835" y="6692"/>
                </a:lnTo>
                <a:cubicBezTo>
                  <a:pt x="7835" y="7501"/>
                  <a:pt x="8490" y="8168"/>
                  <a:pt x="9311" y="8168"/>
                </a:cubicBezTo>
                <a:lnTo>
                  <a:pt x="9431" y="8168"/>
                </a:lnTo>
                <a:cubicBezTo>
                  <a:pt x="10228" y="8168"/>
                  <a:pt x="10895" y="7513"/>
                  <a:pt x="10895" y="6692"/>
                </a:cubicBezTo>
                <a:lnTo>
                  <a:pt x="10895" y="6537"/>
                </a:lnTo>
                <a:lnTo>
                  <a:pt x="10895" y="6513"/>
                </a:lnTo>
                <a:lnTo>
                  <a:pt x="10895" y="6501"/>
                </a:lnTo>
                <a:lnTo>
                  <a:pt x="10895" y="6489"/>
                </a:lnTo>
                <a:lnTo>
                  <a:pt x="10895" y="6465"/>
                </a:lnTo>
                <a:lnTo>
                  <a:pt x="9633" y="3667"/>
                </a:lnTo>
                <a:lnTo>
                  <a:pt x="10562" y="3667"/>
                </a:lnTo>
                <a:cubicBezTo>
                  <a:pt x="10716" y="3667"/>
                  <a:pt x="10859" y="3536"/>
                  <a:pt x="10859" y="3370"/>
                </a:cubicBezTo>
                <a:lnTo>
                  <a:pt x="10859" y="2989"/>
                </a:lnTo>
                <a:cubicBezTo>
                  <a:pt x="10859" y="2822"/>
                  <a:pt x="10716" y="2691"/>
                  <a:pt x="10562" y="2691"/>
                </a:cubicBezTo>
                <a:lnTo>
                  <a:pt x="9073" y="2691"/>
                </a:lnTo>
                <a:cubicBezTo>
                  <a:pt x="8788" y="2691"/>
                  <a:pt x="8514" y="2572"/>
                  <a:pt x="8323" y="2370"/>
                </a:cubicBezTo>
                <a:cubicBezTo>
                  <a:pt x="8002" y="2012"/>
                  <a:pt x="7502" y="1810"/>
                  <a:pt x="7014" y="1810"/>
                </a:cubicBezTo>
                <a:lnTo>
                  <a:pt x="5978" y="1810"/>
                </a:lnTo>
                <a:lnTo>
                  <a:pt x="5978" y="1453"/>
                </a:lnTo>
                <a:cubicBezTo>
                  <a:pt x="6156" y="1310"/>
                  <a:pt x="6275" y="1072"/>
                  <a:pt x="6275" y="822"/>
                </a:cubicBezTo>
                <a:cubicBezTo>
                  <a:pt x="6275" y="358"/>
                  <a:pt x="5894" y="0"/>
                  <a:pt x="545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4" name="Google Shape;414;p44"/>
          <p:cNvGrpSpPr/>
          <p:nvPr/>
        </p:nvGrpSpPr>
        <p:grpSpPr>
          <a:xfrm>
            <a:off x="1977479" y="1926895"/>
            <a:ext cx="400194" cy="324316"/>
            <a:chOff x="3044965" y="2435220"/>
            <a:chExt cx="400194" cy="324316"/>
          </a:xfrm>
        </p:grpSpPr>
        <p:sp>
          <p:nvSpPr>
            <p:cNvPr id="415" name="Google Shape;415;p44"/>
            <p:cNvSpPr/>
            <p:nvPr/>
          </p:nvSpPr>
          <p:spPr>
            <a:xfrm>
              <a:off x="3105649" y="2649413"/>
              <a:ext cx="68329" cy="66864"/>
            </a:xfrm>
            <a:custGeom>
              <a:avLst/>
              <a:gdLst/>
              <a:ahLst/>
              <a:cxnLst/>
              <a:rect l="l" t="t" r="r" b="b"/>
              <a:pathLst>
                <a:path w="2145" h="2099" extrusionOk="0">
                  <a:moveTo>
                    <a:pt x="1924" y="0"/>
                  </a:moveTo>
                  <a:cubicBezTo>
                    <a:pt x="1867" y="0"/>
                    <a:pt x="1811" y="21"/>
                    <a:pt x="1775" y="63"/>
                  </a:cubicBezTo>
                  <a:lnTo>
                    <a:pt x="84" y="1753"/>
                  </a:lnTo>
                  <a:cubicBezTo>
                    <a:pt x="1" y="1825"/>
                    <a:pt x="1" y="1956"/>
                    <a:pt x="84" y="2039"/>
                  </a:cubicBezTo>
                  <a:cubicBezTo>
                    <a:pt x="120" y="2087"/>
                    <a:pt x="168" y="2099"/>
                    <a:pt x="227" y="2099"/>
                  </a:cubicBezTo>
                  <a:cubicBezTo>
                    <a:pt x="275" y="2099"/>
                    <a:pt x="334" y="2075"/>
                    <a:pt x="382" y="2039"/>
                  </a:cubicBezTo>
                  <a:lnTo>
                    <a:pt x="2073" y="337"/>
                  </a:lnTo>
                  <a:cubicBezTo>
                    <a:pt x="2144" y="265"/>
                    <a:pt x="2144" y="134"/>
                    <a:pt x="2073" y="63"/>
                  </a:cubicBezTo>
                  <a:cubicBezTo>
                    <a:pt x="2037" y="21"/>
                    <a:pt x="1980" y="0"/>
                    <a:pt x="19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3297193" y="2649413"/>
              <a:ext cx="68297" cy="66864"/>
            </a:xfrm>
            <a:custGeom>
              <a:avLst/>
              <a:gdLst/>
              <a:ahLst/>
              <a:cxnLst/>
              <a:rect l="l" t="t" r="r" b="b"/>
              <a:pathLst>
                <a:path w="2144" h="2099" extrusionOk="0">
                  <a:moveTo>
                    <a:pt x="1919" y="0"/>
                  </a:moveTo>
                  <a:cubicBezTo>
                    <a:pt x="1864" y="0"/>
                    <a:pt x="1810" y="21"/>
                    <a:pt x="1775" y="63"/>
                  </a:cubicBezTo>
                  <a:lnTo>
                    <a:pt x="84" y="1753"/>
                  </a:lnTo>
                  <a:cubicBezTo>
                    <a:pt x="1" y="1825"/>
                    <a:pt x="1" y="1956"/>
                    <a:pt x="84" y="2039"/>
                  </a:cubicBezTo>
                  <a:cubicBezTo>
                    <a:pt x="120" y="2087"/>
                    <a:pt x="167" y="2099"/>
                    <a:pt x="227" y="2099"/>
                  </a:cubicBezTo>
                  <a:cubicBezTo>
                    <a:pt x="286" y="2099"/>
                    <a:pt x="334" y="2075"/>
                    <a:pt x="382" y="2039"/>
                  </a:cubicBezTo>
                  <a:lnTo>
                    <a:pt x="2072" y="337"/>
                  </a:lnTo>
                  <a:cubicBezTo>
                    <a:pt x="2144" y="265"/>
                    <a:pt x="2144" y="134"/>
                    <a:pt x="2072" y="63"/>
                  </a:cubicBezTo>
                  <a:cubicBezTo>
                    <a:pt x="2031" y="21"/>
                    <a:pt x="1974" y="0"/>
                    <a:pt x="1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3044965" y="2435220"/>
              <a:ext cx="400194" cy="324316"/>
            </a:xfrm>
            <a:custGeom>
              <a:avLst/>
              <a:gdLst/>
              <a:ahLst/>
              <a:cxnLst/>
              <a:rect l="l" t="t" r="r" b="b"/>
              <a:pathLst>
                <a:path w="12563" h="10181" extrusionOk="0">
                  <a:moveTo>
                    <a:pt x="822" y="7358"/>
                  </a:moveTo>
                  <a:cubicBezTo>
                    <a:pt x="787" y="7465"/>
                    <a:pt x="787" y="7573"/>
                    <a:pt x="787" y="7680"/>
                  </a:cubicBezTo>
                  <a:cubicBezTo>
                    <a:pt x="787" y="7751"/>
                    <a:pt x="787" y="7823"/>
                    <a:pt x="811" y="7918"/>
                  </a:cubicBezTo>
                  <a:lnTo>
                    <a:pt x="632" y="7918"/>
                  </a:lnTo>
                  <a:cubicBezTo>
                    <a:pt x="525" y="7918"/>
                    <a:pt x="418" y="7823"/>
                    <a:pt x="418" y="7704"/>
                  </a:cubicBezTo>
                  <a:lnTo>
                    <a:pt x="418" y="7573"/>
                  </a:lnTo>
                  <a:cubicBezTo>
                    <a:pt x="418" y="7465"/>
                    <a:pt x="513" y="7358"/>
                    <a:pt x="632" y="7358"/>
                  </a:cubicBezTo>
                  <a:close/>
                  <a:moveTo>
                    <a:pt x="11955" y="7358"/>
                  </a:moveTo>
                  <a:cubicBezTo>
                    <a:pt x="12062" y="7358"/>
                    <a:pt x="12157" y="7454"/>
                    <a:pt x="12157" y="7573"/>
                  </a:cubicBezTo>
                  <a:lnTo>
                    <a:pt x="12169" y="7704"/>
                  </a:lnTo>
                  <a:cubicBezTo>
                    <a:pt x="12169" y="7811"/>
                    <a:pt x="12074" y="7918"/>
                    <a:pt x="11955" y="7918"/>
                  </a:cubicBezTo>
                  <a:lnTo>
                    <a:pt x="11776" y="7918"/>
                  </a:lnTo>
                  <a:cubicBezTo>
                    <a:pt x="11776" y="7835"/>
                    <a:pt x="11788" y="7763"/>
                    <a:pt x="11788" y="7668"/>
                  </a:cubicBezTo>
                  <a:cubicBezTo>
                    <a:pt x="11788" y="7573"/>
                    <a:pt x="11776" y="7465"/>
                    <a:pt x="11764" y="7358"/>
                  </a:cubicBezTo>
                  <a:close/>
                  <a:moveTo>
                    <a:pt x="3299" y="6263"/>
                  </a:moveTo>
                  <a:cubicBezTo>
                    <a:pt x="3918" y="6263"/>
                    <a:pt x="4466" y="6441"/>
                    <a:pt x="4859" y="6739"/>
                  </a:cubicBezTo>
                  <a:lnTo>
                    <a:pt x="4442" y="7156"/>
                  </a:lnTo>
                  <a:cubicBezTo>
                    <a:pt x="4371" y="7227"/>
                    <a:pt x="4371" y="7358"/>
                    <a:pt x="4442" y="7442"/>
                  </a:cubicBezTo>
                  <a:cubicBezTo>
                    <a:pt x="4490" y="7477"/>
                    <a:pt x="4525" y="7501"/>
                    <a:pt x="4585" y="7501"/>
                  </a:cubicBezTo>
                  <a:cubicBezTo>
                    <a:pt x="4644" y="7501"/>
                    <a:pt x="4692" y="7477"/>
                    <a:pt x="4740" y="7442"/>
                  </a:cubicBezTo>
                  <a:lnTo>
                    <a:pt x="5156" y="7025"/>
                  </a:lnTo>
                  <a:cubicBezTo>
                    <a:pt x="5299" y="7215"/>
                    <a:pt x="5394" y="7442"/>
                    <a:pt x="5394" y="7692"/>
                  </a:cubicBezTo>
                  <a:cubicBezTo>
                    <a:pt x="5383" y="8835"/>
                    <a:pt x="4442" y="9775"/>
                    <a:pt x="3275" y="9775"/>
                  </a:cubicBezTo>
                  <a:cubicBezTo>
                    <a:pt x="3013" y="9775"/>
                    <a:pt x="2763" y="9728"/>
                    <a:pt x="2525" y="9620"/>
                  </a:cubicBezTo>
                  <a:lnTo>
                    <a:pt x="4156" y="7989"/>
                  </a:lnTo>
                  <a:cubicBezTo>
                    <a:pt x="4228" y="7918"/>
                    <a:pt x="4228" y="7775"/>
                    <a:pt x="4156" y="7704"/>
                  </a:cubicBezTo>
                  <a:cubicBezTo>
                    <a:pt x="4121" y="7668"/>
                    <a:pt x="4070" y="7650"/>
                    <a:pt x="4018" y="7650"/>
                  </a:cubicBezTo>
                  <a:cubicBezTo>
                    <a:pt x="3966" y="7650"/>
                    <a:pt x="3912" y="7668"/>
                    <a:pt x="3870" y="7704"/>
                  </a:cubicBezTo>
                  <a:lnTo>
                    <a:pt x="2144" y="9430"/>
                  </a:lnTo>
                  <a:cubicBezTo>
                    <a:pt x="1573" y="9061"/>
                    <a:pt x="1192" y="8406"/>
                    <a:pt x="1192" y="7680"/>
                  </a:cubicBezTo>
                  <a:cubicBezTo>
                    <a:pt x="1192" y="6882"/>
                    <a:pt x="2132" y="6263"/>
                    <a:pt x="3299" y="6263"/>
                  </a:cubicBezTo>
                  <a:close/>
                  <a:moveTo>
                    <a:pt x="9324" y="6275"/>
                  </a:moveTo>
                  <a:cubicBezTo>
                    <a:pt x="9943" y="6275"/>
                    <a:pt x="10502" y="6453"/>
                    <a:pt x="10883" y="6751"/>
                  </a:cubicBezTo>
                  <a:lnTo>
                    <a:pt x="10467" y="7168"/>
                  </a:lnTo>
                  <a:cubicBezTo>
                    <a:pt x="10395" y="7239"/>
                    <a:pt x="10395" y="7370"/>
                    <a:pt x="10467" y="7454"/>
                  </a:cubicBezTo>
                  <a:cubicBezTo>
                    <a:pt x="10514" y="7489"/>
                    <a:pt x="10562" y="7513"/>
                    <a:pt x="10621" y="7513"/>
                  </a:cubicBezTo>
                  <a:cubicBezTo>
                    <a:pt x="10657" y="7513"/>
                    <a:pt x="10717" y="7489"/>
                    <a:pt x="10764" y="7454"/>
                  </a:cubicBezTo>
                  <a:lnTo>
                    <a:pt x="11181" y="7037"/>
                  </a:lnTo>
                  <a:cubicBezTo>
                    <a:pt x="11336" y="7227"/>
                    <a:pt x="11419" y="7454"/>
                    <a:pt x="11419" y="7704"/>
                  </a:cubicBezTo>
                  <a:cubicBezTo>
                    <a:pt x="11407" y="8835"/>
                    <a:pt x="10467" y="9775"/>
                    <a:pt x="9312" y="9775"/>
                  </a:cubicBezTo>
                  <a:cubicBezTo>
                    <a:pt x="9038" y="9775"/>
                    <a:pt x="8788" y="9728"/>
                    <a:pt x="8550" y="9620"/>
                  </a:cubicBezTo>
                  <a:lnTo>
                    <a:pt x="10181" y="7989"/>
                  </a:lnTo>
                  <a:cubicBezTo>
                    <a:pt x="10264" y="7918"/>
                    <a:pt x="10264" y="7775"/>
                    <a:pt x="10181" y="7704"/>
                  </a:cubicBezTo>
                  <a:cubicBezTo>
                    <a:pt x="10145" y="7668"/>
                    <a:pt x="10094" y="7650"/>
                    <a:pt x="10044" y="7650"/>
                  </a:cubicBezTo>
                  <a:cubicBezTo>
                    <a:pt x="9993" y="7650"/>
                    <a:pt x="9943" y="7668"/>
                    <a:pt x="9907" y="7704"/>
                  </a:cubicBezTo>
                  <a:lnTo>
                    <a:pt x="8181" y="9442"/>
                  </a:lnTo>
                  <a:cubicBezTo>
                    <a:pt x="7597" y="9073"/>
                    <a:pt x="7228" y="8418"/>
                    <a:pt x="7228" y="7692"/>
                  </a:cubicBezTo>
                  <a:cubicBezTo>
                    <a:pt x="7228" y="6894"/>
                    <a:pt x="8157" y="6275"/>
                    <a:pt x="9324" y="6275"/>
                  </a:cubicBezTo>
                  <a:close/>
                  <a:moveTo>
                    <a:pt x="2751" y="0"/>
                  </a:moveTo>
                  <a:cubicBezTo>
                    <a:pt x="2239" y="0"/>
                    <a:pt x="1787" y="345"/>
                    <a:pt x="1656" y="857"/>
                  </a:cubicBezTo>
                  <a:lnTo>
                    <a:pt x="13" y="7418"/>
                  </a:lnTo>
                  <a:cubicBezTo>
                    <a:pt x="1" y="7465"/>
                    <a:pt x="1" y="7513"/>
                    <a:pt x="1" y="7573"/>
                  </a:cubicBezTo>
                  <a:lnTo>
                    <a:pt x="1" y="7704"/>
                  </a:lnTo>
                  <a:cubicBezTo>
                    <a:pt x="1" y="8037"/>
                    <a:pt x="275" y="8311"/>
                    <a:pt x="608" y="8311"/>
                  </a:cubicBezTo>
                  <a:lnTo>
                    <a:pt x="846" y="8311"/>
                  </a:lnTo>
                  <a:cubicBezTo>
                    <a:pt x="1037" y="8989"/>
                    <a:pt x="1465" y="9537"/>
                    <a:pt x="2037" y="9859"/>
                  </a:cubicBezTo>
                  <a:cubicBezTo>
                    <a:pt x="2061" y="9859"/>
                    <a:pt x="2061" y="9882"/>
                    <a:pt x="2073" y="9882"/>
                  </a:cubicBezTo>
                  <a:cubicBezTo>
                    <a:pt x="2430" y="10073"/>
                    <a:pt x="2835" y="10180"/>
                    <a:pt x="3263" y="10180"/>
                  </a:cubicBezTo>
                  <a:cubicBezTo>
                    <a:pt x="4609" y="10180"/>
                    <a:pt x="5704" y="9108"/>
                    <a:pt x="5764" y="7763"/>
                  </a:cubicBezTo>
                  <a:cubicBezTo>
                    <a:pt x="5918" y="7656"/>
                    <a:pt x="6097" y="7596"/>
                    <a:pt x="6287" y="7596"/>
                  </a:cubicBezTo>
                  <a:cubicBezTo>
                    <a:pt x="6478" y="7596"/>
                    <a:pt x="6657" y="7656"/>
                    <a:pt x="6811" y="7763"/>
                  </a:cubicBezTo>
                  <a:cubicBezTo>
                    <a:pt x="6835" y="8656"/>
                    <a:pt x="7347" y="9430"/>
                    <a:pt x="8085" y="9847"/>
                  </a:cubicBezTo>
                  <a:cubicBezTo>
                    <a:pt x="8097" y="9847"/>
                    <a:pt x="8097" y="9859"/>
                    <a:pt x="8121" y="9859"/>
                  </a:cubicBezTo>
                  <a:cubicBezTo>
                    <a:pt x="8478" y="10061"/>
                    <a:pt x="8871" y="10156"/>
                    <a:pt x="9312" y="10156"/>
                  </a:cubicBezTo>
                  <a:cubicBezTo>
                    <a:pt x="10467" y="10156"/>
                    <a:pt x="11455" y="9370"/>
                    <a:pt x="11717" y="8299"/>
                  </a:cubicBezTo>
                  <a:lnTo>
                    <a:pt x="11955" y="8299"/>
                  </a:lnTo>
                  <a:cubicBezTo>
                    <a:pt x="12288" y="8299"/>
                    <a:pt x="12562" y="8037"/>
                    <a:pt x="12562" y="7692"/>
                  </a:cubicBezTo>
                  <a:lnTo>
                    <a:pt x="12562" y="7561"/>
                  </a:lnTo>
                  <a:cubicBezTo>
                    <a:pt x="12562" y="7525"/>
                    <a:pt x="12562" y="7465"/>
                    <a:pt x="12550" y="7418"/>
                  </a:cubicBezTo>
                  <a:lnTo>
                    <a:pt x="10919" y="857"/>
                  </a:lnTo>
                  <a:cubicBezTo>
                    <a:pt x="10800" y="357"/>
                    <a:pt x="10336" y="0"/>
                    <a:pt x="9812" y="0"/>
                  </a:cubicBezTo>
                  <a:cubicBezTo>
                    <a:pt x="9705" y="0"/>
                    <a:pt x="9621" y="84"/>
                    <a:pt x="9621" y="191"/>
                  </a:cubicBezTo>
                  <a:cubicBezTo>
                    <a:pt x="9621" y="298"/>
                    <a:pt x="9705" y="381"/>
                    <a:pt x="9812" y="381"/>
                  </a:cubicBezTo>
                  <a:cubicBezTo>
                    <a:pt x="10157" y="381"/>
                    <a:pt x="10443" y="607"/>
                    <a:pt x="10526" y="929"/>
                  </a:cubicBezTo>
                  <a:lnTo>
                    <a:pt x="12014" y="6942"/>
                  </a:lnTo>
                  <a:lnTo>
                    <a:pt x="11598" y="6942"/>
                  </a:lnTo>
                  <a:cubicBezTo>
                    <a:pt x="11467" y="6727"/>
                    <a:pt x="11288" y="6525"/>
                    <a:pt x="11038" y="6346"/>
                  </a:cubicBezTo>
                  <a:cubicBezTo>
                    <a:pt x="10574" y="6025"/>
                    <a:pt x="9943" y="5846"/>
                    <a:pt x="9288" y="5846"/>
                  </a:cubicBezTo>
                  <a:cubicBezTo>
                    <a:pt x="8633" y="5846"/>
                    <a:pt x="8026" y="6025"/>
                    <a:pt x="7550" y="6346"/>
                  </a:cubicBezTo>
                  <a:cubicBezTo>
                    <a:pt x="7180" y="6620"/>
                    <a:pt x="6918" y="6942"/>
                    <a:pt x="6835" y="7299"/>
                  </a:cubicBezTo>
                  <a:cubicBezTo>
                    <a:pt x="6668" y="7215"/>
                    <a:pt x="6478" y="7168"/>
                    <a:pt x="6287" y="7168"/>
                  </a:cubicBezTo>
                  <a:cubicBezTo>
                    <a:pt x="6097" y="7168"/>
                    <a:pt x="5895" y="7215"/>
                    <a:pt x="5728" y="7299"/>
                  </a:cubicBezTo>
                  <a:cubicBezTo>
                    <a:pt x="5645" y="6942"/>
                    <a:pt x="5394" y="6596"/>
                    <a:pt x="5025" y="6346"/>
                  </a:cubicBezTo>
                  <a:cubicBezTo>
                    <a:pt x="4561" y="6025"/>
                    <a:pt x="3930" y="5846"/>
                    <a:pt x="3275" y="5846"/>
                  </a:cubicBezTo>
                  <a:cubicBezTo>
                    <a:pt x="2620" y="5846"/>
                    <a:pt x="2013" y="6025"/>
                    <a:pt x="1537" y="6346"/>
                  </a:cubicBezTo>
                  <a:cubicBezTo>
                    <a:pt x="1299" y="6525"/>
                    <a:pt x="1108" y="6727"/>
                    <a:pt x="965" y="6942"/>
                  </a:cubicBezTo>
                  <a:lnTo>
                    <a:pt x="549" y="6942"/>
                  </a:lnTo>
                  <a:lnTo>
                    <a:pt x="2037" y="929"/>
                  </a:lnTo>
                  <a:cubicBezTo>
                    <a:pt x="2120" y="607"/>
                    <a:pt x="2418" y="381"/>
                    <a:pt x="2751" y="381"/>
                  </a:cubicBezTo>
                  <a:cubicBezTo>
                    <a:pt x="2858" y="381"/>
                    <a:pt x="2954" y="298"/>
                    <a:pt x="2954" y="191"/>
                  </a:cubicBezTo>
                  <a:cubicBezTo>
                    <a:pt x="2954" y="84"/>
                    <a:pt x="2858" y="0"/>
                    <a:pt x="27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 concepts is a good idea</a:t>
            </a:r>
            <a:endParaRPr/>
          </a:p>
        </p:txBody>
      </p:sp>
      <p:sp>
        <p:nvSpPr>
          <p:cNvPr id="423" name="Google Shape;423;p45"/>
          <p:cNvSpPr txBox="1">
            <a:spLocks noGrp="1"/>
          </p:cNvSpPr>
          <p:nvPr>
            <p:ph type="subTitle" idx="1"/>
          </p:nvPr>
        </p:nvSpPr>
        <p:spPr>
          <a:xfrm>
            <a:off x="863921" y="1863034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it’s actually a cold place</a:t>
            </a:r>
            <a:endParaRPr/>
          </a:p>
        </p:txBody>
      </p:sp>
      <p:sp>
        <p:nvSpPr>
          <p:cNvPr id="424" name="Google Shape;424;p45"/>
          <p:cNvSpPr txBox="1">
            <a:spLocks noGrp="1"/>
          </p:cNvSpPr>
          <p:nvPr>
            <p:ph type="subTitle" idx="2"/>
          </p:nvPr>
        </p:nvSpPr>
        <p:spPr>
          <a:xfrm>
            <a:off x="3512806" y="1863034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425" name="Google Shape;425;p45"/>
          <p:cNvSpPr txBox="1">
            <a:spLocks noGrp="1"/>
          </p:cNvSpPr>
          <p:nvPr>
            <p:ph type="subTitle" idx="13"/>
          </p:nvPr>
        </p:nvSpPr>
        <p:spPr>
          <a:xfrm>
            <a:off x="862321" y="2953037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426" name="Google Shape;426;p45"/>
          <p:cNvSpPr txBox="1">
            <a:spLocks noGrp="1"/>
          </p:cNvSpPr>
          <p:nvPr>
            <p:ph type="subTitle" idx="8"/>
          </p:nvPr>
        </p:nvSpPr>
        <p:spPr>
          <a:xfrm>
            <a:off x="3511200" y="1370611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427" name="Google Shape;427;p45"/>
          <p:cNvSpPr txBox="1">
            <a:spLocks noGrp="1"/>
          </p:cNvSpPr>
          <p:nvPr>
            <p:ph type="subTitle" idx="7"/>
          </p:nvPr>
        </p:nvSpPr>
        <p:spPr>
          <a:xfrm>
            <a:off x="862321" y="1370611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428" name="Google Shape;428;p45"/>
          <p:cNvSpPr txBox="1">
            <a:spLocks noGrp="1"/>
          </p:cNvSpPr>
          <p:nvPr>
            <p:ph type="subTitle" idx="3"/>
          </p:nvPr>
        </p:nvSpPr>
        <p:spPr>
          <a:xfrm>
            <a:off x="863921" y="3445661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429" name="Google Shape;429;p45"/>
          <p:cNvSpPr txBox="1">
            <a:spLocks noGrp="1"/>
          </p:cNvSpPr>
          <p:nvPr>
            <p:ph type="subTitle" idx="4"/>
          </p:nvPr>
        </p:nvSpPr>
        <p:spPr>
          <a:xfrm>
            <a:off x="3512806" y="3445661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</a:t>
            </a:r>
            <a:endParaRPr/>
          </a:p>
        </p:txBody>
      </p:sp>
      <p:sp>
        <p:nvSpPr>
          <p:cNvPr id="430" name="Google Shape;430;p45"/>
          <p:cNvSpPr txBox="1">
            <a:spLocks noGrp="1"/>
          </p:cNvSpPr>
          <p:nvPr>
            <p:ph type="subTitle" idx="5"/>
          </p:nvPr>
        </p:nvSpPr>
        <p:spPr>
          <a:xfrm>
            <a:off x="6161691" y="1863034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sp>
        <p:nvSpPr>
          <p:cNvPr id="431" name="Google Shape;431;p45"/>
          <p:cNvSpPr txBox="1">
            <a:spLocks noGrp="1"/>
          </p:cNvSpPr>
          <p:nvPr>
            <p:ph type="subTitle" idx="6"/>
          </p:nvPr>
        </p:nvSpPr>
        <p:spPr>
          <a:xfrm>
            <a:off x="6161691" y="3445661"/>
            <a:ext cx="21186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432" name="Google Shape;432;p45"/>
          <p:cNvSpPr txBox="1">
            <a:spLocks noGrp="1"/>
          </p:cNvSpPr>
          <p:nvPr>
            <p:ph type="subTitle" idx="9"/>
          </p:nvPr>
        </p:nvSpPr>
        <p:spPr>
          <a:xfrm>
            <a:off x="6160079" y="1370611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433" name="Google Shape;433;p45"/>
          <p:cNvSpPr txBox="1">
            <a:spLocks noGrp="1"/>
          </p:cNvSpPr>
          <p:nvPr>
            <p:ph type="subTitle" idx="14"/>
          </p:nvPr>
        </p:nvSpPr>
        <p:spPr>
          <a:xfrm>
            <a:off x="3511200" y="2953037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434" name="Google Shape;434;p45"/>
          <p:cNvSpPr txBox="1">
            <a:spLocks noGrp="1"/>
          </p:cNvSpPr>
          <p:nvPr>
            <p:ph type="subTitle" idx="15"/>
          </p:nvPr>
        </p:nvSpPr>
        <p:spPr>
          <a:xfrm>
            <a:off x="6160079" y="2953037"/>
            <a:ext cx="21216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440" name="Google Shape;440;p46"/>
          <p:cNvSpPr txBox="1">
            <a:spLocks noGrp="1"/>
          </p:cNvSpPr>
          <p:nvPr>
            <p:ph type="body" idx="1"/>
          </p:nvPr>
        </p:nvSpPr>
        <p:spPr>
          <a:xfrm>
            <a:off x="720000" y="1134600"/>
            <a:ext cx="7019400" cy="34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AUTHOR. (YEAR). </a:t>
            </a:r>
            <a:r>
              <a:rPr lang="en" i="1"/>
              <a:t>Title of the publication</a:t>
            </a:r>
            <a:r>
              <a:rPr lang="en"/>
              <a:t>. Publisher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Mercury is the closest planet to the Sun and the smallest one in the Solar System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AUTHOR. (YEAR). </a:t>
            </a:r>
            <a:r>
              <a:rPr lang="en" i="1"/>
              <a:t>Title of the publication</a:t>
            </a:r>
            <a:r>
              <a:rPr lang="en"/>
              <a:t>. Publisher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Mars is full of iron oxide dust, which gives the planet its reddish cast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AUTHOR. (YEAR). </a:t>
            </a:r>
            <a:r>
              <a:rPr lang="en" i="1"/>
              <a:t>Title of the publication</a:t>
            </a:r>
            <a:r>
              <a:rPr lang="en"/>
              <a:t>. Publisher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Jupiter is a gas giant and also is the biggest planet in the Solar System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AUTHOR. (YEAR). </a:t>
            </a:r>
            <a:r>
              <a:rPr lang="en" i="1"/>
              <a:t>Title of the publication</a:t>
            </a:r>
            <a:r>
              <a:rPr lang="en"/>
              <a:t>. Publisher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Venus has a really beautiful name and also is the second planet from the Sun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7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framework</a:t>
            </a:r>
            <a:endParaRPr/>
          </a:p>
        </p:txBody>
      </p:sp>
      <p:cxnSp>
        <p:nvCxnSpPr>
          <p:cNvPr id="446" name="Google Shape;446;p47"/>
          <p:cNvCxnSpPr>
            <a:stCxn id="447" idx="2"/>
            <a:endCxn id="448" idx="0"/>
          </p:cNvCxnSpPr>
          <p:nvPr/>
        </p:nvCxnSpPr>
        <p:spPr>
          <a:xfrm rot="5400000">
            <a:off x="4056450" y="3536775"/>
            <a:ext cx="404100" cy="6270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49" name="Google Shape;449;p47"/>
          <p:cNvCxnSpPr>
            <a:stCxn id="447" idx="2"/>
            <a:endCxn id="450" idx="0"/>
          </p:cNvCxnSpPr>
          <p:nvPr/>
        </p:nvCxnSpPr>
        <p:spPr>
          <a:xfrm rot="-5400000" flipH="1">
            <a:off x="4683450" y="3536775"/>
            <a:ext cx="404100" cy="6270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51" name="Google Shape;451;p47"/>
          <p:cNvSpPr txBox="1"/>
          <p:nvPr/>
        </p:nvSpPr>
        <p:spPr>
          <a:xfrm>
            <a:off x="3111750" y="1189902"/>
            <a:ext cx="29205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Theoretical framework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52" name="Google Shape;452;p47"/>
          <p:cNvSpPr txBox="1"/>
          <p:nvPr/>
        </p:nvSpPr>
        <p:spPr>
          <a:xfrm>
            <a:off x="867150" y="2079052"/>
            <a:ext cx="22446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Key terms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53" name="Google Shape;453;p47"/>
          <p:cNvSpPr txBox="1"/>
          <p:nvPr/>
        </p:nvSpPr>
        <p:spPr>
          <a:xfrm>
            <a:off x="867150" y="2729925"/>
            <a:ext cx="22446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Mars is a really cold place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4" name="Google Shape;454;p47"/>
          <p:cNvSpPr txBox="1"/>
          <p:nvPr/>
        </p:nvSpPr>
        <p:spPr>
          <a:xfrm>
            <a:off x="3374850" y="2079052"/>
            <a:ext cx="23943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Relevant theories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47" name="Google Shape;447;p47"/>
          <p:cNvSpPr txBox="1"/>
          <p:nvPr/>
        </p:nvSpPr>
        <p:spPr>
          <a:xfrm>
            <a:off x="3457800" y="2729925"/>
            <a:ext cx="2228400" cy="9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Jupiter it’s the biggest planet in the System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5" name="Google Shape;455;p47"/>
          <p:cNvSpPr txBox="1"/>
          <p:nvPr/>
        </p:nvSpPr>
        <p:spPr>
          <a:xfrm>
            <a:off x="5882550" y="2079052"/>
            <a:ext cx="23943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Our framework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56" name="Google Shape;456;p47"/>
          <p:cNvSpPr txBox="1"/>
          <p:nvPr/>
        </p:nvSpPr>
        <p:spPr>
          <a:xfrm>
            <a:off x="5882375" y="2729925"/>
            <a:ext cx="2394300" cy="18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Venus has a beautiful name and is the second planet from the Sun. It’s very hot and has a extremely poisonous atmosphere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57" name="Google Shape;457;p47"/>
          <p:cNvCxnSpPr>
            <a:stCxn id="451" idx="2"/>
            <a:endCxn id="452" idx="0"/>
          </p:cNvCxnSpPr>
          <p:nvPr/>
        </p:nvCxnSpPr>
        <p:spPr>
          <a:xfrm rot="5400000">
            <a:off x="3076950" y="584052"/>
            <a:ext cx="407700" cy="25824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58" name="Google Shape;458;p47"/>
          <p:cNvCxnSpPr>
            <a:stCxn id="451" idx="2"/>
            <a:endCxn id="455" idx="0"/>
          </p:cNvCxnSpPr>
          <p:nvPr/>
        </p:nvCxnSpPr>
        <p:spPr>
          <a:xfrm rot="-5400000" flipH="1">
            <a:off x="5622000" y="621402"/>
            <a:ext cx="407700" cy="25077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59" name="Google Shape;459;p47"/>
          <p:cNvCxnSpPr>
            <a:stCxn id="451" idx="2"/>
            <a:endCxn id="454" idx="0"/>
          </p:cNvCxnSpPr>
          <p:nvPr/>
        </p:nvCxnSpPr>
        <p:spPr>
          <a:xfrm rot="-5400000" flipH="1">
            <a:off x="4368450" y="1874952"/>
            <a:ext cx="407700" cy="6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60" name="Google Shape;460;p47"/>
          <p:cNvSpPr txBox="1"/>
          <p:nvPr/>
        </p:nvSpPr>
        <p:spPr>
          <a:xfrm>
            <a:off x="867150" y="3588226"/>
            <a:ext cx="22446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Mercury is a very small planet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61" name="Google Shape;461;p47"/>
          <p:cNvCxnSpPr>
            <a:stCxn id="453" idx="2"/>
            <a:endCxn id="460" idx="0"/>
          </p:cNvCxnSpPr>
          <p:nvPr/>
        </p:nvCxnSpPr>
        <p:spPr>
          <a:xfrm>
            <a:off x="1989450" y="3386025"/>
            <a:ext cx="0" cy="202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62" name="Google Shape;462;p47"/>
          <p:cNvCxnSpPr>
            <a:stCxn id="453" idx="0"/>
            <a:endCxn id="453" idx="0"/>
          </p:cNvCxnSpPr>
          <p:nvPr/>
        </p:nvCxnSpPr>
        <p:spPr>
          <a:xfrm>
            <a:off x="1989450" y="2729925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47"/>
          <p:cNvCxnSpPr>
            <a:stCxn id="452" idx="2"/>
            <a:endCxn id="453" idx="0"/>
          </p:cNvCxnSpPr>
          <p:nvPr/>
        </p:nvCxnSpPr>
        <p:spPr>
          <a:xfrm rot="-5400000" flipH="1">
            <a:off x="1905000" y="2645002"/>
            <a:ext cx="169500" cy="600"/>
          </a:xfrm>
          <a:prstGeom prst="bentConnector3">
            <a:avLst>
              <a:gd name="adj1" fmla="val 49963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64" name="Google Shape;464;p47"/>
          <p:cNvCxnSpPr>
            <a:stCxn id="454" idx="2"/>
            <a:endCxn id="447" idx="0"/>
          </p:cNvCxnSpPr>
          <p:nvPr/>
        </p:nvCxnSpPr>
        <p:spPr>
          <a:xfrm rot="-5400000" flipH="1">
            <a:off x="4487550" y="2645002"/>
            <a:ext cx="169500" cy="600"/>
          </a:xfrm>
          <a:prstGeom prst="bentConnector3">
            <a:avLst>
              <a:gd name="adj1" fmla="val 49963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cxnSp>
        <p:nvCxnSpPr>
          <p:cNvPr id="465" name="Google Shape;465;p47"/>
          <p:cNvCxnSpPr>
            <a:stCxn id="455" idx="2"/>
            <a:endCxn id="456" idx="0"/>
          </p:cNvCxnSpPr>
          <p:nvPr/>
        </p:nvCxnSpPr>
        <p:spPr>
          <a:xfrm rot="-5400000" flipH="1">
            <a:off x="6995250" y="2645002"/>
            <a:ext cx="169500" cy="600"/>
          </a:xfrm>
          <a:prstGeom prst="bentConnector3">
            <a:avLst>
              <a:gd name="adj1" fmla="val 49963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448" name="Google Shape;448;p47"/>
          <p:cNvSpPr/>
          <p:nvPr/>
        </p:nvSpPr>
        <p:spPr>
          <a:xfrm>
            <a:off x="3538769" y="4052375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7"/>
          <p:cNvSpPr/>
          <p:nvPr/>
        </p:nvSpPr>
        <p:spPr>
          <a:xfrm>
            <a:off x="4792531" y="4052375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47"/>
          <p:cNvGrpSpPr/>
          <p:nvPr/>
        </p:nvGrpSpPr>
        <p:grpSpPr>
          <a:xfrm>
            <a:off x="3764017" y="4149922"/>
            <a:ext cx="362223" cy="361108"/>
            <a:chOff x="3513010" y="3816134"/>
            <a:chExt cx="362223" cy="361108"/>
          </a:xfrm>
        </p:grpSpPr>
        <p:sp>
          <p:nvSpPr>
            <p:cNvPr id="467" name="Google Shape;467;p47"/>
            <p:cNvSpPr/>
            <p:nvPr/>
          </p:nvSpPr>
          <p:spPr>
            <a:xfrm>
              <a:off x="3513010" y="3816134"/>
              <a:ext cx="362223" cy="361108"/>
            </a:xfrm>
            <a:custGeom>
              <a:avLst/>
              <a:gdLst/>
              <a:ahLst/>
              <a:cxnLst/>
              <a:rect l="l" t="t" r="r" b="b"/>
              <a:pathLst>
                <a:path w="11371" h="11336" extrusionOk="0">
                  <a:moveTo>
                    <a:pt x="1381" y="346"/>
                  </a:moveTo>
                  <a:cubicBezTo>
                    <a:pt x="1846" y="358"/>
                    <a:pt x="2262" y="715"/>
                    <a:pt x="2358" y="1191"/>
                  </a:cubicBezTo>
                  <a:lnTo>
                    <a:pt x="1881" y="1191"/>
                  </a:lnTo>
                  <a:cubicBezTo>
                    <a:pt x="1786" y="1191"/>
                    <a:pt x="1715" y="1263"/>
                    <a:pt x="1715" y="1358"/>
                  </a:cubicBezTo>
                  <a:cubicBezTo>
                    <a:pt x="1715" y="1727"/>
                    <a:pt x="1417" y="2025"/>
                    <a:pt x="1048" y="2025"/>
                  </a:cubicBezTo>
                  <a:cubicBezTo>
                    <a:pt x="667" y="2025"/>
                    <a:pt x="369" y="1727"/>
                    <a:pt x="369" y="1358"/>
                  </a:cubicBezTo>
                  <a:cubicBezTo>
                    <a:pt x="369" y="798"/>
                    <a:pt x="822" y="346"/>
                    <a:pt x="1381" y="346"/>
                  </a:cubicBezTo>
                  <a:close/>
                  <a:moveTo>
                    <a:pt x="2358" y="1537"/>
                  </a:moveTo>
                  <a:lnTo>
                    <a:pt x="2358" y="2037"/>
                  </a:lnTo>
                  <a:lnTo>
                    <a:pt x="1774" y="2037"/>
                  </a:lnTo>
                  <a:cubicBezTo>
                    <a:pt x="1893" y="1906"/>
                    <a:pt x="1977" y="1727"/>
                    <a:pt x="2012" y="1537"/>
                  </a:cubicBezTo>
                  <a:close/>
                  <a:moveTo>
                    <a:pt x="9109" y="4489"/>
                  </a:moveTo>
                  <a:lnTo>
                    <a:pt x="9109" y="4489"/>
                  </a:lnTo>
                  <a:cubicBezTo>
                    <a:pt x="8739" y="5049"/>
                    <a:pt x="8287" y="5585"/>
                    <a:pt x="7787" y="6085"/>
                  </a:cubicBezTo>
                  <a:cubicBezTo>
                    <a:pt x="7275" y="6597"/>
                    <a:pt x="6739" y="7037"/>
                    <a:pt x="6192" y="7406"/>
                  </a:cubicBezTo>
                  <a:cubicBezTo>
                    <a:pt x="6584" y="6859"/>
                    <a:pt x="7013" y="6323"/>
                    <a:pt x="7513" y="5823"/>
                  </a:cubicBezTo>
                  <a:cubicBezTo>
                    <a:pt x="8025" y="5311"/>
                    <a:pt x="8561" y="4870"/>
                    <a:pt x="9109" y="4489"/>
                  </a:cubicBezTo>
                  <a:close/>
                  <a:moveTo>
                    <a:pt x="4036" y="9359"/>
                  </a:moveTo>
                  <a:cubicBezTo>
                    <a:pt x="4346" y="9359"/>
                    <a:pt x="4620" y="9573"/>
                    <a:pt x="4691" y="9871"/>
                  </a:cubicBezTo>
                  <a:lnTo>
                    <a:pt x="3382" y="9871"/>
                  </a:lnTo>
                  <a:cubicBezTo>
                    <a:pt x="3453" y="9573"/>
                    <a:pt x="3727" y="9359"/>
                    <a:pt x="4036" y="9359"/>
                  </a:cubicBezTo>
                  <a:close/>
                  <a:moveTo>
                    <a:pt x="10359" y="9359"/>
                  </a:moveTo>
                  <a:cubicBezTo>
                    <a:pt x="10728" y="9359"/>
                    <a:pt x="11025" y="9657"/>
                    <a:pt x="11025" y="10026"/>
                  </a:cubicBezTo>
                  <a:cubicBezTo>
                    <a:pt x="11025" y="10597"/>
                    <a:pt x="10585" y="11038"/>
                    <a:pt x="10037" y="11038"/>
                  </a:cubicBezTo>
                  <a:lnTo>
                    <a:pt x="4584" y="11038"/>
                  </a:lnTo>
                  <a:cubicBezTo>
                    <a:pt x="4870" y="10788"/>
                    <a:pt x="5037" y="10431"/>
                    <a:pt x="5037" y="10026"/>
                  </a:cubicBezTo>
                  <a:cubicBezTo>
                    <a:pt x="5037" y="9776"/>
                    <a:pt x="4929" y="9538"/>
                    <a:pt x="4775" y="9359"/>
                  </a:cubicBezTo>
                  <a:close/>
                  <a:moveTo>
                    <a:pt x="1346" y="1"/>
                  </a:moveTo>
                  <a:cubicBezTo>
                    <a:pt x="596" y="1"/>
                    <a:pt x="0" y="596"/>
                    <a:pt x="0" y="1334"/>
                  </a:cubicBezTo>
                  <a:cubicBezTo>
                    <a:pt x="0" y="1906"/>
                    <a:pt x="465" y="2346"/>
                    <a:pt x="1012" y="2346"/>
                  </a:cubicBezTo>
                  <a:lnTo>
                    <a:pt x="2358" y="2346"/>
                  </a:lnTo>
                  <a:lnTo>
                    <a:pt x="2358" y="7514"/>
                  </a:lnTo>
                  <a:cubicBezTo>
                    <a:pt x="2358" y="7609"/>
                    <a:pt x="2429" y="7680"/>
                    <a:pt x="2512" y="7680"/>
                  </a:cubicBezTo>
                  <a:cubicBezTo>
                    <a:pt x="2608" y="7680"/>
                    <a:pt x="2679" y="7609"/>
                    <a:pt x="2679" y="7514"/>
                  </a:cubicBezTo>
                  <a:lnTo>
                    <a:pt x="2679" y="1334"/>
                  </a:lnTo>
                  <a:cubicBezTo>
                    <a:pt x="2679" y="929"/>
                    <a:pt x="2501" y="572"/>
                    <a:pt x="2239" y="322"/>
                  </a:cubicBezTo>
                  <a:lnTo>
                    <a:pt x="7680" y="322"/>
                  </a:lnTo>
                  <a:cubicBezTo>
                    <a:pt x="8227" y="322"/>
                    <a:pt x="8680" y="775"/>
                    <a:pt x="8680" y="1334"/>
                  </a:cubicBezTo>
                  <a:lnTo>
                    <a:pt x="8680" y="2870"/>
                  </a:lnTo>
                  <a:cubicBezTo>
                    <a:pt x="8192" y="3108"/>
                    <a:pt x="7739" y="3430"/>
                    <a:pt x="7358" y="3811"/>
                  </a:cubicBezTo>
                  <a:cubicBezTo>
                    <a:pt x="6549" y="4608"/>
                    <a:pt x="6537" y="5192"/>
                    <a:pt x="6525" y="6144"/>
                  </a:cubicBezTo>
                  <a:lnTo>
                    <a:pt x="6525" y="6394"/>
                  </a:lnTo>
                  <a:cubicBezTo>
                    <a:pt x="6132" y="6859"/>
                    <a:pt x="5811" y="7347"/>
                    <a:pt x="5513" y="7847"/>
                  </a:cubicBezTo>
                  <a:cubicBezTo>
                    <a:pt x="5465" y="7907"/>
                    <a:pt x="5477" y="7990"/>
                    <a:pt x="5537" y="8049"/>
                  </a:cubicBezTo>
                  <a:cubicBezTo>
                    <a:pt x="5572" y="8085"/>
                    <a:pt x="5608" y="8097"/>
                    <a:pt x="5656" y="8097"/>
                  </a:cubicBezTo>
                  <a:cubicBezTo>
                    <a:pt x="5691" y="8097"/>
                    <a:pt x="5715" y="8097"/>
                    <a:pt x="5751" y="8061"/>
                  </a:cubicBezTo>
                  <a:cubicBezTo>
                    <a:pt x="6251" y="7776"/>
                    <a:pt x="6727" y="7442"/>
                    <a:pt x="7192" y="7049"/>
                  </a:cubicBezTo>
                  <a:lnTo>
                    <a:pt x="7442" y="7049"/>
                  </a:lnTo>
                  <a:cubicBezTo>
                    <a:pt x="7930" y="7037"/>
                    <a:pt x="8323" y="7037"/>
                    <a:pt x="8692" y="6918"/>
                  </a:cubicBezTo>
                  <a:lnTo>
                    <a:pt x="8692" y="9002"/>
                  </a:lnTo>
                  <a:lnTo>
                    <a:pt x="4036" y="9002"/>
                  </a:lnTo>
                  <a:cubicBezTo>
                    <a:pt x="3465" y="9002"/>
                    <a:pt x="3024" y="9466"/>
                    <a:pt x="3024" y="10014"/>
                  </a:cubicBezTo>
                  <a:cubicBezTo>
                    <a:pt x="3024" y="10097"/>
                    <a:pt x="3096" y="10181"/>
                    <a:pt x="3191" y="10181"/>
                  </a:cubicBezTo>
                  <a:lnTo>
                    <a:pt x="4691" y="10181"/>
                  </a:lnTo>
                  <a:cubicBezTo>
                    <a:pt x="4620" y="10657"/>
                    <a:pt x="4203" y="11014"/>
                    <a:pt x="3691" y="11014"/>
                  </a:cubicBezTo>
                  <a:cubicBezTo>
                    <a:pt x="3144" y="11014"/>
                    <a:pt x="2679" y="10562"/>
                    <a:pt x="2679" y="10002"/>
                  </a:cubicBezTo>
                  <a:lnTo>
                    <a:pt x="2679" y="8168"/>
                  </a:lnTo>
                  <a:cubicBezTo>
                    <a:pt x="2679" y="8085"/>
                    <a:pt x="2608" y="8002"/>
                    <a:pt x="2512" y="8002"/>
                  </a:cubicBezTo>
                  <a:cubicBezTo>
                    <a:pt x="2429" y="8002"/>
                    <a:pt x="2358" y="8085"/>
                    <a:pt x="2358" y="8168"/>
                  </a:cubicBezTo>
                  <a:lnTo>
                    <a:pt x="2358" y="10002"/>
                  </a:lnTo>
                  <a:cubicBezTo>
                    <a:pt x="2358" y="10740"/>
                    <a:pt x="2953" y="11335"/>
                    <a:pt x="3691" y="11335"/>
                  </a:cubicBezTo>
                  <a:lnTo>
                    <a:pt x="10013" y="11335"/>
                  </a:lnTo>
                  <a:cubicBezTo>
                    <a:pt x="10764" y="11335"/>
                    <a:pt x="11359" y="10740"/>
                    <a:pt x="11359" y="10002"/>
                  </a:cubicBezTo>
                  <a:cubicBezTo>
                    <a:pt x="11371" y="9478"/>
                    <a:pt x="10930" y="9038"/>
                    <a:pt x="10359" y="9038"/>
                  </a:cubicBezTo>
                  <a:lnTo>
                    <a:pt x="9025" y="9038"/>
                  </a:lnTo>
                  <a:lnTo>
                    <a:pt x="9025" y="6811"/>
                  </a:lnTo>
                  <a:cubicBezTo>
                    <a:pt x="9263" y="6692"/>
                    <a:pt x="9513" y="6513"/>
                    <a:pt x="9775" y="6252"/>
                  </a:cubicBezTo>
                  <a:cubicBezTo>
                    <a:pt x="10013" y="6013"/>
                    <a:pt x="10228" y="5763"/>
                    <a:pt x="10406" y="5478"/>
                  </a:cubicBezTo>
                  <a:cubicBezTo>
                    <a:pt x="10430" y="5430"/>
                    <a:pt x="10430" y="5370"/>
                    <a:pt x="10418" y="5311"/>
                  </a:cubicBezTo>
                  <a:cubicBezTo>
                    <a:pt x="10394" y="5251"/>
                    <a:pt x="10347" y="5228"/>
                    <a:pt x="10299" y="5204"/>
                  </a:cubicBezTo>
                  <a:lnTo>
                    <a:pt x="9894" y="5132"/>
                  </a:lnTo>
                  <a:cubicBezTo>
                    <a:pt x="10728" y="4489"/>
                    <a:pt x="11264" y="3525"/>
                    <a:pt x="11323" y="2465"/>
                  </a:cubicBezTo>
                  <a:lnTo>
                    <a:pt x="11323" y="2453"/>
                  </a:lnTo>
                  <a:cubicBezTo>
                    <a:pt x="11323" y="2406"/>
                    <a:pt x="11311" y="2358"/>
                    <a:pt x="11287" y="2322"/>
                  </a:cubicBezTo>
                  <a:cubicBezTo>
                    <a:pt x="11252" y="2287"/>
                    <a:pt x="11204" y="2275"/>
                    <a:pt x="11145" y="2275"/>
                  </a:cubicBezTo>
                  <a:cubicBezTo>
                    <a:pt x="10764" y="2311"/>
                    <a:pt x="10394" y="2346"/>
                    <a:pt x="10037" y="2430"/>
                  </a:cubicBezTo>
                  <a:cubicBezTo>
                    <a:pt x="9942" y="2442"/>
                    <a:pt x="9882" y="2525"/>
                    <a:pt x="9894" y="2620"/>
                  </a:cubicBezTo>
                  <a:cubicBezTo>
                    <a:pt x="9916" y="2696"/>
                    <a:pt x="9988" y="2753"/>
                    <a:pt x="10073" y="2753"/>
                  </a:cubicBezTo>
                  <a:cubicBezTo>
                    <a:pt x="10080" y="2753"/>
                    <a:pt x="10089" y="2752"/>
                    <a:pt x="10097" y="2751"/>
                  </a:cubicBezTo>
                  <a:cubicBezTo>
                    <a:pt x="10371" y="2692"/>
                    <a:pt x="10656" y="2644"/>
                    <a:pt x="10966" y="2620"/>
                  </a:cubicBezTo>
                  <a:lnTo>
                    <a:pt x="10966" y="2620"/>
                  </a:lnTo>
                  <a:cubicBezTo>
                    <a:pt x="10847" y="3632"/>
                    <a:pt x="10275" y="4537"/>
                    <a:pt x="9382" y="5073"/>
                  </a:cubicBezTo>
                  <a:lnTo>
                    <a:pt x="9359" y="5085"/>
                  </a:lnTo>
                  <a:cubicBezTo>
                    <a:pt x="9299" y="5120"/>
                    <a:pt x="9275" y="5192"/>
                    <a:pt x="9287" y="5263"/>
                  </a:cubicBezTo>
                  <a:cubicBezTo>
                    <a:pt x="9299" y="5347"/>
                    <a:pt x="9359" y="5382"/>
                    <a:pt x="9418" y="5406"/>
                  </a:cubicBezTo>
                  <a:lnTo>
                    <a:pt x="9978" y="5490"/>
                  </a:lnTo>
                  <a:cubicBezTo>
                    <a:pt x="9835" y="5668"/>
                    <a:pt x="9692" y="5847"/>
                    <a:pt x="9525" y="6002"/>
                  </a:cubicBezTo>
                  <a:cubicBezTo>
                    <a:pt x="8870" y="6656"/>
                    <a:pt x="8406" y="6716"/>
                    <a:pt x="7573" y="6728"/>
                  </a:cubicBezTo>
                  <a:cubicBezTo>
                    <a:pt x="7727" y="6597"/>
                    <a:pt x="7870" y="6454"/>
                    <a:pt x="8013" y="6311"/>
                  </a:cubicBezTo>
                  <a:cubicBezTo>
                    <a:pt x="8728" y="5597"/>
                    <a:pt x="9299" y="4835"/>
                    <a:pt x="9775" y="4037"/>
                  </a:cubicBezTo>
                  <a:cubicBezTo>
                    <a:pt x="9823" y="3977"/>
                    <a:pt x="9811" y="3882"/>
                    <a:pt x="9751" y="3823"/>
                  </a:cubicBezTo>
                  <a:cubicBezTo>
                    <a:pt x="9718" y="3789"/>
                    <a:pt x="9681" y="3774"/>
                    <a:pt x="9639" y="3774"/>
                  </a:cubicBezTo>
                  <a:cubicBezTo>
                    <a:pt x="9608" y="3774"/>
                    <a:pt x="9574" y="3783"/>
                    <a:pt x="9537" y="3799"/>
                  </a:cubicBezTo>
                  <a:cubicBezTo>
                    <a:pt x="8739" y="4251"/>
                    <a:pt x="7966" y="4847"/>
                    <a:pt x="7263" y="5561"/>
                  </a:cubicBezTo>
                  <a:cubicBezTo>
                    <a:pt x="7120" y="5716"/>
                    <a:pt x="6977" y="5847"/>
                    <a:pt x="6846" y="6002"/>
                  </a:cubicBezTo>
                  <a:cubicBezTo>
                    <a:pt x="6882" y="5168"/>
                    <a:pt x="6918" y="4704"/>
                    <a:pt x="7573" y="4049"/>
                  </a:cubicBezTo>
                  <a:cubicBezTo>
                    <a:pt x="8085" y="3537"/>
                    <a:pt x="8728" y="3156"/>
                    <a:pt x="9454" y="2906"/>
                  </a:cubicBezTo>
                  <a:cubicBezTo>
                    <a:pt x="9537" y="2870"/>
                    <a:pt x="9585" y="2787"/>
                    <a:pt x="9561" y="2692"/>
                  </a:cubicBezTo>
                  <a:cubicBezTo>
                    <a:pt x="9531" y="2623"/>
                    <a:pt x="9470" y="2578"/>
                    <a:pt x="9395" y="2578"/>
                  </a:cubicBezTo>
                  <a:cubicBezTo>
                    <a:pt x="9379" y="2578"/>
                    <a:pt x="9363" y="2580"/>
                    <a:pt x="9347" y="2584"/>
                  </a:cubicBezTo>
                  <a:cubicBezTo>
                    <a:pt x="9228" y="2632"/>
                    <a:pt x="9109" y="2680"/>
                    <a:pt x="9001" y="2715"/>
                  </a:cubicBezTo>
                  <a:lnTo>
                    <a:pt x="9001" y="1334"/>
                  </a:lnTo>
                  <a:cubicBezTo>
                    <a:pt x="9001" y="596"/>
                    <a:pt x="8406" y="1"/>
                    <a:pt x="76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7"/>
            <p:cNvSpPr/>
            <p:nvPr/>
          </p:nvSpPr>
          <p:spPr>
            <a:xfrm>
              <a:off x="3618450" y="3879112"/>
              <a:ext cx="157045" cy="24688"/>
            </a:xfrm>
            <a:custGeom>
              <a:avLst/>
              <a:gdLst/>
              <a:ahLst/>
              <a:cxnLst/>
              <a:rect l="l" t="t" r="r" b="b"/>
              <a:pathLst>
                <a:path w="4930" h="775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55" y="334"/>
                  </a:cubicBezTo>
                  <a:cubicBezTo>
                    <a:pt x="322" y="334"/>
                    <a:pt x="381" y="405"/>
                    <a:pt x="500" y="512"/>
                  </a:cubicBezTo>
                  <a:cubicBezTo>
                    <a:pt x="619" y="631"/>
                    <a:pt x="786" y="774"/>
                    <a:pt x="1084" y="774"/>
                  </a:cubicBezTo>
                  <a:cubicBezTo>
                    <a:pt x="1381" y="774"/>
                    <a:pt x="1524" y="631"/>
                    <a:pt x="1667" y="512"/>
                  </a:cubicBezTo>
                  <a:cubicBezTo>
                    <a:pt x="1762" y="405"/>
                    <a:pt x="1846" y="334"/>
                    <a:pt x="2000" y="334"/>
                  </a:cubicBezTo>
                  <a:cubicBezTo>
                    <a:pt x="2167" y="334"/>
                    <a:pt x="2227" y="405"/>
                    <a:pt x="2346" y="512"/>
                  </a:cubicBezTo>
                  <a:cubicBezTo>
                    <a:pt x="2465" y="631"/>
                    <a:pt x="2631" y="774"/>
                    <a:pt x="2929" y="774"/>
                  </a:cubicBezTo>
                  <a:cubicBezTo>
                    <a:pt x="3227" y="774"/>
                    <a:pt x="3370" y="631"/>
                    <a:pt x="3501" y="512"/>
                  </a:cubicBezTo>
                  <a:cubicBezTo>
                    <a:pt x="3608" y="405"/>
                    <a:pt x="3679" y="334"/>
                    <a:pt x="3846" y="334"/>
                  </a:cubicBezTo>
                  <a:cubicBezTo>
                    <a:pt x="4013" y="334"/>
                    <a:pt x="4072" y="405"/>
                    <a:pt x="4191" y="512"/>
                  </a:cubicBezTo>
                  <a:cubicBezTo>
                    <a:pt x="4310" y="631"/>
                    <a:pt x="4477" y="774"/>
                    <a:pt x="4775" y="774"/>
                  </a:cubicBezTo>
                  <a:cubicBezTo>
                    <a:pt x="4858" y="774"/>
                    <a:pt x="4929" y="703"/>
                    <a:pt x="4929" y="607"/>
                  </a:cubicBezTo>
                  <a:cubicBezTo>
                    <a:pt x="4929" y="524"/>
                    <a:pt x="4858" y="453"/>
                    <a:pt x="4775" y="453"/>
                  </a:cubicBezTo>
                  <a:cubicBezTo>
                    <a:pt x="4608" y="453"/>
                    <a:pt x="4548" y="369"/>
                    <a:pt x="4429" y="274"/>
                  </a:cubicBezTo>
                  <a:cubicBezTo>
                    <a:pt x="4310" y="155"/>
                    <a:pt x="4144" y="0"/>
                    <a:pt x="3846" y="0"/>
                  </a:cubicBezTo>
                  <a:cubicBezTo>
                    <a:pt x="3548" y="0"/>
                    <a:pt x="3405" y="155"/>
                    <a:pt x="3263" y="274"/>
                  </a:cubicBezTo>
                  <a:cubicBezTo>
                    <a:pt x="3167" y="369"/>
                    <a:pt x="3084" y="453"/>
                    <a:pt x="2929" y="453"/>
                  </a:cubicBezTo>
                  <a:cubicBezTo>
                    <a:pt x="2762" y="453"/>
                    <a:pt x="2703" y="369"/>
                    <a:pt x="2584" y="274"/>
                  </a:cubicBezTo>
                  <a:cubicBezTo>
                    <a:pt x="2465" y="155"/>
                    <a:pt x="2298" y="0"/>
                    <a:pt x="2000" y="0"/>
                  </a:cubicBezTo>
                  <a:cubicBezTo>
                    <a:pt x="1703" y="0"/>
                    <a:pt x="1560" y="155"/>
                    <a:pt x="1417" y="274"/>
                  </a:cubicBezTo>
                  <a:cubicBezTo>
                    <a:pt x="1322" y="369"/>
                    <a:pt x="1238" y="453"/>
                    <a:pt x="1084" y="453"/>
                  </a:cubicBezTo>
                  <a:cubicBezTo>
                    <a:pt x="917" y="453"/>
                    <a:pt x="857" y="369"/>
                    <a:pt x="738" y="274"/>
                  </a:cubicBezTo>
                  <a:cubicBezTo>
                    <a:pt x="619" y="155"/>
                    <a:pt x="453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7"/>
            <p:cNvSpPr/>
            <p:nvPr/>
          </p:nvSpPr>
          <p:spPr>
            <a:xfrm>
              <a:off x="3618450" y="3921192"/>
              <a:ext cx="127834" cy="24688"/>
            </a:xfrm>
            <a:custGeom>
              <a:avLst/>
              <a:gdLst/>
              <a:ahLst/>
              <a:cxnLst/>
              <a:rect l="l" t="t" r="r" b="b"/>
              <a:pathLst>
                <a:path w="4013" h="775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55" y="334"/>
                  </a:cubicBezTo>
                  <a:cubicBezTo>
                    <a:pt x="322" y="334"/>
                    <a:pt x="381" y="406"/>
                    <a:pt x="500" y="513"/>
                  </a:cubicBezTo>
                  <a:cubicBezTo>
                    <a:pt x="619" y="632"/>
                    <a:pt x="786" y="775"/>
                    <a:pt x="1084" y="775"/>
                  </a:cubicBezTo>
                  <a:cubicBezTo>
                    <a:pt x="1381" y="775"/>
                    <a:pt x="1524" y="632"/>
                    <a:pt x="1667" y="513"/>
                  </a:cubicBezTo>
                  <a:cubicBezTo>
                    <a:pt x="1762" y="406"/>
                    <a:pt x="1846" y="334"/>
                    <a:pt x="2000" y="334"/>
                  </a:cubicBezTo>
                  <a:cubicBezTo>
                    <a:pt x="2167" y="334"/>
                    <a:pt x="2227" y="406"/>
                    <a:pt x="2346" y="513"/>
                  </a:cubicBezTo>
                  <a:cubicBezTo>
                    <a:pt x="2465" y="632"/>
                    <a:pt x="2631" y="775"/>
                    <a:pt x="2929" y="775"/>
                  </a:cubicBezTo>
                  <a:cubicBezTo>
                    <a:pt x="3227" y="775"/>
                    <a:pt x="3370" y="632"/>
                    <a:pt x="3501" y="513"/>
                  </a:cubicBezTo>
                  <a:cubicBezTo>
                    <a:pt x="3608" y="406"/>
                    <a:pt x="3679" y="334"/>
                    <a:pt x="3846" y="334"/>
                  </a:cubicBezTo>
                  <a:cubicBezTo>
                    <a:pt x="3941" y="334"/>
                    <a:pt x="4013" y="263"/>
                    <a:pt x="4013" y="167"/>
                  </a:cubicBezTo>
                  <a:cubicBezTo>
                    <a:pt x="4013" y="84"/>
                    <a:pt x="3941" y="1"/>
                    <a:pt x="3846" y="1"/>
                  </a:cubicBezTo>
                  <a:cubicBezTo>
                    <a:pt x="3548" y="1"/>
                    <a:pt x="3405" y="156"/>
                    <a:pt x="3263" y="275"/>
                  </a:cubicBezTo>
                  <a:cubicBezTo>
                    <a:pt x="3167" y="382"/>
                    <a:pt x="3084" y="453"/>
                    <a:pt x="2929" y="453"/>
                  </a:cubicBezTo>
                  <a:cubicBezTo>
                    <a:pt x="2762" y="453"/>
                    <a:pt x="2703" y="382"/>
                    <a:pt x="2584" y="275"/>
                  </a:cubicBezTo>
                  <a:cubicBezTo>
                    <a:pt x="2465" y="156"/>
                    <a:pt x="2298" y="1"/>
                    <a:pt x="2000" y="1"/>
                  </a:cubicBezTo>
                  <a:cubicBezTo>
                    <a:pt x="1703" y="1"/>
                    <a:pt x="1560" y="156"/>
                    <a:pt x="1417" y="275"/>
                  </a:cubicBezTo>
                  <a:cubicBezTo>
                    <a:pt x="1322" y="382"/>
                    <a:pt x="1238" y="453"/>
                    <a:pt x="1084" y="453"/>
                  </a:cubicBezTo>
                  <a:cubicBezTo>
                    <a:pt x="917" y="453"/>
                    <a:pt x="857" y="382"/>
                    <a:pt x="738" y="275"/>
                  </a:cubicBezTo>
                  <a:cubicBezTo>
                    <a:pt x="619" y="156"/>
                    <a:pt x="453" y="1"/>
                    <a:pt x="1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7"/>
            <p:cNvSpPr/>
            <p:nvPr/>
          </p:nvSpPr>
          <p:spPr>
            <a:xfrm>
              <a:off x="3617304" y="3962922"/>
              <a:ext cx="98655" cy="24688"/>
            </a:xfrm>
            <a:custGeom>
              <a:avLst/>
              <a:gdLst/>
              <a:ahLst/>
              <a:cxnLst/>
              <a:rect l="l" t="t" r="r" b="b"/>
              <a:pathLst>
                <a:path w="3097" h="775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334" y="334"/>
                    <a:pt x="393" y="405"/>
                    <a:pt x="512" y="512"/>
                  </a:cubicBezTo>
                  <a:cubicBezTo>
                    <a:pt x="632" y="632"/>
                    <a:pt x="786" y="774"/>
                    <a:pt x="1084" y="774"/>
                  </a:cubicBezTo>
                  <a:cubicBezTo>
                    <a:pt x="1382" y="774"/>
                    <a:pt x="1536" y="632"/>
                    <a:pt x="1667" y="512"/>
                  </a:cubicBezTo>
                  <a:cubicBezTo>
                    <a:pt x="1775" y="405"/>
                    <a:pt x="1846" y="334"/>
                    <a:pt x="2013" y="334"/>
                  </a:cubicBezTo>
                  <a:cubicBezTo>
                    <a:pt x="2179" y="334"/>
                    <a:pt x="2239" y="405"/>
                    <a:pt x="2358" y="512"/>
                  </a:cubicBezTo>
                  <a:cubicBezTo>
                    <a:pt x="2477" y="632"/>
                    <a:pt x="2632" y="774"/>
                    <a:pt x="2929" y="774"/>
                  </a:cubicBezTo>
                  <a:cubicBezTo>
                    <a:pt x="3025" y="774"/>
                    <a:pt x="3096" y="703"/>
                    <a:pt x="3096" y="620"/>
                  </a:cubicBezTo>
                  <a:cubicBezTo>
                    <a:pt x="3096" y="524"/>
                    <a:pt x="3025" y="453"/>
                    <a:pt x="2929" y="453"/>
                  </a:cubicBezTo>
                  <a:cubicBezTo>
                    <a:pt x="2775" y="441"/>
                    <a:pt x="2691" y="381"/>
                    <a:pt x="2596" y="274"/>
                  </a:cubicBezTo>
                  <a:cubicBezTo>
                    <a:pt x="2477" y="155"/>
                    <a:pt x="2310" y="0"/>
                    <a:pt x="2013" y="0"/>
                  </a:cubicBezTo>
                  <a:cubicBezTo>
                    <a:pt x="1715" y="0"/>
                    <a:pt x="1560" y="155"/>
                    <a:pt x="1429" y="274"/>
                  </a:cubicBezTo>
                  <a:cubicBezTo>
                    <a:pt x="1322" y="381"/>
                    <a:pt x="1251" y="453"/>
                    <a:pt x="1084" y="453"/>
                  </a:cubicBezTo>
                  <a:cubicBezTo>
                    <a:pt x="929" y="453"/>
                    <a:pt x="870" y="381"/>
                    <a:pt x="751" y="274"/>
                  </a:cubicBezTo>
                  <a:cubicBezTo>
                    <a:pt x="632" y="155"/>
                    <a:pt x="465" y="0"/>
                    <a:pt x="1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1" name="Google Shape;471;p47"/>
          <p:cNvGrpSpPr/>
          <p:nvPr/>
        </p:nvGrpSpPr>
        <p:grpSpPr>
          <a:xfrm>
            <a:off x="5056470" y="4143670"/>
            <a:ext cx="284847" cy="373627"/>
            <a:chOff x="1805901" y="1960358"/>
            <a:chExt cx="284847" cy="373627"/>
          </a:xfrm>
        </p:grpSpPr>
        <p:sp>
          <p:nvSpPr>
            <p:cNvPr id="472" name="Google Shape;472;p47"/>
            <p:cNvSpPr/>
            <p:nvPr/>
          </p:nvSpPr>
          <p:spPr>
            <a:xfrm>
              <a:off x="1805901" y="1960358"/>
              <a:ext cx="284847" cy="373627"/>
            </a:xfrm>
            <a:custGeom>
              <a:avLst/>
              <a:gdLst/>
              <a:ahLst/>
              <a:cxnLst/>
              <a:rect l="l" t="t" r="r" b="b"/>
              <a:pathLst>
                <a:path w="8942" h="11729" extrusionOk="0">
                  <a:moveTo>
                    <a:pt x="8525" y="9395"/>
                  </a:moveTo>
                  <a:lnTo>
                    <a:pt x="8525" y="9764"/>
                  </a:lnTo>
                  <a:lnTo>
                    <a:pt x="3358" y="9764"/>
                  </a:lnTo>
                  <a:cubicBezTo>
                    <a:pt x="3239" y="9764"/>
                    <a:pt x="3155" y="9859"/>
                    <a:pt x="3155" y="9978"/>
                  </a:cubicBezTo>
                  <a:cubicBezTo>
                    <a:pt x="3155" y="10097"/>
                    <a:pt x="3239" y="10180"/>
                    <a:pt x="3358" y="10180"/>
                  </a:cubicBezTo>
                  <a:lnTo>
                    <a:pt x="8525" y="10180"/>
                  </a:lnTo>
                  <a:lnTo>
                    <a:pt x="8525" y="10490"/>
                  </a:lnTo>
                  <a:lnTo>
                    <a:pt x="6775" y="10490"/>
                  </a:lnTo>
                  <a:cubicBezTo>
                    <a:pt x="6656" y="10490"/>
                    <a:pt x="6561" y="10585"/>
                    <a:pt x="6561" y="10704"/>
                  </a:cubicBezTo>
                  <a:cubicBezTo>
                    <a:pt x="6561" y="10823"/>
                    <a:pt x="6656" y="10907"/>
                    <a:pt x="6775" y="10907"/>
                  </a:cubicBezTo>
                  <a:lnTo>
                    <a:pt x="8525" y="10907"/>
                  </a:lnTo>
                  <a:lnTo>
                    <a:pt x="8525" y="11264"/>
                  </a:lnTo>
                  <a:lnTo>
                    <a:pt x="1381" y="11264"/>
                  </a:lnTo>
                  <a:cubicBezTo>
                    <a:pt x="857" y="11264"/>
                    <a:pt x="441" y="10847"/>
                    <a:pt x="441" y="10335"/>
                  </a:cubicBezTo>
                  <a:cubicBezTo>
                    <a:pt x="441" y="10073"/>
                    <a:pt x="548" y="9835"/>
                    <a:pt x="715" y="9657"/>
                  </a:cubicBezTo>
                  <a:cubicBezTo>
                    <a:pt x="893" y="9478"/>
                    <a:pt x="1131" y="9395"/>
                    <a:pt x="1381" y="9395"/>
                  </a:cubicBezTo>
                  <a:close/>
                  <a:moveTo>
                    <a:pt x="1369" y="1"/>
                  </a:moveTo>
                  <a:cubicBezTo>
                    <a:pt x="619" y="1"/>
                    <a:pt x="0" y="620"/>
                    <a:pt x="0" y="1370"/>
                  </a:cubicBezTo>
                  <a:lnTo>
                    <a:pt x="0" y="10359"/>
                  </a:lnTo>
                  <a:cubicBezTo>
                    <a:pt x="0" y="11109"/>
                    <a:pt x="607" y="11728"/>
                    <a:pt x="1369" y="11728"/>
                  </a:cubicBezTo>
                  <a:lnTo>
                    <a:pt x="8739" y="11728"/>
                  </a:lnTo>
                  <a:cubicBezTo>
                    <a:pt x="8858" y="11728"/>
                    <a:pt x="8942" y="11645"/>
                    <a:pt x="8942" y="11526"/>
                  </a:cubicBezTo>
                  <a:lnTo>
                    <a:pt x="8942" y="2191"/>
                  </a:lnTo>
                  <a:cubicBezTo>
                    <a:pt x="8942" y="2072"/>
                    <a:pt x="8858" y="1989"/>
                    <a:pt x="8739" y="1989"/>
                  </a:cubicBezTo>
                  <a:cubicBezTo>
                    <a:pt x="8620" y="1989"/>
                    <a:pt x="8525" y="2072"/>
                    <a:pt x="8525" y="2191"/>
                  </a:cubicBezTo>
                  <a:lnTo>
                    <a:pt x="8525" y="8990"/>
                  </a:lnTo>
                  <a:lnTo>
                    <a:pt x="1596" y="8990"/>
                  </a:lnTo>
                  <a:lnTo>
                    <a:pt x="1596" y="7787"/>
                  </a:lnTo>
                  <a:cubicBezTo>
                    <a:pt x="1596" y="7668"/>
                    <a:pt x="1500" y="7585"/>
                    <a:pt x="1381" y="7585"/>
                  </a:cubicBezTo>
                  <a:cubicBezTo>
                    <a:pt x="1262" y="7585"/>
                    <a:pt x="1179" y="7668"/>
                    <a:pt x="1179" y="7787"/>
                  </a:cubicBezTo>
                  <a:lnTo>
                    <a:pt x="1179" y="9002"/>
                  </a:lnTo>
                  <a:cubicBezTo>
                    <a:pt x="905" y="9049"/>
                    <a:pt x="655" y="9168"/>
                    <a:pt x="441" y="9359"/>
                  </a:cubicBezTo>
                  <a:lnTo>
                    <a:pt x="441" y="1370"/>
                  </a:lnTo>
                  <a:cubicBezTo>
                    <a:pt x="441" y="929"/>
                    <a:pt x="762" y="548"/>
                    <a:pt x="1179" y="465"/>
                  </a:cubicBezTo>
                  <a:lnTo>
                    <a:pt x="1179" y="7109"/>
                  </a:lnTo>
                  <a:cubicBezTo>
                    <a:pt x="1179" y="7228"/>
                    <a:pt x="1262" y="7311"/>
                    <a:pt x="1381" y="7311"/>
                  </a:cubicBezTo>
                  <a:cubicBezTo>
                    <a:pt x="1500" y="7311"/>
                    <a:pt x="1596" y="7216"/>
                    <a:pt x="1596" y="7109"/>
                  </a:cubicBezTo>
                  <a:lnTo>
                    <a:pt x="1596" y="441"/>
                  </a:lnTo>
                  <a:lnTo>
                    <a:pt x="8525" y="441"/>
                  </a:lnTo>
                  <a:lnTo>
                    <a:pt x="8525" y="1489"/>
                  </a:lnTo>
                  <a:cubicBezTo>
                    <a:pt x="8525" y="1608"/>
                    <a:pt x="8620" y="1703"/>
                    <a:pt x="8739" y="1703"/>
                  </a:cubicBezTo>
                  <a:cubicBezTo>
                    <a:pt x="8847" y="1703"/>
                    <a:pt x="8942" y="1608"/>
                    <a:pt x="8942" y="1489"/>
                  </a:cubicBezTo>
                  <a:lnTo>
                    <a:pt x="8942" y="215"/>
                  </a:lnTo>
                  <a:cubicBezTo>
                    <a:pt x="8942" y="96"/>
                    <a:pt x="8847" y="1"/>
                    <a:pt x="8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7"/>
            <p:cNvSpPr/>
            <p:nvPr/>
          </p:nvSpPr>
          <p:spPr>
            <a:xfrm>
              <a:off x="1841929" y="2295249"/>
              <a:ext cx="165773" cy="13315"/>
            </a:xfrm>
            <a:custGeom>
              <a:avLst/>
              <a:gdLst/>
              <a:ahLst/>
              <a:cxnLst/>
              <a:rect l="l" t="t" r="r" b="b"/>
              <a:pathLst>
                <a:path w="5204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8"/>
                    <a:pt x="203" y="418"/>
                  </a:cubicBezTo>
                  <a:lnTo>
                    <a:pt x="5001" y="418"/>
                  </a:lnTo>
                  <a:cubicBezTo>
                    <a:pt x="5120" y="418"/>
                    <a:pt x="5203" y="322"/>
                    <a:pt x="5203" y="203"/>
                  </a:cubicBezTo>
                  <a:cubicBezTo>
                    <a:pt x="5203" y="84"/>
                    <a:pt x="5120" y="1"/>
                    <a:pt x="50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8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graphicFrame>
        <p:nvGraphicFramePr>
          <p:cNvPr id="479" name="Google Shape;479;p48"/>
          <p:cNvGraphicFramePr/>
          <p:nvPr/>
        </p:nvGraphicFramePr>
        <p:xfrm>
          <a:off x="713250" y="11184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{0817B6DA-9CAC-480A-9B3C-0B29B6F86B1D}</a:tableStyleId>
              </a:tblPr>
              <a:tblGrid>
                <a:gridCol w="97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0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0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0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80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28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84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Task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Description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J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F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M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A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M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J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Date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Status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Task 1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Mars is a cold planet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Jan 1 - Mar 15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Completed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Task 2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We all live on Earth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Feb 1 - Apr 30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 progress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Task 3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Venus is a hot planet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Mar 15 - Apr 30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Delayed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Task 4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Jupiter is a big planet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Apr 3 - May 20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Delayed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Nanum Gothic"/>
                          <a:ea typeface="Nanum Gothic"/>
                          <a:cs typeface="Nanum Gothic"/>
                          <a:sym typeface="Nanum Gothic"/>
                        </a:rPr>
                        <a:t>Task 5</a:t>
                      </a:r>
                      <a:endParaRPr sz="1600" b="1">
                        <a:solidFill>
                          <a:schemeClr val="dk1"/>
                        </a:solidFill>
                        <a:latin typeface="Nanum Gothic"/>
                        <a:ea typeface="Nanum Gothic"/>
                        <a:cs typeface="Nanum Gothic"/>
                        <a:sym typeface="Nanum Gothic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Saturn is the ringed planet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x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Jun 15 - Jun 30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 progress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9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485" name="Google Shape;485;p49"/>
          <p:cNvSpPr txBox="1"/>
          <p:nvPr/>
        </p:nvSpPr>
        <p:spPr>
          <a:xfrm flipH="1">
            <a:off x="714513" y="1391200"/>
            <a:ext cx="2630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C2C2C"/>
                </a:solidFill>
                <a:latin typeface="Nanum Gothic"/>
                <a:ea typeface="Nanum Gothic"/>
                <a:cs typeface="Nanum Gothic"/>
                <a:sym typeface="Nanum Gothic"/>
              </a:rPr>
              <a:t>Mars</a:t>
            </a:r>
            <a:endParaRPr sz="2000" b="1">
              <a:solidFill>
                <a:srgbClr val="2C2C2C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86" name="Google Shape;486;p49"/>
          <p:cNvSpPr txBox="1"/>
          <p:nvPr/>
        </p:nvSpPr>
        <p:spPr>
          <a:xfrm flipH="1">
            <a:off x="714513" y="1780400"/>
            <a:ext cx="26301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Despite being red, Mars is actually a really cold place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7" name="Google Shape;487;p49"/>
          <p:cNvSpPr txBox="1"/>
          <p:nvPr/>
        </p:nvSpPr>
        <p:spPr>
          <a:xfrm flipH="1">
            <a:off x="714513" y="3081925"/>
            <a:ext cx="2630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C2C2C"/>
                </a:solidFill>
                <a:latin typeface="Nanum Gothic"/>
                <a:ea typeface="Nanum Gothic"/>
                <a:cs typeface="Nanum Gothic"/>
                <a:sym typeface="Nanum Gothic"/>
              </a:rPr>
              <a:t>Mercury</a:t>
            </a:r>
            <a:endParaRPr sz="2000" b="1">
              <a:solidFill>
                <a:srgbClr val="2C2C2C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88" name="Google Shape;488;p49"/>
          <p:cNvSpPr txBox="1"/>
          <p:nvPr/>
        </p:nvSpPr>
        <p:spPr>
          <a:xfrm flipH="1">
            <a:off x="714513" y="3471275"/>
            <a:ext cx="26301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Mercury is the closest planet to the Sun and the smallest one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9" name="Google Shape;489;p49"/>
          <p:cNvSpPr txBox="1"/>
          <p:nvPr/>
        </p:nvSpPr>
        <p:spPr>
          <a:xfrm flipH="1">
            <a:off x="5799387" y="1391200"/>
            <a:ext cx="2630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C2C2C"/>
                </a:solidFill>
                <a:latin typeface="Nanum Gothic"/>
                <a:ea typeface="Nanum Gothic"/>
                <a:cs typeface="Nanum Gothic"/>
                <a:sym typeface="Nanum Gothic"/>
              </a:rPr>
              <a:t>Venus</a:t>
            </a:r>
            <a:endParaRPr sz="2000" b="1">
              <a:solidFill>
                <a:srgbClr val="2C2C2C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90" name="Google Shape;490;p49"/>
          <p:cNvSpPr txBox="1"/>
          <p:nvPr/>
        </p:nvSpPr>
        <p:spPr>
          <a:xfrm flipH="1">
            <a:off x="5799387" y="1780400"/>
            <a:ext cx="26301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Venus has a beautiful name and is the second planet from the Sun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1" name="Google Shape;491;p49"/>
          <p:cNvSpPr txBox="1"/>
          <p:nvPr/>
        </p:nvSpPr>
        <p:spPr>
          <a:xfrm flipH="1">
            <a:off x="5799387" y="3081925"/>
            <a:ext cx="26301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2C2C2C"/>
                </a:solidFill>
                <a:latin typeface="Nanum Gothic"/>
                <a:ea typeface="Nanum Gothic"/>
                <a:cs typeface="Nanum Gothic"/>
                <a:sym typeface="Nanum Gothic"/>
              </a:rPr>
              <a:t>Jupiter</a:t>
            </a:r>
            <a:endParaRPr sz="2000" b="1">
              <a:solidFill>
                <a:srgbClr val="2C2C2C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92" name="Google Shape;492;p49"/>
          <p:cNvSpPr txBox="1"/>
          <p:nvPr/>
        </p:nvSpPr>
        <p:spPr>
          <a:xfrm flipH="1">
            <a:off x="5799387" y="3471275"/>
            <a:ext cx="26301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Jupiter is a gas giant and the biggest planet in the Solar System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3" name="Google Shape;493;p49"/>
          <p:cNvSpPr/>
          <p:nvPr/>
        </p:nvSpPr>
        <p:spPr>
          <a:xfrm>
            <a:off x="3535113" y="1750950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9"/>
          <p:cNvSpPr/>
          <p:nvPr/>
        </p:nvSpPr>
        <p:spPr>
          <a:xfrm>
            <a:off x="4796188" y="1750950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9"/>
          <p:cNvSpPr/>
          <p:nvPr/>
        </p:nvSpPr>
        <p:spPr>
          <a:xfrm>
            <a:off x="3535113" y="3441750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9"/>
          <p:cNvSpPr/>
          <p:nvPr/>
        </p:nvSpPr>
        <p:spPr>
          <a:xfrm>
            <a:off x="4796188" y="3441750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7" name="Google Shape;497;p49"/>
          <p:cNvCxnSpPr>
            <a:stCxn id="493" idx="3"/>
            <a:endCxn id="494" idx="1"/>
          </p:cNvCxnSpPr>
          <p:nvPr/>
        </p:nvCxnSpPr>
        <p:spPr>
          <a:xfrm>
            <a:off x="4347813" y="2029050"/>
            <a:ext cx="448500" cy="600"/>
          </a:xfrm>
          <a:prstGeom prst="bentConnector3">
            <a:avLst>
              <a:gd name="adj1" fmla="val 4998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8" name="Google Shape;498;p49"/>
          <p:cNvCxnSpPr>
            <a:stCxn id="494" idx="2"/>
            <a:endCxn id="495" idx="0"/>
          </p:cNvCxnSpPr>
          <p:nvPr/>
        </p:nvCxnSpPr>
        <p:spPr>
          <a:xfrm rot="5400000">
            <a:off x="4004638" y="2243850"/>
            <a:ext cx="1134600" cy="12612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9" name="Google Shape;499;p49"/>
          <p:cNvCxnSpPr>
            <a:stCxn id="495" idx="3"/>
            <a:endCxn id="496" idx="1"/>
          </p:cNvCxnSpPr>
          <p:nvPr/>
        </p:nvCxnSpPr>
        <p:spPr>
          <a:xfrm>
            <a:off x="4347813" y="3719850"/>
            <a:ext cx="448500" cy="600"/>
          </a:xfrm>
          <a:prstGeom prst="bentConnector3">
            <a:avLst>
              <a:gd name="adj1" fmla="val 4998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0" name="Google Shape;500;p49"/>
          <p:cNvGrpSpPr/>
          <p:nvPr/>
        </p:nvGrpSpPr>
        <p:grpSpPr>
          <a:xfrm>
            <a:off x="5002839" y="1841328"/>
            <a:ext cx="399398" cy="375443"/>
            <a:chOff x="849741" y="1959307"/>
            <a:chExt cx="399398" cy="375443"/>
          </a:xfrm>
        </p:grpSpPr>
        <p:sp>
          <p:nvSpPr>
            <p:cNvPr id="501" name="Google Shape;501;p49"/>
            <p:cNvSpPr/>
            <p:nvPr/>
          </p:nvSpPr>
          <p:spPr>
            <a:xfrm>
              <a:off x="849741" y="1959307"/>
              <a:ext cx="399398" cy="375443"/>
            </a:xfrm>
            <a:custGeom>
              <a:avLst/>
              <a:gdLst/>
              <a:ahLst/>
              <a:cxnLst/>
              <a:rect l="l" t="t" r="r" b="b"/>
              <a:pathLst>
                <a:path w="12538" h="11786" extrusionOk="0">
                  <a:moveTo>
                    <a:pt x="2441" y="7273"/>
                  </a:moveTo>
                  <a:lnTo>
                    <a:pt x="5251" y="10082"/>
                  </a:lnTo>
                  <a:lnTo>
                    <a:pt x="4537" y="10797"/>
                  </a:lnTo>
                  <a:lnTo>
                    <a:pt x="1727" y="7987"/>
                  </a:lnTo>
                  <a:lnTo>
                    <a:pt x="2441" y="7273"/>
                  </a:lnTo>
                  <a:close/>
                  <a:moveTo>
                    <a:pt x="8661" y="1"/>
                  </a:moveTo>
                  <a:cubicBezTo>
                    <a:pt x="8400" y="1"/>
                    <a:pt x="8138" y="99"/>
                    <a:pt x="7942" y="296"/>
                  </a:cubicBezTo>
                  <a:lnTo>
                    <a:pt x="1846" y="6392"/>
                  </a:lnTo>
                  <a:cubicBezTo>
                    <a:pt x="1763" y="6463"/>
                    <a:pt x="1763" y="6582"/>
                    <a:pt x="1846" y="6665"/>
                  </a:cubicBezTo>
                  <a:lnTo>
                    <a:pt x="2168" y="6987"/>
                  </a:lnTo>
                  <a:lnTo>
                    <a:pt x="1322" y="7832"/>
                  </a:lnTo>
                  <a:cubicBezTo>
                    <a:pt x="1251" y="7916"/>
                    <a:pt x="1251" y="8035"/>
                    <a:pt x="1322" y="8106"/>
                  </a:cubicBezTo>
                  <a:lnTo>
                    <a:pt x="1941" y="8725"/>
                  </a:lnTo>
                  <a:lnTo>
                    <a:pt x="1465" y="9201"/>
                  </a:lnTo>
                  <a:cubicBezTo>
                    <a:pt x="1394" y="9285"/>
                    <a:pt x="1394" y="9404"/>
                    <a:pt x="1465" y="9475"/>
                  </a:cubicBezTo>
                  <a:cubicBezTo>
                    <a:pt x="1507" y="9511"/>
                    <a:pt x="1557" y="9529"/>
                    <a:pt x="1606" y="9529"/>
                  </a:cubicBezTo>
                  <a:cubicBezTo>
                    <a:pt x="1656" y="9529"/>
                    <a:pt x="1703" y="9511"/>
                    <a:pt x="1739" y="9475"/>
                  </a:cubicBezTo>
                  <a:lnTo>
                    <a:pt x="2215" y="8999"/>
                  </a:lnTo>
                  <a:lnTo>
                    <a:pt x="3525" y="10309"/>
                  </a:lnTo>
                  <a:lnTo>
                    <a:pt x="2453" y="11380"/>
                  </a:lnTo>
                  <a:lnTo>
                    <a:pt x="536" y="10678"/>
                  </a:lnTo>
                  <a:lnTo>
                    <a:pt x="1167" y="10035"/>
                  </a:lnTo>
                  <a:cubicBezTo>
                    <a:pt x="1251" y="9963"/>
                    <a:pt x="1251" y="9844"/>
                    <a:pt x="1167" y="9773"/>
                  </a:cubicBezTo>
                  <a:cubicBezTo>
                    <a:pt x="1132" y="9737"/>
                    <a:pt x="1084" y="9719"/>
                    <a:pt x="1036" y="9719"/>
                  </a:cubicBezTo>
                  <a:cubicBezTo>
                    <a:pt x="989" y="9719"/>
                    <a:pt x="941" y="9737"/>
                    <a:pt x="905" y="9773"/>
                  </a:cubicBezTo>
                  <a:lnTo>
                    <a:pt x="60" y="10618"/>
                  </a:lnTo>
                  <a:cubicBezTo>
                    <a:pt x="12" y="10666"/>
                    <a:pt x="1" y="10737"/>
                    <a:pt x="12" y="10797"/>
                  </a:cubicBezTo>
                  <a:cubicBezTo>
                    <a:pt x="24" y="10856"/>
                    <a:pt x="72" y="10916"/>
                    <a:pt x="132" y="10928"/>
                  </a:cubicBezTo>
                  <a:lnTo>
                    <a:pt x="2441" y="11761"/>
                  </a:lnTo>
                  <a:cubicBezTo>
                    <a:pt x="2453" y="11785"/>
                    <a:pt x="2477" y="11785"/>
                    <a:pt x="2501" y="11785"/>
                  </a:cubicBezTo>
                  <a:cubicBezTo>
                    <a:pt x="2537" y="11785"/>
                    <a:pt x="2596" y="11761"/>
                    <a:pt x="2632" y="11726"/>
                  </a:cubicBezTo>
                  <a:lnTo>
                    <a:pt x="3787" y="10559"/>
                  </a:lnTo>
                  <a:lnTo>
                    <a:pt x="4418" y="11190"/>
                  </a:lnTo>
                  <a:cubicBezTo>
                    <a:pt x="4442" y="11214"/>
                    <a:pt x="4501" y="11249"/>
                    <a:pt x="4549" y="11249"/>
                  </a:cubicBezTo>
                  <a:cubicBezTo>
                    <a:pt x="4596" y="11249"/>
                    <a:pt x="4656" y="11225"/>
                    <a:pt x="4680" y="11190"/>
                  </a:cubicBezTo>
                  <a:lnTo>
                    <a:pt x="5537" y="10332"/>
                  </a:lnTo>
                  <a:lnTo>
                    <a:pt x="5858" y="10666"/>
                  </a:lnTo>
                  <a:cubicBezTo>
                    <a:pt x="5894" y="10690"/>
                    <a:pt x="5954" y="10725"/>
                    <a:pt x="5989" y="10725"/>
                  </a:cubicBezTo>
                  <a:cubicBezTo>
                    <a:pt x="6037" y="10725"/>
                    <a:pt x="6097" y="10702"/>
                    <a:pt x="6132" y="10666"/>
                  </a:cubicBezTo>
                  <a:lnTo>
                    <a:pt x="10788" y="6011"/>
                  </a:lnTo>
                  <a:cubicBezTo>
                    <a:pt x="10859" y="5927"/>
                    <a:pt x="10859" y="5808"/>
                    <a:pt x="10788" y="5737"/>
                  </a:cubicBezTo>
                  <a:cubicBezTo>
                    <a:pt x="10752" y="5701"/>
                    <a:pt x="10704" y="5683"/>
                    <a:pt x="10655" y="5683"/>
                  </a:cubicBezTo>
                  <a:cubicBezTo>
                    <a:pt x="10606" y="5683"/>
                    <a:pt x="10555" y="5701"/>
                    <a:pt x="10514" y="5737"/>
                  </a:cubicBezTo>
                  <a:lnTo>
                    <a:pt x="5989" y="10261"/>
                  </a:lnTo>
                  <a:lnTo>
                    <a:pt x="2263" y="6523"/>
                  </a:lnTo>
                  <a:lnTo>
                    <a:pt x="8240" y="546"/>
                  </a:lnTo>
                  <a:cubicBezTo>
                    <a:pt x="8365" y="415"/>
                    <a:pt x="8525" y="349"/>
                    <a:pt x="8686" y="349"/>
                  </a:cubicBezTo>
                  <a:cubicBezTo>
                    <a:pt x="8847" y="349"/>
                    <a:pt x="9008" y="415"/>
                    <a:pt x="9133" y="546"/>
                  </a:cubicBezTo>
                  <a:lnTo>
                    <a:pt x="11978" y="3379"/>
                  </a:lnTo>
                  <a:cubicBezTo>
                    <a:pt x="12097" y="3510"/>
                    <a:pt x="12157" y="3665"/>
                    <a:pt x="12157" y="3832"/>
                  </a:cubicBezTo>
                  <a:cubicBezTo>
                    <a:pt x="12157" y="3998"/>
                    <a:pt x="12097" y="4153"/>
                    <a:pt x="11978" y="4272"/>
                  </a:cubicBezTo>
                  <a:lnTo>
                    <a:pt x="11050" y="5201"/>
                  </a:lnTo>
                  <a:cubicBezTo>
                    <a:pt x="10978" y="5272"/>
                    <a:pt x="10978" y="5391"/>
                    <a:pt x="11050" y="5463"/>
                  </a:cubicBezTo>
                  <a:cubicBezTo>
                    <a:pt x="11091" y="5505"/>
                    <a:pt x="11142" y="5525"/>
                    <a:pt x="11191" y="5525"/>
                  </a:cubicBezTo>
                  <a:cubicBezTo>
                    <a:pt x="11240" y="5525"/>
                    <a:pt x="11288" y="5505"/>
                    <a:pt x="11323" y="5463"/>
                  </a:cubicBezTo>
                  <a:lnTo>
                    <a:pt x="12240" y="4546"/>
                  </a:lnTo>
                  <a:cubicBezTo>
                    <a:pt x="12443" y="4356"/>
                    <a:pt x="12538" y="4106"/>
                    <a:pt x="12538" y="3832"/>
                  </a:cubicBezTo>
                  <a:cubicBezTo>
                    <a:pt x="12526" y="3582"/>
                    <a:pt x="12419" y="3332"/>
                    <a:pt x="12228" y="3129"/>
                  </a:cubicBezTo>
                  <a:lnTo>
                    <a:pt x="9371" y="296"/>
                  </a:lnTo>
                  <a:cubicBezTo>
                    <a:pt x="9180" y="99"/>
                    <a:pt x="8921" y="1"/>
                    <a:pt x="86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9"/>
            <p:cNvSpPr/>
            <p:nvPr/>
          </p:nvSpPr>
          <p:spPr>
            <a:xfrm>
              <a:off x="986654" y="2041588"/>
              <a:ext cx="180204" cy="177082"/>
            </a:xfrm>
            <a:custGeom>
              <a:avLst/>
              <a:gdLst/>
              <a:ahLst/>
              <a:cxnLst/>
              <a:rect l="l" t="t" r="r" b="b"/>
              <a:pathLst>
                <a:path w="5657" h="5559" extrusionOk="0">
                  <a:moveTo>
                    <a:pt x="3811" y="368"/>
                  </a:moveTo>
                  <a:cubicBezTo>
                    <a:pt x="3894" y="368"/>
                    <a:pt x="3989" y="403"/>
                    <a:pt x="4061" y="475"/>
                  </a:cubicBezTo>
                  <a:lnTo>
                    <a:pt x="5168" y="1582"/>
                  </a:lnTo>
                  <a:cubicBezTo>
                    <a:pt x="5228" y="1642"/>
                    <a:pt x="5263" y="1725"/>
                    <a:pt x="5263" y="1832"/>
                  </a:cubicBezTo>
                  <a:cubicBezTo>
                    <a:pt x="5263" y="1915"/>
                    <a:pt x="5228" y="2023"/>
                    <a:pt x="5168" y="2082"/>
                  </a:cubicBezTo>
                  <a:lnTo>
                    <a:pt x="2156" y="5094"/>
                  </a:lnTo>
                  <a:cubicBezTo>
                    <a:pt x="2090" y="5160"/>
                    <a:pt x="1998" y="5193"/>
                    <a:pt x="1906" y="5193"/>
                  </a:cubicBezTo>
                  <a:cubicBezTo>
                    <a:pt x="1813" y="5193"/>
                    <a:pt x="1721" y="5160"/>
                    <a:pt x="1656" y="5094"/>
                  </a:cubicBezTo>
                  <a:lnTo>
                    <a:pt x="548" y="3987"/>
                  </a:lnTo>
                  <a:cubicBezTo>
                    <a:pt x="417" y="3856"/>
                    <a:pt x="417" y="3618"/>
                    <a:pt x="548" y="3487"/>
                  </a:cubicBezTo>
                  <a:lnTo>
                    <a:pt x="3561" y="475"/>
                  </a:lnTo>
                  <a:cubicBezTo>
                    <a:pt x="3632" y="403"/>
                    <a:pt x="3715" y="368"/>
                    <a:pt x="3811" y="368"/>
                  </a:cubicBezTo>
                  <a:close/>
                  <a:moveTo>
                    <a:pt x="3800" y="0"/>
                  </a:moveTo>
                  <a:cubicBezTo>
                    <a:pt x="3613" y="0"/>
                    <a:pt x="3428" y="71"/>
                    <a:pt x="3287" y="213"/>
                  </a:cubicBezTo>
                  <a:lnTo>
                    <a:pt x="286" y="3213"/>
                  </a:lnTo>
                  <a:cubicBezTo>
                    <a:pt x="1" y="3499"/>
                    <a:pt x="1" y="3975"/>
                    <a:pt x="286" y="4261"/>
                  </a:cubicBezTo>
                  <a:lnTo>
                    <a:pt x="1382" y="5356"/>
                  </a:lnTo>
                  <a:cubicBezTo>
                    <a:pt x="1537" y="5511"/>
                    <a:pt x="1715" y="5559"/>
                    <a:pt x="1906" y="5559"/>
                  </a:cubicBezTo>
                  <a:cubicBezTo>
                    <a:pt x="2096" y="5559"/>
                    <a:pt x="2275" y="5487"/>
                    <a:pt x="2430" y="5356"/>
                  </a:cubicBezTo>
                  <a:lnTo>
                    <a:pt x="5430" y="2368"/>
                  </a:lnTo>
                  <a:cubicBezTo>
                    <a:pt x="5561" y="2237"/>
                    <a:pt x="5656" y="2035"/>
                    <a:pt x="5656" y="1844"/>
                  </a:cubicBezTo>
                  <a:cubicBezTo>
                    <a:pt x="5656" y="1654"/>
                    <a:pt x="5585" y="1451"/>
                    <a:pt x="5430" y="1320"/>
                  </a:cubicBezTo>
                  <a:lnTo>
                    <a:pt x="4335" y="225"/>
                  </a:lnTo>
                  <a:cubicBezTo>
                    <a:pt x="4184" y="74"/>
                    <a:pt x="3991" y="0"/>
                    <a:pt x="3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" name="Google Shape;503;p49"/>
          <p:cNvGrpSpPr/>
          <p:nvPr/>
        </p:nvGrpSpPr>
        <p:grpSpPr>
          <a:xfrm>
            <a:off x="3799039" y="1842236"/>
            <a:ext cx="284847" cy="373627"/>
            <a:chOff x="1805901" y="1960358"/>
            <a:chExt cx="284847" cy="373627"/>
          </a:xfrm>
        </p:grpSpPr>
        <p:sp>
          <p:nvSpPr>
            <p:cNvPr id="504" name="Google Shape;504;p49"/>
            <p:cNvSpPr/>
            <p:nvPr/>
          </p:nvSpPr>
          <p:spPr>
            <a:xfrm>
              <a:off x="1805901" y="1960358"/>
              <a:ext cx="284847" cy="373627"/>
            </a:xfrm>
            <a:custGeom>
              <a:avLst/>
              <a:gdLst/>
              <a:ahLst/>
              <a:cxnLst/>
              <a:rect l="l" t="t" r="r" b="b"/>
              <a:pathLst>
                <a:path w="8942" h="11729" extrusionOk="0">
                  <a:moveTo>
                    <a:pt x="8525" y="9395"/>
                  </a:moveTo>
                  <a:lnTo>
                    <a:pt x="8525" y="9764"/>
                  </a:lnTo>
                  <a:lnTo>
                    <a:pt x="3358" y="9764"/>
                  </a:lnTo>
                  <a:cubicBezTo>
                    <a:pt x="3239" y="9764"/>
                    <a:pt x="3155" y="9859"/>
                    <a:pt x="3155" y="9978"/>
                  </a:cubicBezTo>
                  <a:cubicBezTo>
                    <a:pt x="3155" y="10097"/>
                    <a:pt x="3239" y="10180"/>
                    <a:pt x="3358" y="10180"/>
                  </a:cubicBezTo>
                  <a:lnTo>
                    <a:pt x="8525" y="10180"/>
                  </a:lnTo>
                  <a:lnTo>
                    <a:pt x="8525" y="10490"/>
                  </a:lnTo>
                  <a:lnTo>
                    <a:pt x="6775" y="10490"/>
                  </a:lnTo>
                  <a:cubicBezTo>
                    <a:pt x="6656" y="10490"/>
                    <a:pt x="6561" y="10585"/>
                    <a:pt x="6561" y="10704"/>
                  </a:cubicBezTo>
                  <a:cubicBezTo>
                    <a:pt x="6561" y="10823"/>
                    <a:pt x="6656" y="10907"/>
                    <a:pt x="6775" y="10907"/>
                  </a:cubicBezTo>
                  <a:lnTo>
                    <a:pt x="8525" y="10907"/>
                  </a:lnTo>
                  <a:lnTo>
                    <a:pt x="8525" y="11264"/>
                  </a:lnTo>
                  <a:lnTo>
                    <a:pt x="1381" y="11264"/>
                  </a:lnTo>
                  <a:cubicBezTo>
                    <a:pt x="857" y="11264"/>
                    <a:pt x="441" y="10847"/>
                    <a:pt x="441" y="10335"/>
                  </a:cubicBezTo>
                  <a:cubicBezTo>
                    <a:pt x="441" y="10073"/>
                    <a:pt x="548" y="9835"/>
                    <a:pt x="715" y="9657"/>
                  </a:cubicBezTo>
                  <a:cubicBezTo>
                    <a:pt x="893" y="9478"/>
                    <a:pt x="1131" y="9395"/>
                    <a:pt x="1381" y="9395"/>
                  </a:cubicBezTo>
                  <a:close/>
                  <a:moveTo>
                    <a:pt x="1369" y="1"/>
                  </a:moveTo>
                  <a:cubicBezTo>
                    <a:pt x="619" y="1"/>
                    <a:pt x="0" y="620"/>
                    <a:pt x="0" y="1370"/>
                  </a:cubicBezTo>
                  <a:lnTo>
                    <a:pt x="0" y="10359"/>
                  </a:lnTo>
                  <a:cubicBezTo>
                    <a:pt x="0" y="11109"/>
                    <a:pt x="607" y="11728"/>
                    <a:pt x="1369" y="11728"/>
                  </a:cubicBezTo>
                  <a:lnTo>
                    <a:pt x="8739" y="11728"/>
                  </a:lnTo>
                  <a:cubicBezTo>
                    <a:pt x="8858" y="11728"/>
                    <a:pt x="8942" y="11645"/>
                    <a:pt x="8942" y="11526"/>
                  </a:cubicBezTo>
                  <a:lnTo>
                    <a:pt x="8942" y="2191"/>
                  </a:lnTo>
                  <a:cubicBezTo>
                    <a:pt x="8942" y="2072"/>
                    <a:pt x="8858" y="1989"/>
                    <a:pt x="8739" y="1989"/>
                  </a:cubicBezTo>
                  <a:cubicBezTo>
                    <a:pt x="8620" y="1989"/>
                    <a:pt x="8525" y="2072"/>
                    <a:pt x="8525" y="2191"/>
                  </a:cubicBezTo>
                  <a:lnTo>
                    <a:pt x="8525" y="8990"/>
                  </a:lnTo>
                  <a:lnTo>
                    <a:pt x="1596" y="8990"/>
                  </a:lnTo>
                  <a:lnTo>
                    <a:pt x="1596" y="7787"/>
                  </a:lnTo>
                  <a:cubicBezTo>
                    <a:pt x="1596" y="7668"/>
                    <a:pt x="1500" y="7585"/>
                    <a:pt x="1381" y="7585"/>
                  </a:cubicBezTo>
                  <a:cubicBezTo>
                    <a:pt x="1262" y="7585"/>
                    <a:pt x="1179" y="7668"/>
                    <a:pt x="1179" y="7787"/>
                  </a:cubicBezTo>
                  <a:lnTo>
                    <a:pt x="1179" y="9002"/>
                  </a:lnTo>
                  <a:cubicBezTo>
                    <a:pt x="905" y="9049"/>
                    <a:pt x="655" y="9168"/>
                    <a:pt x="441" y="9359"/>
                  </a:cubicBezTo>
                  <a:lnTo>
                    <a:pt x="441" y="1370"/>
                  </a:lnTo>
                  <a:cubicBezTo>
                    <a:pt x="441" y="929"/>
                    <a:pt x="762" y="548"/>
                    <a:pt x="1179" y="465"/>
                  </a:cubicBezTo>
                  <a:lnTo>
                    <a:pt x="1179" y="7109"/>
                  </a:lnTo>
                  <a:cubicBezTo>
                    <a:pt x="1179" y="7228"/>
                    <a:pt x="1262" y="7311"/>
                    <a:pt x="1381" y="7311"/>
                  </a:cubicBezTo>
                  <a:cubicBezTo>
                    <a:pt x="1500" y="7311"/>
                    <a:pt x="1596" y="7216"/>
                    <a:pt x="1596" y="7109"/>
                  </a:cubicBezTo>
                  <a:lnTo>
                    <a:pt x="1596" y="441"/>
                  </a:lnTo>
                  <a:lnTo>
                    <a:pt x="8525" y="441"/>
                  </a:lnTo>
                  <a:lnTo>
                    <a:pt x="8525" y="1489"/>
                  </a:lnTo>
                  <a:cubicBezTo>
                    <a:pt x="8525" y="1608"/>
                    <a:pt x="8620" y="1703"/>
                    <a:pt x="8739" y="1703"/>
                  </a:cubicBezTo>
                  <a:cubicBezTo>
                    <a:pt x="8847" y="1703"/>
                    <a:pt x="8942" y="1608"/>
                    <a:pt x="8942" y="1489"/>
                  </a:cubicBezTo>
                  <a:lnTo>
                    <a:pt x="8942" y="215"/>
                  </a:lnTo>
                  <a:cubicBezTo>
                    <a:pt x="8942" y="96"/>
                    <a:pt x="8847" y="1"/>
                    <a:pt x="87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9"/>
            <p:cNvSpPr/>
            <p:nvPr/>
          </p:nvSpPr>
          <p:spPr>
            <a:xfrm>
              <a:off x="1841929" y="2295249"/>
              <a:ext cx="165773" cy="13315"/>
            </a:xfrm>
            <a:custGeom>
              <a:avLst/>
              <a:gdLst/>
              <a:ahLst/>
              <a:cxnLst/>
              <a:rect l="l" t="t" r="r" b="b"/>
              <a:pathLst>
                <a:path w="5204" h="418" extrusionOk="0">
                  <a:moveTo>
                    <a:pt x="203" y="1"/>
                  </a:moveTo>
                  <a:cubicBezTo>
                    <a:pt x="84" y="1"/>
                    <a:pt x="0" y="84"/>
                    <a:pt x="0" y="203"/>
                  </a:cubicBezTo>
                  <a:cubicBezTo>
                    <a:pt x="0" y="322"/>
                    <a:pt x="84" y="418"/>
                    <a:pt x="203" y="418"/>
                  </a:cubicBezTo>
                  <a:lnTo>
                    <a:pt x="5001" y="418"/>
                  </a:lnTo>
                  <a:cubicBezTo>
                    <a:pt x="5120" y="418"/>
                    <a:pt x="5203" y="322"/>
                    <a:pt x="5203" y="203"/>
                  </a:cubicBezTo>
                  <a:cubicBezTo>
                    <a:pt x="5203" y="84"/>
                    <a:pt x="5120" y="1"/>
                    <a:pt x="50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6" name="Google Shape;506;p49"/>
          <p:cNvSpPr/>
          <p:nvPr/>
        </p:nvSpPr>
        <p:spPr>
          <a:xfrm>
            <a:off x="5016855" y="3533673"/>
            <a:ext cx="371366" cy="372353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514" y="382"/>
                </a:moveTo>
                <a:cubicBezTo>
                  <a:pt x="10657" y="382"/>
                  <a:pt x="10812" y="441"/>
                  <a:pt x="10907" y="548"/>
                </a:cubicBezTo>
                <a:lnTo>
                  <a:pt x="11181" y="810"/>
                </a:lnTo>
                <a:cubicBezTo>
                  <a:pt x="11288" y="917"/>
                  <a:pt x="11348" y="1072"/>
                  <a:pt x="11348" y="1215"/>
                </a:cubicBezTo>
                <a:cubicBezTo>
                  <a:pt x="11348" y="1370"/>
                  <a:pt x="11288" y="1513"/>
                  <a:pt x="11181" y="1620"/>
                </a:cubicBezTo>
                <a:lnTo>
                  <a:pt x="10240" y="2560"/>
                </a:lnTo>
                <a:lnTo>
                  <a:pt x="9169" y="1489"/>
                </a:lnTo>
                <a:lnTo>
                  <a:pt x="10109" y="548"/>
                </a:lnTo>
                <a:cubicBezTo>
                  <a:pt x="10217" y="441"/>
                  <a:pt x="10359" y="382"/>
                  <a:pt x="10514" y="382"/>
                </a:cubicBezTo>
                <a:close/>
                <a:moveTo>
                  <a:pt x="8919" y="1715"/>
                </a:moveTo>
                <a:lnTo>
                  <a:pt x="9990" y="2799"/>
                </a:lnTo>
                <a:lnTo>
                  <a:pt x="6954" y="5823"/>
                </a:lnTo>
                <a:lnTo>
                  <a:pt x="5883" y="4751"/>
                </a:lnTo>
                <a:lnTo>
                  <a:pt x="8919" y="1715"/>
                </a:lnTo>
                <a:close/>
                <a:moveTo>
                  <a:pt x="1966" y="8668"/>
                </a:moveTo>
                <a:lnTo>
                  <a:pt x="3037" y="9740"/>
                </a:lnTo>
                <a:lnTo>
                  <a:pt x="2370" y="10419"/>
                </a:lnTo>
                <a:cubicBezTo>
                  <a:pt x="2335" y="10454"/>
                  <a:pt x="2281" y="10472"/>
                  <a:pt x="2227" y="10472"/>
                </a:cubicBezTo>
                <a:cubicBezTo>
                  <a:pt x="2174" y="10472"/>
                  <a:pt x="2120" y="10454"/>
                  <a:pt x="2085" y="10419"/>
                </a:cubicBezTo>
                <a:lnTo>
                  <a:pt x="1299" y="9621"/>
                </a:lnTo>
                <a:cubicBezTo>
                  <a:pt x="1215" y="9549"/>
                  <a:pt x="1215" y="9418"/>
                  <a:pt x="1299" y="9347"/>
                </a:cubicBezTo>
                <a:lnTo>
                  <a:pt x="1966" y="8668"/>
                </a:lnTo>
                <a:close/>
                <a:moveTo>
                  <a:pt x="1311" y="10133"/>
                </a:moveTo>
                <a:lnTo>
                  <a:pt x="1596" y="10407"/>
                </a:lnTo>
                <a:lnTo>
                  <a:pt x="1061" y="10942"/>
                </a:lnTo>
                <a:cubicBezTo>
                  <a:pt x="1019" y="10984"/>
                  <a:pt x="965" y="11005"/>
                  <a:pt x="913" y="11005"/>
                </a:cubicBezTo>
                <a:cubicBezTo>
                  <a:pt x="861" y="11005"/>
                  <a:pt x="811" y="10984"/>
                  <a:pt x="775" y="10942"/>
                </a:cubicBezTo>
                <a:cubicBezTo>
                  <a:pt x="703" y="10859"/>
                  <a:pt x="703" y="10740"/>
                  <a:pt x="775" y="10669"/>
                </a:cubicBezTo>
                <a:lnTo>
                  <a:pt x="1311" y="10133"/>
                </a:lnTo>
                <a:close/>
                <a:moveTo>
                  <a:pt x="10467" y="1"/>
                </a:moveTo>
                <a:cubicBezTo>
                  <a:pt x="10228" y="1"/>
                  <a:pt x="9990" y="84"/>
                  <a:pt x="9812" y="263"/>
                </a:cubicBezTo>
                <a:lnTo>
                  <a:pt x="8871" y="1203"/>
                </a:lnTo>
                <a:lnTo>
                  <a:pt x="8728" y="1048"/>
                </a:lnTo>
                <a:cubicBezTo>
                  <a:pt x="8687" y="1013"/>
                  <a:pt x="8642" y="995"/>
                  <a:pt x="8597" y="995"/>
                </a:cubicBezTo>
                <a:cubicBezTo>
                  <a:pt x="8553" y="995"/>
                  <a:pt x="8508" y="1013"/>
                  <a:pt x="8466" y="1048"/>
                </a:cubicBezTo>
                <a:cubicBezTo>
                  <a:pt x="8395" y="1120"/>
                  <a:pt x="8395" y="1227"/>
                  <a:pt x="8466" y="1310"/>
                </a:cubicBezTo>
                <a:lnTo>
                  <a:pt x="8621" y="1453"/>
                </a:lnTo>
                <a:lnTo>
                  <a:pt x="5037" y="5037"/>
                </a:lnTo>
                <a:cubicBezTo>
                  <a:pt x="4954" y="5120"/>
                  <a:pt x="4954" y="5216"/>
                  <a:pt x="5037" y="5299"/>
                </a:cubicBezTo>
                <a:cubicBezTo>
                  <a:pt x="5073" y="5335"/>
                  <a:pt x="5118" y="5352"/>
                  <a:pt x="5162" y="5352"/>
                </a:cubicBezTo>
                <a:cubicBezTo>
                  <a:pt x="5207" y="5352"/>
                  <a:pt x="5252" y="5335"/>
                  <a:pt x="5287" y="5299"/>
                </a:cubicBezTo>
                <a:lnTo>
                  <a:pt x="5597" y="4977"/>
                </a:lnTo>
                <a:lnTo>
                  <a:pt x="6668" y="6049"/>
                </a:lnTo>
                <a:cubicBezTo>
                  <a:pt x="6299" y="6525"/>
                  <a:pt x="6073" y="6978"/>
                  <a:pt x="5883" y="7382"/>
                </a:cubicBezTo>
                <a:cubicBezTo>
                  <a:pt x="5430" y="8287"/>
                  <a:pt x="5097" y="9002"/>
                  <a:pt x="3275" y="9526"/>
                </a:cubicBezTo>
                <a:lnTo>
                  <a:pt x="2156" y="8406"/>
                </a:lnTo>
                <a:lnTo>
                  <a:pt x="4597" y="5966"/>
                </a:lnTo>
                <a:cubicBezTo>
                  <a:pt x="4680" y="5894"/>
                  <a:pt x="4680" y="5787"/>
                  <a:pt x="4597" y="5716"/>
                </a:cubicBezTo>
                <a:cubicBezTo>
                  <a:pt x="4561" y="5674"/>
                  <a:pt x="4516" y="5653"/>
                  <a:pt x="4472" y="5653"/>
                </a:cubicBezTo>
                <a:cubicBezTo>
                  <a:pt x="4427" y="5653"/>
                  <a:pt x="4382" y="5674"/>
                  <a:pt x="4347" y="5716"/>
                </a:cubicBezTo>
                <a:lnTo>
                  <a:pt x="989" y="9073"/>
                </a:lnTo>
                <a:cubicBezTo>
                  <a:pt x="775" y="9287"/>
                  <a:pt x="775" y="9645"/>
                  <a:pt x="989" y="9847"/>
                </a:cubicBezTo>
                <a:lnTo>
                  <a:pt x="1001" y="9859"/>
                </a:lnTo>
                <a:lnTo>
                  <a:pt x="465" y="10395"/>
                </a:lnTo>
                <a:cubicBezTo>
                  <a:pt x="299" y="10561"/>
                  <a:pt x="251" y="10811"/>
                  <a:pt x="358" y="11026"/>
                </a:cubicBezTo>
                <a:lnTo>
                  <a:pt x="1" y="11383"/>
                </a:lnTo>
                <a:cubicBezTo>
                  <a:pt x="1" y="11454"/>
                  <a:pt x="1" y="11562"/>
                  <a:pt x="61" y="11633"/>
                </a:cubicBezTo>
                <a:cubicBezTo>
                  <a:pt x="92" y="11670"/>
                  <a:pt x="139" y="11688"/>
                  <a:pt x="187" y="11688"/>
                </a:cubicBezTo>
                <a:cubicBezTo>
                  <a:pt x="232" y="11688"/>
                  <a:pt x="276" y="11673"/>
                  <a:pt x="311" y="11645"/>
                </a:cubicBezTo>
                <a:lnTo>
                  <a:pt x="668" y="11288"/>
                </a:lnTo>
                <a:cubicBezTo>
                  <a:pt x="745" y="11326"/>
                  <a:pt x="827" y="11345"/>
                  <a:pt x="908" y="11345"/>
                </a:cubicBezTo>
                <a:cubicBezTo>
                  <a:pt x="1052" y="11345"/>
                  <a:pt x="1192" y="11287"/>
                  <a:pt x="1299" y="11181"/>
                </a:cubicBezTo>
                <a:lnTo>
                  <a:pt x="1835" y="10645"/>
                </a:lnTo>
                <a:cubicBezTo>
                  <a:pt x="1942" y="10752"/>
                  <a:pt x="2073" y="10811"/>
                  <a:pt x="2204" y="10811"/>
                </a:cubicBezTo>
                <a:cubicBezTo>
                  <a:pt x="2358" y="10811"/>
                  <a:pt x="2501" y="10752"/>
                  <a:pt x="2608" y="10645"/>
                </a:cubicBezTo>
                <a:lnTo>
                  <a:pt x="3370" y="9895"/>
                </a:lnTo>
                <a:cubicBezTo>
                  <a:pt x="5371" y="9335"/>
                  <a:pt x="5776" y="8502"/>
                  <a:pt x="6240" y="7549"/>
                </a:cubicBezTo>
                <a:cubicBezTo>
                  <a:pt x="6442" y="7121"/>
                  <a:pt x="6668" y="6656"/>
                  <a:pt x="7073" y="6180"/>
                </a:cubicBezTo>
                <a:lnTo>
                  <a:pt x="10228" y="3025"/>
                </a:lnTo>
                <a:lnTo>
                  <a:pt x="10526" y="3322"/>
                </a:lnTo>
                <a:lnTo>
                  <a:pt x="8407" y="5442"/>
                </a:lnTo>
                <a:cubicBezTo>
                  <a:pt x="8347" y="5501"/>
                  <a:pt x="8335" y="5608"/>
                  <a:pt x="8395" y="5680"/>
                </a:cubicBezTo>
                <a:cubicBezTo>
                  <a:pt x="8426" y="5717"/>
                  <a:pt x="8473" y="5735"/>
                  <a:pt x="8522" y="5735"/>
                </a:cubicBezTo>
                <a:cubicBezTo>
                  <a:pt x="8566" y="5735"/>
                  <a:pt x="8611" y="5720"/>
                  <a:pt x="8645" y="5692"/>
                </a:cubicBezTo>
                <a:lnTo>
                  <a:pt x="10883" y="3465"/>
                </a:lnTo>
                <a:cubicBezTo>
                  <a:pt x="10955" y="3382"/>
                  <a:pt x="10955" y="3287"/>
                  <a:pt x="10883" y="3203"/>
                </a:cubicBezTo>
                <a:lnTo>
                  <a:pt x="10455" y="2775"/>
                </a:lnTo>
                <a:lnTo>
                  <a:pt x="11383" y="1834"/>
                </a:lnTo>
                <a:cubicBezTo>
                  <a:pt x="11562" y="1656"/>
                  <a:pt x="11657" y="1441"/>
                  <a:pt x="11657" y="1179"/>
                </a:cubicBezTo>
                <a:cubicBezTo>
                  <a:pt x="11657" y="929"/>
                  <a:pt x="11562" y="703"/>
                  <a:pt x="11383" y="524"/>
                </a:cubicBezTo>
                <a:lnTo>
                  <a:pt x="11121" y="263"/>
                </a:lnTo>
                <a:cubicBezTo>
                  <a:pt x="10943" y="84"/>
                  <a:pt x="10717" y="1"/>
                  <a:pt x="1046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49"/>
          <p:cNvGrpSpPr/>
          <p:nvPr/>
        </p:nvGrpSpPr>
        <p:grpSpPr>
          <a:xfrm>
            <a:off x="3766786" y="3538738"/>
            <a:ext cx="349354" cy="362223"/>
            <a:chOff x="1297654" y="1504481"/>
            <a:chExt cx="349354" cy="362223"/>
          </a:xfrm>
        </p:grpSpPr>
        <p:sp>
          <p:nvSpPr>
            <p:cNvPr id="508" name="Google Shape;508;p49"/>
            <p:cNvSpPr/>
            <p:nvPr/>
          </p:nvSpPr>
          <p:spPr>
            <a:xfrm>
              <a:off x="1297654" y="1504481"/>
              <a:ext cx="349354" cy="362223"/>
            </a:xfrm>
            <a:custGeom>
              <a:avLst/>
              <a:gdLst/>
              <a:ahLst/>
              <a:cxnLst/>
              <a:rect l="l" t="t" r="r" b="b"/>
              <a:pathLst>
                <a:path w="10967" h="11371" extrusionOk="0">
                  <a:moveTo>
                    <a:pt x="6252" y="381"/>
                  </a:moveTo>
                  <a:cubicBezTo>
                    <a:pt x="6799" y="381"/>
                    <a:pt x="7335" y="679"/>
                    <a:pt x="7621" y="1155"/>
                  </a:cubicBezTo>
                  <a:cubicBezTo>
                    <a:pt x="7704" y="1274"/>
                    <a:pt x="7811" y="1655"/>
                    <a:pt x="8240" y="1786"/>
                  </a:cubicBezTo>
                  <a:cubicBezTo>
                    <a:pt x="8157" y="1858"/>
                    <a:pt x="7978" y="2036"/>
                    <a:pt x="7919" y="2108"/>
                  </a:cubicBezTo>
                  <a:cubicBezTo>
                    <a:pt x="7454" y="1870"/>
                    <a:pt x="7335" y="1501"/>
                    <a:pt x="7252" y="1381"/>
                  </a:cubicBezTo>
                  <a:cubicBezTo>
                    <a:pt x="7037" y="1036"/>
                    <a:pt x="6656" y="822"/>
                    <a:pt x="6252" y="822"/>
                  </a:cubicBezTo>
                  <a:lnTo>
                    <a:pt x="4644" y="822"/>
                  </a:lnTo>
                  <a:cubicBezTo>
                    <a:pt x="4239" y="822"/>
                    <a:pt x="3847" y="1036"/>
                    <a:pt x="3644" y="1381"/>
                  </a:cubicBezTo>
                  <a:cubicBezTo>
                    <a:pt x="3537" y="1512"/>
                    <a:pt x="3442" y="1846"/>
                    <a:pt x="3049" y="2072"/>
                  </a:cubicBezTo>
                  <a:lnTo>
                    <a:pt x="3025" y="2036"/>
                  </a:lnTo>
                  <a:lnTo>
                    <a:pt x="2870" y="1893"/>
                  </a:lnTo>
                  <a:cubicBezTo>
                    <a:pt x="2823" y="1846"/>
                    <a:pt x="2763" y="1798"/>
                    <a:pt x="2704" y="1751"/>
                  </a:cubicBezTo>
                  <a:cubicBezTo>
                    <a:pt x="3085" y="1608"/>
                    <a:pt x="3168" y="1310"/>
                    <a:pt x="3275" y="1155"/>
                  </a:cubicBezTo>
                  <a:cubicBezTo>
                    <a:pt x="3549" y="679"/>
                    <a:pt x="4073" y="381"/>
                    <a:pt x="4644" y="381"/>
                  </a:cubicBezTo>
                  <a:close/>
                  <a:moveTo>
                    <a:pt x="2620" y="3703"/>
                  </a:moveTo>
                  <a:lnTo>
                    <a:pt x="2823" y="3894"/>
                  </a:lnTo>
                  <a:cubicBezTo>
                    <a:pt x="2727" y="3989"/>
                    <a:pt x="2632" y="4096"/>
                    <a:pt x="2549" y="4191"/>
                  </a:cubicBezTo>
                  <a:lnTo>
                    <a:pt x="2334" y="3989"/>
                  </a:lnTo>
                  <a:lnTo>
                    <a:pt x="2620" y="3703"/>
                  </a:lnTo>
                  <a:close/>
                  <a:moveTo>
                    <a:pt x="8383" y="3703"/>
                  </a:moveTo>
                  <a:lnTo>
                    <a:pt x="8657" y="3989"/>
                  </a:lnTo>
                  <a:lnTo>
                    <a:pt x="8454" y="4191"/>
                  </a:lnTo>
                  <a:cubicBezTo>
                    <a:pt x="8383" y="4120"/>
                    <a:pt x="8276" y="4001"/>
                    <a:pt x="8169" y="3894"/>
                  </a:cubicBezTo>
                  <a:lnTo>
                    <a:pt x="8383" y="3703"/>
                  </a:lnTo>
                  <a:close/>
                  <a:moveTo>
                    <a:pt x="1727" y="1774"/>
                  </a:moveTo>
                  <a:cubicBezTo>
                    <a:pt x="2394" y="1774"/>
                    <a:pt x="2704" y="2251"/>
                    <a:pt x="2763" y="2286"/>
                  </a:cubicBezTo>
                  <a:cubicBezTo>
                    <a:pt x="2930" y="2453"/>
                    <a:pt x="2977" y="2691"/>
                    <a:pt x="2882" y="2905"/>
                  </a:cubicBezTo>
                  <a:cubicBezTo>
                    <a:pt x="2846" y="3013"/>
                    <a:pt x="2882" y="2965"/>
                    <a:pt x="1763" y="4072"/>
                  </a:cubicBezTo>
                  <a:cubicBezTo>
                    <a:pt x="1656" y="4185"/>
                    <a:pt x="1516" y="4242"/>
                    <a:pt x="1375" y="4242"/>
                  </a:cubicBezTo>
                  <a:cubicBezTo>
                    <a:pt x="1233" y="4242"/>
                    <a:pt x="1090" y="4185"/>
                    <a:pt x="977" y="4072"/>
                  </a:cubicBezTo>
                  <a:lnTo>
                    <a:pt x="834" y="3929"/>
                  </a:lnTo>
                  <a:cubicBezTo>
                    <a:pt x="37" y="3144"/>
                    <a:pt x="572" y="1774"/>
                    <a:pt x="1727" y="1774"/>
                  </a:cubicBezTo>
                  <a:close/>
                  <a:moveTo>
                    <a:pt x="6228" y="1155"/>
                  </a:moveTo>
                  <a:cubicBezTo>
                    <a:pt x="6514" y="1155"/>
                    <a:pt x="6799" y="1310"/>
                    <a:pt x="6930" y="1560"/>
                  </a:cubicBezTo>
                  <a:cubicBezTo>
                    <a:pt x="7026" y="1679"/>
                    <a:pt x="7180" y="2143"/>
                    <a:pt x="7740" y="2429"/>
                  </a:cubicBezTo>
                  <a:cubicBezTo>
                    <a:pt x="7645" y="2727"/>
                    <a:pt x="7716" y="3060"/>
                    <a:pt x="7954" y="3298"/>
                  </a:cubicBezTo>
                  <a:lnTo>
                    <a:pt x="8109" y="3453"/>
                  </a:lnTo>
                  <a:lnTo>
                    <a:pt x="7883" y="3679"/>
                  </a:lnTo>
                  <a:cubicBezTo>
                    <a:pt x="7190" y="3137"/>
                    <a:pt x="6339" y="2857"/>
                    <a:pt x="5480" y="2857"/>
                  </a:cubicBezTo>
                  <a:cubicBezTo>
                    <a:pt x="4980" y="2857"/>
                    <a:pt x="4478" y="2951"/>
                    <a:pt x="4001" y="3144"/>
                  </a:cubicBezTo>
                  <a:cubicBezTo>
                    <a:pt x="3906" y="3167"/>
                    <a:pt x="3870" y="3275"/>
                    <a:pt x="3906" y="3358"/>
                  </a:cubicBezTo>
                  <a:cubicBezTo>
                    <a:pt x="3933" y="3429"/>
                    <a:pt x="3999" y="3467"/>
                    <a:pt x="4065" y="3467"/>
                  </a:cubicBezTo>
                  <a:cubicBezTo>
                    <a:pt x="4088" y="3467"/>
                    <a:pt x="4111" y="3462"/>
                    <a:pt x="4132" y="3453"/>
                  </a:cubicBezTo>
                  <a:cubicBezTo>
                    <a:pt x="4579" y="3277"/>
                    <a:pt x="5034" y="3195"/>
                    <a:pt x="5479" y="3195"/>
                  </a:cubicBezTo>
                  <a:cubicBezTo>
                    <a:pt x="7404" y="3195"/>
                    <a:pt x="9133" y="4736"/>
                    <a:pt x="9133" y="6835"/>
                  </a:cubicBezTo>
                  <a:cubicBezTo>
                    <a:pt x="9133" y="8925"/>
                    <a:pt x="7411" y="10462"/>
                    <a:pt x="5498" y="10462"/>
                  </a:cubicBezTo>
                  <a:cubicBezTo>
                    <a:pt x="5047" y="10462"/>
                    <a:pt x="4585" y="10376"/>
                    <a:pt x="4132" y="10192"/>
                  </a:cubicBezTo>
                  <a:cubicBezTo>
                    <a:pt x="1442" y="9097"/>
                    <a:pt x="1049" y="5346"/>
                    <a:pt x="3585" y="3763"/>
                  </a:cubicBezTo>
                  <a:cubicBezTo>
                    <a:pt x="3656" y="3715"/>
                    <a:pt x="3692" y="3620"/>
                    <a:pt x="3644" y="3525"/>
                  </a:cubicBezTo>
                  <a:cubicBezTo>
                    <a:pt x="3611" y="3476"/>
                    <a:pt x="3551" y="3443"/>
                    <a:pt x="3489" y="3443"/>
                  </a:cubicBezTo>
                  <a:cubicBezTo>
                    <a:pt x="3461" y="3443"/>
                    <a:pt x="3432" y="3450"/>
                    <a:pt x="3406" y="3465"/>
                  </a:cubicBezTo>
                  <a:cubicBezTo>
                    <a:pt x="3299" y="3536"/>
                    <a:pt x="3192" y="3596"/>
                    <a:pt x="3096" y="3691"/>
                  </a:cubicBezTo>
                  <a:lnTo>
                    <a:pt x="2870" y="3465"/>
                  </a:lnTo>
                  <a:cubicBezTo>
                    <a:pt x="2942" y="3382"/>
                    <a:pt x="3287" y="3167"/>
                    <a:pt x="3287" y="2679"/>
                  </a:cubicBezTo>
                  <a:cubicBezTo>
                    <a:pt x="3287" y="2572"/>
                    <a:pt x="3275" y="2465"/>
                    <a:pt x="3227" y="2370"/>
                  </a:cubicBezTo>
                  <a:cubicBezTo>
                    <a:pt x="3704" y="2084"/>
                    <a:pt x="3835" y="1691"/>
                    <a:pt x="3930" y="1560"/>
                  </a:cubicBezTo>
                  <a:cubicBezTo>
                    <a:pt x="4073" y="1310"/>
                    <a:pt x="4347" y="1155"/>
                    <a:pt x="4620" y="1155"/>
                  </a:cubicBezTo>
                  <a:close/>
                  <a:moveTo>
                    <a:pt x="2811" y="9752"/>
                  </a:moveTo>
                  <a:cubicBezTo>
                    <a:pt x="3037" y="9954"/>
                    <a:pt x="3287" y="10133"/>
                    <a:pt x="3549" y="10287"/>
                  </a:cubicBezTo>
                  <a:lnTo>
                    <a:pt x="2906" y="10942"/>
                  </a:lnTo>
                  <a:cubicBezTo>
                    <a:pt x="2817" y="11031"/>
                    <a:pt x="2701" y="11076"/>
                    <a:pt x="2585" y="11076"/>
                  </a:cubicBezTo>
                  <a:cubicBezTo>
                    <a:pt x="2468" y="11076"/>
                    <a:pt x="2352" y="11031"/>
                    <a:pt x="2263" y="10942"/>
                  </a:cubicBezTo>
                  <a:cubicBezTo>
                    <a:pt x="2084" y="10764"/>
                    <a:pt x="2084" y="10478"/>
                    <a:pt x="2263" y="10299"/>
                  </a:cubicBezTo>
                  <a:lnTo>
                    <a:pt x="2811" y="9752"/>
                  </a:lnTo>
                  <a:close/>
                  <a:moveTo>
                    <a:pt x="8204" y="9752"/>
                  </a:moveTo>
                  <a:lnTo>
                    <a:pt x="8752" y="10299"/>
                  </a:lnTo>
                  <a:cubicBezTo>
                    <a:pt x="8931" y="10478"/>
                    <a:pt x="8931" y="10764"/>
                    <a:pt x="8752" y="10942"/>
                  </a:cubicBezTo>
                  <a:cubicBezTo>
                    <a:pt x="8663" y="11031"/>
                    <a:pt x="8547" y="11076"/>
                    <a:pt x="8430" y="11076"/>
                  </a:cubicBezTo>
                  <a:cubicBezTo>
                    <a:pt x="8314" y="11076"/>
                    <a:pt x="8198" y="11031"/>
                    <a:pt x="8109" y="10942"/>
                  </a:cubicBezTo>
                  <a:lnTo>
                    <a:pt x="7454" y="10287"/>
                  </a:lnTo>
                  <a:cubicBezTo>
                    <a:pt x="7740" y="10121"/>
                    <a:pt x="7978" y="9954"/>
                    <a:pt x="8204" y="9752"/>
                  </a:cubicBezTo>
                  <a:close/>
                  <a:moveTo>
                    <a:pt x="4644" y="0"/>
                  </a:moveTo>
                  <a:cubicBezTo>
                    <a:pt x="3978" y="0"/>
                    <a:pt x="3335" y="358"/>
                    <a:pt x="2989" y="929"/>
                  </a:cubicBezTo>
                  <a:lnTo>
                    <a:pt x="2858" y="1167"/>
                  </a:lnTo>
                  <a:cubicBezTo>
                    <a:pt x="2693" y="1433"/>
                    <a:pt x="2436" y="1452"/>
                    <a:pt x="2316" y="1452"/>
                  </a:cubicBezTo>
                  <a:cubicBezTo>
                    <a:pt x="2296" y="1452"/>
                    <a:pt x="2280" y="1451"/>
                    <a:pt x="2269" y="1451"/>
                  </a:cubicBezTo>
                  <a:cubicBezTo>
                    <a:pt x="2260" y="1451"/>
                    <a:pt x="2254" y="1452"/>
                    <a:pt x="2251" y="1453"/>
                  </a:cubicBezTo>
                  <a:cubicBezTo>
                    <a:pt x="2091" y="1402"/>
                    <a:pt x="1925" y="1376"/>
                    <a:pt x="1760" y="1376"/>
                  </a:cubicBezTo>
                  <a:cubicBezTo>
                    <a:pt x="1350" y="1376"/>
                    <a:pt x="943" y="1535"/>
                    <a:pt x="620" y="1858"/>
                  </a:cubicBezTo>
                  <a:cubicBezTo>
                    <a:pt x="1" y="2477"/>
                    <a:pt x="1" y="3489"/>
                    <a:pt x="620" y="4132"/>
                  </a:cubicBezTo>
                  <a:cubicBezTo>
                    <a:pt x="715" y="4191"/>
                    <a:pt x="918" y="4537"/>
                    <a:pt x="1394" y="4537"/>
                  </a:cubicBezTo>
                  <a:cubicBezTo>
                    <a:pt x="1846" y="4537"/>
                    <a:pt x="2073" y="4227"/>
                    <a:pt x="2108" y="4191"/>
                  </a:cubicBezTo>
                  <a:lnTo>
                    <a:pt x="2334" y="4418"/>
                  </a:lnTo>
                  <a:cubicBezTo>
                    <a:pt x="1144" y="6025"/>
                    <a:pt x="1370" y="8192"/>
                    <a:pt x="2585" y="9466"/>
                  </a:cubicBezTo>
                  <a:lnTo>
                    <a:pt x="2037" y="10013"/>
                  </a:lnTo>
                  <a:cubicBezTo>
                    <a:pt x="1549" y="10502"/>
                    <a:pt x="1894" y="11371"/>
                    <a:pt x="2608" y="11371"/>
                  </a:cubicBezTo>
                  <a:cubicBezTo>
                    <a:pt x="2811" y="11371"/>
                    <a:pt x="3001" y="11287"/>
                    <a:pt x="3168" y="11133"/>
                  </a:cubicBezTo>
                  <a:lnTo>
                    <a:pt x="3894" y="10394"/>
                  </a:lnTo>
                  <a:cubicBezTo>
                    <a:pt x="4403" y="10628"/>
                    <a:pt x="4958" y="10747"/>
                    <a:pt x="5518" y="10747"/>
                  </a:cubicBezTo>
                  <a:cubicBezTo>
                    <a:pt x="6071" y="10747"/>
                    <a:pt x="6630" y="10631"/>
                    <a:pt x="7157" y="10394"/>
                  </a:cubicBezTo>
                  <a:lnTo>
                    <a:pt x="7883" y="11133"/>
                  </a:lnTo>
                  <a:cubicBezTo>
                    <a:pt x="8038" y="11276"/>
                    <a:pt x="8240" y="11371"/>
                    <a:pt x="8454" y="11371"/>
                  </a:cubicBezTo>
                  <a:cubicBezTo>
                    <a:pt x="9157" y="11371"/>
                    <a:pt x="9514" y="10514"/>
                    <a:pt x="9014" y="10013"/>
                  </a:cubicBezTo>
                  <a:lnTo>
                    <a:pt x="8466" y="9466"/>
                  </a:lnTo>
                  <a:cubicBezTo>
                    <a:pt x="9752" y="8061"/>
                    <a:pt x="9871" y="5953"/>
                    <a:pt x="8716" y="4418"/>
                  </a:cubicBezTo>
                  <a:lnTo>
                    <a:pt x="8942" y="4191"/>
                  </a:lnTo>
                  <a:cubicBezTo>
                    <a:pt x="8990" y="4239"/>
                    <a:pt x="9192" y="4537"/>
                    <a:pt x="9657" y="4537"/>
                  </a:cubicBezTo>
                  <a:cubicBezTo>
                    <a:pt x="9895" y="4537"/>
                    <a:pt x="10121" y="4441"/>
                    <a:pt x="10288" y="4287"/>
                  </a:cubicBezTo>
                  <a:cubicBezTo>
                    <a:pt x="10300" y="4251"/>
                    <a:pt x="10967" y="3775"/>
                    <a:pt x="10859" y="2858"/>
                  </a:cubicBezTo>
                  <a:cubicBezTo>
                    <a:pt x="10848" y="2770"/>
                    <a:pt x="10786" y="2702"/>
                    <a:pt x="10701" y="2702"/>
                  </a:cubicBezTo>
                  <a:cubicBezTo>
                    <a:pt x="10695" y="2702"/>
                    <a:pt x="10688" y="2702"/>
                    <a:pt x="10681" y="2703"/>
                  </a:cubicBezTo>
                  <a:cubicBezTo>
                    <a:pt x="10597" y="2727"/>
                    <a:pt x="10526" y="2798"/>
                    <a:pt x="10538" y="2882"/>
                  </a:cubicBezTo>
                  <a:cubicBezTo>
                    <a:pt x="10609" y="3632"/>
                    <a:pt x="10074" y="4001"/>
                    <a:pt x="10026" y="4060"/>
                  </a:cubicBezTo>
                  <a:cubicBezTo>
                    <a:pt x="9922" y="4164"/>
                    <a:pt x="9777" y="4221"/>
                    <a:pt x="9630" y="4221"/>
                  </a:cubicBezTo>
                  <a:cubicBezTo>
                    <a:pt x="9491" y="4221"/>
                    <a:pt x="9350" y="4170"/>
                    <a:pt x="9240" y="4060"/>
                  </a:cubicBezTo>
                  <a:lnTo>
                    <a:pt x="8228" y="3048"/>
                  </a:lnTo>
                  <a:cubicBezTo>
                    <a:pt x="8002" y="2822"/>
                    <a:pt x="8026" y="2477"/>
                    <a:pt x="8228" y="2263"/>
                  </a:cubicBezTo>
                  <a:cubicBezTo>
                    <a:pt x="8300" y="2203"/>
                    <a:pt x="8621" y="1739"/>
                    <a:pt x="9276" y="1739"/>
                  </a:cubicBezTo>
                  <a:cubicBezTo>
                    <a:pt x="9716" y="1739"/>
                    <a:pt x="10109" y="1965"/>
                    <a:pt x="10324" y="2298"/>
                  </a:cubicBezTo>
                  <a:cubicBezTo>
                    <a:pt x="10353" y="2350"/>
                    <a:pt x="10406" y="2379"/>
                    <a:pt x="10462" y="2379"/>
                  </a:cubicBezTo>
                  <a:cubicBezTo>
                    <a:pt x="10495" y="2379"/>
                    <a:pt x="10530" y="2368"/>
                    <a:pt x="10562" y="2346"/>
                  </a:cubicBezTo>
                  <a:cubicBezTo>
                    <a:pt x="10645" y="2298"/>
                    <a:pt x="10669" y="2203"/>
                    <a:pt x="10609" y="2108"/>
                  </a:cubicBezTo>
                  <a:cubicBezTo>
                    <a:pt x="10297" y="1640"/>
                    <a:pt x="9787" y="1384"/>
                    <a:pt x="9254" y="1384"/>
                  </a:cubicBezTo>
                  <a:cubicBezTo>
                    <a:pt x="9095" y="1384"/>
                    <a:pt x="8934" y="1406"/>
                    <a:pt x="8776" y="1453"/>
                  </a:cubicBezTo>
                  <a:lnTo>
                    <a:pt x="8526" y="1453"/>
                  </a:lnTo>
                  <a:cubicBezTo>
                    <a:pt x="8335" y="1453"/>
                    <a:pt x="8145" y="1358"/>
                    <a:pt x="8038" y="1167"/>
                  </a:cubicBezTo>
                  <a:lnTo>
                    <a:pt x="7907" y="929"/>
                  </a:lnTo>
                  <a:cubicBezTo>
                    <a:pt x="7561" y="358"/>
                    <a:pt x="6918" y="0"/>
                    <a:pt x="6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9"/>
            <p:cNvSpPr/>
            <p:nvPr/>
          </p:nvSpPr>
          <p:spPr>
            <a:xfrm>
              <a:off x="1354930" y="1618713"/>
              <a:ext cx="224960" cy="206516"/>
            </a:xfrm>
            <a:custGeom>
              <a:avLst/>
              <a:gdLst/>
              <a:ahLst/>
              <a:cxnLst/>
              <a:rect l="l" t="t" r="r" b="b"/>
              <a:pathLst>
                <a:path w="7062" h="6483" extrusionOk="0">
                  <a:moveTo>
                    <a:pt x="3753" y="1"/>
                  </a:moveTo>
                  <a:cubicBezTo>
                    <a:pt x="2094" y="1"/>
                    <a:pt x="465" y="1260"/>
                    <a:pt x="465" y="3249"/>
                  </a:cubicBezTo>
                  <a:cubicBezTo>
                    <a:pt x="465" y="5198"/>
                    <a:pt x="2076" y="6483"/>
                    <a:pt x="3742" y="6483"/>
                  </a:cubicBezTo>
                  <a:cubicBezTo>
                    <a:pt x="4589" y="6483"/>
                    <a:pt x="5450" y="6150"/>
                    <a:pt x="6121" y="5404"/>
                  </a:cubicBezTo>
                  <a:cubicBezTo>
                    <a:pt x="6347" y="5165"/>
                    <a:pt x="6513" y="4880"/>
                    <a:pt x="6656" y="4582"/>
                  </a:cubicBezTo>
                  <a:cubicBezTo>
                    <a:pt x="6704" y="4487"/>
                    <a:pt x="6656" y="4403"/>
                    <a:pt x="6561" y="4356"/>
                  </a:cubicBezTo>
                  <a:cubicBezTo>
                    <a:pt x="6540" y="4347"/>
                    <a:pt x="6518" y="4342"/>
                    <a:pt x="6496" y="4342"/>
                  </a:cubicBezTo>
                  <a:cubicBezTo>
                    <a:pt x="6433" y="4342"/>
                    <a:pt x="6373" y="4380"/>
                    <a:pt x="6347" y="4451"/>
                  </a:cubicBezTo>
                  <a:cubicBezTo>
                    <a:pt x="5882" y="5463"/>
                    <a:pt x="4858" y="6142"/>
                    <a:pt x="3704" y="6142"/>
                  </a:cubicBezTo>
                  <a:cubicBezTo>
                    <a:pt x="1358" y="6142"/>
                    <a:pt x="1" y="3499"/>
                    <a:pt x="1322" y="1594"/>
                  </a:cubicBezTo>
                  <a:cubicBezTo>
                    <a:pt x="1903" y="762"/>
                    <a:pt x="2811" y="339"/>
                    <a:pt x="3721" y="339"/>
                  </a:cubicBezTo>
                  <a:cubicBezTo>
                    <a:pt x="4621" y="339"/>
                    <a:pt x="5522" y="753"/>
                    <a:pt x="6109" y="1594"/>
                  </a:cubicBezTo>
                  <a:cubicBezTo>
                    <a:pt x="6561" y="2260"/>
                    <a:pt x="6716" y="3082"/>
                    <a:pt x="6549" y="3844"/>
                  </a:cubicBezTo>
                  <a:cubicBezTo>
                    <a:pt x="6537" y="3927"/>
                    <a:pt x="6597" y="4022"/>
                    <a:pt x="6680" y="4034"/>
                  </a:cubicBezTo>
                  <a:cubicBezTo>
                    <a:pt x="6688" y="4035"/>
                    <a:pt x="6696" y="4036"/>
                    <a:pt x="6704" y="4036"/>
                  </a:cubicBezTo>
                  <a:cubicBezTo>
                    <a:pt x="6789" y="4036"/>
                    <a:pt x="6861" y="3980"/>
                    <a:pt x="6883" y="3903"/>
                  </a:cubicBezTo>
                  <a:cubicBezTo>
                    <a:pt x="7061" y="3046"/>
                    <a:pt x="6894" y="2141"/>
                    <a:pt x="6359" y="1379"/>
                  </a:cubicBezTo>
                  <a:cubicBezTo>
                    <a:pt x="5689" y="426"/>
                    <a:pt x="4716" y="1"/>
                    <a:pt x="3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9"/>
            <p:cNvSpPr/>
            <p:nvPr/>
          </p:nvSpPr>
          <p:spPr>
            <a:xfrm>
              <a:off x="1453553" y="1643305"/>
              <a:ext cx="73235" cy="141436"/>
            </a:xfrm>
            <a:custGeom>
              <a:avLst/>
              <a:gdLst/>
              <a:ahLst/>
              <a:cxnLst/>
              <a:rect l="l" t="t" r="r" b="b"/>
              <a:pathLst>
                <a:path w="2299" h="4440" extrusionOk="0">
                  <a:moveTo>
                    <a:pt x="572" y="345"/>
                  </a:moveTo>
                  <a:cubicBezTo>
                    <a:pt x="703" y="345"/>
                    <a:pt x="810" y="441"/>
                    <a:pt x="810" y="583"/>
                  </a:cubicBezTo>
                  <a:lnTo>
                    <a:pt x="810" y="2191"/>
                  </a:lnTo>
                  <a:cubicBezTo>
                    <a:pt x="727" y="2155"/>
                    <a:pt x="640" y="2137"/>
                    <a:pt x="555" y="2137"/>
                  </a:cubicBezTo>
                  <a:cubicBezTo>
                    <a:pt x="471" y="2137"/>
                    <a:pt x="387" y="2155"/>
                    <a:pt x="310" y="2191"/>
                  </a:cubicBezTo>
                  <a:lnTo>
                    <a:pt x="310" y="583"/>
                  </a:lnTo>
                  <a:lnTo>
                    <a:pt x="334" y="583"/>
                  </a:lnTo>
                  <a:cubicBezTo>
                    <a:pt x="334" y="452"/>
                    <a:pt x="429" y="345"/>
                    <a:pt x="572" y="345"/>
                  </a:cubicBezTo>
                  <a:close/>
                  <a:moveTo>
                    <a:pt x="610" y="2488"/>
                  </a:moveTo>
                  <a:cubicBezTo>
                    <a:pt x="726" y="2488"/>
                    <a:pt x="736" y="2510"/>
                    <a:pt x="1905" y="3703"/>
                  </a:cubicBezTo>
                  <a:cubicBezTo>
                    <a:pt x="1977" y="3798"/>
                    <a:pt x="1977" y="3941"/>
                    <a:pt x="1893" y="4036"/>
                  </a:cubicBezTo>
                  <a:cubicBezTo>
                    <a:pt x="1846" y="4078"/>
                    <a:pt x="1783" y="4099"/>
                    <a:pt x="1721" y="4099"/>
                  </a:cubicBezTo>
                  <a:cubicBezTo>
                    <a:pt x="1658" y="4099"/>
                    <a:pt x="1596" y="4078"/>
                    <a:pt x="1548" y="4036"/>
                  </a:cubicBezTo>
                  <a:lnTo>
                    <a:pt x="417" y="2905"/>
                  </a:lnTo>
                  <a:cubicBezTo>
                    <a:pt x="274" y="2750"/>
                    <a:pt x="369" y="2488"/>
                    <a:pt x="596" y="2488"/>
                  </a:cubicBezTo>
                  <a:cubicBezTo>
                    <a:pt x="600" y="2488"/>
                    <a:pt x="605" y="2488"/>
                    <a:pt x="610" y="2488"/>
                  </a:cubicBezTo>
                  <a:close/>
                  <a:moveTo>
                    <a:pt x="584" y="0"/>
                  </a:moveTo>
                  <a:cubicBezTo>
                    <a:pt x="250" y="0"/>
                    <a:pt x="0" y="274"/>
                    <a:pt x="0" y="583"/>
                  </a:cubicBezTo>
                  <a:lnTo>
                    <a:pt x="0" y="2715"/>
                  </a:lnTo>
                  <a:cubicBezTo>
                    <a:pt x="0" y="2858"/>
                    <a:pt x="60" y="3024"/>
                    <a:pt x="167" y="3131"/>
                  </a:cubicBezTo>
                  <a:cubicBezTo>
                    <a:pt x="1322" y="4262"/>
                    <a:pt x="1310" y="4334"/>
                    <a:pt x="1524" y="4405"/>
                  </a:cubicBezTo>
                  <a:cubicBezTo>
                    <a:pt x="1589" y="4428"/>
                    <a:pt x="1655" y="4439"/>
                    <a:pt x="1720" y="4439"/>
                  </a:cubicBezTo>
                  <a:cubicBezTo>
                    <a:pt x="2023" y="4439"/>
                    <a:pt x="2298" y="4201"/>
                    <a:pt x="2298" y="3858"/>
                  </a:cubicBezTo>
                  <a:cubicBezTo>
                    <a:pt x="2298" y="3703"/>
                    <a:pt x="2227" y="3572"/>
                    <a:pt x="2132" y="3453"/>
                  </a:cubicBezTo>
                  <a:lnTo>
                    <a:pt x="1167" y="2488"/>
                  </a:lnTo>
                  <a:lnTo>
                    <a:pt x="1167" y="583"/>
                  </a:lnTo>
                  <a:cubicBezTo>
                    <a:pt x="1167" y="250"/>
                    <a:pt x="893" y="0"/>
                    <a:pt x="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&amp; development</a:t>
            </a:r>
            <a:endParaRPr/>
          </a:p>
        </p:txBody>
      </p:sp>
      <p:sp>
        <p:nvSpPr>
          <p:cNvPr id="516" name="Google Shape;516;p50"/>
          <p:cNvSpPr txBox="1">
            <a:spLocks noGrp="1"/>
          </p:cNvSpPr>
          <p:nvPr>
            <p:ph type="subTitle" idx="1"/>
          </p:nvPr>
        </p:nvSpPr>
        <p:spPr>
          <a:xfrm>
            <a:off x="4725900" y="1872350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Venus has a beautiful name and is the second planet from the Sun. It’s terribly hot—even hotter than Mercury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Saturn is a gas giant and has several rings. This planet is composed mostly of hydrogen and helium</a:t>
            </a:r>
            <a:endParaRPr/>
          </a:p>
        </p:txBody>
      </p:sp>
      <p:sp>
        <p:nvSpPr>
          <p:cNvPr id="517" name="Google Shape;517;p50"/>
          <p:cNvSpPr txBox="1">
            <a:spLocks noGrp="1"/>
          </p:cNvSpPr>
          <p:nvPr>
            <p:ph type="subTitle" idx="2"/>
          </p:nvPr>
        </p:nvSpPr>
        <p:spPr>
          <a:xfrm>
            <a:off x="720000" y="1872350"/>
            <a:ext cx="3698100" cy="27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Mercury is the closest planet to the Sun and the smallest one in the Solar System—it’s a bit larger than the Moon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Jupiter is a gas giant, the biggest planet in the Solar System and it also has around eight moons</a:t>
            </a:r>
            <a:endParaRPr/>
          </a:p>
        </p:txBody>
      </p:sp>
      <p:sp>
        <p:nvSpPr>
          <p:cNvPr id="518" name="Google Shape;518;p50"/>
          <p:cNvSpPr txBox="1">
            <a:spLocks noGrp="1"/>
          </p:cNvSpPr>
          <p:nvPr>
            <p:ph type="subTitle" idx="3"/>
          </p:nvPr>
        </p:nvSpPr>
        <p:spPr>
          <a:xfrm>
            <a:off x="720000" y="1358750"/>
            <a:ext cx="36981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01</a:t>
            </a:r>
            <a:endParaRPr/>
          </a:p>
        </p:txBody>
      </p:sp>
      <p:sp>
        <p:nvSpPr>
          <p:cNvPr id="519" name="Google Shape;519;p50"/>
          <p:cNvSpPr txBox="1">
            <a:spLocks noGrp="1"/>
          </p:cNvSpPr>
          <p:nvPr>
            <p:ph type="subTitle" idx="4"/>
          </p:nvPr>
        </p:nvSpPr>
        <p:spPr>
          <a:xfrm>
            <a:off x="4725900" y="1358750"/>
            <a:ext cx="3698100" cy="4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02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1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&amp; development</a:t>
            </a:r>
            <a:endParaRPr/>
          </a:p>
        </p:txBody>
      </p:sp>
      <p:sp>
        <p:nvSpPr>
          <p:cNvPr id="525" name="Google Shape;525;p51"/>
          <p:cNvSpPr txBox="1"/>
          <p:nvPr/>
        </p:nvSpPr>
        <p:spPr>
          <a:xfrm>
            <a:off x="720000" y="3899425"/>
            <a:ext cx="39408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Follow the link in the graph to modify its data and then paste the new one here. </a:t>
            </a:r>
            <a:r>
              <a:rPr lang="en" sz="1200" b="1" u="sng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 u="sng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6" name="Google Shape;526;p51"/>
          <p:cNvSpPr txBox="1"/>
          <p:nvPr/>
        </p:nvSpPr>
        <p:spPr>
          <a:xfrm flipH="1">
            <a:off x="4741497" y="1407900"/>
            <a:ext cx="3309300" cy="444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100,200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27" name="Google Shape;527;p51"/>
          <p:cNvSpPr txBox="1"/>
          <p:nvPr/>
        </p:nvSpPr>
        <p:spPr>
          <a:xfrm>
            <a:off x="4741476" y="1895825"/>
            <a:ext cx="3309300" cy="3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New cases</a:t>
            </a:r>
            <a:endParaRPr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28" name="Google Shape;528;p51"/>
          <p:cNvSpPr txBox="1"/>
          <p:nvPr/>
        </p:nvSpPr>
        <p:spPr>
          <a:xfrm>
            <a:off x="5777703" y="3933675"/>
            <a:ext cx="22731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Despite being red,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it’</a:t>
            </a:r>
            <a:r>
              <a:rPr lang="en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 a cold place</a:t>
            </a:r>
            <a:endParaRPr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9" name="Google Shape;529;p51"/>
          <p:cNvSpPr txBox="1"/>
          <p:nvPr/>
        </p:nvSpPr>
        <p:spPr>
          <a:xfrm>
            <a:off x="5777700" y="3535525"/>
            <a:ext cx="227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Mars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30" name="Google Shape;530;p51"/>
          <p:cNvSpPr txBox="1"/>
          <p:nvPr/>
        </p:nvSpPr>
        <p:spPr>
          <a:xfrm>
            <a:off x="5777703" y="2752450"/>
            <a:ext cx="2273100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Earth is the planet with life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31" name="Google Shape;531;p51"/>
          <p:cNvSpPr txBox="1"/>
          <p:nvPr/>
        </p:nvSpPr>
        <p:spPr>
          <a:xfrm>
            <a:off x="5777700" y="2354300"/>
            <a:ext cx="227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Saturn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32" name="Google Shape;532;p51"/>
          <p:cNvSpPr/>
          <p:nvPr/>
        </p:nvSpPr>
        <p:spPr>
          <a:xfrm flipH="1">
            <a:off x="4741419" y="2504900"/>
            <a:ext cx="812700" cy="556200"/>
          </a:xfrm>
          <a:prstGeom prst="rect">
            <a:avLst/>
          </a:prstGeom>
          <a:solidFill>
            <a:srgbClr val="9C8C8D">
              <a:alpha val="60130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1"/>
          <p:cNvSpPr/>
          <p:nvPr/>
        </p:nvSpPr>
        <p:spPr>
          <a:xfrm flipH="1">
            <a:off x="4741419" y="3686125"/>
            <a:ext cx="812700" cy="556200"/>
          </a:xfrm>
          <a:prstGeom prst="rect">
            <a:avLst/>
          </a:prstGeom>
          <a:solidFill>
            <a:srgbClr val="8C9A9C">
              <a:alpha val="28480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4" name="Google Shape;534;p51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000" y="1256724"/>
            <a:ext cx="3940800" cy="24367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p51"/>
          <p:cNvGrpSpPr/>
          <p:nvPr/>
        </p:nvGrpSpPr>
        <p:grpSpPr>
          <a:xfrm>
            <a:off x="4957573" y="2601447"/>
            <a:ext cx="380393" cy="363118"/>
            <a:chOff x="4126815" y="2760704"/>
            <a:chExt cx="380393" cy="363118"/>
          </a:xfrm>
        </p:grpSpPr>
        <p:sp>
          <p:nvSpPr>
            <p:cNvPr id="536" name="Google Shape;536;p51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51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51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51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51"/>
          <p:cNvGrpSpPr/>
          <p:nvPr/>
        </p:nvGrpSpPr>
        <p:grpSpPr>
          <a:xfrm>
            <a:off x="4960415" y="3777221"/>
            <a:ext cx="374709" cy="374010"/>
            <a:chOff x="1421638" y="4125629"/>
            <a:chExt cx="374709" cy="374010"/>
          </a:xfrm>
        </p:grpSpPr>
        <p:sp>
          <p:nvSpPr>
            <p:cNvPr id="541" name="Google Shape;541;p51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1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2"/>
          <p:cNvSpPr/>
          <p:nvPr/>
        </p:nvSpPr>
        <p:spPr>
          <a:xfrm flipH="1">
            <a:off x="5187069" y="1715965"/>
            <a:ext cx="812700" cy="556200"/>
          </a:xfrm>
          <a:prstGeom prst="rect">
            <a:avLst/>
          </a:prstGeom>
          <a:solidFill>
            <a:srgbClr val="9C8C8D">
              <a:alpha val="60130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52"/>
          <p:cNvSpPr/>
          <p:nvPr/>
        </p:nvSpPr>
        <p:spPr>
          <a:xfrm flipH="1">
            <a:off x="5187069" y="3021390"/>
            <a:ext cx="812700" cy="556200"/>
          </a:xfrm>
          <a:prstGeom prst="rect">
            <a:avLst/>
          </a:prstGeom>
          <a:solidFill>
            <a:srgbClr val="8C9A9C">
              <a:alpha val="28480"/>
            </a:srgb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2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the results</a:t>
            </a:r>
            <a:endParaRPr/>
          </a:p>
        </p:txBody>
      </p:sp>
      <p:sp>
        <p:nvSpPr>
          <p:cNvPr id="550" name="Google Shape;550;p52"/>
          <p:cNvSpPr txBox="1">
            <a:spLocks noGrp="1"/>
          </p:cNvSpPr>
          <p:nvPr>
            <p:ph type="title" idx="4294967295"/>
          </p:nvPr>
        </p:nvSpPr>
        <p:spPr>
          <a:xfrm>
            <a:off x="6189000" y="2816058"/>
            <a:ext cx="1934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Mercury</a:t>
            </a:r>
            <a:endParaRPr sz="2000"/>
          </a:p>
        </p:txBody>
      </p:sp>
      <p:sp>
        <p:nvSpPr>
          <p:cNvPr id="551" name="Google Shape;551;p52"/>
          <p:cNvSpPr txBox="1">
            <a:spLocks noGrp="1"/>
          </p:cNvSpPr>
          <p:nvPr>
            <p:ph type="subTitle" idx="4294967295"/>
          </p:nvPr>
        </p:nvSpPr>
        <p:spPr>
          <a:xfrm>
            <a:off x="6189000" y="3210226"/>
            <a:ext cx="193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quite a small planet</a:t>
            </a:r>
            <a:endParaRPr/>
          </a:p>
        </p:txBody>
      </p:sp>
      <p:sp>
        <p:nvSpPr>
          <p:cNvPr id="552" name="Google Shape;552;p52"/>
          <p:cNvSpPr txBox="1">
            <a:spLocks noGrp="1"/>
          </p:cNvSpPr>
          <p:nvPr>
            <p:ph type="title" idx="4294967295"/>
          </p:nvPr>
        </p:nvSpPr>
        <p:spPr>
          <a:xfrm>
            <a:off x="6189000" y="1510628"/>
            <a:ext cx="1934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Venus</a:t>
            </a:r>
            <a:endParaRPr sz="2000"/>
          </a:p>
        </p:txBody>
      </p:sp>
      <p:sp>
        <p:nvSpPr>
          <p:cNvPr id="553" name="Google Shape;553;p52"/>
          <p:cNvSpPr txBox="1">
            <a:spLocks noGrp="1"/>
          </p:cNvSpPr>
          <p:nvPr>
            <p:ph type="subTitle" idx="4294967295"/>
          </p:nvPr>
        </p:nvSpPr>
        <p:spPr>
          <a:xfrm>
            <a:off x="6189000" y="1904797"/>
            <a:ext cx="1934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</a:t>
            </a:r>
            <a:endParaRPr/>
          </a:p>
        </p:txBody>
      </p:sp>
      <p:sp>
        <p:nvSpPr>
          <p:cNvPr id="554" name="Google Shape;554;p52"/>
          <p:cNvSpPr txBox="1"/>
          <p:nvPr/>
        </p:nvSpPr>
        <p:spPr>
          <a:xfrm>
            <a:off x="713225" y="4111325"/>
            <a:ext cx="7753500" cy="4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Follow the link in the graph to modify its data and then paste the new one here.</a:t>
            </a:r>
            <a:r>
              <a:rPr lang="en" sz="1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00" b="1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200" b="1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55" name="Google Shape;555;p52" title="Char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000" y="1349214"/>
            <a:ext cx="4198599" cy="2620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6" name="Google Shape;556;p52"/>
          <p:cNvGrpSpPr/>
          <p:nvPr/>
        </p:nvGrpSpPr>
        <p:grpSpPr>
          <a:xfrm>
            <a:off x="5411924" y="1849056"/>
            <a:ext cx="362991" cy="290018"/>
            <a:chOff x="3049653" y="2321468"/>
            <a:chExt cx="362991" cy="290018"/>
          </a:xfrm>
        </p:grpSpPr>
        <p:sp>
          <p:nvSpPr>
            <p:cNvPr id="557" name="Google Shape;557;p52"/>
            <p:cNvSpPr/>
            <p:nvPr/>
          </p:nvSpPr>
          <p:spPr>
            <a:xfrm>
              <a:off x="3280290" y="2429690"/>
              <a:ext cx="29913" cy="73957"/>
            </a:xfrm>
            <a:custGeom>
              <a:avLst/>
              <a:gdLst/>
              <a:ahLst/>
              <a:cxnLst/>
              <a:rect l="l" t="t" r="r" b="b"/>
              <a:pathLst>
                <a:path w="942" h="2329" extrusionOk="0">
                  <a:moveTo>
                    <a:pt x="200" y="1"/>
                  </a:moveTo>
                  <a:cubicBezTo>
                    <a:pt x="158" y="1"/>
                    <a:pt x="114" y="16"/>
                    <a:pt x="72" y="45"/>
                  </a:cubicBezTo>
                  <a:cubicBezTo>
                    <a:pt x="13" y="93"/>
                    <a:pt x="13" y="200"/>
                    <a:pt x="72" y="283"/>
                  </a:cubicBezTo>
                  <a:cubicBezTo>
                    <a:pt x="572" y="772"/>
                    <a:pt x="572" y="1569"/>
                    <a:pt x="72" y="2046"/>
                  </a:cubicBezTo>
                  <a:cubicBezTo>
                    <a:pt x="1" y="2129"/>
                    <a:pt x="1" y="2224"/>
                    <a:pt x="72" y="2284"/>
                  </a:cubicBezTo>
                  <a:cubicBezTo>
                    <a:pt x="102" y="2313"/>
                    <a:pt x="144" y="2328"/>
                    <a:pt x="187" y="2328"/>
                  </a:cubicBezTo>
                  <a:cubicBezTo>
                    <a:pt x="230" y="2328"/>
                    <a:pt x="275" y="2313"/>
                    <a:pt x="310" y="2284"/>
                  </a:cubicBezTo>
                  <a:cubicBezTo>
                    <a:pt x="941" y="1665"/>
                    <a:pt x="941" y="664"/>
                    <a:pt x="310" y="45"/>
                  </a:cubicBezTo>
                  <a:cubicBezTo>
                    <a:pt x="280" y="16"/>
                    <a:pt x="242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2"/>
            <p:cNvSpPr/>
            <p:nvPr/>
          </p:nvSpPr>
          <p:spPr>
            <a:xfrm>
              <a:off x="3317729" y="2392250"/>
              <a:ext cx="49570" cy="148836"/>
            </a:xfrm>
            <a:custGeom>
              <a:avLst/>
              <a:gdLst/>
              <a:ahLst/>
              <a:cxnLst/>
              <a:rect l="l" t="t" r="r" b="b"/>
              <a:pathLst>
                <a:path w="1561" h="4687" extrusionOk="0">
                  <a:moveTo>
                    <a:pt x="183" y="1"/>
                  </a:moveTo>
                  <a:cubicBezTo>
                    <a:pt x="140" y="1"/>
                    <a:pt x="96" y="16"/>
                    <a:pt x="60" y="46"/>
                  </a:cubicBezTo>
                  <a:cubicBezTo>
                    <a:pt x="0" y="105"/>
                    <a:pt x="0" y="212"/>
                    <a:pt x="60" y="284"/>
                  </a:cubicBezTo>
                  <a:cubicBezTo>
                    <a:pt x="1191" y="1415"/>
                    <a:pt x="1191" y="3272"/>
                    <a:pt x="60" y="4403"/>
                  </a:cubicBezTo>
                  <a:cubicBezTo>
                    <a:pt x="0" y="4475"/>
                    <a:pt x="0" y="4582"/>
                    <a:pt x="60" y="4641"/>
                  </a:cubicBezTo>
                  <a:cubicBezTo>
                    <a:pt x="90" y="4671"/>
                    <a:pt x="131" y="4686"/>
                    <a:pt x="175" y="4686"/>
                  </a:cubicBezTo>
                  <a:cubicBezTo>
                    <a:pt x="218" y="4686"/>
                    <a:pt x="262" y="4671"/>
                    <a:pt x="298" y="4641"/>
                  </a:cubicBezTo>
                  <a:cubicBezTo>
                    <a:pt x="1560" y="3379"/>
                    <a:pt x="1560" y="1308"/>
                    <a:pt x="298" y="46"/>
                  </a:cubicBezTo>
                  <a:cubicBezTo>
                    <a:pt x="268" y="16"/>
                    <a:pt x="227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2"/>
            <p:cNvSpPr/>
            <p:nvPr/>
          </p:nvSpPr>
          <p:spPr>
            <a:xfrm>
              <a:off x="3354406" y="2355954"/>
              <a:ext cx="58239" cy="222317"/>
            </a:xfrm>
            <a:custGeom>
              <a:avLst/>
              <a:gdLst/>
              <a:ahLst/>
              <a:cxnLst/>
              <a:rect l="l" t="t" r="r" b="b"/>
              <a:pathLst>
                <a:path w="1834" h="7001" extrusionOk="0">
                  <a:moveTo>
                    <a:pt x="174" y="1"/>
                  </a:moveTo>
                  <a:cubicBezTo>
                    <a:pt x="131" y="1"/>
                    <a:pt x="90" y="16"/>
                    <a:pt x="60" y="46"/>
                  </a:cubicBezTo>
                  <a:cubicBezTo>
                    <a:pt x="0" y="105"/>
                    <a:pt x="0" y="200"/>
                    <a:pt x="60" y="284"/>
                  </a:cubicBezTo>
                  <a:cubicBezTo>
                    <a:pt x="1834" y="2046"/>
                    <a:pt x="1834" y="4939"/>
                    <a:pt x="60" y="6713"/>
                  </a:cubicBezTo>
                  <a:cubicBezTo>
                    <a:pt x="0" y="6773"/>
                    <a:pt x="0" y="6868"/>
                    <a:pt x="60" y="6951"/>
                  </a:cubicBezTo>
                  <a:cubicBezTo>
                    <a:pt x="88" y="6985"/>
                    <a:pt x="128" y="7000"/>
                    <a:pt x="169" y="7000"/>
                  </a:cubicBezTo>
                  <a:cubicBezTo>
                    <a:pt x="214" y="7000"/>
                    <a:pt x="261" y="6982"/>
                    <a:pt x="298" y="6951"/>
                  </a:cubicBezTo>
                  <a:cubicBezTo>
                    <a:pt x="1227" y="6023"/>
                    <a:pt x="1727" y="4808"/>
                    <a:pt x="1727" y="3498"/>
                  </a:cubicBezTo>
                  <a:cubicBezTo>
                    <a:pt x="1727" y="2189"/>
                    <a:pt x="1227" y="962"/>
                    <a:pt x="298" y="46"/>
                  </a:cubicBezTo>
                  <a:cubicBezTo>
                    <a:pt x="262" y="16"/>
                    <a:pt x="218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2"/>
            <p:cNvSpPr/>
            <p:nvPr/>
          </p:nvSpPr>
          <p:spPr>
            <a:xfrm>
              <a:off x="3049653" y="2321468"/>
              <a:ext cx="210250" cy="290018"/>
            </a:xfrm>
            <a:custGeom>
              <a:avLst/>
              <a:gdLst/>
              <a:ahLst/>
              <a:cxnLst/>
              <a:rect l="l" t="t" r="r" b="b"/>
              <a:pathLst>
                <a:path w="6621" h="9133" extrusionOk="0">
                  <a:moveTo>
                    <a:pt x="5216" y="1072"/>
                  </a:moveTo>
                  <a:lnTo>
                    <a:pt x="5216" y="8097"/>
                  </a:lnTo>
                  <a:cubicBezTo>
                    <a:pt x="4156" y="7751"/>
                    <a:pt x="3287" y="7037"/>
                    <a:pt x="2739" y="6061"/>
                  </a:cubicBezTo>
                  <a:lnTo>
                    <a:pt x="2739" y="3084"/>
                  </a:lnTo>
                  <a:cubicBezTo>
                    <a:pt x="3275" y="2120"/>
                    <a:pt x="4156" y="1405"/>
                    <a:pt x="5216" y="1072"/>
                  </a:cubicBezTo>
                  <a:close/>
                  <a:moveTo>
                    <a:pt x="5716" y="0"/>
                  </a:moveTo>
                  <a:cubicBezTo>
                    <a:pt x="5430" y="0"/>
                    <a:pt x="5216" y="215"/>
                    <a:pt x="5216" y="501"/>
                  </a:cubicBezTo>
                  <a:lnTo>
                    <a:pt x="5216" y="691"/>
                  </a:lnTo>
                  <a:cubicBezTo>
                    <a:pt x="4049" y="1048"/>
                    <a:pt x="3096" y="1810"/>
                    <a:pt x="2489" y="2858"/>
                  </a:cubicBezTo>
                  <a:lnTo>
                    <a:pt x="1227" y="2858"/>
                  </a:lnTo>
                  <a:cubicBezTo>
                    <a:pt x="549" y="2858"/>
                    <a:pt x="13" y="3394"/>
                    <a:pt x="13" y="4061"/>
                  </a:cubicBezTo>
                  <a:lnTo>
                    <a:pt x="13" y="5037"/>
                  </a:lnTo>
                  <a:cubicBezTo>
                    <a:pt x="1" y="5692"/>
                    <a:pt x="489" y="6227"/>
                    <a:pt x="1120" y="6275"/>
                  </a:cubicBezTo>
                  <a:cubicBezTo>
                    <a:pt x="1203" y="6275"/>
                    <a:pt x="1287" y="6216"/>
                    <a:pt x="1299" y="6132"/>
                  </a:cubicBezTo>
                  <a:cubicBezTo>
                    <a:pt x="1299" y="6037"/>
                    <a:pt x="1239" y="5966"/>
                    <a:pt x="1144" y="5954"/>
                  </a:cubicBezTo>
                  <a:cubicBezTo>
                    <a:pt x="703" y="5918"/>
                    <a:pt x="346" y="5537"/>
                    <a:pt x="346" y="5073"/>
                  </a:cubicBezTo>
                  <a:lnTo>
                    <a:pt x="346" y="4084"/>
                  </a:lnTo>
                  <a:cubicBezTo>
                    <a:pt x="346" y="3608"/>
                    <a:pt x="727" y="3215"/>
                    <a:pt x="1227" y="3215"/>
                  </a:cubicBezTo>
                  <a:lnTo>
                    <a:pt x="2418" y="3215"/>
                  </a:lnTo>
                  <a:lnTo>
                    <a:pt x="2418" y="5954"/>
                  </a:lnTo>
                  <a:lnTo>
                    <a:pt x="1918" y="5954"/>
                  </a:lnTo>
                  <a:cubicBezTo>
                    <a:pt x="1834" y="5954"/>
                    <a:pt x="1763" y="6025"/>
                    <a:pt x="1763" y="6108"/>
                  </a:cubicBezTo>
                  <a:cubicBezTo>
                    <a:pt x="1763" y="6204"/>
                    <a:pt x="1834" y="6275"/>
                    <a:pt x="1918" y="6275"/>
                  </a:cubicBezTo>
                  <a:lnTo>
                    <a:pt x="2489" y="6275"/>
                  </a:lnTo>
                  <a:cubicBezTo>
                    <a:pt x="3096" y="7323"/>
                    <a:pt x="4049" y="8097"/>
                    <a:pt x="5216" y="8430"/>
                  </a:cubicBezTo>
                  <a:lnTo>
                    <a:pt x="5216" y="8633"/>
                  </a:lnTo>
                  <a:cubicBezTo>
                    <a:pt x="5216" y="8906"/>
                    <a:pt x="5430" y="9133"/>
                    <a:pt x="5716" y="9133"/>
                  </a:cubicBezTo>
                  <a:lnTo>
                    <a:pt x="6121" y="9133"/>
                  </a:lnTo>
                  <a:cubicBezTo>
                    <a:pt x="6406" y="9133"/>
                    <a:pt x="6621" y="8906"/>
                    <a:pt x="6621" y="8633"/>
                  </a:cubicBezTo>
                  <a:lnTo>
                    <a:pt x="6621" y="4953"/>
                  </a:lnTo>
                  <a:cubicBezTo>
                    <a:pt x="6621" y="4858"/>
                    <a:pt x="6549" y="4787"/>
                    <a:pt x="6466" y="4787"/>
                  </a:cubicBezTo>
                  <a:cubicBezTo>
                    <a:pt x="6371" y="4787"/>
                    <a:pt x="6299" y="4858"/>
                    <a:pt x="6299" y="4953"/>
                  </a:cubicBezTo>
                  <a:lnTo>
                    <a:pt x="6299" y="8633"/>
                  </a:lnTo>
                  <a:cubicBezTo>
                    <a:pt x="6299" y="8728"/>
                    <a:pt x="6228" y="8811"/>
                    <a:pt x="6121" y="8811"/>
                  </a:cubicBezTo>
                  <a:lnTo>
                    <a:pt x="5716" y="8811"/>
                  </a:lnTo>
                  <a:cubicBezTo>
                    <a:pt x="5609" y="8811"/>
                    <a:pt x="5537" y="8728"/>
                    <a:pt x="5537" y="8633"/>
                  </a:cubicBezTo>
                  <a:lnTo>
                    <a:pt x="5537" y="501"/>
                  </a:lnTo>
                  <a:cubicBezTo>
                    <a:pt x="5537" y="393"/>
                    <a:pt x="5609" y="322"/>
                    <a:pt x="5716" y="322"/>
                  </a:cubicBezTo>
                  <a:lnTo>
                    <a:pt x="6121" y="322"/>
                  </a:lnTo>
                  <a:cubicBezTo>
                    <a:pt x="6228" y="322"/>
                    <a:pt x="6299" y="393"/>
                    <a:pt x="6299" y="501"/>
                  </a:cubicBezTo>
                  <a:lnTo>
                    <a:pt x="6299" y="4180"/>
                  </a:lnTo>
                  <a:cubicBezTo>
                    <a:pt x="6299" y="4263"/>
                    <a:pt x="6371" y="4346"/>
                    <a:pt x="6466" y="4346"/>
                  </a:cubicBezTo>
                  <a:cubicBezTo>
                    <a:pt x="6549" y="4346"/>
                    <a:pt x="6621" y="4263"/>
                    <a:pt x="6621" y="4180"/>
                  </a:cubicBezTo>
                  <a:lnTo>
                    <a:pt x="6621" y="501"/>
                  </a:lnTo>
                  <a:cubicBezTo>
                    <a:pt x="6621" y="215"/>
                    <a:pt x="6406" y="0"/>
                    <a:pt x="6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1" name="Google Shape;561;p52"/>
          <p:cNvGrpSpPr/>
          <p:nvPr/>
        </p:nvGrpSpPr>
        <p:grpSpPr>
          <a:xfrm>
            <a:off x="5421387" y="3115169"/>
            <a:ext cx="344065" cy="368644"/>
            <a:chOff x="4149138" y="4121151"/>
            <a:chExt cx="344065" cy="368644"/>
          </a:xfrm>
        </p:grpSpPr>
        <p:sp>
          <p:nvSpPr>
            <p:cNvPr id="562" name="Google Shape;562;p52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52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2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2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2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2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2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2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2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2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2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2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3"/>
          <p:cNvSpPr txBox="1"/>
          <p:nvPr/>
        </p:nvSpPr>
        <p:spPr>
          <a:xfrm flipH="1">
            <a:off x="720129" y="1438088"/>
            <a:ext cx="1687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Venus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79" name="Google Shape;579;p53"/>
          <p:cNvSpPr txBox="1"/>
          <p:nvPr/>
        </p:nvSpPr>
        <p:spPr>
          <a:xfrm flipH="1">
            <a:off x="720129" y="3624036"/>
            <a:ext cx="1687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Mars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80" name="Google Shape;580;p53"/>
          <p:cNvSpPr txBox="1"/>
          <p:nvPr/>
        </p:nvSpPr>
        <p:spPr>
          <a:xfrm flipH="1">
            <a:off x="720149" y="2531062"/>
            <a:ext cx="16872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Mercury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81" name="Google Shape;581;p53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</a:t>
            </a:r>
            <a:r>
              <a:rPr lang="en">
                <a:solidFill>
                  <a:srgbClr val="F4C5B1"/>
                </a:solidFill>
              </a:rPr>
              <a:t> </a:t>
            </a:r>
            <a:r>
              <a:rPr lang="en"/>
              <a:t>map</a:t>
            </a:r>
            <a:endParaRPr/>
          </a:p>
        </p:txBody>
      </p:sp>
      <p:sp>
        <p:nvSpPr>
          <p:cNvPr id="582" name="Google Shape;582;p53"/>
          <p:cNvSpPr txBox="1"/>
          <p:nvPr/>
        </p:nvSpPr>
        <p:spPr>
          <a:xfrm flipH="1">
            <a:off x="720139" y="1746277"/>
            <a:ext cx="1687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Venus has a beautiful name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3" name="Google Shape;583;p53"/>
          <p:cNvSpPr txBox="1"/>
          <p:nvPr/>
        </p:nvSpPr>
        <p:spPr>
          <a:xfrm flipH="1">
            <a:off x="720139" y="3932225"/>
            <a:ext cx="1687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Mars is made of basalt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4" name="Google Shape;584;p53"/>
          <p:cNvSpPr txBox="1"/>
          <p:nvPr/>
        </p:nvSpPr>
        <p:spPr>
          <a:xfrm flipH="1">
            <a:off x="720150" y="2839251"/>
            <a:ext cx="16872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Mercury is very small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585" name="Google Shape;585;p53"/>
          <p:cNvGrpSpPr/>
          <p:nvPr/>
        </p:nvGrpSpPr>
        <p:grpSpPr>
          <a:xfrm>
            <a:off x="3640687" y="1840079"/>
            <a:ext cx="4561448" cy="2429670"/>
            <a:chOff x="233350" y="949250"/>
            <a:chExt cx="7137300" cy="3802300"/>
          </a:xfrm>
        </p:grpSpPr>
        <p:sp>
          <p:nvSpPr>
            <p:cNvPr id="586" name="Google Shape;586;p53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53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53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53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53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53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53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53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53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53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53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53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53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53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53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53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53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53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53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53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53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53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53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53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53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53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53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53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53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53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53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3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53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53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53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53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53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53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53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53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53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53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53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53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53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53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53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53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3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53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53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9C8C8D">
                <a:alpha val="601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7" name="Google Shape;637;p53"/>
          <p:cNvSpPr/>
          <p:nvPr/>
        </p:nvSpPr>
        <p:spPr>
          <a:xfrm flipH="1">
            <a:off x="2559719" y="1435362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53"/>
          <p:cNvSpPr/>
          <p:nvPr/>
        </p:nvSpPr>
        <p:spPr>
          <a:xfrm flipH="1">
            <a:off x="2559719" y="2525800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53"/>
          <p:cNvSpPr/>
          <p:nvPr/>
        </p:nvSpPr>
        <p:spPr>
          <a:xfrm flipH="1">
            <a:off x="2559719" y="3616237"/>
            <a:ext cx="812700" cy="556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0" name="Google Shape;640;p53"/>
          <p:cNvCxnSpPr>
            <a:stCxn id="637" idx="1"/>
          </p:cNvCxnSpPr>
          <p:nvPr/>
        </p:nvCxnSpPr>
        <p:spPr>
          <a:xfrm>
            <a:off x="3372419" y="1713462"/>
            <a:ext cx="1125300" cy="638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41" name="Google Shape;641;p53"/>
          <p:cNvCxnSpPr>
            <a:stCxn id="638" idx="1"/>
          </p:cNvCxnSpPr>
          <p:nvPr/>
        </p:nvCxnSpPr>
        <p:spPr>
          <a:xfrm>
            <a:off x="3372419" y="2803900"/>
            <a:ext cx="2690700" cy="176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42" name="Google Shape;642;p53"/>
          <p:cNvCxnSpPr>
            <a:stCxn id="639" idx="1"/>
          </p:cNvCxnSpPr>
          <p:nvPr/>
        </p:nvCxnSpPr>
        <p:spPr>
          <a:xfrm rot="10800000" flipH="1">
            <a:off x="3372419" y="3619837"/>
            <a:ext cx="4186500" cy="2745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643" name="Google Shape;643;p53"/>
          <p:cNvGrpSpPr/>
          <p:nvPr/>
        </p:nvGrpSpPr>
        <p:grpSpPr>
          <a:xfrm>
            <a:off x="2866682" y="3719840"/>
            <a:ext cx="198775" cy="348972"/>
            <a:chOff x="2487439" y="4280740"/>
            <a:chExt cx="198775" cy="348972"/>
          </a:xfrm>
        </p:grpSpPr>
        <p:sp>
          <p:nvSpPr>
            <p:cNvPr id="644" name="Google Shape;644;p53"/>
            <p:cNvSpPr/>
            <p:nvPr/>
          </p:nvSpPr>
          <p:spPr>
            <a:xfrm>
              <a:off x="2487439" y="4280740"/>
              <a:ext cx="198775" cy="348972"/>
            </a:xfrm>
            <a:custGeom>
              <a:avLst/>
              <a:gdLst/>
              <a:ahLst/>
              <a:cxnLst/>
              <a:rect l="l" t="t" r="r" b="b"/>
              <a:pathLst>
                <a:path w="6240" h="10955" extrusionOk="0">
                  <a:moveTo>
                    <a:pt x="5644" y="358"/>
                  </a:moveTo>
                  <a:lnTo>
                    <a:pt x="5644" y="2870"/>
                  </a:lnTo>
                  <a:cubicBezTo>
                    <a:pt x="5644" y="4001"/>
                    <a:pt x="4882" y="5013"/>
                    <a:pt x="3787" y="5311"/>
                  </a:cubicBezTo>
                  <a:cubicBezTo>
                    <a:pt x="3716" y="5323"/>
                    <a:pt x="3656" y="5406"/>
                    <a:pt x="3656" y="5478"/>
                  </a:cubicBezTo>
                  <a:cubicBezTo>
                    <a:pt x="3656" y="5549"/>
                    <a:pt x="3716" y="5621"/>
                    <a:pt x="3787" y="5644"/>
                  </a:cubicBezTo>
                  <a:cubicBezTo>
                    <a:pt x="4882" y="5942"/>
                    <a:pt x="5644" y="6954"/>
                    <a:pt x="5644" y="8085"/>
                  </a:cubicBezTo>
                  <a:lnTo>
                    <a:pt x="5644" y="10597"/>
                  </a:lnTo>
                  <a:lnTo>
                    <a:pt x="584" y="10597"/>
                  </a:lnTo>
                  <a:lnTo>
                    <a:pt x="584" y="8085"/>
                  </a:lnTo>
                  <a:cubicBezTo>
                    <a:pt x="584" y="6954"/>
                    <a:pt x="1346" y="5942"/>
                    <a:pt x="2442" y="5644"/>
                  </a:cubicBezTo>
                  <a:cubicBezTo>
                    <a:pt x="2525" y="5621"/>
                    <a:pt x="2573" y="5549"/>
                    <a:pt x="2573" y="5478"/>
                  </a:cubicBezTo>
                  <a:cubicBezTo>
                    <a:pt x="2573" y="5406"/>
                    <a:pt x="2525" y="5323"/>
                    <a:pt x="2442" y="5311"/>
                  </a:cubicBezTo>
                  <a:cubicBezTo>
                    <a:pt x="1346" y="5013"/>
                    <a:pt x="584" y="4001"/>
                    <a:pt x="584" y="2870"/>
                  </a:cubicBezTo>
                  <a:lnTo>
                    <a:pt x="584" y="358"/>
                  </a:lnTo>
                  <a:close/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84" y="358"/>
                    <a:pt x="179" y="358"/>
                  </a:cubicBezTo>
                  <a:lnTo>
                    <a:pt x="239" y="358"/>
                  </a:lnTo>
                  <a:lnTo>
                    <a:pt x="239" y="2870"/>
                  </a:lnTo>
                  <a:cubicBezTo>
                    <a:pt x="239" y="4001"/>
                    <a:pt x="894" y="5013"/>
                    <a:pt x="1894" y="5478"/>
                  </a:cubicBezTo>
                  <a:cubicBezTo>
                    <a:pt x="894" y="5942"/>
                    <a:pt x="239" y="6966"/>
                    <a:pt x="239" y="8085"/>
                  </a:cubicBezTo>
                  <a:lnTo>
                    <a:pt x="239" y="10597"/>
                  </a:lnTo>
                  <a:lnTo>
                    <a:pt x="179" y="10597"/>
                  </a:lnTo>
                  <a:cubicBezTo>
                    <a:pt x="84" y="10597"/>
                    <a:pt x="1" y="10669"/>
                    <a:pt x="1" y="10776"/>
                  </a:cubicBezTo>
                  <a:cubicBezTo>
                    <a:pt x="1" y="10883"/>
                    <a:pt x="84" y="10955"/>
                    <a:pt x="179" y="10955"/>
                  </a:cubicBezTo>
                  <a:lnTo>
                    <a:pt x="6061" y="10955"/>
                  </a:lnTo>
                  <a:cubicBezTo>
                    <a:pt x="6168" y="10955"/>
                    <a:pt x="6240" y="10883"/>
                    <a:pt x="6240" y="10776"/>
                  </a:cubicBezTo>
                  <a:cubicBezTo>
                    <a:pt x="6240" y="10669"/>
                    <a:pt x="6144" y="10597"/>
                    <a:pt x="6061" y="10597"/>
                  </a:cubicBezTo>
                  <a:lnTo>
                    <a:pt x="6002" y="10597"/>
                  </a:lnTo>
                  <a:lnTo>
                    <a:pt x="6002" y="8085"/>
                  </a:lnTo>
                  <a:cubicBezTo>
                    <a:pt x="6002" y="6954"/>
                    <a:pt x="5347" y="5942"/>
                    <a:pt x="4347" y="5478"/>
                  </a:cubicBezTo>
                  <a:cubicBezTo>
                    <a:pt x="5347" y="5013"/>
                    <a:pt x="6002" y="3989"/>
                    <a:pt x="6002" y="2870"/>
                  </a:cubicBezTo>
                  <a:lnTo>
                    <a:pt x="6002" y="358"/>
                  </a:lnTo>
                  <a:lnTo>
                    <a:pt x="6061" y="358"/>
                  </a:lnTo>
                  <a:cubicBezTo>
                    <a:pt x="6168" y="358"/>
                    <a:pt x="6240" y="287"/>
                    <a:pt x="6240" y="179"/>
                  </a:cubicBezTo>
                  <a:cubicBezTo>
                    <a:pt x="6240" y="72"/>
                    <a:pt x="6168" y="1"/>
                    <a:pt x="60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53"/>
            <p:cNvSpPr/>
            <p:nvPr/>
          </p:nvSpPr>
          <p:spPr>
            <a:xfrm>
              <a:off x="2516267" y="4511784"/>
              <a:ext cx="139620" cy="95565"/>
            </a:xfrm>
            <a:custGeom>
              <a:avLst/>
              <a:gdLst/>
              <a:ahLst/>
              <a:cxnLst/>
              <a:rect l="l" t="t" r="r" b="b"/>
              <a:pathLst>
                <a:path w="4383" h="3000" extrusionOk="0">
                  <a:moveTo>
                    <a:pt x="1670" y="0"/>
                  </a:moveTo>
                  <a:cubicBezTo>
                    <a:pt x="1650" y="0"/>
                    <a:pt x="1629" y="4"/>
                    <a:pt x="1608" y="11"/>
                  </a:cubicBezTo>
                  <a:cubicBezTo>
                    <a:pt x="679" y="261"/>
                    <a:pt x="1" y="1130"/>
                    <a:pt x="1" y="2106"/>
                  </a:cubicBezTo>
                  <a:lnTo>
                    <a:pt x="1" y="2821"/>
                  </a:lnTo>
                  <a:cubicBezTo>
                    <a:pt x="1" y="2928"/>
                    <a:pt x="84" y="2999"/>
                    <a:pt x="179" y="2999"/>
                  </a:cubicBezTo>
                  <a:lnTo>
                    <a:pt x="4192" y="2999"/>
                  </a:lnTo>
                  <a:cubicBezTo>
                    <a:pt x="4299" y="2999"/>
                    <a:pt x="4370" y="2928"/>
                    <a:pt x="4370" y="2821"/>
                  </a:cubicBezTo>
                  <a:lnTo>
                    <a:pt x="4370" y="2106"/>
                  </a:lnTo>
                  <a:cubicBezTo>
                    <a:pt x="4382" y="1130"/>
                    <a:pt x="3727" y="261"/>
                    <a:pt x="2787" y="11"/>
                  </a:cubicBezTo>
                  <a:cubicBezTo>
                    <a:pt x="2770" y="4"/>
                    <a:pt x="2752" y="0"/>
                    <a:pt x="2735" y="0"/>
                  </a:cubicBezTo>
                  <a:cubicBezTo>
                    <a:pt x="2663" y="0"/>
                    <a:pt x="2589" y="54"/>
                    <a:pt x="2560" y="130"/>
                  </a:cubicBezTo>
                  <a:cubicBezTo>
                    <a:pt x="2537" y="213"/>
                    <a:pt x="2596" y="320"/>
                    <a:pt x="2680" y="356"/>
                  </a:cubicBezTo>
                  <a:cubicBezTo>
                    <a:pt x="3477" y="570"/>
                    <a:pt x="4025" y="1285"/>
                    <a:pt x="4025" y="2106"/>
                  </a:cubicBezTo>
                  <a:lnTo>
                    <a:pt x="4025" y="2642"/>
                  </a:lnTo>
                  <a:lnTo>
                    <a:pt x="382" y="2642"/>
                  </a:lnTo>
                  <a:lnTo>
                    <a:pt x="382" y="2106"/>
                  </a:lnTo>
                  <a:cubicBezTo>
                    <a:pt x="382" y="1285"/>
                    <a:pt x="929" y="558"/>
                    <a:pt x="1715" y="356"/>
                  </a:cubicBezTo>
                  <a:cubicBezTo>
                    <a:pt x="1810" y="320"/>
                    <a:pt x="1870" y="237"/>
                    <a:pt x="1834" y="130"/>
                  </a:cubicBezTo>
                  <a:cubicBezTo>
                    <a:pt x="1815" y="54"/>
                    <a:pt x="1750" y="0"/>
                    <a:pt x="16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2518911" y="4385065"/>
              <a:ext cx="134683" cy="105090"/>
            </a:xfrm>
            <a:custGeom>
              <a:avLst/>
              <a:gdLst/>
              <a:ahLst/>
              <a:cxnLst/>
              <a:rect l="l" t="t" r="r" b="b"/>
              <a:pathLst>
                <a:path w="4228" h="3299" extrusionOk="0">
                  <a:moveTo>
                    <a:pt x="191" y="0"/>
                  </a:moveTo>
                  <a:cubicBezTo>
                    <a:pt x="132" y="0"/>
                    <a:pt x="84" y="24"/>
                    <a:pt x="49" y="72"/>
                  </a:cubicBezTo>
                  <a:cubicBezTo>
                    <a:pt x="13" y="119"/>
                    <a:pt x="1" y="179"/>
                    <a:pt x="13" y="238"/>
                  </a:cubicBezTo>
                  <a:cubicBezTo>
                    <a:pt x="239" y="953"/>
                    <a:pt x="799" y="1512"/>
                    <a:pt x="1513" y="1691"/>
                  </a:cubicBezTo>
                  <a:cubicBezTo>
                    <a:pt x="1632" y="1727"/>
                    <a:pt x="1751" y="1750"/>
                    <a:pt x="1918" y="1774"/>
                  </a:cubicBezTo>
                  <a:lnTo>
                    <a:pt x="1954" y="3120"/>
                  </a:lnTo>
                  <a:cubicBezTo>
                    <a:pt x="1954" y="3227"/>
                    <a:pt x="2025" y="3298"/>
                    <a:pt x="2132" y="3298"/>
                  </a:cubicBezTo>
                  <a:cubicBezTo>
                    <a:pt x="2227" y="3298"/>
                    <a:pt x="2311" y="3227"/>
                    <a:pt x="2311" y="3120"/>
                  </a:cubicBezTo>
                  <a:lnTo>
                    <a:pt x="2311" y="1774"/>
                  </a:lnTo>
                  <a:cubicBezTo>
                    <a:pt x="2466" y="1750"/>
                    <a:pt x="2585" y="1727"/>
                    <a:pt x="2704" y="1691"/>
                  </a:cubicBezTo>
                  <a:cubicBezTo>
                    <a:pt x="3418" y="1512"/>
                    <a:pt x="4001" y="953"/>
                    <a:pt x="4216" y="238"/>
                  </a:cubicBezTo>
                  <a:cubicBezTo>
                    <a:pt x="4228" y="179"/>
                    <a:pt x="4216" y="119"/>
                    <a:pt x="4180" y="72"/>
                  </a:cubicBezTo>
                  <a:cubicBezTo>
                    <a:pt x="4156" y="24"/>
                    <a:pt x="4097" y="0"/>
                    <a:pt x="4037" y="0"/>
                  </a:cubicBezTo>
                  <a:lnTo>
                    <a:pt x="2454" y="0"/>
                  </a:lnTo>
                  <a:cubicBezTo>
                    <a:pt x="2347" y="0"/>
                    <a:pt x="2275" y="72"/>
                    <a:pt x="2275" y="179"/>
                  </a:cubicBezTo>
                  <a:cubicBezTo>
                    <a:pt x="2275" y="286"/>
                    <a:pt x="2347" y="357"/>
                    <a:pt x="2454" y="357"/>
                  </a:cubicBezTo>
                  <a:lnTo>
                    <a:pt x="3775" y="357"/>
                  </a:lnTo>
                  <a:cubicBezTo>
                    <a:pt x="3561" y="845"/>
                    <a:pt x="3120" y="1215"/>
                    <a:pt x="2608" y="1357"/>
                  </a:cubicBezTo>
                  <a:cubicBezTo>
                    <a:pt x="2501" y="1381"/>
                    <a:pt x="2335" y="1429"/>
                    <a:pt x="2108" y="1429"/>
                  </a:cubicBezTo>
                  <a:cubicBezTo>
                    <a:pt x="1894" y="1429"/>
                    <a:pt x="1739" y="1381"/>
                    <a:pt x="1620" y="1357"/>
                  </a:cubicBezTo>
                  <a:cubicBezTo>
                    <a:pt x="1096" y="1215"/>
                    <a:pt x="668" y="845"/>
                    <a:pt x="442" y="357"/>
                  </a:cubicBezTo>
                  <a:lnTo>
                    <a:pt x="1775" y="357"/>
                  </a:lnTo>
                  <a:cubicBezTo>
                    <a:pt x="1870" y="357"/>
                    <a:pt x="1954" y="286"/>
                    <a:pt x="1954" y="179"/>
                  </a:cubicBezTo>
                  <a:cubicBezTo>
                    <a:pt x="1954" y="72"/>
                    <a:pt x="1870" y="0"/>
                    <a:pt x="1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53"/>
            <p:cNvSpPr/>
            <p:nvPr/>
          </p:nvSpPr>
          <p:spPr>
            <a:xfrm>
              <a:off x="2580742" y="4501113"/>
              <a:ext cx="11786" cy="13315"/>
            </a:xfrm>
            <a:custGeom>
              <a:avLst/>
              <a:gdLst/>
              <a:ahLst/>
              <a:cxnLst/>
              <a:rect l="l" t="t" r="r" b="b"/>
              <a:pathLst>
                <a:path w="370" h="418" extrusionOk="0">
                  <a:moveTo>
                    <a:pt x="191" y="0"/>
                  </a:moveTo>
                  <a:cubicBezTo>
                    <a:pt x="84" y="0"/>
                    <a:pt x="1" y="72"/>
                    <a:pt x="1" y="179"/>
                  </a:cubicBezTo>
                  <a:lnTo>
                    <a:pt x="1" y="239"/>
                  </a:lnTo>
                  <a:cubicBezTo>
                    <a:pt x="1" y="346"/>
                    <a:pt x="84" y="417"/>
                    <a:pt x="191" y="417"/>
                  </a:cubicBezTo>
                  <a:cubicBezTo>
                    <a:pt x="286" y="417"/>
                    <a:pt x="370" y="346"/>
                    <a:pt x="370" y="239"/>
                  </a:cubicBezTo>
                  <a:lnTo>
                    <a:pt x="370" y="179"/>
                  </a:lnTo>
                  <a:cubicBezTo>
                    <a:pt x="370" y="96"/>
                    <a:pt x="286" y="0"/>
                    <a:pt x="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8" name="Google Shape;648;p53"/>
          <p:cNvSpPr/>
          <p:nvPr/>
        </p:nvSpPr>
        <p:spPr>
          <a:xfrm>
            <a:off x="2853605" y="2629334"/>
            <a:ext cx="224928" cy="349131"/>
          </a:xfrm>
          <a:custGeom>
            <a:avLst/>
            <a:gdLst/>
            <a:ahLst/>
            <a:cxnLst/>
            <a:rect l="l" t="t" r="r" b="b"/>
            <a:pathLst>
              <a:path w="7061" h="10960" extrusionOk="0">
                <a:moveTo>
                  <a:pt x="3906" y="5316"/>
                </a:moveTo>
                <a:cubicBezTo>
                  <a:pt x="4072" y="5316"/>
                  <a:pt x="4191" y="5447"/>
                  <a:pt x="4191" y="5602"/>
                </a:cubicBezTo>
                <a:cubicBezTo>
                  <a:pt x="4191" y="5757"/>
                  <a:pt x="4060" y="5876"/>
                  <a:pt x="3906" y="5876"/>
                </a:cubicBezTo>
                <a:lnTo>
                  <a:pt x="3370" y="5876"/>
                </a:lnTo>
                <a:cubicBezTo>
                  <a:pt x="3215" y="5876"/>
                  <a:pt x="3096" y="5745"/>
                  <a:pt x="3096" y="5602"/>
                </a:cubicBezTo>
                <a:cubicBezTo>
                  <a:pt x="3096" y="5435"/>
                  <a:pt x="3227" y="5316"/>
                  <a:pt x="3370" y="5316"/>
                </a:cubicBezTo>
                <a:close/>
                <a:moveTo>
                  <a:pt x="5370" y="8459"/>
                </a:moveTo>
                <a:cubicBezTo>
                  <a:pt x="5430" y="8471"/>
                  <a:pt x="5489" y="8519"/>
                  <a:pt x="5489" y="8578"/>
                </a:cubicBezTo>
                <a:lnTo>
                  <a:pt x="5489" y="9317"/>
                </a:lnTo>
                <a:cubicBezTo>
                  <a:pt x="5489" y="9376"/>
                  <a:pt x="5430" y="9436"/>
                  <a:pt x="5370" y="9436"/>
                </a:cubicBezTo>
                <a:lnTo>
                  <a:pt x="1929" y="9436"/>
                </a:lnTo>
                <a:cubicBezTo>
                  <a:pt x="1870" y="9436"/>
                  <a:pt x="1810" y="9376"/>
                  <a:pt x="1810" y="9317"/>
                </a:cubicBezTo>
                <a:lnTo>
                  <a:pt x="1810" y="8578"/>
                </a:lnTo>
                <a:cubicBezTo>
                  <a:pt x="1810" y="8519"/>
                  <a:pt x="1870" y="8459"/>
                  <a:pt x="1929" y="8459"/>
                </a:cubicBezTo>
                <a:close/>
                <a:moveTo>
                  <a:pt x="3645" y="0"/>
                </a:moveTo>
                <a:cubicBezTo>
                  <a:pt x="3527" y="0"/>
                  <a:pt x="3411" y="54"/>
                  <a:pt x="3346" y="161"/>
                </a:cubicBezTo>
                <a:lnTo>
                  <a:pt x="191" y="4792"/>
                </a:lnTo>
                <a:cubicBezTo>
                  <a:pt x="0" y="5078"/>
                  <a:pt x="36" y="5447"/>
                  <a:pt x="262" y="5685"/>
                </a:cubicBezTo>
                <a:lnTo>
                  <a:pt x="1762" y="7209"/>
                </a:lnTo>
                <a:cubicBezTo>
                  <a:pt x="1822" y="7269"/>
                  <a:pt x="1858" y="7340"/>
                  <a:pt x="1858" y="7412"/>
                </a:cubicBezTo>
                <a:lnTo>
                  <a:pt x="1858" y="8078"/>
                </a:lnTo>
                <a:cubicBezTo>
                  <a:pt x="1620" y="8114"/>
                  <a:pt x="1429" y="8317"/>
                  <a:pt x="1429" y="8578"/>
                </a:cubicBezTo>
                <a:lnTo>
                  <a:pt x="1429" y="9317"/>
                </a:lnTo>
                <a:cubicBezTo>
                  <a:pt x="1429" y="9602"/>
                  <a:pt x="1643" y="9829"/>
                  <a:pt x="1929" y="9829"/>
                </a:cubicBezTo>
                <a:lnTo>
                  <a:pt x="2155" y="9829"/>
                </a:lnTo>
                <a:lnTo>
                  <a:pt x="2155" y="10472"/>
                </a:lnTo>
                <a:cubicBezTo>
                  <a:pt x="2155" y="10734"/>
                  <a:pt x="2358" y="10960"/>
                  <a:pt x="2632" y="10960"/>
                </a:cubicBezTo>
                <a:lnTo>
                  <a:pt x="3179" y="10960"/>
                </a:lnTo>
                <a:cubicBezTo>
                  <a:pt x="3286" y="10960"/>
                  <a:pt x="3370" y="10864"/>
                  <a:pt x="3370" y="10757"/>
                </a:cubicBezTo>
                <a:cubicBezTo>
                  <a:pt x="3370" y="10662"/>
                  <a:pt x="3286" y="10567"/>
                  <a:pt x="3179" y="10567"/>
                </a:cubicBezTo>
                <a:lnTo>
                  <a:pt x="2632" y="10567"/>
                </a:lnTo>
                <a:cubicBezTo>
                  <a:pt x="2584" y="10567"/>
                  <a:pt x="2536" y="10519"/>
                  <a:pt x="2536" y="10483"/>
                </a:cubicBezTo>
                <a:lnTo>
                  <a:pt x="2536" y="9829"/>
                </a:lnTo>
                <a:lnTo>
                  <a:pt x="4763" y="9829"/>
                </a:lnTo>
                <a:lnTo>
                  <a:pt x="4763" y="10483"/>
                </a:lnTo>
                <a:cubicBezTo>
                  <a:pt x="4763" y="10519"/>
                  <a:pt x="4715" y="10567"/>
                  <a:pt x="4668" y="10567"/>
                </a:cubicBezTo>
                <a:lnTo>
                  <a:pt x="4072" y="10567"/>
                </a:lnTo>
                <a:cubicBezTo>
                  <a:pt x="3965" y="10567"/>
                  <a:pt x="3882" y="10662"/>
                  <a:pt x="3882" y="10757"/>
                </a:cubicBezTo>
                <a:cubicBezTo>
                  <a:pt x="3882" y="10864"/>
                  <a:pt x="3965" y="10960"/>
                  <a:pt x="4072" y="10960"/>
                </a:cubicBezTo>
                <a:lnTo>
                  <a:pt x="4668" y="10960"/>
                </a:lnTo>
                <a:cubicBezTo>
                  <a:pt x="4918" y="10960"/>
                  <a:pt x="5144" y="10745"/>
                  <a:pt x="5144" y="10472"/>
                </a:cubicBezTo>
                <a:lnTo>
                  <a:pt x="5144" y="9829"/>
                </a:lnTo>
                <a:lnTo>
                  <a:pt x="5370" y="9829"/>
                </a:lnTo>
                <a:cubicBezTo>
                  <a:pt x="5656" y="9829"/>
                  <a:pt x="5870" y="9602"/>
                  <a:pt x="5870" y="9317"/>
                </a:cubicBezTo>
                <a:lnTo>
                  <a:pt x="5870" y="8578"/>
                </a:lnTo>
                <a:cubicBezTo>
                  <a:pt x="5870" y="8317"/>
                  <a:pt x="5680" y="8114"/>
                  <a:pt x="5441" y="8078"/>
                </a:cubicBezTo>
                <a:lnTo>
                  <a:pt x="5441" y="7412"/>
                </a:lnTo>
                <a:cubicBezTo>
                  <a:pt x="5441" y="7340"/>
                  <a:pt x="5477" y="7269"/>
                  <a:pt x="5537" y="7209"/>
                </a:cubicBezTo>
                <a:lnTo>
                  <a:pt x="6977" y="5745"/>
                </a:lnTo>
                <a:cubicBezTo>
                  <a:pt x="7049" y="5673"/>
                  <a:pt x="7049" y="5554"/>
                  <a:pt x="6977" y="5483"/>
                </a:cubicBezTo>
                <a:cubicBezTo>
                  <a:pt x="6942" y="5441"/>
                  <a:pt x="6894" y="5420"/>
                  <a:pt x="6845" y="5420"/>
                </a:cubicBezTo>
                <a:cubicBezTo>
                  <a:pt x="6796" y="5420"/>
                  <a:pt x="6745" y="5441"/>
                  <a:pt x="6703" y="5483"/>
                </a:cubicBezTo>
                <a:lnTo>
                  <a:pt x="5263" y="6935"/>
                </a:lnTo>
                <a:cubicBezTo>
                  <a:pt x="5132" y="7066"/>
                  <a:pt x="5072" y="7233"/>
                  <a:pt x="5072" y="7412"/>
                </a:cubicBezTo>
                <a:lnTo>
                  <a:pt x="5072" y="8067"/>
                </a:lnTo>
                <a:lnTo>
                  <a:pt x="2262" y="8067"/>
                </a:lnTo>
                <a:lnTo>
                  <a:pt x="2262" y="7412"/>
                </a:lnTo>
                <a:cubicBezTo>
                  <a:pt x="2262" y="7233"/>
                  <a:pt x="2179" y="7054"/>
                  <a:pt x="2060" y="6935"/>
                </a:cubicBezTo>
                <a:lnTo>
                  <a:pt x="560" y="5423"/>
                </a:lnTo>
                <a:cubicBezTo>
                  <a:pt x="453" y="5316"/>
                  <a:pt x="441" y="5138"/>
                  <a:pt x="536" y="5019"/>
                </a:cubicBezTo>
                <a:lnTo>
                  <a:pt x="3477" y="685"/>
                </a:lnTo>
                <a:lnTo>
                  <a:pt x="3477" y="4923"/>
                </a:lnTo>
                <a:lnTo>
                  <a:pt x="3405" y="4923"/>
                </a:lnTo>
                <a:cubicBezTo>
                  <a:pt x="3036" y="4923"/>
                  <a:pt x="2739" y="5221"/>
                  <a:pt x="2739" y="5602"/>
                </a:cubicBezTo>
                <a:cubicBezTo>
                  <a:pt x="2739" y="5971"/>
                  <a:pt x="3036" y="6269"/>
                  <a:pt x="3405" y="6269"/>
                </a:cubicBezTo>
                <a:lnTo>
                  <a:pt x="3941" y="6269"/>
                </a:lnTo>
                <a:cubicBezTo>
                  <a:pt x="4310" y="6269"/>
                  <a:pt x="4608" y="5971"/>
                  <a:pt x="4608" y="5602"/>
                </a:cubicBezTo>
                <a:cubicBezTo>
                  <a:pt x="4608" y="5221"/>
                  <a:pt x="4310" y="4923"/>
                  <a:pt x="3941" y="4923"/>
                </a:cubicBezTo>
                <a:lnTo>
                  <a:pt x="3870" y="4923"/>
                </a:lnTo>
                <a:lnTo>
                  <a:pt x="3870" y="685"/>
                </a:lnTo>
                <a:lnTo>
                  <a:pt x="6692" y="4840"/>
                </a:lnTo>
                <a:cubicBezTo>
                  <a:pt x="6727" y="4889"/>
                  <a:pt x="6783" y="4918"/>
                  <a:pt x="6843" y="4918"/>
                </a:cubicBezTo>
                <a:cubicBezTo>
                  <a:pt x="6884" y="4918"/>
                  <a:pt x="6927" y="4905"/>
                  <a:pt x="6965" y="4876"/>
                </a:cubicBezTo>
                <a:cubicBezTo>
                  <a:pt x="7049" y="4816"/>
                  <a:pt x="7061" y="4697"/>
                  <a:pt x="7001" y="4614"/>
                </a:cubicBezTo>
                <a:lnTo>
                  <a:pt x="3953" y="161"/>
                </a:lnTo>
                <a:cubicBezTo>
                  <a:pt x="3882" y="54"/>
                  <a:pt x="3763" y="0"/>
                  <a:pt x="36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649;p53"/>
          <p:cNvGrpSpPr/>
          <p:nvPr/>
        </p:nvGrpSpPr>
        <p:grpSpPr>
          <a:xfrm>
            <a:off x="2789497" y="1530766"/>
            <a:ext cx="353145" cy="351998"/>
            <a:chOff x="852385" y="1510916"/>
            <a:chExt cx="353145" cy="351998"/>
          </a:xfrm>
        </p:grpSpPr>
        <p:sp>
          <p:nvSpPr>
            <p:cNvPr id="650" name="Google Shape;650;p53"/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53"/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53"/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4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658" name="Google Shape;658;p54"/>
          <p:cNvSpPr txBox="1"/>
          <p:nvPr/>
        </p:nvSpPr>
        <p:spPr>
          <a:xfrm>
            <a:off x="1648325" y="1478575"/>
            <a:ext cx="3622800" cy="31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Despite being red, Mars is actually a cold place. It's full of iron oxide dust, which gives the planet its reddish cast.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Ceres is located in the main asteroid belt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Moon is Earth’s natural satellite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oboto Mono"/>
              <a:buChar char="●"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Neptune is very far away from us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9" name="Google Shape;659;p54"/>
          <p:cNvSpPr txBox="1"/>
          <p:nvPr/>
        </p:nvSpPr>
        <p:spPr>
          <a:xfrm>
            <a:off x="1648325" y="1099650"/>
            <a:ext cx="36228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Mars &amp; Earth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60" name="Google Shape;660;p54"/>
          <p:cNvSpPr txBox="1"/>
          <p:nvPr/>
        </p:nvSpPr>
        <p:spPr>
          <a:xfrm>
            <a:off x="5420500" y="1099650"/>
            <a:ext cx="30030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Discussion 1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61" name="Google Shape;661;p54"/>
          <p:cNvSpPr txBox="1"/>
          <p:nvPr/>
        </p:nvSpPr>
        <p:spPr>
          <a:xfrm>
            <a:off x="5420500" y="1478576"/>
            <a:ext cx="3003000" cy="13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Mercury is the closest planet to the Sun and the smallest one in the Solar System—it’s only a bit larger than the Moon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2" name="Google Shape;662;p54"/>
          <p:cNvSpPr txBox="1"/>
          <p:nvPr/>
        </p:nvSpPr>
        <p:spPr>
          <a:xfrm>
            <a:off x="5420500" y="2899525"/>
            <a:ext cx="30030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Discussion 2</a:t>
            </a:r>
            <a:endParaRPr sz="2000" b="1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63" name="Google Shape;663;p54"/>
          <p:cNvSpPr txBox="1"/>
          <p:nvPr/>
        </p:nvSpPr>
        <p:spPr>
          <a:xfrm>
            <a:off x="5420500" y="3278575"/>
            <a:ext cx="3003000" cy="13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Venus has a beautiful name and is the second planet from the Sun. It’s terribly hot—even hotter than Mercury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64" name="Google Shape;664;p54"/>
          <p:cNvPicPr preferRelativeResize="0"/>
          <p:nvPr/>
        </p:nvPicPr>
        <p:blipFill rotWithShape="1">
          <a:blip r:embed="rId3">
            <a:alphaModFix/>
          </a:blip>
          <a:srcRect l="11180" t="23967" r="11173" b="17943"/>
          <a:stretch/>
        </p:blipFill>
        <p:spPr>
          <a:xfrm>
            <a:off x="-3589483" y="1725812"/>
            <a:ext cx="4975275" cy="37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5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670" name="Google Shape;670;p55"/>
          <p:cNvSpPr txBox="1">
            <a:spLocks noGrp="1"/>
          </p:cNvSpPr>
          <p:nvPr>
            <p:ph type="subTitle" idx="1"/>
          </p:nvPr>
        </p:nvSpPr>
        <p:spPr>
          <a:xfrm>
            <a:off x="1865400" y="17493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671" name="Google Shape;671;p55"/>
          <p:cNvSpPr txBox="1">
            <a:spLocks noGrp="1"/>
          </p:cNvSpPr>
          <p:nvPr>
            <p:ph type="subTitle" idx="2"/>
          </p:nvPr>
        </p:nvSpPr>
        <p:spPr>
          <a:xfrm>
            <a:off x="5752799" y="17493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very beautiful name and has a toxic atmosphere</a:t>
            </a:r>
            <a:endParaRPr/>
          </a:p>
        </p:txBody>
      </p:sp>
      <p:sp>
        <p:nvSpPr>
          <p:cNvPr id="672" name="Google Shape;672;p55"/>
          <p:cNvSpPr txBox="1">
            <a:spLocks noGrp="1"/>
          </p:cNvSpPr>
          <p:nvPr>
            <p:ph type="subTitle" idx="3"/>
          </p:nvPr>
        </p:nvSpPr>
        <p:spPr>
          <a:xfrm>
            <a:off x="1865400" y="34857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</a:t>
            </a:r>
            <a:endParaRPr/>
          </a:p>
        </p:txBody>
      </p:sp>
      <p:sp>
        <p:nvSpPr>
          <p:cNvPr id="673" name="Google Shape;673;p55"/>
          <p:cNvSpPr txBox="1">
            <a:spLocks noGrp="1"/>
          </p:cNvSpPr>
          <p:nvPr>
            <p:ph type="subTitle" idx="4"/>
          </p:nvPr>
        </p:nvSpPr>
        <p:spPr>
          <a:xfrm>
            <a:off x="5752799" y="3485775"/>
            <a:ext cx="2620800" cy="8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fourth-largest planet by diameter</a:t>
            </a:r>
            <a:endParaRPr/>
          </a:p>
        </p:txBody>
      </p:sp>
      <p:sp>
        <p:nvSpPr>
          <p:cNvPr id="674" name="Google Shape;674;p55"/>
          <p:cNvSpPr txBox="1">
            <a:spLocks noGrp="1"/>
          </p:cNvSpPr>
          <p:nvPr>
            <p:ph type="subTitle" idx="5"/>
          </p:nvPr>
        </p:nvSpPr>
        <p:spPr>
          <a:xfrm>
            <a:off x="1865400" y="1329000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675" name="Google Shape;675;p55"/>
          <p:cNvSpPr txBox="1">
            <a:spLocks noGrp="1"/>
          </p:cNvSpPr>
          <p:nvPr>
            <p:ph type="subTitle" idx="6"/>
          </p:nvPr>
        </p:nvSpPr>
        <p:spPr>
          <a:xfrm>
            <a:off x="5752797" y="1329000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676" name="Google Shape;676;p55"/>
          <p:cNvSpPr txBox="1">
            <a:spLocks noGrp="1"/>
          </p:cNvSpPr>
          <p:nvPr>
            <p:ph type="subTitle" idx="7"/>
          </p:nvPr>
        </p:nvSpPr>
        <p:spPr>
          <a:xfrm>
            <a:off x="1865400" y="3065475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677" name="Google Shape;677;p55"/>
          <p:cNvSpPr txBox="1">
            <a:spLocks noGrp="1"/>
          </p:cNvSpPr>
          <p:nvPr>
            <p:ph type="subTitle" idx="8"/>
          </p:nvPr>
        </p:nvSpPr>
        <p:spPr>
          <a:xfrm>
            <a:off x="5752797" y="3065475"/>
            <a:ext cx="2620800" cy="4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770418" y="1481400"/>
            <a:ext cx="942600" cy="64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55"/>
          <p:cNvSpPr/>
          <p:nvPr/>
        </p:nvSpPr>
        <p:spPr>
          <a:xfrm>
            <a:off x="770418" y="3217875"/>
            <a:ext cx="942600" cy="64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4657951" y="1481400"/>
            <a:ext cx="942300" cy="64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55"/>
          <p:cNvSpPr/>
          <p:nvPr/>
        </p:nvSpPr>
        <p:spPr>
          <a:xfrm>
            <a:off x="4657801" y="3217875"/>
            <a:ext cx="942600" cy="645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2" name="Google Shape;682;p55"/>
          <p:cNvGrpSpPr/>
          <p:nvPr/>
        </p:nvGrpSpPr>
        <p:grpSpPr>
          <a:xfrm>
            <a:off x="4962720" y="3423350"/>
            <a:ext cx="332761" cy="234066"/>
            <a:chOff x="7989683" y="2350207"/>
            <a:chExt cx="332761" cy="234066"/>
          </a:xfrm>
        </p:grpSpPr>
        <p:sp>
          <p:nvSpPr>
            <p:cNvPr id="683" name="Google Shape;683;p55"/>
            <p:cNvSpPr/>
            <p:nvPr/>
          </p:nvSpPr>
          <p:spPr>
            <a:xfrm>
              <a:off x="8258902" y="2396188"/>
              <a:ext cx="29119" cy="22101"/>
            </a:xfrm>
            <a:custGeom>
              <a:avLst/>
              <a:gdLst/>
              <a:ahLst/>
              <a:cxnLst/>
              <a:rect l="l" t="t" r="r" b="b"/>
              <a:pathLst>
                <a:path w="917" h="696" extrusionOk="0">
                  <a:moveTo>
                    <a:pt x="165" y="0"/>
                  </a:moveTo>
                  <a:cubicBezTo>
                    <a:pt x="114" y="0"/>
                    <a:pt x="64" y="22"/>
                    <a:pt x="36" y="64"/>
                  </a:cubicBezTo>
                  <a:cubicBezTo>
                    <a:pt x="0" y="148"/>
                    <a:pt x="12" y="243"/>
                    <a:pt x="84" y="291"/>
                  </a:cubicBezTo>
                  <a:cubicBezTo>
                    <a:pt x="262" y="410"/>
                    <a:pt x="441" y="529"/>
                    <a:pt x="631" y="660"/>
                  </a:cubicBezTo>
                  <a:cubicBezTo>
                    <a:pt x="667" y="684"/>
                    <a:pt x="691" y="695"/>
                    <a:pt x="726" y="695"/>
                  </a:cubicBezTo>
                  <a:cubicBezTo>
                    <a:pt x="762" y="695"/>
                    <a:pt x="834" y="660"/>
                    <a:pt x="857" y="624"/>
                  </a:cubicBezTo>
                  <a:cubicBezTo>
                    <a:pt x="917" y="565"/>
                    <a:pt x="893" y="457"/>
                    <a:pt x="810" y="398"/>
                  </a:cubicBezTo>
                  <a:cubicBezTo>
                    <a:pt x="619" y="267"/>
                    <a:pt x="441" y="148"/>
                    <a:pt x="262" y="29"/>
                  </a:cubicBezTo>
                  <a:cubicBezTo>
                    <a:pt x="234" y="10"/>
                    <a:pt x="199" y="0"/>
                    <a:pt x="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55"/>
            <p:cNvSpPr/>
            <p:nvPr/>
          </p:nvSpPr>
          <p:spPr>
            <a:xfrm>
              <a:off x="8051320" y="2350207"/>
              <a:ext cx="194753" cy="49919"/>
            </a:xfrm>
            <a:custGeom>
              <a:avLst/>
              <a:gdLst/>
              <a:ahLst/>
              <a:cxnLst/>
              <a:rect l="l" t="t" r="r" b="b"/>
              <a:pathLst>
                <a:path w="6133" h="1572" extrusionOk="0">
                  <a:moveTo>
                    <a:pt x="3299" y="0"/>
                  </a:moveTo>
                  <a:cubicBezTo>
                    <a:pt x="2501" y="0"/>
                    <a:pt x="1441" y="417"/>
                    <a:pt x="108" y="1274"/>
                  </a:cubicBezTo>
                  <a:cubicBezTo>
                    <a:pt x="24" y="1322"/>
                    <a:pt x="1" y="1429"/>
                    <a:pt x="60" y="1501"/>
                  </a:cubicBezTo>
                  <a:cubicBezTo>
                    <a:pt x="84" y="1548"/>
                    <a:pt x="144" y="1572"/>
                    <a:pt x="191" y="1572"/>
                  </a:cubicBezTo>
                  <a:cubicBezTo>
                    <a:pt x="227" y="1572"/>
                    <a:pt x="251" y="1560"/>
                    <a:pt x="286" y="1548"/>
                  </a:cubicBezTo>
                  <a:cubicBezTo>
                    <a:pt x="1572" y="727"/>
                    <a:pt x="2560" y="322"/>
                    <a:pt x="3299" y="322"/>
                  </a:cubicBezTo>
                  <a:cubicBezTo>
                    <a:pt x="3954" y="322"/>
                    <a:pt x="4787" y="643"/>
                    <a:pt x="5859" y="1262"/>
                  </a:cubicBezTo>
                  <a:cubicBezTo>
                    <a:pt x="5885" y="1277"/>
                    <a:pt x="5912" y="1284"/>
                    <a:pt x="5939" y="1284"/>
                  </a:cubicBezTo>
                  <a:cubicBezTo>
                    <a:pt x="5997" y="1284"/>
                    <a:pt x="6052" y="1252"/>
                    <a:pt x="6085" y="1203"/>
                  </a:cubicBezTo>
                  <a:cubicBezTo>
                    <a:pt x="6132" y="1131"/>
                    <a:pt x="6097" y="1024"/>
                    <a:pt x="6025" y="977"/>
                  </a:cubicBezTo>
                  <a:cubicBezTo>
                    <a:pt x="4906" y="322"/>
                    <a:pt x="4013" y="0"/>
                    <a:pt x="32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55"/>
            <p:cNvSpPr/>
            <p:nvPr/>
          </p:nvSpPr>
          <p:spPr>
            <a:xfrm>
              <a:off x="7989683" y="2378183"/>
              <a:ext cx="332761" cy="206090"/>
            </a:xfrm>
            <a:custGeom>
              <a:avLst/>
              <a:gdLst/>
              <a:ahLst/>
              <a:cxnLst/>
              <a:rect l="l" t="t" r="r" b="b"/>
              <a:pathLst>
                <a:path w="10479" h="6490" extrusionOk="0">
                  <a:moveTo>
                    <a:pt x="5240" y="334"/>
                  </a:moveTo>
                  <a:cubicBezTo>
                    <a:pt x="6597" y="334"/>
                    <a:pt x="9276" y="2453"/>
                    <a:pt x="10086" y="3096"/>
                  </a:cubicBezTo>
                  <a:cubicBezTo>
                    <a:pt x="10121" y="3132"/>
                    <a:pt x="10157" y="3179"/>
                    <a:pt x="10157" y="3239"/>
                  </a:cubicBezTo>
                  <a:cubicBezTo>
                    <a:pt x="10157" y="3298"/>
                    <a:pt x="10121" y="3346"/>
                    <a:pt x="10086" y="3394"/>
                  </a:cubicBezTo>
                  <a:cubicBezTo>
                    <a:pt x="9288" y="4025"/>
                    <a:pt x="6597" y="6144"/>
                    <a:pt x="5240" y="6144"/>
                  </a:cubicBezTo>
                  <a:cubicBezTo>
                    <a:pt x="3894" y="6144"/>
                    <a:pt x="1215" y="4025"/>
                    <a:pt x="406" y="3394"/>
                  </a:cubicBezTo>
                  <a:cubicBezTo>
                    <a:pt x="358" y="3346"/>
                    <a:pt x="334" y="3298"/>
                    <a:pt x="334" y="3239"/>
                  </a:cubicBezTo>
                  <a:cubicBezTo>
                    <a:pt x="334" y="3179"/>
                    <a:pt x="358" y="3120"/>
                    <a:pt x="406" y="3096"/>
                  </a:cubicBezTo>
                  <a:cubicBezTo>
                    <a:pt x="1192" y="2453"/>
                    <a:pt x="3894" y="334"/>
                    <a:pt x="5240" y="334"/>
                  </a:cubicBezTo>
                  <a:close/>
                  <a:moveTo>
                    <a:pt x="5240" y="0"/>
                  </a:moveTo>
                  <a:cubicBezTo>
                    <a:pt x="3811" y="0"/>
                    <a:pt x="1239" y="1977"/>
                    <a:pt x="191" y="2822"/>
                  </a:cubicBezTo>
                  <a:cubicBezTo>
                    <a:pt x="84" y="2929"/>
                    <a:pt x="1" y="3072"/>
                    <a:pt x="1" y="3239"/>
                  </a:cubicBezTo>
                  <a:cubicBezTo>
                    <a:pt x="1" y="3406"/>
                    <a:pt x="84" y="3548"/>
                    <a:pt x="191" y="3656"/>
                  </a:cubicBezTo>
                  <a:cubicBezTo>
                    <a:pt x="1239" y="4501"/>
                    <a:pt x="3811" y="6489"/>
                    <a:pt x="5240" y="6489"/>
                  </a:cubicBezTo>
                  <a:cubicBezTo>
                    <a:pt x="6657" y="6489"/>
                    <a:pt x="9252" y="4501"/>
                    <a:pt x="10288" y="3656"/>
                  </a:cubicBezTo>
                  <a:cubicBezTo>
                    <a:pt x="10407" y="3548"/>
                    <a:pt x="10478" y="3406"/>
                    <a:pt x="10478" y="3239"/>
                  </a:cubicBezTo>
                  <a:cubicBezTo>
                    <a:pt x="10478" y="3072"/>
                    <a:pt x="10407" y="2929"/>
                    <a:pt x="10288" y="2822"/>
                  </a:cubicBezTo>
                  <a:cubicBezTo>
                    <a:pt x="9252" y="1977"/>
                    <a:pt x="6668" y="0"/>
                    <a:pt x="5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5"/>
            <p:cNvSpPr/>
            <p:nvPr/>
          </p:nvSpPr>
          <p:spPr>
            <a:xfrm>
              <a:off x="8081201" y="2405746"/>
              <a:ext cx="151598" cy="149884"/>
            </a:xfrm>
            <a:custGeom>
              <a:avLst/>
              <a:gdLst/>
              <a:ahLst/>
              <a:cxnLst/>
              <a:rect l="l" t="t" r="r" b="b"/>
              <a:pathLst>
                <a:path w="4774" h="4720" extrusionOk="0">
                  <a:moveTo>
                    <a:pt x="2351" y="1"/>
                  </a:moveTo>
                  <a:cubicBezTo>
                    <a:pt x="2329" y="1"/>
                    <a:pt x="2308" y="1"/>
                    <a:pt x="2286" y="2"/>
                  </a:cubicBezTo>
                  <a:cubicBezTo>
                    <a:pt x="1048" y="49"/>
                    <a:pt x="36" y="1049"/>
                    <a:pt x="12" y="2288"/>
                  </a:cubicBezTo>
                  <a:cubicBezTo>
                    <a:pt x="0" y="2907"/>
                    <a:pt x="203" y="3478"/>
                    <a:pt x="572" y="3907"/>
                  </a:cubicBezTo>
                  <a:cubicBezTo>
                    <a:pt x="602" y="3943"/>
                    <a:pt x="646" y="3960"/>
                    <a:pt x="691" y="3960"/>
                  </a:cubicBezTo>
                  <a:cubicBezTo>
                    <a:pt x="735" y="3960"/>
                    <a:pt x="780" y="3943"/>
                    <a:pt x="810" y="3907"/>
                  </a:cubicBezTo>
                  <a:cubicBezTo>
                    <a:pt x="869" y="3847"/>
                    <a:pt x="869" y="3740"/>
                    <a:pt x="810" y="3681"/>
                  </a:cubicBezTo>
                  <a:cubicBezTo>
                    <a:pt x="488" y="3312"/>
                    <a:pt x="310" y="2800"/>
                    <a:pt x="322" y="2264"/>
                  </a:cubicBezTo>
                  <a:cubicBezTo>
                    <a:pt x="369" y="1228"/>
                    <a:pt x="1215" y="383"/>
                    <a:pt x="2262" y="335"/>
                  </a:cubicBezTo>
                  <a:cubicBezTo>
                    <a:pt x="2297" y="333"/>
                    <a:pt x="2332" y="332"/>
                    <a:pt x="2366" y="332"/>
                  </a:cubicBezTo>
                  <a:cubicBezTo>
                    <a:pt x="3487" y="332"/>
                    <a:pt x="4416" y="1263"/>
                    <a:pt x="4382" y="2407"/>
                  </a:cubicBezTo>
                  <a:cubicBezTo>
                    <a:pt x="4370" y="3478"/>
                    <a:pt x="3489" y="4347"/>
                    <a:pt x="2417" y="4395"/>
                  </a:cubicBezTo>
                  <a:cubicBezTo>
                    <a:pt x="2394" y="4396"/>
                    <a:pt x="2371" y="4396"/>
                    <a:pt x="2348" y="4396"/>
                  </a:cubicBezTo>
                  <a:cubicBezTo>
                    <a:pt x="2003" y="4396"/>
                    <a:pt x="1671" y="4313"/>
                    <a:pt x="1381" y="4157"/>
                  </a:cubicBezTo>
                  <a:cubicBezTo>
                    <a:pt x="1355" y="4141"/>
                    <a:pt x="1323" y="4132"/>
                    <a:pt x="1290" y="4132"/>
                  </a:cubicBezTo>
                  <a:cubicBezTo>
                    <a:pt x="1248" y="4132"/>
                    <a:pt x="1206" y="4147"/>
                    <a:pt x="1179" y="4181"/>
                  </a:cubicBezTo>
                  <a:cubicBezTo>
                    <a:pt x="1108" y="4264"/>
                    <a:pt x="1119" y="4395"/>
                    <a:pt x="1227" y="4443"/>
                  </a:cubicBezTo>
                  <a:cubicBezTo>
                    <a:pt x="1540" y="4615"/>
                    <a:pt x="1902" y="4720"/>
                    <a:pt x="2287" y="4720"/>
                  </a:cubicBezTo>
                  <a:cubicBezTo>
                    <a:pt x="2326" y="4720"/>
                    <a:pt x="2366" y="4719"/>
                    <a:pt x="2405" y="4716"/>
                  </a:cubicBezTo>
                  <a:cubicBezTo>
                    <a:pt x="3655" y="4693"/>
                    <a:pt x="4679" y="3681"/>
                    <a:pt x="4715" y="2442"/>
                  </a:cubicBezTo>
                  <a:cubicBezTo>
                    <a:pt x="4774" y="1095"/>
                    <a:pt x="3690" y="1"/>
                    <a:pt x="23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5"/>
            <p:cNvSpPr/>
            <p:nvPr/>
          </p:nvSpPr>
          <p:spPr>
            <a:xfrm>
              <a:off x="8115973" y="2440550"/>
              <a:ext cx="80562" cy="80213"/>
            </a:xfrm>
            <a:custGeom>
              <a:avLst/>
              <a:gdLst/>
              <a:ahLst/>
              <a:cxnLst/>
              <a:rect l="l" t="t" r="r" b="b"/>
              <a:pathLst>
                <a:path w="2537" h="2526" extrusionOk="0">
                  <a:moveTo>
                    <a:pt x="1263" y="1"/>
                  </a:moveTo>
                  <a:cubicBezTo>
                    <a:pt x="572" y="1"/>
                    <a:pt x="1" y="561"/>
                    <a:pt x="1" y="1263"/>
                  </a:cubicBezTo>
                  <a:cubicBezTo>
                    <a:pt x="1" y="1965"/>
                    <a:pt x="572" y="2525"/>
                    <a:pt x="1263" y="2525"/>
                  </a:cubicBezTo>
                  <a:cubicBezTo>
                    <a:pt x="1965" y="2525"/>
                    <a:pt x="2537" y="1965"/>
                    <a:pt x="2537" y="1263"/>
                  </a:cubicBezTo>
                  <a:cubicBezTo>
                    <a:pt x="2537" y="1168"/>
                    <a:pt x="2453" y="1096"/>
                    <a:pt x="2370" y="1096"/>
                  </a:cubicBezTo>
                  <a:cubicBezTo>
                    <a:pt x="2275" y="1096"/>
                    <a:pt x="2203" y="1168"/>
                    <a:pt x="2203" y="1263"/>
                  </a:cubicBezTo>
                  <a:cubicBezTo>
                    <a:pt x="2203" y="1787"/>
                    <a:pt x="1787" y="2204"/>
                    <a:pt x="1263" y="2204"/>
                  </a:cubicBezTo>
                  <a:cubicBezTo>
                    <a:pt x="751" y="2204"/>
                    <a:pt x="334" y="1787"/>
                    <a:pt x="334" y="1263"/>
                  </a:cubicBezTo>
                  <a:cubicBezTo>
                    <a:pt x="334" y="739"/>
                    <a:pt x="751" y="322"/>
                    <a:pt x="1263" y="322"/>
                  </a:cubicBezTo>
                  <a:cubicBezTo>
                    <a:pt x="1358" y="322"/>
                    <a:pt x="1429" y="251"/>
                    <a:pt x="1429" y="156"/>
                  </a:cubicBezTo>
                  <a:cubicBezTo>
                    <a:pt x="1429" y="72"/>
                    <a:pt x="1358" y="1"/>
                    <a:pt x="1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5"/>
            <p:cNvSpPr/>
            <p:nvPr/>
          </p:nvSpPr>
          <p:spPr>
            <a:xfrm>
              <a:off x="8164749" y="2447377"/>
              <a:ext cx="24610" cy="24610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382" y="0"/>
                  </a:moveTo>
                  <a:cubicBezTo>
                    <a:pt x="179" y="0"/>
                    <a:pt x="1" y="179"/>
                    <a:pt x="1" y="393"/>
                  </a:cubicBezTo>
                  <a:cubicBezTo>
                    <a:pt x="1" y="596"/>
                    <a:pt x="179" y="774"/>
                    <a:pt x="382" y="774"/>
                  </a:cubicBezTo>
                  <a:cubicBezTo>
                    <a:pt x="596" y="774"/>
                    <a:pt x="774" y="596"/>
                    <a:pt x="774" y="393"/>
                  </a:cubicBezTo>
                  <a:cubicBezTo>
                    <a:pt x="774" y="179"/>
                    <a:pt x="608" y="0"/>
                    <a:pt x="3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55"/>
          <p:cNvSpPr/>
          <p:nvPr/>
        </p:nvSpPr>
        <p:spPr>
          <a:xfrm>
            <a:off x="4957433" y="1632248"/>
            <a:ext cx="343335" cy="34330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55"/>
          <p:cNvSpPr/>
          <p:nvPr/>
        </p:nvSpPr>
        <p:spPr>
          <a:xfrm>
            <a:off x="1069669" y="1633885"/>
            <a:ext cx="344097" cy="340033"/>
          </a:xfrm>
          <a:custGeom>
            <a:avLst/>
            <a:gdLst/>
            <a:ahLst/>
            <a:cxnLst/>
            <a:rect l="l" t="t" r="r" b="b"/>
            <a:pathLst>
              <a:path w="10836" h="10708" extrusionOk="0">
                <a:moveTo>
                  <a:pt x="7677" y="328"/>
                </a:moveTo>
                <a:cubicBezTo>
                  <a:pt x="7821" y="328"/>
                  <a:pt x="7960" y="378"/>
                  <a:pt x="8061" y="480"/>
                </a:cubicBezTo>
                <a:lnTo>
                  <a:pt x="10288" y="2706"/>
                </a:lnTo>
                <a:cubicBezTo>
                  <a:pt x="10502" y="2897"/>
                  <a:pt x="10490" y="3278"/>
                  <a:pt x="10252" y="3516"/>
                </a:cubicBezTo>
                <a:cubicBezTo>
                  <a:pt x="10125" y="3643"/>
                  <a:pt x="9961" y="3709"/>
                  <a:pt x="9802" y="3709"/>
                </a:cubicBezTo>
                <a:cubicBezTo>
                  <a:pt x="9661" y="3709"/>
                  <a:pt x="9524" y="3657"/>
                  <a:pt x="9418" y="3552"/>
                </a:cubicBezTo>
                <a:lnTo>
                  <a:pt x="8264" y="2385"/>
                </a:lnTo>
                <a:cubicBezTo>
                  <a:pt x="8234" y="2355"/>
                  <a:pt x="8195" y="2340"/>
                  <a:pt x="8156" y="2340"/>
                </a:cubicBezTo>
                <a:cubicBezTo>
                  <a:pt x="8118" y="2340"/>
                  <a:pt x="8079" y="2355"/>
                  <a:pt x="8049" y="2385"/>
                </a:cubicBezTo>
                <a:cubicBezTo>
                  <a:pt x="7990" y="2444"/>
                  <a:pt x="7990" y="2540"/>
                  <a:pt x="8049" y="2599"/>
                </a:cubicBezTo>
                <a:lnTo>
                  <a:pt x="8930" y="3480"/>
                </a:lnTo>
                <a:lnTo>
                  <a:pt x="7811" y="4587"/>
                </a:lnTo>
                <a:cubicBezTo>
                  <a:pt x="7549" y="4861"/>
                  <a:pt x="7382" y="5207"/>
                  <a:pt x="7335" y="5564"/>
                </a:cubicBezTo>
                <a:cubicBezTo>
                  <a:pt x="7287" y="5921"/>
                  <a:pt x="7371" y="6290"/>
                  <a:pt x="7561" y="6588"/>
                </a:cubicBezTo>
                <a:cubicBezTo>
                  <a:pt x="7930" y="7171"/>
                  <a:pt x="7859" y="7838"/>
                  <a:pt x="7728" y="8028"/>
                </a:cubicBezTo>
                <a:cubicBezTo>
                  <a:pt x="7644" y="8016"/>
                  <a:pt x="7406" y="7897"/>
                  <a:pt x="6751" y="7350"/>
                </a:cubicBezTo>
                <a:cubicBezTo>
                  <a:pt x="6335" y="6993"/>
                  <a:pt x="5835" y="6528"/>
                  <a:pt x="5311" y="6004"/>
                </a:cubicBezTo>
                <a:lnTo>
                  <a:pt x="5204" y="5897"/>
                </a:lnTo>
                <a:lnTo>
                  <a:pt x="5180" y="5873"/>
                </a:lnTo>
                <a:cubicBezTo>
                  <a:pt x="5085" y="5778"/>
                  <a:pt x="4977" y="5695"/>
                  <a:pt x="4894" y="5588"/>
                </a:cubicBezTo>
                <a:lnTo>
                  <a:pt x="4846" y="5540"/>
                </a:lnTo>
                <a:lnTo>
                  <a:pt x="4739" y="5445"/>
                </a:lnTo>
                <a:cubicBezTo>
                  <a:pt x="4239" y="4921"/>
                  <a:pt x="3763" y="4409"/>
                  <a:pt x="3406" y="3992"/>
                </a:cubicBezTo>
                <a:cubicBezTo>
                  <a:pt x="2858" y="3337"/>
                  <a:pt x="2751" y="3099"/>
                  <a:pt x="2715" y="3028"/>
                </a:cubicBezTo>
                <a:cubicBezTo>
                  <a:pt x="2805" y="2970"/>
                  <a:pt x="2986" y="2926"/>
                  <a:pt x="3210" y="2926"/>
                </a:cubicBezTo>
                <a:cubicBezTo>
                  <a:pt x="3492" y="2926"/>
                  <a:pt x="3843" y="2995"/>
                  <a:pt x="4168" y="3194"/>
                </a:cubicBezTo>
                <a:cubicBezTo>
                  <a:pt x="4416" y="3353"/>
                  <a:pt x="4715" y="3430"/>
                  <a:pt x="5014" y="3430"/>
                </a:cubicBezTo>
                <a:cubicBezTo>
                  <a:pt x="5073" y="3430"/>
                  <a:pt x="5133" y="3427"/>
                  <a:pt x="5192" y="3421"/>
                </a:cubicBezTo>
                <a:cubicBezTo>
                  <a:pt x="5549" y="3373"/>
                  <a:pt x="5894" y="3194"/>
                  <a:pt x="6156" y="2944"/>
                </a:cubicBezTo>
                <a:lnTo>
                  <a:pt x="7275" y="1825"/>
                </a:lnTo>
                <a:lnTo>
                  <a:pt x="7359" y="1909"/>
                </a:lnTo>
                <a:cubicBezTo>
                  <a:pt x="7394" y="1938"/>
                  <a:pt x="7433" y="1953"/>
                  <a:pt x="7470" y="1953"/>
                </a:cubicBezTo>
                <a:cubicBezTo>
                  <a:pt x="7507" y="1953"/>
                  <a:pt x="7543" y="1938"/>
                  <a:pt x="7573" y="1909"/>
                </a:cubicBezTo>
                <a:cubicBezTo>
                  <a:pt x="7633" y="1849"/>
                  <a:pt x="7633" y="1766"/>
                  <a:pt x="7573" y="1706"/>
                </a:cubicBezTo>
                <a:lnTo>
                  <a:pt x="7204" y="1337"/>
                </a:lnTo>
                <a:lnTo>
                  <a:pt x="7192" y="1313"/>
                </a:lnTo>
                <a:cubicBezTo>
                  <a:pt x="7025" y="1123"/>
                  <a:pt x="7013" y="837"/>
                  <a:pt x="7144" y="635"/>
                </a:cubicBezTo>
                <a:cubicBezTo>
                  <a:pt x="7168" y="587"/>
                  <a:pt x="7204" y="539"/>
                  <a:pt x="7228" y="516"/>
                </a:cubicBezTo>
                <a:cubicBezTo>
                  <a:pt x="7353" y="390"/>
                  <a:pt x="7518" y="328"/>
                  <a:pt x="7677" y="328"/>
                </a:cubicBezTo>
                <a:close/>
                <a:moveTo>
                  <a:pt x="7667" y="0"/>
                </a:moveTo>
                <a:cubicBezTo>
                  <a:pt x="7428" y="0"/>
                  <a:pt x="7186" y="93"/>
                  <a:pt x="7001" y="277"/>
                </a:cubicBezTo>
                <a:cubicBezTo>
                  <a:pt x="6644" y="635"/>
                  <a:pt x="6632" y="1194"/>
                  <a:pt x="6978" y="1539"/>
                </a:cubicBezTo>
                <a:lnTo>
                  <a:pt x="7037" y="1599"/>
                </a:lnTo>
                <a:lnTo>
                  <a:pt x="5918" y="2718"/>
                </a:lnTo>
                <a:cubicBezTo>
                  <a:pt x="5651" y="2985"/>
                  <a:pt x="5292" y="3125"/>
                  <a:pt x="4942" y="3125"/>
                </a:cubicBezTo>
                <a:cubicBezTo>
                  <a:pt x="4715" y="3125"/>
                  <a:pt x="4491" y="3066"/>
                  <a:pt x="4299" y="2944"/>
                </a:cubicBezTo>
                <a:cubicBezTo>
                  <a:pt x="3965" y="2730"/>
                  <a:pt x="3596" y="2623"/>
                  <a:pt x="3215" y="2623"/>
                </a:cubicBezTo>
                <a:cubicBezTo>
                  <a:pt x="2882" y="2623"/>
                  <a:pt x="2584" y="2706"/>
                  <a:pt x="2453" y="2849"/>
                </a:cubicBezTo>
                <a:cubicBezTo>
                  <a:pt x="2322" y="2980"/>
                  <a:pt x="2418" y="3194"/>
                  <a:pt x="2525" y="3385"/>
                </a:cubicBezTo>
                <a:cubicBezTo>
                  <a:pt x="2632" y="3564"/>
                  <a:pt x="2810" y="3802"/>
                  <a:pt x="3049" y="4087"/>
                </a:cubicBezTo>
                <a:cubicBezTo>
                  <a:pt x="3394" y="4504"/>
                  <a:pt x="3846" y="5004"/>
                  <a:pt x="4370" y="5540"/>
                </a:cubicBezTo>
                <a:lnTo>
                  <a:pt x="3180" y="6731"/>
                </a:lnTo>
                <a:cubicBezTo>
                  <a:pt x="2763" y="7147"/>
                  <a:pt x="2346" y="7600"/>
                  <a:pt x="1965" y="8064"/>
                </a:cubicBezTo>
                <a:lnTo>
                  <a:pt x="84" y="10291"/>
                </a:lnTo>
                <a:cubicBezTo>
                  <a:pt x="1" y="10398"/>
                  <a:pt x="1" y="10541"/>
                  <a:pt x="84" y="10636"/>
                </a:cubicBezTo>
                <a:cubicBezTo>
                  <a:pt x="132" y="10683"/>
                  <a:pt x="191" y="10707"/>
                  <a:pt x="251" y="10707"/>
                </a:cubicBezTo>
                <a:cubicBezTo>
                  <a:pt x="310" y="10707"/>
                  <a:pt x="370" y="10683"/>
                  <a:pt x="429" y="10636"/>
                </a:cubicBezTo>
                <a:lnTo>
                  <a:pt x="2572" y="8850"/>
                </a:lnTo>
                <a:cubicBezTo>
                  <a:pt x="2632" y="8790"/>
                  <a:pt x="2644" y="8695"/>
                  <a:pt x="2584" y="8636"/>
                </a:cubicBezTo>
                <a:cubicBezTo>
                  <a:pt x="2552" y="8603"/>
                  <a:pt x="2512" y="8585"/>
                  <a:pt x="2472" y="8585"/>
                </a:cubicBezTo>
                <a:cubicBezTo>
                  <a:pt x="2440" y="8585"/>
                  <a:pt x="2409" y="8597"/>
                  <a:pt x="2382" y="8624"/>
                </a:cubicBezTo>
                <a:lnTo>
                  <a:pt x="739" y="9993"/>
                </a:lnTo>
                <a:lnTo>
                  <a:pt x="2191" y="8266"/>
                </a:lnTo>
                <a:cubicBezTo>
                  <a:pt x="2560" y="7826"/>
                  <a:pt x="2965" y="7374"/>
                  <a:pt x="3382" y="6957"/>
                </a:cubicBezTo>
                <a:lnTo>
                  <a:pt x="4573" y="5766"/>
                </a:lnTo>
                <a:lnTo>
                  <a:pt x="4585" y="5778"/>
                </a:lnTo>
                <a:lnTo>
                  <a:pt x="4763" y="5957"/>
                </a:lnTo>
                <a:lnTo>
                  <a:pt x="4942" y="6135"/>
                </a:lnTo>
                <a:lnTo>
                  <a:pt x="4954" y="6159"/>
                </a:lnTo>
                <a:lnTo>
                  <a:pt x="3763" y="7350"/>
                </a:lnTo>
                <a:cubicBezTo>
                  <a:pt x="3537" y="7564"/>
                  <a:pt x="3299" y="7790"/>
                  <a:pt x="3084" y="8005"/>
                </a:cubicBezTo>
                <a:cubicBezTo>
                  <a:pt x="3025" y="8064"/>
                  <a:pt x="3025" y="8147"/>
                  <a:pt x="3061" y="8207"/>
                </a:cubicBezTo>
                <a:cubicBezTo>
                  <a:pt x="3092" y="8238"/>
                  <a:pt x="3133" y="8253"/>
                  <a:pt x="3174" y="8253"/>
                </a:cubicBezTo>
                <a:cubicBezTo>
                  <a:pt x="3211" y="8253"/>
                  <a:pt x="3247" y="8241"/>
                  <a:pt x="3275" y="8219"/>
                </a:cubicBezTo>
                <a:cubicBezTo>
                  <a:pt x="3513" y="8005"/>
                  <a:pt x="3751" y="7778"/>
                  <a:pt x="3977" y="7552"/>
                </a:cubicBezTo>
                <a:lnTo>
                  <a:pt x="5168" y="6361"/>
                </a:lnTo>
                <a:cubicBezTo>
                  <a:pt x="5704" y="6885"/>
                  <a:pt x="6204" y="7350"/>
                  <a:pt x="6620" y="7683"/>
                </a:cubicBezTo>
                <a:cubicBezTo>
                  <a:pt x="6906" y="7921"/>
                  <a:pt x="7144" y="8088"/>
                  <a:pt x="7323" y="8207"/>
                </a:cubicBezTo>
                <a:cubicBezTo>
                  <a:pt x="7442" y="8278"/>
                  <a:pt x="7573" y="8362"/>
                  <a:pt x="7692" y="8362"/>
                </a:cubicBezTo>
                <a:cubicBezTo>
                  <a:pt x="7752" y="8362"/>
                  <a:pt x="7811" y="8338"/>
                  <a:pt x="7859" y="8302"/>
                </a:cubicBezTo>
                <a:cubicBezTo>
                  <a:pt x="7990" y="8159"/>
                  <a:pt x="8073" y="7862"/>
                  <a:pt x="8073" y="7540"/>
                </a:cubicBezTo>
                <a:cubicBezTo>
                  <a:pt x="8073" y="7171"/>
                  <a:pt x="7954" y="6778"/>
                  <a:pt x="7763" y="6457"/>
                </a:cubicBezTo>
                <a:cubicBezTo>
                  <a:pt x="7454" y="5957"/>
                  <a:pt x="7549" y="5278"/>
                  <a:pt x="7990" y="4826"/>
                </a:cubicBezTo>
                <a:lnTo>
                  <a:pt x="9109" y="3718"/>
                </a:lnTo>
                <a:lnTo>
                  <a:pt x="9168" y="3778"/>
                </a:lnTo>
                <a:lnTo>
                  <a:pt x="9192" y="3802"/>
                </a:lnTo>
                <a:lnTo>
                  <a:pt x="9216" y="3814"/>
                </a:lnTo>
                <a:cubicBezTo>
                  <a:pt x="9216" y="3814"/>
                  <a:pt x="9228" y="3837"/>
                  <a:pt x="9240" y="3837"/>
                </a:cubicBezTo>
                <a:cubicBezTo>
                  <a:pt x="9240" y="3837"/>
                  <a:pt x="9252" y="3837"/>
                  <a:pt x="9252" y="3849"/>
                </a:cubicBezTo>
                <a:lnTo>
                  <a:pt x="9264" y="3861"/>
                </a:lnTo>
                <a:cubicBezTo>
                  <a:pt x="9264" y="3861"/>
                  <a:pt x="9287" y="3861"/>
                  <a:pt x="9287" y="3873"/>
                </a:cubicBezTo>
                <a:lnTo>
                  <a:pt x="9299" y="3897"/>
                </a:lnTo>
                <a:cubicBezTo>
                  <a:pt x="9299" y="3897"/>
                  <a:pt x="9311" y="3897"/>
                  <a:pt x="9311" y="3909"/>
                </a:cubicBezTo>
                <a:lnTo>
                  <a:pt x="9323" y="3921"/>
                </a:lnTo>
                <a:cubicBezTo>
                  <a:pt x="9323" y="3921"/>
                  <a:pt x="9347" y="3921"/>
                  <a:pt x="9347" y="3933"/>
                </a:cubicBezTo>
                <a:lnTo>
                  <a:pt x="9359" y="3956"/>
                </a:lnTo>
                <a:cubicBezTo>
                  <a:pt x="9359" y="3956"/>
                  <a:pt x="9371" y="3956"/>
                  <a:pt x="9371" y="3968"/>
                </a:cubicBezTo>
                <a:cubicBezTo>
                  <a:pt x="9371" y="3968"/>
                  <a:pt x="9383" y="3968"/>
                  <a:pt x="9383" y="3980"/>
                </a:cubicBezTo>
                <a:cubicBezTo>
                  <a:pt x="9383" y="3980"/>
                  <a:pt x="9407" y="3980"/>
                  <a:pt x="9407" y="3992"/>
                </a:cubicBezTo>
                <a:cubicBezTo>
                  <a:pt x="9407" y="3992"/>
                  <a:pt x="9418" y="3992"/>
                  <a:pt x="9418" y="4016"/>
                </a:cubicBezTo>
                <a:lnTo>
                  <a:pt x="9430" y="4016"/>
                </a:lnTo>
                <a:cubicBezTo>
                  <a:pt x="9430" y="4016"/>
                  <a:pt x="9442" y="4016"/>
                  <a:pt x="9442" y="4028"/>
                </a:cubicBezTo>
                <a:lnTo>
                  <a:pt x="9942" y="4028"/>
                </a:lnTo>
                <a:cubicBezTo>
                  <a:pt x="9954" y="4028"/>
                  <a:pt x="9954" y="4028"/>
                  <a:pt x="9966" y="4016"/>
                </a:cubicBezTo>
                <a:lnTo>
                  <a:pt x="9978" y="4016"/>
                </a:lnTo>
                <a:cubicBezTo>
                  <a:pt x="10002" y="4016"/>
                  <a:pt x="10002" y="4016"/>
                  <a:pt x="10014" y="3992"/>
                </a:cubicBezTo>
                <a:lnTo>
                  <a:pt x="10026" y="3992"/>
                </a:lnTo>
                <a:cubicBezTo>
                  <a:pt x="10038" y="3992"/>
                  <a:pt x="10038" y="3992"/>
                  <a:pt x="10061" y="3980"/>
                </a:cubicBezTo>
                <a:cubicBezTo>
                  <a:pt x="10061" y="3980"/>
                  <a:pt x="10073" y="3980"/>
                  <a:pt x="10073" y="3968"/>
                </a:cubicBezTo>
                <a:cubicBezTo>
                  <a:pt x="10085" y="3968"/>
                  <a:pt x="10085" y="3956"/>
                  <a:pt x="10097" y="3956"/>
                </a:cubicBezTo>
                <a:cubicBezTo>
                  <a:pt x="10097" y="3956"/>
                  <a:pt x="10121" y="3956"/>
                  <a:pt x="10121" y="3933"/>
                </a:cubicBezTo>
                <a:cubicBezTo>
                  <a:pt x="10133" y="3933"/>
                  <a:pt x="10133" y="3921"/>
                  <a:pt x="10145" y="3921"/>
                </a:cubicBezTo>
                <a:cubicBezTo>
                  <a:pt x="10145" y="3921"/>
                  <a:pt x="10157" y="3921"/>
                  <a:pt x="10157" y="3909"/>
                </a:cubicBezTo>
                <a:cubicBezTo>
                  <a:pt x="10180" y="3909"/>
                  <a:pt x="10180" y="3897"/>
                  <a:pt x="10192" y="3897"/>
                </a:cubicBezTo>
                <a:cubicBezTo>
                  <a:pt x="10192" y="3897"/>
                  <a:pt x="10204" y="3897"/>
                  <a:pt x="10204" y="3873"/>
                </a:cubicBezTo>
                <a:cubicBezTo>
                  <a:pt x="10216" y="3873"/>
                  <a:pt x="10216" y="3861"/>
                  <a:pt x="10240" y="3861"/>
                </a:cubicBezTo>
                <a:cubicBezTo>
                  <a:pt x="10240" y="3861"/>
                  <a:pt x="10252" y="3861"/>
                  <a:pt x="10252" y="3849"/>
                </a:cubicBezTo>
                <a:cubicBezTo>
                  <a:pt x="10264" y="3849"/>
                  <a:pt x="10264" y="3837"/>
                  <a:pt x="10276" y="3837"/>
                </a:cubicBezTo>
                <a:cubicBezTo>
                  <a:pt x="10276" y="3837"/>
                  <a:pt x="10300" y="3837"/>
                  <a:pt x="10300" y="3814"/>
                </a:cubicBezTo>
                <a:cubicBezTo>
                  <a:pt x="10311" y="3814"/>
                  <a:pt x="10311" y="3802"/>
                  <a:pt x="10323" y="3802"/>
                </a:cubicBezTo>
                <a:cubicBezTo>
                  <a:pt x="10323" y="3802"/>
                  <a:pt x="10335" y="3802"/>
                  <a:pt x="10335" y="3790"/>
                </a:cubicBezTo>
                <a:cubicBezTo>
                  <a:pt x="10359" y="3778"/>
                  <a:pt x="10371" y="3778"/>
                  <a:pt x="10371" y="3754"/>
                </a:cubicBezTo>
                <a:cubicBezTo>
                  <a:pt x="10823" y="3373"/>
                  <a:pt x="10835" y="2802"/>
                  <a:pt x="10490" y="2468"/>
                </a:cubicBezTo>
                <a:lnTo>
                  <a:pt x="8275" y="242"/>
                </a:lnTo>
                <a:cubicBezTo>
                  <a:pt x="8109" y="81"/>
                  <a:pt x="7889" y="0"/>
                  <a:pt x="76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1" name="Google Shape;691;p55"/>
          <p:cNvGrpSpPr/>
          <p:nvPr/>
        </p:nvGrpSpPr>
        <p:grpSpPr>
          <a:xfrm>
            <a:off x="1054629" y="3353245"/>
            <a:ext cx="374177" cy="374263"/>
            <a:chOff x="775325" y="4143525"/>
            <a:chExt cx="468776" cy="468884"/>
          </a:xfrm>
        </p:grpSpPr>
        <p:sp>
          <p:nvSpPr>
            <p:cNvPr id="692" name="Google Shape;692;p55"/>
            <p:cNvSpPr/>
            <p:nvPr/>
          </p:nvSpPr>
          <p:spPr>
            <a:xfrm>
              <a:off x="851953" y="4143525"/>
              <a:ext cx="392147" cy="390479"/>
            </a:xfrm>
            <a:custGeom>
              <a:avLst/>
              <a:gdLst/>
              <a:ahLst/>
              <a:cxnLst/>
              <a:rect l="l" t="t" r="r" b="b"/>
              <a:pathLst>
                <a:path w="36428" h="36273" extrusionOk="0">
                  <a:moveTo>
                    <a:pt x="31907" y="5435"/>
                  </a:moveTo>
                  <a:lnTo>
                    <a:pt x="20788" y="22612"/>
                  </a:lnTo>
                  <a:lnTo>
                    <a:pt x="18511" y="26131"/>
                  </a:lnTo>
                  <a:lnTo>
                    <a:pt x="8884" y="28458"/>
                  </a:lnTo>
                  <a:lnTo>
                    <a:pt x="31907" y="5435"/>
                  </a:lnTo>
                  <a:close/>
                  <a:moveTo>
                    <a:pt x="35713" y="94"/>
                  </a:moveTo>
                  <a:cubicBezTo>
                    <a:pt x="35665" y="94"/>
                    <a:pt x="35615" y="100"/>
                    <a:pt x="35565" y="112"/>
                  </a:cubicBezTo>
                  <a:lnTo>
                    <a:pt x="35564" y="112"/>
                  </a:lnTo>
                  <a:cubicBezTo>
                    <a:pt x="35555" y="114"/>
                    <a:pt x="36041" y="1"/>
                    <a:pt x="660" y="8270"/>
                  </a:cubicBezTo>
                  <a:cubicBezTo>
                    <a:pt x="169" y="8385"/>
                    <a:pt x="0" y="8998"/>
                    <a:pt x="362" y="9348"/>
                  </a:cubicBezTo>
                  <a:lnTo>
                    <a:pt x="1592" y="10537"/>
                  </a:lnTo>
                  <a:cubicBezTo>
                    <a:pt x="1716" y="10656"/>
                    <a:pt x="1875" y="10715"/>
                    <a:pt x="2034" y="10715"/>
                  </a:cubicBezTo>
                  <a:cubicBezTo>
                    <a:pt x="2201" y="10715"/>
                    <a:pt x="2368" y="10650"/>
                    <a:pt x="2493" y="10522"/>
                  </a:cubicBezTo>
                  <a:cubicBezTo>
                    <a:pt x="2737" y="10269"/>
                    <a:pt x="2730" y="9866"/>
                    <a:pt x="2477" y="9621"/>
                  </a:cubicBezTo>
                  <a:lnTo>
                    <a:pt x="2087" y="9244"/>
                  </a:lnTo>
                  <a:lnTo>
                    <a:pt x="32295" y="2184"/>
                  </a:lnTo>
                  <a:lnTo>
                    <a:pt x="32295" y="2184"/>
                  </a:lnTo>
                  <a:lnTo>
                    <a:pt x="9830" y="16725"/>
                  </a:lnTo>
                  <a:lnTo>
                    <a:pt x="4431" y="11509"/>
                  </a:lnTo>
                  <a:cubicBezTo>
                    <a:pt x="4307" y="11389"/>
                    <a:pt x="4148" y="11330"/>
                    <a:pt x="3988" y="11330"/>
                  </a:cubicBezTo>
                  <a:cubicBezTo>
                    <a:pt x="3821" y="11330"/>
                    <a:pt x="3655" y="11395"/>
                    <a:pt x="3530" y="11524"/>
                  </a:cubicBezTo>
                  <a:cubicBezTo>
                    <a:pt x="3286" y="11777"/>
                    <a:pt x="3293" y="12180"/>
                    <a:pt x="3546" y="12423"/>
                  </a:cubicBezTo>
                  <a:lnTo>
                    <a:pt x="9046" y="17739"/>
                  </a:lnTo>
                  <a:lnTo>
                    <a:pt x="7766" y="23038"/>
                  </a:lnTo>
                  <a:cubicBezTo>
                    <a:pt x="7683" y="23379"/>
                    <a:pt x="7894" y="23723"/>
                    <a:pt x="8235" y="23806"/>
                  </a:cubicBezTo>
                  <a:cubicBezTo>
                    <a:pt x="8286" y="23818"/>
                    <a:pt x="8336" y="23824"/>
                    <a:pt x="8385" y="23824"/>
                  </a:cubicBezTo>
                  <a:cubicBezTo>
                    <a:pt x="8673" y="23824"/>
                    <a:pt x="8933" y="23628"/>
                    <a:pt x="9004" y="23337"/>
                  </a:cubicBezTo>
                  <a:lnTo>
                    <a:pt x="10311" y="17931"/>
                  </a:lnTo>
                  <a:lnTo>
                    <a:pt x="13829" y="15653"/>
                  </a:lnTo>
                  <a:lnTo>
                    <a:pt x="31005" y="4534"/>
                  </a:lnTo>
                  <a:lnTo>
                    <a:pt x="7983" y="27557"/>
                  </a:lnTo>
                  <a:lnTo>
                    <a:pt x="8365" y="25976"/>
                  </a:lnTo>
                  <a:cubicBezTo>
                    <a:pt x="8448" y="25634"/>
                    <a:pt x="8238" y="25290"/>
                    <a:pt x="7896" y="25208"/>
                  </a:cubicBezTo>
                  <a:cubicBezTo>
                    <a:pt x="7846" y="25195"/>
                    <a:pt x="7795" y="25190"/>
                    <a:pt x="7746" y="25190"/>
                  </a:cubicBezTo>
                  <a:cubicBezTo>
                    <a:pt x="7458" y="25190"/>
                    <a:pt x="7199" y="25385"/>
                    <a:pt x="7128" y="25677"/>
                  </a:cubicBezTo>
                  <a:lnTo>
                    <a:pt x="6213" y="29459"/>
                  </a:lnTo>
                  <a:cubicBezTo>
                    <a:pt x="6114" y="29868"/>
                    <a:pt x="6434" y="30245"/>
                    <a:pt x="6831" y="30245"/>
                  </a:cubicBezTo>
                  <a:cubicBezTo>
                    <a:pt x="6880" y="30245"/>
                    <a:pt x="6931" y="30239"/>
                    <a:pt x="6981" y="30227"/>
                  </a:cubicBezTo>
                  <a:lnTo>
                    <a:pt x="18702" y="27394"/>
                  </a:lnTo>
                  <a:lnTo>
                    <a:pt x="27093" y="36078"/>
                  </a:lnTo>
                  <a:cubicBezTo>
                    <a:pt x="27222" y="36211"/>
                    <a:pt x="27386" y="36272"/>
                    <a:pt x="27548" y="36272"/>
                  </a:cubicBezTo>
                  <a:cubicBezTo>
                    <a:pt x="27827" y="36272"/>
                    <a:pt x="28099" y="36091"/>
                    <a:pt x="28171" y="35781"/>
                  </a:cubicBezTo>
                  <a:lnTo>
                    <a:pt x="33640" y="12387"/>
                  </a:lnTo>
                  <a:cubicBezTo>
                    <a:pt x="33719" y="12044"/>
                    <a:pt x="33506" y="11702"/>
                    <a:pt x="33164" y="11622"/>
                  </a:cubicBezTo>
                  <a:cubicBezTo>
                    <a:pt x="33115" y="11611"/>
                    <a:pt x="33067" y="11605"/>
                    <a:pt x="33018" y="11605"/>
                  </a:cubicBezTo>
                  <a:cubicBezTo>
                    <a:pt x="32729" y="11605"/>
                    <a:pt x="32467" y="11803"/>
                    <a:pt x="32399" y="12097"/>
                  </a:cubicBezTo>
                  <a:lnTo>
                    <a:pt x="27197" y="34353"/>
                  </a:lnTo>
                  <a:lnTo>
                    <a:pt x="19716" y="26610"/>
                  </a:lnTo>
                  <a:lnTo>
                    <a:pt x="34258" y="4147"/>
                  </a:lnTo>
                  <a:lnTo>
                    <a:pt x="33017" y="9453"/>
                  </a:lnTo>
                  <a:cubicBezTo>
                    <a:pt x="32938" y="9796"/>
                    <a:pt x="33150" y="10138"/>
                    <a:pt x="33492" y="10218"/>
                  </a:cubicBezTo>
                  <a:cubicBezTo>
                    <a:pt x="33541" y="10229"/>
                    <a:pt x="33590" y="10235"/>
                    <a:pt x="33638" y="10235"/>
                  </a:cubicBezTo>
                  <a:cubicBezTo>
                    <a:pt x="33927" y="10235"/>
                    <a:pt x="34189" y="10037"/>
                    <a:pt x="34256" y="9743"/>
                  </a:cubicBezTo>
                  <a:lnTo>
                    <a:pt x="36328" y="880"/>
                  </a:lnTo>
                  <a:cubicBezTo>
                    <a:pt x="36427" y="473"/>
                    <a:pt x="36107" y="94"/>
                    <a:pt x="35713" y="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55"/>
            <p:cNvSpPr/>
            <p:nvPr/>
          </p:nvSpPr>
          <p:spPr>
            <a:xfrm>
              <a:off x="775325" y="4505404"/>
              <a:ext cx="108339" cy="107004"/>
            </a:xfrm>
            <a:custGeom>
              <a:avLst/>
              <a:gdLst/>
              <a:ahLst/>
              <a:cxnLst/>
              <a:rect l="l" t="t" r="r" b="b"/>
              <a:pathLst>
                <a:path w="10064" h="9940" extrusionOk="0">
                  <a:moveTo>
                    <a:pt x="9365" y="0"/>
                  </a:moveTo>
                  <a:cubicBezTo>
                    <a:pt x="9202" y="0"/>
                    <a:pt x="9039" y="63"/>
                    <a:pt x="8915" y="187"/>
                  </a:cubicBezTo>
                  <a:lnTo>
                    <a:pt x="249" y="8852"/>
                  </a:lnTo>
                  <a:cubicBezTo>
                    <a:pt x="0" y="9100"/>
                    <a:pt x="0" y="9503"/>
                    <a:pt x="249" y="9753"/>
                  </a:cubicBezTo>
                  <a:cubicBezTo>
                    <a:pt x="373" y="9877"/>
                    <a:pt x="536" y="9939"/>
                    <a:pt x="699" y="9939"/>
                  </a:cubicBezTo>
                  <a:cubicBezTo>
                    <a:pt x="862" y="9939"/>
                    <a:pt x="1025" y="9877"/>
                    <a:pt x="1149" y="9753"/>
                  </a:cubicBezTo>
                  <a:lnTo>
                    <a:pt x="9816" y="1087"/>
                  </a:lnTo>
                  <a:cubicBezTo>
                    <a:pt x="10064" y="838"/>
                    <a:pt x="10064" y="435"/>
                    <a:pt x="9816" y="187"/>
                  </a:cubicBezTo>
                  <a:cubicBezTo>
                    <a:pt x="9691" y="63"/>
                    <a:pt x="9528" y="0"/>
                    <a:pt x="9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55"/>
            <p:cNvSpPr/>
            <p:nvPr/>
          </p:nvSpPr>
          <p:spPr>
            <a:xfrm>
              <a:off x="775325" y="4437806"/>
              <a:ext cx="75430" cy="74085"/>
            </a:xfrm>
            <a:custGeom>
              <a:avLst/>
              <a:gdLst/>
              <a:ahLst/>
              <a:cxnLst/>
              <a:rect l="l" t="t" r="r" b="b"/>
              <a:pathLst>
                <a:path w="7007" h="6882" extrusionOk="0">
                  <a:moveTo>
                    <a:pt x="6307" y="0"/>
                  </a:moveTo>
                  <a:cubicBezTo>
                    <a:pt x="6144" y="0"/>
                    <a:pt x="5981" y="62"/>
                    <a:pt x="5857" y="186"/>
                  </a:cubicBezTo>
                  <a:lnTo>
                    <a:pt x="249" y="5794"/>
                  </a:lnTo>
                  <a:cubicBezTo>
                    <a:pt x="0" y="6044"/>
                    <a:pt x="0" y="6445"/>
                    <a:pt x="249" y="6695"/>
                  </a:cubicBezTo>
                  <a:cubicBezTo>
                    <a:pt x="374" y="6819"/>
                    <a:pt x="537" y="6881"/>
                    <a:pt x="699" y="6881"/>
                  </a:cubicBezTo>
                  <a:cubicBezTo>
                    <a:pt x="862" y="6881"/>
                    <a:pt x="1025" y="6819"/>
                    <a:pt x="1149" y="6695"/>
                  </a:cubicBezTo>
                  <a:lnTo>
                    <a:pt x="6757" y="1087"/>
                  </a:lnTo>
                  <a:cubicBezTo>
                    <a:pt x="7006" y="839"/>
                    <a:pt x="7006" y="436"/>
                    <a:pt x="6757" y="186"/>
                  </a:cubicBezTo>
                  <a:cubicBezTo>
                    <a:pt x="6633" y="62"/>
                    <a:pt x="6470" y="0"/>
                    <a:pt x="6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5"/>
            <p:cNvSpPr/>
            <p:nvPr/>
          </p:nvSpPr>
          <p:spPr>
            <a:xfrm>
              <a:off x="875829" y="4538289"/>
              <a:ext cx="75409" cy="74085"/>
            </a:xfrm>
            <a:custGeom>
              <a:avLst/>
              <a:gdLst/>
              <a:ahLst/>
              <a:cxnLst/>
              <a:rect l="l" t="t" r="r" b="b"/>
              <a:pathLst>
                <a:path w="7005" h="6882" extrusionOk="0">
                  <a:moveTo>
                    <a:pt x="6306" y="1"/>
                  </a:moveTo>
                  <a:cubicBezTo>
                    <a:pt x="6143" y="1"/>
                    <a:pt x="5980" y="63"/>
                    <a:pt x="5856" y="188"/>
                  </a:cubicBezTo>
                  <a:lnTo>
                    <a:pt x="248" y="5795"/>
                  </a:lnTo>
                  <a:cubicBezTo>
                    <a:pt x="0" y="6044"/>
                    <a:pt x="0" y="6447"/>
                    <a:pt x="248" y="6695"/>
                  </a:cubicBezTo>
                  <a:cubicBezTo>
                    <a:pt x="372" y="6819"/>
                    <a:pt x="535" y="6882"/>
                    <a:pt x="699" y="6882"/>
                  </a:cubicBezTo>
                  <a:cubicBezTo>
                    <a:pt x="862" y="6882"/>
                    <a:pt x="1025" y="6819"/>
                    <a:pt x="1149" y="6695"/>
                  </a:cubicBezTo>
                  <a:lnTo>
                    <a:pt x="6757" y="1088"/>
                  </a:lnTo>
                  <a:cubicBezTo>
                    <a:pt x="7005" y="839"/>
                    <a:pt x="7005" y="436"/>
                    <a:pt x="6757" y="188"/>
                  </a:cubicBezTo>
                  <a:cubicBezTo>
                    <a:pt x="6632" y="63"/>
                    <a:pt x="6469" y="1"/>
                    <a:pt x="6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6"/>
          <p:cNvSpPr txBox="1">
            <a:spLocks noGrp="1"/>
          </p:cNvSpPr>
          <p:nvPr>
            <p:ph type="title"/>
          </p:nvPr>
        </p:nvSpPr>
        <p:spPr>
          <a:xfrm>
            <a:off x="720000" y="349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Bibliographical references</a:t>
            </a:r>
            <a:endParaRPr/>
          </a:p>
        </p:txBody>
      </p:sp>
      <p:sp>
        <p:nvSpPr>
          <p:cNvPr id="701" name="Google Shape;701;p56"/>
          <p:cNvSpPr txBox="1">
            <a:spLocks noGrp="1"/>
          </p:cNvSpPr>
          <p:nvPr>
            <p:ph type="subTitle" idx="1"/>
          </p:nvPr>
        </p:nvSpPr>
        <p:spPr>
          <a:xfrm>
            <a:off x="720000" y="1443925"/>
            <a:ext cx="6630900" cy="29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Surname, A. (YEAR). </a:t>
            </a:r>
            <a:r>
              <a:rPr lang="en" i="1"/>
              <a:t>Name of the source</a:t>
            </a:r>
            <a:r>
              <a:rPr lang="en"/>
              <a:t>. Publisher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2" name="Google Shape;702;p56"/>
          <p:cNvPicPr preferRelativeResize="0"/>
          <p:nvPr/>
        </p:nvPicPr>
        <p:blipFill rotWithShape="1">
          <a:blip r:embed="rId3">
            <a:alphaModFix/>
          </a:blip>
          <a:srcRect l="11180" t="23967" r="11173" b="17943"/>
          <a:stretch/>
        </p:blipFill>
        <p:spPr>
          <a:xfrm flipH="1">
            <a:off x="7138788" y="1725812"/>
            <a:ext cx="4975275" cy="37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8"/>
          <p:cNvSpPr txBox="1">
            <a:spLocks noGrp="1"/>
          </p:cNvSpPr>
          <p:nvPr>
            <p:ph type="title"/>
          </p:nvPr>
        </p:nvSpPr>
        <p:spPr>
          <a:xfrm>
            <a:off x="3886225" y="387600"/>
            <a:ext cx="44481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725" name="Google Shape;725;p58"/>
          <p:cNvSpPr txBox="1">
            <a:spLocks noGrp="1"/>
          </p:cNvSpPr>
          <p:nvPr>
            <p:ph type="subTitle" idx="1"/>
          </p:nvPr>
        </p:nvSpPr>
        <p:spPr>
          <a:xfrm>
            <a:off x="3886225" y="1237262"/>
            <a:ext cx="4448100" cy="12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726" name="Google Shape;726;p58"/>
          <p:cNvSpPr txBox="1"/>
          <p:nvPr/>
        </p:nvSpPr>
        <p:spPr>
          <a:xfrm>
            <a:off x="3886225" y="3383725"/>
            <a:ext cx="44481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Please keep this slide for attribution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27" name="Google Shape;727;p58"/>
          <p:cNvSpPr/>
          <p:nvPr/>
        </p:nvSpPr>
        <p:spPr>
          <a:xfrm>
            <a:off x="3886229" y="2682941"/>
            <a:ext cx="701400" cy="480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58"/>
          <p:cNvSpPr/>
          <p:nvPr/>
        </p:nvSpPr>
        <p:spPr>
          <a:xfrm>
            <a:off x="4855279" y="2682941"/>
            <a:ext cx="701400" cy="480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58"/>
          <p:cNvSpPr/>
          <p:nvPr/>
        </p:nvSpPr>
        <p:spPr>
          <a:xfrm>
            <a:off x="5824329" y="2682941"/>
            <a:ext cx="701400" cy="480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58"/>
          <p:cNvSpPr/>
          <p:nvPr/>
        </p:nvSpPr>
        <p:spPr>
          <a:xfrm>
            <a:off x="6793379" y="2682941"/>
            <a:ext cx="701400" cy="480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1" name="Google Shape;731;p58"/>
          <p:cNvPicPr preferRelativeResize="0"/>
          <p:nvPr/>
        </p:nvPicPr>
        <p:blipFill rotWithShape="1">
          <a:blip r:embed="rId3">
            <a:alphaModFix/>
          </a:blip>
          <a:srcRect l="11180" t="23967" r="11173" b="17943"/>
          <a:stretch/>
        </p:blipFill>
        <p:spPr>
          <a:xfrm rot="5400000" flipH="1">
            <a:off x="-1469612" y="1061862"/>
            <a:ext cx="4975275" cy="37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4064095" y="2749913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3" name="Google Shape;733;p58"/>
          <p:cNvGrpSpPr/>
          <p:nvPr/>
        </p:nvGrpSpPr>
        <p:grpSpPr>
          <a:xfrm>
            <a:off x="5032942" y="2750104"/>
            <a:ext cx="346056" cy="345674"/>
            <a:chOff x="3303268" y="3817349"/>
            <a:chExt cx="346056" cy="345674"/>
          </a:xfrm>
        </p:grpSpPr>
        <p:sp>
          <p:nvSpPr>
            <p:cNvPr id="734" name="Google Shape;734;p58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8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8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8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8" name="Google Shape;738;p58"/>
          <p:cNvGrpSpPr/>
          <p:nvPr/>
        </p:nvGrpSpPr>
        <p:grpSpPr>
          <a:xfrm>
            <a:off x="6002006" y="2750104"/>
            <a:ext cx="346056" cy="345674"/>
            <a:chOff x="3752358" y="3817349"/>
            <a:chExt cx="346056" cy="345674"/>
          </a:xfrm>
        </p:grpSpPr>
        <p:sp>
          <p:nvSpPr>
            <p:cNvPr id="739" name="Google Shape;739;p58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8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8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8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" name="Google Shape;743;p58"/>
          <p:cNvGrpSpPr/>
          <p:nvPr/>
        </p:nvGrpSpPr>
        <p:grpSpPr>
          <a:xfrm>
            <a:off x="6971046" y="2750104"/>
            <a:ext cx="346024" cy="345674"/>
            <a:chOff x="4201447" y="3817349"/>
            <a:chExt cx="346024" cy="345674"/>
          </a:xfrm>
        </p:grpSpPr>
        <p:sp>
          <p:nvSpPr>
            <p:cNvPr id="744" name="Google Shape;744;p58"/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8"/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hesis Defense: Epic Poetry, History and Criticism by Slidesgo">
  <a:themeElements>
    <a:clrScheme name="Simple Light">
      <a:dk1>
        <a:srgbClr val="373145"/>
      </a:dk1>
      <a:lt1>
        <a:srgbClr val="EDE9D7"/>
      </a:lt1>
      <a:dk2>
        <a:srgbClr val="FFFFFF"/>
      </a:dk2>
      <a:lt2>
        <a:srgbClr val="F2E6D3"/>
      </a:lt2>
      <a:accent1>
        <a:srgbClr val="9C8C8D"/>
      </a:accent1>
      <a:accent2>
        <a:srgbClr val="8C9A9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731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Microsoft Office PowerPoint</Application>
  <PresentationFormat>Экран (16:9)</PresentationFormat>
  <Paragraphs>227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Roboto Mono</vt:lpstr>
      <vt:lpstr>PT Sans</vt:lpstr>
      <vt:lpstr>Roboto Mono Light</vt:lpstr>
      <vt:lpstr>Nunito Light</vt:lpstr>
      <vt:lpstr>Nanum Gothic</vt:lpstr>
      <vt:lpstr>Bebas Neue</vt:lpstr>
      <vt:lpstr>Arial</vt:lpstr>
      <vt:lpstr>Thesis Defense: Epic Poetry, History and Criticism by Slidesgo</vt:lpstr>
      <vt:lpstr>Thesis Defense: Epic Poetry, History and Criticism</vt:lpstr>
      <vt:lpstr>Contents of this template</vt:lpstr>
      <vt:lpstr>Table of contents</vt:lpstr>
      <vt:lpstr>Statement</vt:lpstr>
      <vt:lpstr>Purpose statement</vt:lpstr>
      <vt:lpstr>—Someone Famous</vt:lpstr>
      <vt:lpstr>9h 55m 23s</vt:lpstr>
      <vt:lpstr>A picture always reinforces the concept</vt:lpstr>
      <vt:lpstr>Current situation &amp; problems statement</vt:lpstr>
      <vt:lpstr>Hypotheses</vt:lpstr>
      <vt:lpstr>Study objectives</vt:lpstr>
      <vt:lpstr>Reviewing concepts is a good idea</vt:lpstr>
      <vt:lpstr>Literature review</vt:lpstr>
      <vt:lpstr>Theoretical framework</vt:lpstr>
      <vt:lpstr>Schedule</vt:lpstr>
      <vt:lpstr>Methodology</vt:lpstr>
      <vt:lpstr>Analysis &amp; development</vt:lpstr>
      <vt:lpstr>Analysis &amp; development</vt:lpstr>
      <vt:lpstr>Analysis of the results</vt:lpstr>
      <vt:lpstr>This is a map</vt:lpstr>
      <vt:lpstr>Discussion</vt:lpstr>
      <vt:lpstr>Conclusions</vt:lpstr>
      <vt:lpstr>Bibliographical 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Defense: Epic Poetry, History and Criticism</dc:title>
  <cp:lastModifiedBy>я</cp:lastModifiedBy>
  <cp:revision>1</cp:revision>
  <dcterms:modified xsi:type="dcterms:W3CDTF">2026-02-19T07:50:14Z</dcterms:modified>
</cp:coreProperties>
</file>